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33" d="100"/>
          <a:sy n="33" d="100"/>
        </p:scale>
        <p:origin x="3060" y="20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52</TotalTime>
  <Words>20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Google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</cp:revision>
  <dcterms:created xsi:type="dcterms:W3CDTF">2026-02-24T21:03:59Z</dcterms:created>
  <dcterms:modified xsi:type="dcterms:W3CDTF">2026-02-25T09:47:35Z</dcterms:modified>
</cp:coreProperties>
</file>