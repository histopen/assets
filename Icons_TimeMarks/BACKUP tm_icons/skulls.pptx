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117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591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accent1">
                <a:lumMod val="40000"/>
                <a:lumOff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172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accent2">
                <a:lumMod val="40000"/>
                <a:lumOff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789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accent4">
                <a:lumMod val="40000"/>
                <a:lumOff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28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accent6">
                <a:lumMod val="40000"/>
                <a:lumOff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01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gradFill flip="none" rotWithShape="1">
          <a:gsLst>
            <a:gs pos="0">
              <a:schemeClr val="bg1">
                <a:lumMod val="50000"/>
              </a:schemeClr>
            </a:gs>
            <a:gs pos="97000">
              <a:schemeClr val="tx1">
                <a:lumMod val="75000"/>
                <a:lumOff val="2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9DB6F-C86C-300D-D2D5-E920132438A1}"/>
              </a:ext>
            </a:extLst>
          </p:cNvPr>
          <p:cNvSpPr txBox="1"/>
          <p:nvPr userDrawn="1"/>
        </p:nvSpPr>
        <p:spPr>
          <a:xfrm>
            <a:off x="2967318" y="995082"/>
            <a:ext cx="53711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Modifier le template dans </a:t>
            </a:r>
            <a:r>
              <a:rPr lang="en-US" dirty="0" err="1"/>
              <a:t>ce</a:t>
            </a:r>
            <a:r>
              <a:rPr lang="en-US" dirty="0"/>
              <a:t> dossier:</a:t>
            </a:r>
          </a:p>
          <a:p>
            <a:endParaRPr lang="en-US" dirty="0"/>
          </a:p>
          <a:p>
            <a:r>
              <a:rPr lang="en-US" dirty="0"/>
              <a:t>C:\Users\pierr\AppData\Roaming\Microsoft\Templates</a:t>
            </a:r>
          </a:p>
        </p:txBody>
      </p:sp>
    </p:spTree>
    <p:extLst>
      <p:ext uri="{BB962C8B-B14F-4D97-AF65-F5344CB8AC3E}">
        <p14:creationId xmlns:p14="http://schemas.microsoft.com/office/powerpoint/2010/main" val="1539821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35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2.jpeg"/><Relationship Id="rId7" Type="http://schemas.openxmlformats.org/officeDocument/2006/relationships/hyperlink" Target="https://australian.museum/learn/science/human-evolution/homo-heidelbergensi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hyperlink" Target="https://www.mnhn.fr/fr/tout-savoir-sur-homo-luzonensis-l-homme-de-lucon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arison of skull features Homo naledi">
            <a:extLst>
              <a:ext uri="{FF2B5EF4-FFF2-40B4-BE49-F238E27FC236}">
                <a16:creationId xmlns:a16="http://schemas.microsoft.com/office/drawing/2014/main" id="{05098DD3-4AF6-4BB7-82D6-8F09C6FC59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20889" y="-652466"/>
            <a:ext cx="6776020" cy="401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87B8C2D-0214-12E9-EF9D-D5E77D0E4E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29381" y="263493"/>
            <a:ext cx="3068089" cy="272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9796C1-865F-A137-098D-C1E311C3F330}"/>
              </a:ext>
            </a:extLst>
          </p:cNvPr>
          <p:cNvSpPr txBox="1"/>
          <p:nvPr/>
        </p:nvSpPr>
        <p:spPr>
          <a:xfrm>
            <a:off x="9433869" y="3127803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Homo </a:t>
            </a:r>
            <a:r>
              <a:rPr lang="en-US" dirty="0" err="1"/>
              <a:t>longi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90E5E9-7F9C-DB3D-514F-030A09C397D6}"/>
              </a:ext>
            </a:extLst>
          </p:cNvPr>
          <p:cNvSpPr txBox="1"/>
          <p:nvPr/>
        </p:nvSpPr>
        <p:spPr>
          <a:xfrm>
            <a:off x="-1365394" y="2760845"/>
            <a:ext cx="3374752" cy="326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fr-FR" b="0" i="0" u="none" strike="noStrike" dirty="0">
                <a:solidFill>
                  <a:srgbClr val="E8EAED"/>
                </a:solidFill>
                <a:effectLst/>
                <a:latin typeface="Google Sans"/>
                <a:hlinkClick r:id="rId4"/>
              </a:rPr>
              <a:t>Tout savoir sur Homo </a:t>
            </a:r>
            <a:r>
              <a:rPr lang="fr-FR" b="0" i="0" u="none" strike="noStrike" dirty="0" err="1">
                <a:solidFill>
                  <a:srgbClr val="E8EAED"/>
                </a:solidFill>
                <a:effectLst/>
                <a:latin typeface="Google Sans"/>
                <a:hlinkClick r:id="rId4"/>
              </a:rPr>
              <a:t>luzonensis</a:t>
            </a:r>
            <a:endParaRPr lang="fr-FR" b="0" i="0" u="none" strike="noStrike" dirty="0">
              <a:solidFill>
                <a:srgbClr val="E8EAED"/>
              </a:solidFill>
              <a:effectLst/>
              <a:latin typeface="Google Sans"/>
              <a:hlinkClick r:id="rId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C2CD15-4A33-6F70-B44C-DB8015355FF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723431" y="249235"/>
            <a:ext cx="3946753" cy="246964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57A76B3-88DE-ACCE-9AA2-95B1E57453AD}"/>
              </a:ext>
            </a:extLst>
          </p:cNvPr>
          <p:cNvSpPr/>
          <p:nvPr/>
        </p:nvSpPr>
        <p:spPr>
          <a:xfrm>
            <a:off x="-1459871" y="4648783"/>
            <a:ext cx="3294877" cy="1945723"/>
          </a:xfrm>
          <a:custGeom>
            <a:avLst/>
            <a:gdLst>
              <a:gd name="csX0" fmla="*/ 1442907 w 3370383"/>
              <a:gd name="csY0" fmla="*/ 0 h 1744448"/>
              <a:gd name="csX1" fmla="*/ 2885814 w 3370383"/>
              <a:gd name="csY1" fmla="*/ 675314 h 1744448"/>
              <a:gd name="csX2" fmla="*/ 2772423 w 3370383"/>
              <a:gd name="csY2" fmla="*/ 938177 h 1744448"/>
              <a:gd name="csX3" fmla="*/ 2747119 w 3370383"/>
              <a:gd name="csY3" fmla="*/ 959996 h 1744448"/>
              <a:gd name="csX4" fmla="*/ 2829245 w 3370383"/>
              <a:gd name="csY4" fmla="*/ 964807 h 1744448"/>
              <a:gd name="csX5" fmla="*/ 3370383 w 3370383"/>
              <a:gd name="csY5" fmla="*/ 1350627 h 1744448"/>
              <a:gd name="csX6" fmla="*/ 2692660 w 3370383"/>
              <a:gd name="csY6" fmla="*/ 1744448 h 1744448"/>
              <a:gd name="csX7" fmla="*/ 2014937 w 3370383"/>
              <a:gd name="csY7" fmla="*/ 1350627 h 1744448"/>
              <a:gd name="csX8" fmla="*/ 2025047 w 3370383"/>
              <a:gd name="csY8" fmla="*/ 1292352 h 1744448"/>
              <a:gd name="csX9" fmla="*/ 2004552 w 3370383"/>
              <a:gd name="csY9" fmla="*/ 1297559 h 1744448"/>
              <a:gd name="csX10" fmla="*/ 1442907 w 3370383"/>
              <a:gd name="csY10" fmla="*/ 1350628 h 1744448"/>
              <a:gd name="csX11" fmla="*/ 0 w 3370383"/>
              <a:gd name="csY11" fmla="*/ 675314 h 1744448"/>
              <a:gd name="csX12" fmla="*/ 1442907 w 3370383"/>
              <a:gd name="csY12" fmla="*/ 0 h 1744448"/>
              <a:gd name="csX0" fmla="*/ 1493788 w 3370464"/>
              <a:gd name="csY0" fmla="*/ 0 h 1922248"/>
              <a:gd name="csX1" fmla="*/ 2885895 w 3370464"/>
              <a:gd name="csY1" fmla="*/ 853114 h 1922248"/>
              <a:gd name="csX2" fmla="*/ 2772504 w 3370464"/>
              <a:gd name="csY2" fmla="*/ 1115977 h 1922248"/>
              <a:gd name="csX3" fmla="*/ 2747200 w 3370464"/>
              <a:gd name="csY3" fmla="*/ 1137796 h 1922248"/>
              <a:gd name="csX4" fmla="*/ 2829326 w 3370464"/>
              <a:gd name="csY4" fmla="*/ 1142607 h 1922248"/>
              <a:gd name="csX5" fmla="*/ 3370464 w 3370464"/>
              <a:gd name="csY5" fmla="*/ 1528427 h 1922248"/>
              <a:gd name="csX6" fmla="*/ 2692741 w 3370464"/>
              <a:gd name="csY6" fmla="*/ 1922248 h 1922248"/>
              <a:gd name="csX7" fmla="*/ 2015018 w 3370464"/>
              <a:gd name="csY7" fmla="*/ 1528427 h 1922248"/>
              <a:gd name="csX8" fmla="*/ 2025128 w 3370464"/>
              <a:gd name="csY8" fmla="*/ 1470152 h 1922248"/>
              <a:gd name="csX9" fmla="*/ 2004633 w 3370464"/>
              <a:gd name="csY9" fmla="*/ 1475359 h 1922248"/>
              <a:gd name="csX10" fmla="*/ 1442988 w 3370464"/>
              <a:gd name="csY10" fmla="*/ 1528428 h 1922248"/>
              <a:gd name="csX11" fmla="*/ 81 w 3370464"/>
              <a:gd name="csY11" fmla="*/ 853114 h 1922248"/>
              <a:gd name="csX12" fmla="*/ 1493788 w 3370464"/>
              <a:gd name="csY12" fmla="*/ 0 h 1922248"/>
              <a:gd name="csX0" fmla="*/ 1341413 w 3218089"/>
              <a:gd name="csY0" fmla="*/ 78 h 1922326"/>
              <a:gd name="csX1" fmla="*/ 2733520 w 3218089"/>
              <a:gd name="csY1" fmla="*/ 853192 h 1922326"/>
              <a:gd name="csX2" fmla="*/ 2620129 w 3218089"/>
              <a:gd name="csY2" fmla="*/ 1116055 h 1922326"/>
              <a:gd name="csX3" fmla="*/ 2594825 w 3218089"/>
              <a:gd name="csY3" fmla="*/ 1137874 h 1922326"/>
              <a:gd name="csX4" fmla="*/ 2676951 w 3218089"/>
              <a:gd name="csY4" fmla="*/ 1142685 h 1922326"/>
              <a:gd name="csX5" fmla="*/ 3218089 w 3218089"/>
              <a:gd name="csY5" fmla="*/ 1528505 h 1922326"/>
              <a:gd name="csX6" fmla="*/ 2540366 w 3218089"/>
              <a:gd name="csY6" fmla="*/ 1922326 h 1922326"/>
              <a:gd name="csX7" fmla="*/ 1862643 w 3218089"/>
              <a:gd name="csY7" fmla="*/ 1528505 h 1922326"/>
              <a:gd name="csX8" fmla="*/ 1872753 w 3218089"/>
              <a:gd name="csY8" fmla="*/ 1470230 h 1922326"/>
              <a:gd name="csX9" fmla="*/ 1852258 w 3218089"/>
              <a:gd name="csY9" fmla="*/ 1475437 h 1922326"/>
              <a:gd name="csX10" fmla="*/ 1290613 w 3218089"/>
              <a:gd name="csY10" fmla="*/ 1528506 h 1922326"/>
              <a:gd name="csX11" fmla="*/ 106 w 3218089"/>
              <a:gd name="csY11" fmla="*/ 903992 h 1922326"/>
              <a:gd name="csX12" fmla="*/ 1341413 w 3218089"/>
              <a:gd name="csY12" fmla="*/ 78 h 1922326"/>
              <a:gd name="csX0" fmla="*/ 1480745 w 3357421"/>
              <a:gd name="csY0" fmla="*/ 78 h 1922326"/>
              <a:gd name="csX1" fmla="*/ 2872852 w 3357421"/>
              <a:gd name="csY1" fmla="*/ 853192 h 1922326"/>
              <a:gd name="csX2" fmla="*/ 2759461 w 3357421"/>
              <a:gd name="csY2" fmla="*/ 1116055 h 1922326"/>
              <a:gd name="csX3" fmla="*/ 2734157 w 3357421"/>
              <a:gd name="csY3" fmla="*/ 1137874 h 1922326"/>
              <a:gd name="csX4" fmla="*/ 2816283 w 3357421"/>
              <a:gd name="csY4" fmla="*/ 1142685 h 1922326"/>
              <a:gd name="csX5" fmla="*/ 3357421 w 3357421"/>
              <a:gd name="csY5" fmla="*/ 1528505 h 1922326"/>
              <a:gd name="csX6" fmla="*/ 2679698 w 3357421"/>
              <a:gd name="csY6" fmla="*/ 1922326 h 1922326"/>
              <a:gd name="csX7" fmla="*/ 2001975 w 3357421"/>
              <a:gd name="csY7" fmla="*/ 1528505 h 1922326"/>
              <a:gd name="csX8" fmla="*/ 2012085 w 3357421"/>
              <a:gd name="csY8" fmla="*/ 1470230 h 1922326"/>
              <a:gd name="csX9" fmla="*/ 1991590 w 3357421"/>
              <a:gd name="csY9" fmla="*/ 1475437 h 1922326"/>
              <a:gd name="csX10" fmla="*/ 1429945 w 3357421"/>
              <a:gd name="csY10" fmla="*/ 1528506 h 1922326"/>
              <a:gd name="csX11" fmla="*/ 187559 w 3357421"/>
              <a:gd name="csY11" fmla="*/ 1654399 h 1922326"/>
              <a:gd name="csX12" fmla="*/ 139438 w 3357421"/>
              <a:gd name="csY12" fmla="*/ 903992 h 1922326"/>
              <a:gd name="csX13" fmla="*/ 1480745 w 3357421"/>
              <a:gd name="csY13" fmla="*/ 78 h 192232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01975 w 3357421"/>
              <a:gd name="csY7" fmla="*/ 1528505 h 1928556"/>
              <a:gd name="csX8" fmla="*/ 2012085 w 3357421"/>
              <a:gd name="csY8" fmla="*/ 1470230 h 1928556"/>
              <a:gd name="csX9" fmla="*/ 1991590 w 3357421"/>
              <a:gd name="csY9" fmla="*/ 1475437 h 1928556"/>
              <a:gd name="csX10" fmla="*/ 1245795 w 3357421"/>
              <a:gd name="csY10" fmla="*/ 1928556 h 1928556"/>
              <a:gd name="csX11" fmla="*/ 187559 w 3357421"/>
              <a:gd name="csY11" fmla="*/ 1654399 h 1928556"/>
              <a:gd name="csX12" fmla="*/ 139438 w 3357421"/>
              <a:gd name="csY12" fmla="*/ 903992 h 1928556"/>
              <a:gd name="csX13" fmla="*/ 1480745 w 3357421"/>
              <a:gd name="csY13" fmla="*/ 78 h 192855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01975 w 3357421"/>
              <a:gd name="csY7" fmla="*/ 1528505 h 1928556"/>
              <a:gd name="csX8" fmla="*/ 2012085 w 3357421"/>
              <a:gd name="csY8" fmla="*/ 1470230 h 1928556"/>
              <a:gd name="csX9" fmla="*/ 1245795 w 3357421"/>
              <a:gd name="csY9" fmla="*/ 1928556 h 1928556"/>
              <a:gd name="csX10" fmla="*/ 187559 w 3357421"/>
              <a:gd name="csY10" fmla="*/ 1654399 h 1928556"/>
              <a:gd name="csX11" fmla="*/ 139438 w 3357421"/>
              <a:gd name="csY11" fmla="*/ 903992 h 1928556"/>
              <a:gd name="csX12" fmla="*/ 1480745 w 3357421"/>
              <a:gd name="csY12" fmla="*/ 78 h 192855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01975 w 3357421"/>
              <a:gd name="csY7" fmla="*/ 1528505 h 1928556"/>
              <a:gd name="csX8" fmla="*/ 1859685 w 3357421"/>
              <a:gd name="csY8" fmla="*/ 1730580 h 1928556"/>
              <a:gd name="csX9" fmla="*/ 1245795 w 3357421"/>
              <a:gd name="csY9" fmla="*/ 1928556 h 1928556"/>
              <a:gd name="csX10" fmla="*/ 187559 w 3357421"/>
              <a:gd name="csY10" fmla="*/ 1654399 h 1928556"/>
              <a:gd name="csX11" fmla="*/ 139438 w 3357421"/>
              <a:gd name="csY11" fmla="*/ 903992 h 1928556"/>
              <a:gd name="csX12" fmla="*/ 1480745 w 3357421"/>
              <a:gd name="csY12" fmla="*/ 78 h 192855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46425 w 3357421"/>
              <a:gd name="csY7" fmla="*/ 1611055 h 1928556"/>
              <a:gd name="csX8" fmla="*/ 1859685 w 3357421"/>
              <a:gd name="csY8" fmla="*/ 1730580 h 1928556"/>
              <a:gd name="csX9" fmla="*/ 1245795 w 3357421"/>
              <a:gd name="csY9" fmla="*/ 1928556 h 1928556"/>
              <a:gd name="csX10" fmla="*/ 187559 w 3357421"/>
              <a:gd name="csY10" fmla="*/ 1654399 h 1928556"/>
              <a:gd name="csX11" fmla="*/ 139438 w 3357421"/>
              <a:gd name="csY11" fmla="*/ 903992 h 1928556"/>
              <a:gd name="csX12" fmla="*/ 1480745 w 3357421"/>
              <a:gd name="csY12" fmla="*/ 78 h 1928556"/>
              <a:gd name="csX0" fmla="*/ 1480745 w 3230421"/>
              <a:gd name="csY0" fmla="*/ 78 h 1928556"/>
              <a:gd name="csX1" fmla="*/ 2872852 w 3230421"/>
              <a:gd name="csY1" fmla="*/ 853192 h 1928556"/>
              <a:gd name="csX2" fmla="*/ 2759461 w 3230421"/>
              <a:gd name="csY2" fmla="*/ 1116055 h 1928556"/>
              <a:gd name="csX3" fmla="*/ 2734157 w 3230421"/>
              <a:gd name="csY3" fmla="*/ 1137874 h 1928556"/>
              <a:gd name="csX4" fmla="*/ 2816283 w 3230421"/>
              <a:gd name="csY4" fmla="*/ 1142685 h 1928556"/>
              <a:gd name="csX5" fmla="*/ 3230421 w 3230421"/>
              <a:gd name="csY5" fmla="*/ 1585655 h 1928556"/>
              <a:gd name="csX6" fmla="*/ 2679698 w 3230421"/>
              <a:gd name="csY6" fmla="*/ 1922326 h 1928556"/>
              <a:gd name="csX7" fmla="*/ 2046425 w 3230421"/>
              <a:gd name="csY7" fmla="*/ 1611055 h 1928556"/>
              <a:gd name="csX8" fmla="*/ 1859685 w 3230421"/>
              <a:gd name="csY8" fmla="*/ 1730580 h 1928556"/>
              <a:gd name="csX9" fmla="*/ 1245795 w 3230421"/>
              <a:gd name="csY9" fmla="*/ 1928556 h 1928556"/>
              <a:gd name="csX10" fmla="*/ 187559 w 3230421"/>
              <a:gd name="csY10" fmla="*/ 1654399 h 1928556"/>
              <a:gd name="csX11" fmla="*/ 139438 w 3230421"/>
              <a:gd name="csY11" fmla="*/ 903992 h 1928556"/>
              <a:gd name="csX12" fmla="*/ 1480745 w 3230421"/>
              <a:gd name="csY12" fmla="*/ 78 h 1928556"/>
              <a:gd name="csX0" fmla="*/ 1480745 w 3366119"/>
              <a:gd name="csY0" fmla="*/ 78 h 1928556"/>
              <a:gd name="csX1" fmla="*/ 2872852 w 3366119"/>
              <a:gd name="csY1" fmla="*/ 853192 h 1928556"/>
              <a:gd name="csX2" fmla="*/ 2759461 w 3366119"/>
              <a:gd name="csY2" fmla="*/ 1116055 h 1928556"/>
              <a:gd name="csX3" fmla="*/ 2734157 w 3366119"/>
              <a:gd name="csY3" fmla="*/ 1137874 h 1928556"/>
              <a:gd name="csX4" fmla="*/ 2816283 w 3366119"/>
              <a:gd name="csY4" fmla="*/ 1142685 h 1928556"/>
              <a:gd name="csX5" fmla="*/ 3230421 w 3366119"/>
              <a:gd name="csY5" fmla="*/ 1585655 h 1928556"/>
              <a:gd name="csX6" fmla="*/ 3330809 w 3366119"/>
              <a:gd name="csY6" fmla="*/ 1781399 h 1928556"/>
              <a:gd name="csX7" fmla="*/ 2679698 w 3366119"/>
              <a:gd name="csY7" fmla="*/ 1922326 h 1928556"/>
              <a:gd name="csX8" fmla="*/ 2046425 w 3366119"/>
              <a:gd name="csY8" fmla="*/ 1611055 h 1928556"/>
              <a:gd name="csX9" fmla="*/ 1859685 w 3366119"/>
              <a:gd name="csY9" fmla="*/ 1730580 h 1928556"/>
              <a:gd name="csX10" fmla="*/ 1245795 w 3366119"/>
              <a:gd name="csY10" fmla="*/ 1928556 h 1928556"/>
              <a:gd name="csX11" fmla="*/ 187559 w 3366119"/>
              <a:gd name="csY11" fmla="*/ 1654399 h 1928556"/>
              <a:gd name="csX12" fmla="*/ 139438 w 3366119"/>
              <a:gd name="csY12" fmla="*/ 903992 h 1928556"/>
              <a:gd name="csX13" fmla="*/ 1480745 w 3366119"/>
              <a:gd name="csY13" fmla="*/ 78 h 1928556"/>
              <a:gd name="csX0" fmla="*/ 1480745 w 3366119"/>
              <a:gd name="csY0" fmla="*/ 78 h 1928556"/>
              <a:gd name="csX1" fmla="*/ 2872852 w 3366119"/>
              <a:gd name="csY1" fmla="*/ 853192 h 1928556"/>
              <a:gd name="csX2" fmla="*/ 2759461 w 3366119"/>
              <a:gd name="csY2" fmla="*/ 1116055 h 1928556"/>
              <a:gd name="csX3" fmla="*/ 2734157 w 3366119"/>
              <a:gd name="csY3" fmla="*/ 1137874 h 1928556"/>
              <a:gd name="csX4" fmla="*/ 2816283 w 3366119"/>
              <a:gd name="csY4" fmla="*/ 1142685 h 1928556"/>
              <a:gd name="csX5" fmla="*/ 3230421 w 3366119"/>
              <a:gd name="csY5" fmla="*/ 1585655 h 1928556"/>
              <a:gd name="csX6" fmla="*/ 3330809 w 3366119"/>
              <a:gd name="csY6" fmla="*/ 1781399 h 1928556"/>
              <a:gd name="csX7" fmla="*/ 2311398 w 3366119"/>
              <a:gd name="csY7" fmla="*/ 1890576 h 1928556"/>
              <a:gd name="csX8" fmla="*/ 2046425 w 3366119"/>
              <a:gd name="csY8" fmla="*/ 1611055 h 1928556"/>
              <a:gd name="csX9" fmla="*/ 1859685 w 3366119"/>
              <a:gd name="csY9" fmla="*/ 1730580 h 1928556"/>
              <a:gd name="csX10" fmla="*/ 1245795 w 3366119"/>
              <a:gd name="csY10" fmla="*/ 1928556 h 1928556"/>
              <a:gd name="csX11" fmla="*/ 187559 w 3366119"/>
              <a:gd name="csY11" fmla="*/ 1654399 h 1928556"/>
              <a:gd name="csX12" fmla="*/ 139438 w 3366119"/>
              <a:gd name="csY12" fmla="*/ 903992 h 1928556"/>
              <a:gd name="csX13" fmla="*/ 1480745 w 3366119"/>
              <a:gd name="csY13" fmla="*/ 78 h 1928556"/>
              <a:gd name="csX0" fmla="*/ 1480745 w 3346074"/>
              <a:gd name="csY0" fmla="*/ 78 h 1933099"/>
              <a:gd name="csX1" fmla="*/ 2872852 w 3346074"/>
              <a:gd name="csY1" fmla="*/ 853192 h 1933099"/>
              <a:gd name="csX2" fmla="*/ 2759461 w 3346074"/>
              <a:gd name="csY2" fmla="*/ 1116055 h 1933099"/>
              <a:gd name="csX3" fmla="*/ 2734157 w 3346074"/>
              <a:gd name="csY3" fmla="*/ 1137874 h 1933099"/>
              <a:gd name="csX4" fmla="*/ 2816283 w 3346074"/>
              <a:gd name="csY4" fmla="*/ 1142685 h 1933099"/>
              <a:gd name="csX5" fmla="*/ 3230421 w 3346074"/>
              <a:gd name="csY5" fmla="*/ 1585655 h 1933099"/>
              <a:gd name="csX6" fmla="*/ 3330809 w 3346074"/>
              <a:gd name="csY6" fmla="*/ 1781399 h 1933099"/>
              <a:gd name="csX7" fmla="*/ 3114909 w 3346074"/>
              <a:gd name="csY7" fmla="*/ 1921099 h 1933099"/>
              <a:gd name="csX8" fmla="*/ 2311398 w 3346074"/>
              <a:gd name="csY8" fmla="*/ 1890576 h 1933099"/>
              <a:gd name="csX9" fmla="*/ 2046425 w 3346074"/>
              <a:gd name="csY9" fmla="*/ 1611055 h 1933099"/>
              <a:gd name="csX10" fmla="*/ 1859685 w 3346074"/>
              <a:gd name="csY10" fmla="*/ 1730580 h 1933099"/>
              <a:gd name="csX11" fmla="*/ 1245795 w 3346074"/>
              <a:gd name="csY11" fmla="*/ 1928556 h 1933099"/>
              <a:gd name="csX12" fmla="*/ 187559 w 3346074"/>
              <a:gd name="csY12" fmla="*/ 1654399 h 1933099"/>
              <a:gd name="csX13" fmla="*/ 139438 w 3346074"/>
              <a:gd name="csY13" fmla="*/ 903992 h 1933099"/>
              <a:gd name="csX14" fmla="*/ 1480745 w 3346074"/>
              <a:gd name="csY14" fmla="*/ 78 h 1933099"/>
              <a:gd name="csX0" fmla="*/ 1480745 w 3342488"/>
              <a:gd name="csY0" fmla="*/ 78 h 1933099"/>
              <a:gd name="csX1" fmla="*/ 2872852 w 3342488"/>
              <a:gd name="csY1" fmla="*/ 853192 h 1933099"/>
              <a:gd name="csX2" fmla="*/ 2759461 w 3342488"/>
              <a:gd name="csY2" fmla="*/ 1116055 h 1933099"/>
              <a:gd name="csX3" fmla="*/ 2734157 w 3342488"/>
              <a:gd name="csY3" fmla="*/ 1137874 h 1933099"/>
              <a:gd name="csX4" fmla="*/ 3025833 w 3342488"/>
              <a:gd name="csY4" fmla="*/ 1250635 h 1933099"/>
              <a:gd name="csX5" fmla="*/ 3230421 w 3342488"/>
              <a:gd name="csY5" fmla="*/ 1585655 h 1933099"/>
              <a:gd name="csX6" fmla="*/ 3330809 w 3342488"/>
              <a:gd name="csY6" fmla="*/ 1781399 h 1933099"/>
              <a:gd name="csX7" fmla="*/ 3114909 w 3342488"/>
              <a:gd name="csY7" fmla="*/ 1921099 h 1933099"/>
              <a:gd name="csX8" fmla="*/ 2311398 w 3342488"/>
              <a:gd name="csY8" fmla="*/ 1890576 h 1933099"/>
              <a:gd name="csX9" fmla="*/ 2046425 w 3342488"/>
              <a:gd name="csY9" fmla="*/ 1611055 h 1933099"/>
              <a:gd name="csX10" fmla="*/ 1859685 w 3342488"/>
              <a:gd name="csY10" fmla="*/ 1730580 h 1933099"/>
              <a:gd name="csX11" fmla="*/ 1245795 w 3342488"/>
              <a:gd name="csY11" fmla="*/ 1928556 h 1933099"/>
              <a:gd name="csX12" fmla="*/ 187559 w 3342488"/>
              <a:gd name="csY12" fmla="*/ 1654399 h 1933099"/>
              <a:gd name="csX13" fmla="*/ 139438 w 3342488"/>
              <a:gd name="csY13" fmla="*/ 903992 h 1933099"/>
              <a:gd name="csX14" fmla="*/ 1480745 w 3342488"/>
              <a:gd name="csY14" fmla="*/ 78 h 1933099"/>
              <a:gd name="csX0" fmla="*/ 1480745 w 3342488"/>
              <a:gd name="csY0" fmla="*/ 78 h 1933099"/>
              <a:gd name="csX1" fmla="*/ 2872852 w 3342488"/>
              <a:gd name="csY1" fmla="*/ 853192 h 1933099"/>
              <a:gd name="csX2" fmla="*/ 2759461 w 3342488"/>
              <a:gd name="csY2" fmla="*/ 1116055 h 1933099"/>
              <a:gd name="csX3" fmla="*/ 3077057 w 3342488"/>
              <a:gd name="csY3" fmla="*/ 1055324 h 1933099"/>
              <a:gd name="csX4" fmla="*/ 3025833 w 3342488"/>
              <a:gd name="csY4" fmla="*/ 1250635 h 1933099"/>
              <a:gd name="csX5" fmla="*/ 3230421 w 3342488"/>
              <a:gd name="csY5" fmla="*/ 1585655 h 1933099"/>
              <a:gd name="csX6" fmla="*/ 3330809 w 3342488"/>
              <a:gd name="csY6" fmla="*/ 1781399 h 1933099"/>
              <a:gd name="csX7" fmla="*/ 3114909 w 3342488"/>
              <a:gd name="csY7" fmla="*/ 1921099 h 1933099"/>
              <a:gd name="csX8" fmla="*/ 2311398 w 3342488"/>
              <a:gd name="csY8" fmla="*/ 1890576 h 1933099"/>
              <a:gd name="csX9" fmla="*/ 2046425 w 3342488"/>
              <a:gd name="csY9" fmla="*/ 1611055 h 1933099"/>
              <a:gd name="csX10" fmla="*/ 1859685 w 3342488"/>
              <a:gd name="csY10" fmla="*/ 1730580 h 1933099"/>
              <a:gd name="csX11" fmla="*/ 1245795 w 3342488"/>
              <a:gd name="csY11" fmla="*/ 1928556 h 1933099"/>
              <a:gd name="csX12" fmla="*/ 187559 w 3342488"/>
              <a:gd name="csY12" fmla="*/ 1654399 h 1933099"/>
              <a:gd name="csX13" fmla="*/ 139438 w 3342488"/>
              <a:gd name="csY13" fmla="*/ 903992 h 1933099"/>
              <a:gd name="csX14" fmla="*/ 1480745 w 3342488"/>
              <a:gd name="csY14" fmla="*/ 78 h 1933099"/>
              <a:gd name="csX0" fmla="*/ 1480745 w 3342488"/>
              <a:gd name="csY0" fmla="*/ 12861 h 1945882"/>
              <a:gd name="csX1" fmla="*/ 2809352 w 3342488"/>
              <a:gd name="csY1" fmla="*/ 434175 h 1945882"/>
              <a:gd name="csX2" fmla="*/ 2759461 w 3342488"/>
              <a:gd name="csY2" fmla="*/ 1128838 h 1945882"/>
              <a:gd name="csX3" fmla="*/ 3077057 w 3342488"/>
              <a:gd name="csY3" fmla="*/ 1068107 h 1945882"/>
              <a:gd name="csX4" fmla="*/ 3025833 w 3342488"/>
              <a:gd name="csY4" fmla="*/ 1263418 h 1945882"/>
              <a:gd name="csX5" fmla="*/ 3230421 w 3342488"/>
              <a:gd name="csY5" fmla="*/ 1598438 h 1945882"/>
              <a:gd name="csX6" fmla="*/ 3330809 w 3342488"/>
              <a:gd name="csY6" fmla="*/ 1794182 h 1945882"/>
              <a:gd name="csX7" fmla="*/ 3114909 w 3342488"/>
              <a:gd name="csY7" fmla="*/ 1933882 h 1945882"/>
              <a:gd name="csX8" fmla="*/ 2311398 w 3342488"/>
              <a:gd name="csY8" fmla="*/ 1903359 h 1945882"/>
              <a:gd name="csX9" fmla="*/ 2046425 w 3342488"/>
              <a:gd name="csY9" fmla="*/ 1623838 h 1945882"/>
              <a:gd name="csX10" fmla="*/ 1859685 w 3342488"/>
              <a:gd name="csY10" fmla="*/ 1743363 h 1945882"/>
              <a:gd name="csX11" fmla="*/ 1245795 w 3342488"/>
              <a:gd name="csY11" fmla="*/ 1941339 h 1945882"/>
              <a:gd name="csX12" fmla="*/ 187559 w 3342488"/>
              <a:gd name="csY12" fmla="*/ 1667182 h 1945882"/>
              <a:gd name="csX13" fmla="*/ 139438 w 3342488"/>
              <a:gd name="csY13" fmla="*/ 916775 h 1945882"/>
              <a:gd name="csX14" fmla="*/ 1480745 w 3342488"/>
              <a:gd name="csY14" fmla="*/ 12861 h 1945882"/>
              <a:gd name="csX0" fmla="*/ 1480745 w 3342488"/>
              <a:gd name="csY0" fmla="*/ 11887 h 1944908"/>
              <a:gd name="csX1" fmla="*/ 2809352 w 3342488"/>
              <a:gd name="csY1" fmla="*/ 433201 h 1944908"/>
              <a:gd name="csX2" fmla="*/ 2791211 w 3342488"/>
              <a:gd name="csY2" fmla="*/ 931014 h 1944908"/>
              <a:gd name="csX3" fmla="*/ 3077057 w 3342488"/>
              <a:gd name="csY3" fmla="*/ 1067133 h 1944908"/>
              <a:gd name="csX4" fmla="*/ 3025833 w 3342488"/>
              <a:gd name="csY4" fmla="*/ 1262444 h 1944908"/>
              <a:gd name="csX5" fmla="*/ 3230421 w 3342488"/>
              <a:gd name="csY5" fmla="*/ 1597464 h 1944908"/>
              <a:gd name="csX6" fmla="*/ 3330809 w 3342488"/>
              <a:gd name="csY6" fmla="*/ 1793208 h 1944908"/>
              <a:gd name="csX7" fmla="*/ 3114909 w 3342488"/>
              <a:gd name="csY7" fmla="*/ 1932908 h 1944908"/>
              <a:gd name="csX8" fmla="*/ 2311398 w 3342488"/>
              <a:gd name="csY8" fmla="*/ 1902385 h 1944908"/>
              <a:gd name="csX9" fmla="*/ 2046425 w 3342488"/>
              <a:gd name="csY9" fmla="*/ 1622864 h 1944908"/>
              <a:gd name="csX10" fmla="*/ 1859685 w 3342488"/>
              <a:gd name="csY10" fmla="*/ 1742389 h 1944908"/>
              <a:gd name="csX11" fmla="*/ 1245795 w 3342488"/>
              <a:gd name="csY11" fmla="*/ 1940365 h 1944908"/>
              <a:gd name="csX12" fmla="*/ 187559 w 3342488"/>
              <a:gd name="csY12" fmla="*/ 1666208 h 1944908"/>
              <a:gd name="csX13" fmla="*/ 139438 w 3342488"/>
              <a:gd name="csY13" fmla="*/ 915801 h 1944908"/>
              <a:gd name="csX14" fmla="*/ 1480745 w 3342488"/>
              <a:gd name="csY14" fmla="*/ 11887 h 1944908"/>
              <a:gd name="csX0" fmla="*/ 1480745 w 3342488"/>
              <a:gd name="csY0" fmla="*/ 62459 h 1995480"/>
              <a:gd name="csX1" fmla="*/ 2289409 w 3342488"/>
              <a:gd name="csY1" fmla="*/ 122930 h 1995480"/>
              <a:gd name="csX2" fmla="*/ 2809352 w 3342488"/>
              <a:gd name="csY2" fmla="*/ 483773 h 1995480"/>
              <a:gd name="csX3" fmla="*/ 2791211 w 3342488"/>
              <a:gd name="csY3" fmla="*/ 981586 h 1995480"/>
              <a:gd name="csX4" fmla="*/ 3077057 w 3342488"/>
              <a:gd name="csY4" fmla="*/ 1117705 h 1995480"/>
              <a:gd name="csX5" fmla="*/ 3025833 w 3342488"/>
              <a:gd name="csY5" fmla="*/ 1313016 h 1995480"/>
              <a:gd name="csX6" fmla="*/ 3230421 w 3342488"/>
              <a:gd name="csY6" fmla="*/ 1648036 h 1995480"/>
              <a:gd name="csX7" fmla="*/ 3330809 w 3342488"/>
              <a:gd name="csY7" fmla="*/ 1843780 h 1995480"/>
              <a:gd name="csX8" fmla="*/ 3114909 w 3342488"/>
              <a:gd name="csY8" fmla="*/ 1983480 h 1995480"/>
              <a:gd name="csX9" fmla="*/ 2311398 w 3342488"/>
              <a:gd name="csY9" fmla="*/ 1952957 h 1995480"/>
              <a:gd name="csX10" fmla="*/ 2046425 w 3342488"/>
              <a:gd name="csY10" fmla="*/ 1673436 h 1995480"/>
              <a:gd name="csX11" fmla="*/ 1859685 w 3342488"/>
              <a:gd name="csY11" fmla="*/ 1792961 h 1995480"/>
              <a:gd name="csX12" fmla="*/ 1245795 w 3342488"/>
              <a:gd name="csY12" fmla="*/ 1990937 h 1995480"/>
              <a:gd name="csX13" fmla="*/ 187559 w 3342488"/>
              <a:gd name="csY13" fmla="*/ 1716780 h 1995480"/>
              <a:gd name="csX14" fmla="*/ 139438 w 3342488"/>
              <a:gd name="csY14" fmla="*/ 966373 h 1995480"/>
              <a:gd name="csX15" fmla="*/ 1480745 w 3342488"/>
              <a:gd name="csY15" fmla="*/ 62459 h 1995480"/>
              <a:gd name="csX0" fmla="*/ 1429266 w 3291009"/>
              <a:gd name="csY0" fmla="*/ 10484 h 1943505"/>
              <a:gd name="csX1" fmla="*/ 2237930 w 3291009"/>
              <a:gd name="csY1" fmla="*/ 70955 h 1943505"/>
              <a:gd name="csX2" fmla="*/ 2757873 w 3291009"/>
              <a:gd name="csY2" fmla="*/ 431798 h 1943505"/>
              <a:gd name="csX3" fmla="*/ 2739732 w 3291009"/>
              <a:gd name="csY3" fmla="*/ 929611 h 1943505"/>
              <a:gd name="csX4" fmla="*/ 3025578 w 3291009"/>
              <a:gd name="csY4" fmla="*/ 1065730 h 1943505"/>
              <a:gd name="csX5" fmla="*/ 2974354 w 3291009"/>
              <a:gd name="csY5" fmla="*/ 1261041 h 1943505"/>
              <a:gd name="csX6" fmla="*/ 3178942 w 3291009"/>
              <a:gd name="csY6" fmla="*/ 1596061 h 1943505"/>
              <a:gd name="csX7" fmla="*/ 3279330 w 3291009"/>
              <a:gd name="csY7" fmla="*/ 1791805 h 1943505"/>
              <a:gd name="csX8" fmla="*/ 3063430 w 3291009"/>
              <a:gd name="csY8" fmla="*/ 1931505 h 1943505"/>
              <a:gd name="csX9" fmla="*/ 2259919 w 3291009"/>
              <a:gd name="csY9" fmla="*/ 1900982 h 1943505"/>
              <a:gd name="csX10" fmla="*/ 1994946 w 3291009"/>
              <a:gd name="csY10" fmla="*/ 1621461 h 1943505"/>
              <a:gd name="csX11" fmla="*/ 1808206 w 3291009"/>
              <a:gd name="csY11" fmla="*/ 1740986 h 1943505"/>
              <a:gd name="csX12" fmla="*/ 1194316 w 3291009"/>
              <a:gd name="csY12" fmla="*/ 1938962 h 1943505"/>
              <a:gd name="csX13" fmla="*/ 136080 w 3291009"/>
              <a:gd name="csY13" fmla="*/ 1664805 h 1943505"/>
              <a:gd name="csX14" fmla="*/ 87959 w 3291009"/>
              <a:gd name="csY14" fmla="*/ 914398 h 1943505"/>
              <a:gd name="csX15" fmla="*/ 631380 w 3291009"/>
              <a:gd name="csY15" fmla="*/ 210655 h 1943505"/>
              <a:gd name="csX16" fmla="*/ 1429266 w 3291009"/>
              <a:gd name="csY16" fmla="*/ 10484 h 1943505"/>
              <a:gd name="csX0" fmla="*/ 1438385 w 3300128"/>
              <a:gd name="csY0" fmla="*/ 10484 h 1943505"/>
              <a:gd name="csX1" fmla="*/ 2247049 w 3300128"/>
              <a:gd name="csY1" fmla="*/ 70955 h 1943505"/>
              <a:gd name="csX2" fmla="*/ 2766992 w 3300128"/>
              <a:gd name="csY2" fmla="*/ 431798 h 1943505"/>
              <a:gd name="csX3" fmla="*/ 2748851 w 3300128"/>
              <a:gd name="csY3" fmla="*/ 929611 h 1943505"/>
              <a:gd name="csX4" fmla="*/ 3034697 w 3300128"/>
              <a:gd name="csY4" fmla="*/ 1065730 h 1943505"/>
              <a:gd name="csX5" fmla="*/ 2983473 w 3300128"/>
              <a:gd name="csY5" fmla="*/ 1261041 h 1943505"/>
              <a:gd name="csX6" fmla="*/ 3188061 w 3300128"/>
              <a:gd name="csY6" fmla="*/ 1596061 h 1943505"/>
              <a:gd name="csX7" fmla="*/ 3288449 w 3300128"/>
              <a:gd name="csY7" fmla="*/ 1791805 h 1943505"/>
              <a:gd name="csX8" fmla="*/ 3072549 w 3300128"/>
              <a:gd name="csY8" fmla="*/ 1931505 h 1943505"/>
              <a:gd name="csX9" fmla="*/ 2269038 w 3300128"/>
              <a:gd name="csY9" fmla="*/ 1900982 h 1943505"/>
              <a:gd name="csX10" fmla="*/ 2004065 w 3300128"/>
              <a:gd name="csY10" fmla="*/ 1621461 h 1943505"/>
              <a:gd name="csX11" fmla="*/ 1817325 w 3300128"/>
              <a:gd name="csY11" fmla="*/ 1740986 h 1943505"/>
              <a:gd name="csX12" fmla="*/ 1203435 w 3300128"/>
              <a:gd name="csY12" fmla="*/ 1938962 h 1943505"/>
              <a:gd name="csX13" fmla="*/ 145199 w 3300128"/>
              <a:gd name="csY13" fmla="*/ 1664805 h 1943505"/>
              <a:gd name="csX14" fmla="*/ 78028 w 3300128"/>
              <a:gd name="csY14" fmla="*/ 914398 h 1943505"/>
              <a:gd name="csX15" fmla="*/ 640499 w 3300128"/>
              <a:gd name="csY15" fmla="*/ 210655 h 1943505"/>
              <a:gd name="csX16" fmla="*/ 1438385 w 3300128"/>
              <a:gd name="csY16" fmla="*/ 10484 h 1943505"/>
              <a:gd name="csX0" fmla="*/ 1436025 w 3297768"/>
              <a:gd name="csY0" fmla="*/ 10484 h 1943505"/>
              <a:gd name="csX1" fmla="*/ 2244689 w 3297768"/>
              <a:gd name="csY1" fmla="*/ 70955 h 1943505"/>
              <a:gd name="csX2" fmla="*/ 2764632 w 3297768"/>
              <a:gd name="csY2" fmla="*/ 431798 h 1943505"/>
              <a:gd name="csX3" fmla="*/ 2746491 w 3297768"/>
              <a:gd name="csY3" fmla="*/ 929611 h 1943505"/>
              <a:gd name="csX4" fmla="*/ 3032337 w 3297768"/>
              <a:gd name="csY4" fmla="*/ 1065730 h 1943505"/>
              <a:gd name="csX5" fmla="*/ 2981113 w 3297768"/>
              <a:gd name="csY5" fmla="*/ 1261041 h 1943505"/>
              <a:gd name="csX6" fmla="*/ 3185701 w 3297768"/>
              <a:gd name="csY6" fmla="*/ 1596061 h 1943505"/>
              <a:gd name="csX7" fmla="*/ 3286089 w 3297768"/>
              <a:gd name="csY7" fmla="*/ 1791805 h 1943505"/>
              <a:gd name="csX8" fmla="*/ 3070189 w 3297768"/>
              <a:gd name="csY8" fmla="*/ 1931505 h 1943505"/>
              <a:gd name="csX9" fmla="*/ 2266678 w 3297768"/>
              <a:gd name="csY9" fmla="*/ 1900982 h 1943505"/>
              <a:gd name="csX10" fmla="*/ 2001705 w 3297768"/>
              <a:gd name="csY10" fmla="*/ 1621461 h 1943505"/>
              <a:gd name="csX11" fmla="*/ 1814965 w 3297768"/>
              <a:gd name="csY11" fmla="*/ 1740986 h 1943505"/>
              <a:gd name="csX12" fmla="*/ 1201075 w 3297768"/>
              <a:gd name="csY12" fmla="*/ 1938962 h 1943505"/>
              <a:gd name="csX13" fmla="*/ 142839 w 3297768"/>
              <a:gd name="csY13" fmla="*/ 1664805 h 1943505"/>
              <a:gd name="csX14" fmla="*/ 75668 w 3297768"/>
              <a:gd name="csY14" fmla="*/ 914398 h 1943505"/>
              <a:gd name="csX15" fmla="*/ 638139 w 3297768"/>
              <a:gd name="csY15" fmla="*/ 210655 h 1943505"/>
              <a:gd name="csX16" fmla="*/ 1436025 w 3297768"/>
              <a:gd name="csY16" fmla="*/ 10484 h 1943505"/>
              <a:gd name="csX0" fmla="*/ 1436025 w 3297768"/>
              <a:gd name="csY0" fmla="*/ 10484 h 1943505"/>
              <a:gd name="csX1" fmla="*/ 2244689 w 3297768"/>
              <a:gd name="csY1" fmla="*/ 70955 h 1943505"/>
              <a:gd name="csX2" fmla="*/ 2764632 w 3297768"/>
              <a:gd name="csY2" fmla="*/ 431798 h 1943505"/>
              <a:gd name="csX3" fmla="*/ 2746491 w 3297768"/>
              <a:gd name="csY3" fmla="*/ 929611 h 1943505"/>
              <a:gd name="csX4" fmla="*/ 3032337 w 3297768"/>
              <a:gd name="csY4" fmla="*/ 1065730 h 1943505"/>
              <a:gd name="csX5" fmla="*/ 2981113 w 3297768"/>
              <a:gd name="csY5" fmla="*/ 1261041 h 1943505"/>
              <a:gd name="csX6" fmla="*/ 3185701 w 3297768"/>
              <a:gd name="csY6" fmla="*/ 1596061 h 1943505"/>
              <a:gd name="csX7" fmla="*/ 3286089 w 3297768"/>
              <a:gd name="csY7" fmla="*/ 1791805 h 1943505"/>
              <a:gd name="csX8" fmla="*/ 3070189 w 3297768"/>
              <a:gd name="csY8" fmla="*/ 1931505 h 1943505"/>
              <a:gd name="csX9" fmla="*/ 2266678 w 3297768"/>
              <a:gd name="csY9" fmla="*/ 1900982 h 1943505"/>
              <a:gd name="csX10" fmla="*/ 2001705 w 3297768"/>
              <a:gd name="csY10" fmla="*/ 1621461 h 1943505"/>
              <a:gd name="csX11" fmla="*/ 1814965 w 3297768"/>
              <a:gd name="csY11" fmla="*/ 1740986 h 1943505"/>
              <a:gd name="csX12" fmla="*/ 1201075 w 3297768"/>
              <a:gd name="csY12" fmla="*/ 1938962 h 1943505"/>
              <a:gd name="csX13" fmla="*/ 142839 w 3297768"/>
              <a:gd name="csY13" fmla="*/ 1664805 h 1943505"/>
              <a:gd name="csX14" fmla="*/ 75668 w 3297768"/>
              <a:gd name="csY14" fmla="*/ 914398 h 1943505"/>
              <a:gd name="csX15" fmla="*/ 638139 w 3297768"/>
              <a:gd name="csY15" fmla="*/ 210655 h 1943505"/>
              <a:gd name="csX16" fmla="*/ 1436025 w 3297768"/>
              <a:gd name="csY16" fmla="*/ 10484 h 1943505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5143"/>
              <a:gd name="csY0" fmla="*/ 10484 h 1945723"/>
              <a:gd name="csX1" fmla="*/ 2244689 w 3295143"/>
              <a:gd name="csY1" fmla="*/ 70955 h 1945723"/>
              <a:gd name="csX2" fmla="*/ 2764632 w 3295143"/>
              <a:gd name="csY2" fmla="*/ 431798 h 1945723"/>
              <a:gd name="csX3" fmla="*/ 2746491 w 3295143"/>
              <a:gd name="csY3" fmla="*/ 929611 h 1945723"/>
              <a:gd name="csX4" fmla="*/ 3032337 w 3295143"/>
              <a:gd name="csY4" fmla="*/ 1065730 h 1945723"/>
              <a:gd name="csX5" fmla="*/ 2981113 w 3295143"/>
              <a:gd name="csY5" fmla="*/ 1261041 h 1945723"/>
              <a:gd name="csX6" fmla="*/ 3222589 w 3295143"/>
              <a:gd name="csY6" fmla="*/ 1474305 h 1945723"/>
              <a:gd name="csX7" fmla="*/ 3185701 w 3295143"/>
              <a:gd name="csY7" fmla="*/ 1596061 h 1945723"/>
              <a:gd name="csX8" fmla="*/ 3286089 w 3295143"/>
              <a:gd name="csY8" fmla="*/ 1791805 h 1945723"/>
              <a:gd name="csX9" fmla="*/ 3070189 w 3295143"/>
              <a:gd name="csY9" fmla="*/ 1931505 h 1945723"/>
              <a:gd name="csX10" fmla="*/ 2266678 w 3295143"/>
              <a:gd name="csY10" fmla="*/ 1900982 h 1945723"/>
              <a:gd name="csX11" fmla="*/ 2001705 w 3295143"/>
              <a:gd name="csY11" fmla="*/ 1621461 h 1945723"/>
              <a:gd name="csX12" fmla="*/ 1814965 w 3295143"/>
              <a:gd name="csY12" fmla="*/ 1740986 h 1945723"/>
              <a:gd name="csX13" fmla="*/ 1201075 w 3295143"/>
              <a:gd name="csY13" fmla="*/ 1938962 h 1945723"/>
              <a:gd name="csX14" fmla="*/ 142839 w 3295143"/>
              <a:gd name="csY14" fmla="*/ 1664805 h 1945723"/>
              <a:gd name="csX15" fmla="*/ 75668 w 3295143"/>
              <a:gd name="csY15" fmla="*/ 914398 h 1945723"/>
              <a:gd name="csX16" fmla="*/ 638139 w 3295143"/>
              <a:gd name="csY16" fmla="*/ 210655 h 1945723"/>
              <a:gd name="csX17" fmla="*/ 1436025 w 3295143"/>
              <a:gd name="csY17" fmla="*/ 10484 h 1945723"/>
              <a:gd name="csX0" fmla="*/ 1436025 w 3295973"/>
              <a:gd name="csY0" fmla="*/ 10484 h 1945723"/>
              <a:gd name="csX1" fmla="*/ 2244689 w 3295973"/>
              <a:gd name="csY1" fmla="*/ 70955 h 1945723"/>
              <a:gd name="csX2" fmla="*/ 2764632 w 3295973"/>
              <a:gd name="csY2" fmla="*/ 431798 h 1945723"/>
              <a:gd name="csX3" fmla="*/ 2746491 w 3295973"/>
              <a:gd name="csY3" fmla="*/ 929611 h 1945723"/>
              <a:gd name="csX4" fmla="*/ 3032337 w 3295973"/>
              <a:gd name="csY4" fmla="*/ 1065730 h 1945723"/>
              <a:gd name="csX5" fmla="*/ 2981113 w 3295973"/>
              <a:gd name="csY5" fmla="*/ 1261041 h 1945723"/>
              <a:gd name="csX6" fmla="*/ 3133689 w 3295973"/>
              <a:gd name="csY6" fmla="*/ 1467955 h 1945723"/>
              <a:gd name="csX7" fmla="*/ 3185701 w 3295973"/>
              <a:gd name="csY7" fmla="*/ 1596061 h 1945723"/>
              <a:gd name="csX8" fmla="*/ 3286089 w 3295973"/>
              <a:gd name="csY8" fmla="*/ 1791805 h 1945723"/>
              <a:gd name="csX9" fmla="*/ 3070189 w 3295973"/>
              <a:gd name="csY9" fmla="*/ 1931505 h 1945723"/>
              <a:gd name="csX10" fmla="*/ 2266678 w 3295973"/>
              <a:gd name="csY10" fmla="*/ 1900982 h 1945723"/>
              <a:gd name="csX11" fmla="*/ 2001705 w 3295973"/>
              <a:gd name="csY11" fmla="*/ 1621461 h 1945723"/>
              <a:gd name="csX12" fmla="*/ 1814965 w 3295973"/>
              <a:gd name="csY12" fmla="*/ 1740986 h 1945723"/>
              <a:gd name="csX13" fmla="*/ 1201075 w 3295973"/>
              <a:gd name="csY13" fmla="*/ 1938962 h 1945723"/>
              <a:gd name="csX14" fmla="*/ 142839 w 3295973"/>
              <a:gd name="csY14" fmla="*/ 1664805 h 1945723"/>
              <a:gd name="csX15" fmla="*/ 75668 w 3295973"/>
              <a:gd name="csY15" fmla="*/ 914398 h 1945723"/>
              <a:gd name="csX16" fmla="*/ 638139 w 3295973"/>
              <a:gd name="csY16" fmla="*/ 210655 h 1945723"/>
              <a:gd name="csX17" fmla="*/ 1436025 w 3295973"/>
              <a:gd name="csY17" fmla="*/ 10484 h 1945723"/>
              <a:gd name="csX0" fmla="*/ 1436025 w 3359977"/>
              <a:gd name="csY0" fmla="*/ 10484 h 1945723"/>
              <a:gd name="csX1" fmla="*/ 2244689 w 3359977"/>
              <a:gd name="csY1" fmla="*/ 70955 h 1945723"/>
              <a:gd name="csX2" fmla="*/ 2764632 w 3359977"/>
              <a:gd name="csY2" fmla="*/ 431798 h 1945723"/>
              <a:gd name="csX3" fmla="*/ 2746491 w 3359977"/>
              <a:gd name="csY3" fmla="*/ 929611 h 1945723"/>
              <a:gd name="csX4" fmla="*/ 3032337 w 3359977"/>
              <a:gd name="csY4" fmla="*/ 1065730 h 1945723"/>
              <a:gd name="csX5" fmla="*/ 2981113 w 3359977"/>
              <a:gd name="csY5" fmla="*/ 1261041 h 1945723"/>
              <a:gd name="csX6" fmla="*/ 3355939 w 3359977"/>
              <a:gd name="csY6" fmla="*/ 1360005 h 1945723"/>
              <a:gd name="csX7" fmla="*/ 3185701 w 3359977"/>
              <a:gd name="csY7" fmla="*/ 1596061 h 1945723"/>
              <a:gd name="csX8" fmla="*/ 3286089 w 3359977"/>
              <a:gd name="csY8" fmla="*/ 1791805 h 1945723"/>
              <a:gd name="csX9" fmla="*/ 3070189 w 3359977"/>
              <a:gd name="csY9" fmla="*/ 1931505 h 1945723"/>
              <a:gd name="csX10" fmla="*/ 2266678 w 3359977"/>
              <a:gd name="csY10" fmla="*/ 1900982 h 1945723"/>
              <a:gd name="csX11" fmla="*/ 2001705 w 3359977"/>
              <a:gd name="csY11" fmla="*/ 1621461 h 1945723"/>
              <a:gd name="csX12" fmla="*/ 1814965 w 3359977"/>
              <a:gd name="csY12" fmla="*/ 1740986 h 1945723"/>
              <a:gd name="csX13" fmla="*/ 1201075 w 3359977"/>
              <a:gd name="csY13" fmla="*/ 1938962 h 1945723"/>
              <a:gd name="csX14" fmla="*/ 142839 w 3359977"/>
              <a:gd name="csY14" fmla="*/ 1664805 h 1945723"/>
              <a:gd name="csX15" fmla="*/ 75668 w 3359977"/>
              <a:gd name="csY15" fmla="*/ 914398 h 1945723"/>
              <a:gd name="csX16" fmla="*/ 638139 w 3359977"/>
              <a:gd name="csY16" fmla="*/ 210655 h 1945723"/>
              <a:gd name="csX17" fmla="*/ 1436025 w 3359977"/>
              <a:gd name="csY17" fmla="*/ 10484 h 1945723"/>
              <a:gd name="csX0" fmla="*/ 1436025 w 3355939"/>
              <a:gd name="csY0" fmla="*/ 10484 h 1945723"/>
              <a:gd name="csX1" fmla="*/ 2244689 w 3355939"/>
              <a:gd name="csY1" fmla="*/ 70955 h 1945723"/>
              <a:gd name="csX2" fmla="*/ 2764632 w 3355939"/>
              <a:gd name="csY2" fmla="*/ 431798 h 1945723"/>
              <a:gd name="csX3" fmla="*/ 2746491 w 3355939"/>
              <a:gd name="csY3" fmla="*/ 929611 h 1945723"/>
              <a:gd name="csX4" fmla="*/ 3032337 w 3355939"/>
              <a:gd name="csY4" fmla="*/ 1065730 h 1945723"/>
              <a:gd name="csX5" fmla="*/ 2981113 w 3355939"/>
              <a:gd name="csY5" fmla="*/ 1261041 h 1945723"/>
              <a:gd name="csX6" fmla="*/ 3355939 w 3355939"/>
              <a:gd name="csY6" fmla="*/ 1360005 h 1945723"/>
              <a:gd name="csX7" fmla="*/ 3185701 w 3355939"/>
              <a:gd name="csY7" fmla="*/ 1596061 h 1945723"/>
              <a:gd name="csX8" fmla="*/ 3286089 w 3355939"/>
              <a:gd name="csY8" fmla="*/ 1791805 h 1945723"/>
              <a:gd name="csX9" fmla="*/ 3070189 w 3355939"/>
              <a:gd name="csY9" fmla="*/ 1931505 h 1945723"/>
              <a:gd name="csX10" fmla="*/ 2266678 w 3355939"/>
              <a:gd name="csY10" fmla="*/ 1900982 h 1945723"/>
              <a:gd name="csX11" fmla="*/ 2001705 w 3355939"/>
              <a:gd name="csY11" fmla="*/ 1621461 h 1945723"/>
              <a:gd name="csX12" fmla="*/ 1814965 w 3355939"/>
              <a:gd name="csY12" fmla="*/ 1740986 h 1945723"/>
              <a:gd name="csX13" fmla="*/ 1201075 w 3355939"/>
              <a:gd name="csY13" fmla="*/ 1938962 h 1945723"/>
              <a:gd name="csX14" fmla="*/ 142839 w 3355939"/>
              <a:gd name="csY14" fmla="*/ 1664805 h 1945723"/>
              <a:gd name="csX15" fmla="*/ 75668 w 3355939"/>
              <a:gd name="csY15" fmla="*/ 914398 h 1945723"/>
              <a:gd name="csX16" fmla="*/ 638139 w 3355939"/>
              <a:gd name="csY16" fmla="*/ 210655 h 1945723"/>
              <a:gd name="csX17" fmla="*/ 1436025 w 3355939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2981113 w 3294877"/>
              <a:gd name="csY5" fmla="*/ 12610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2981113 w 3294877"/>
              <a:gd name="csY5" fmla="*/ 12610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562190 w 3294877"/>
              <a:gd name="csY2" fmla="*/ 363055 h 1945723"/>
              <a:gd name="csX3" fmla="*/ 2764632 w 3294877"/>
              <a:gd name="csY3" fmla="*/ 431798 h 1945723"/>
              <a:gd name="csX4" fmla="*/ 2746491 w 3294877"/>
              <a:gd name="csY4" fmla="*/ 929611 h 1945723"/>
              <a:gd name="csX5" fmla="*/ 3019637 w 3294877"/>
              <a:gd name="csY5" fmla="*/ 1046680 h 1945723"/>
              <a:gd name="csX6" fmla="*/ 3044613 w 3294877"/>
              <a:gd name="csY6" fmla="*/ 1299141 h 1945723"/>
              <a:gd name="csX7" fmla="*/ 3254339 w 3294877"/>
              <a:gd name="csY7" fmla="*/ 1467955 h 1945723"/>
              <a:gd name="csX8" fmla="*/ 3185701 w 3294877"/>
              <a:gd name="csY8" fmla="*/ 1596061 h 1945723"/>
              <a:gd name="csX9" fmla="*/ 3286089 w 3294877"/>
              <a:gd name="csY9" fmla="*/ 1791805 h 1945723"/>
              <a:gd name="csX10" fmla="*/ 3070189 w 3294877"/>
              <a:gd name="csY10" fmla="*/ 1931505 h 1945723"/>
              <a:gd name="csX11" fmla="*/ 2266678 w 3294877"/>
              <a:gd name="csY11" fmla="*/ 1900982 h 1945723"/>
              <a:gd name="csX12" fmla="*/ 2001705 w 3294877"/>
              <a:gd name="csY12" fmla="*/ 1621461 h 1945723"/>
              <a:gd name="csX13" fmla="*/ 1814965 w 3294877"/>
              <a:gd name="csY13" fmla="*/ 1740986 h 1945723"/>
              <a:gd name="csX14" fmla="*/ 1201075 w 3294877"/>
              <a:gd name="csY14" fmla="*/ 1938962 h 1945723"/>
              <a:gd name="csX15" fmla="*/ 142839 w 3294877"/>
              <a:gd name="csY15" fmla="*/ 1664805 h 1945723"/>
              <a:gd name="csX16" fmla="*/ 75668 w 3294877"/>
              <a:gd name="csY16" fmla="*/ 914398 h 1945723"/>
              <a:gd name="csX17" fmla="*/ 638139 w 3294877"/>
              <a:gd name="csY17" fmla="*/ 210655 h 1945723"/>
              <a:gd name="csX18" fmla="*/ 1436025 w 3294877"/>
              <a:gd name="csY18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562190 w 3294877"/>
              <a:gd name="csY2" fmla="*/ 363055 h 1945723"/>
              <a:gd name="csX3" fmla="*/ 2764632 w 3294877"/>
              <a:gd name="csY3" fmla="*/ 431798 h 1945723"/>
              <a:gd name="csX4" fmla="*/ 2746491 w 3294877"/>
              <a:gd name="csY4" fmla="*/ 929611 h 1945723"/>
              <a:gd name="csX5" fmla="*/ 3019637 w 3294877"/>
              <a:gd name="csY5" fmla="*/ 1046680 h 1945723"/>
              <a:gd name="csX6" fmla="*/ 3044613 w 3294877"/>
              <a:gd name="csY6" fmla="*/ 1299141 h 1945723"/>
              <a:gd name="csX7" fmla="*/ 3254339 w 3294877"/>
              <a:gd name="csY7" fmla="*/ 1467955 h 1945723"/>
              <a:gd name="csX8" fmla="*/ 3185701 w 3294877"/>
              <a:gd name="csY8" fmla="*/ 1596061 h 1945723"/>
              <a:gd name="csX9" fmla="*/ 3286089 w 3294877"/>
              <a:gd name="csY9" fmla="*/ 1791805 h 1945723"/>
              <a:gd name="csX10" fmla="*/ 3070189 w 3294877"/>
              <a:gd name="csY10" fmla="*/ 1931505 h 1945723"/>
              <a:gd name="csX11" fmla="*/ 2266678 w 3294877"/>
              <a:gd name="csY11" fmla="*/ 1900982 h 1945723"/>
              <a:gd name="csX12" fmla="*/ 2001705 w 3294877"/>
              <a:gd name="csY12" fmla="*/ 1621461 h 1945723"/>
              <a:gd name="csX13" fmla="*/ 1814965 w 3294877"/>
              <a:gd name="csY13" fmla="*/ 1740986 h 1945723"/>
              <a:gd name="csX14" fmla="*/ 1201075 w 3294877"/>
              <a:gd name="csY14" fmla="*/ 1938962 h 1945723"/>
              <a:gd name="csX15" fmla="*/ 142839 w 3294877"/>
              <a:gd name="csY15" fmla="*/ 1664805 h 1945723"/>
              <a:gd name="csX16" fmla="*/ 75668 w 3294877"/>
              <a:gd name="csY16" fmla="*/ 914398 h 1945723"/>
              <a:gd name="csX17" fmla="*/ 638139 w 3294877"/>
              <a:gd name="csY17" fmla="*/ 210655 h 1945723"/>
              <a:gd name="csX18" fmla="*/ 1436025 w 3294877"/>
              <a:gd name="csY18" fmla="*/ 10484 h 19457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294877" h="1945723">
                <a:moveTo>
                  <a:pt x="1436025" y="10484"/>
                </a:moveTo>
                <a:cubicBezTo>
                  <a:pt x="1703783" y="-12799"/>
                  <a:pt x="2023255" y="736"/>
                  <a:pt x="2244689" y="70955"/>
                </a:cubicBezTo>
                <a:cubicBezTo>
                  <a:pt x="2429208" y="113842"/>
                  <a:pt x="2475533" y="302915"/>
                  <a:pt x="2562190" y="363055"/>
                </a:cubicBezTo>
                <a:cubicBezTo>
                  <a:pt x="2648847" y="423196"/>
                  <a:pt x="2718040" y="365947"/>
                  <a:pt x="2764632" y="431798"/>
                </a:cubicBezTo>
                <a:cubicBezTo>
                  <a:pt x="2924466" y="670157"/>
                  <a:pt x="2762356" y="829767"/>
                  <a:pt x="2746491" y="929611"/>
                </a:cubicBezTo>
                <a:cubicBezTo>
                  <a:pt x="2780390" y="1006734"/>
                  <a:pt x="2979388" y="969557"/>
                  <a:pt x="3019637" y="1046680"/>
                </a:cubicBezTo>
                <a:cubicBezTo>
                  <a:pt x="3080879" y="1118134"/>
                  <a:pt x="3078621" y="1189587"/>
                  <a:pt x="3044613" y="1299141"/>
                </a:cubicBezTo>
                <a:cubicBezTo>
                  <a:pt x="3095372" y="1484712"/>
                  <a:pt x="3080541" y="1431168"/>
                  <a:pt x="3254339" y="1467955"/>
                </a:cubicBezTo>
                <a:cubicBezTo>
                  <a:pt x="3091587" y="1536492"/>
                  <a:pt x="3180409" y="1542086"/>
                  <a:pt x="3185701" y="1596061"/>
                </a:cubicBezTo>
                <a:cubicBezTo>
                  <a:pt x="3190993" y="1650036"/>
                  <a:pt x="3330741" y="1748598"/>
                  <a:pt x="3286089" y="1791805"/>
                </a:cubicBezTo>
                <a:cubicBezTo>
                  <a:pt x="3241437" y="1835012"/>
                  <a:pt x="3309941" y="1913309"/>
                  <a:pt x="3070189" y="1931505"/>
                </a:cubicBezTo>
                <a:cubicBezTo>
                  <a:pt x="2900287" y="1949701"/>
                  <a:pt x="2444759" y="1952656"/>
                  <a:pt x="2266678" y="1900982"/>
                </a:cubicBezTo>
                <a:cubicBezTo>
                  <a:pt x="2088597" y="1849308"/>
                  <a:pt x="2109655" y="1832612"/>
                  <a:pt x="2001705" y="1621461"/>
                </a:cubicBezTo>
                <a:lnTo>
                  <a:pt x="1814965" y="1740986"/>
                </a:lnTo>
                <a:cubicBezTo>
                  <a:pt x="1610335" y="1806978"/>
                  <a:pt x="1462855" y="1885670"/>
                  <a:pt x="1201075" y="1938962"/>
                </a:cubicBezTo>
                <a:cubicBezTo>
                  <a:pt x="769170" y="1979372"/>
                  <a:pt x="453173" y="1832391"/>
                  <a:pt x="142839" y="1664805"/>
                </a:cubicBezTo>
                <a:cubicBezTo>
                  <a:pt x="-65895" y="1446419"/>
                  <a:pt x="-6882" y="1156756"/>
                  <a:pt x="75668" y="914398"/>
                </a:cubicBezTo>
                <a:cubicBezTo>
                  <a:pt x="158218" y="672040"/>
                  <a:pt x="414588" y="361307"/>
                  <a:pt x="638139" y="210655"/>
                </a:cubicBezTo>
                <a:cubicBezTo>
                  <a:pt x="861690" y="60003"/>
                  <a:pt x="1168267" y="33767"/>
                  <a:pt x="1436025" y="10484"/>
                </a:cubicBezTo>
                <a:close/>
              </a:path>
            </a:pathLst>
          </a:custGeom>
          <a:solidFill>
            <a:srgbClr val="ED7D31">
              <a:alpha val="2196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DD895EA-4412-C805-E59D-877ACC09003F}"/>
              </a:ext>
            </a:extLst>
          </p:cNvPr>
          <p:cNvSpPr/>
          <p:nvPr/>
        </p:nvSpPr>
        <p:spPr>
          <a:xfrm rot="20979426">
            <a:off x="5615315" y="4295101"/>
            <a:ext cx="3101095" cy="2653086"/>
          </a:xfrm>
          <a:custGeom>
            <a:avLst/>
            <a:gdLst>
              <a:gd name="csX0" fmla="*/ 1283516 w 2909597"/>
              <a:gd name="csY0" fmla="*/ 0 h 2374083"/>
              <a:gd name="csX1" fmla="*/ 2567032 w 2909597"/>
              <a:gd name="csY1" fmla="*/ 1119930 h 2374083"/>
              <a:gd name="csX2" fmla="*/ 2466167 w 2909597"/>
              <a:gd name="csY2" fmla="*/ 1555857 h 2374083"/>
              <a:gd name="csX3" fmla="*/ 2435634 w 2909597"/>
              <a:gd name="csY3" fmla="*/ 1611161 h 2374083"/>
              <a:gd name="csX4" fmla="*/ 2486644 w 2909597"/>
              <a:gd name="csY4" fmla="*/ 1606495 h 2374083"/>
              <a:gd name="csX5" fmla="*/ 2909597 w 2909597"/>
              <a:gd name="csY5" fmla="*/ 1990289 h 2374083"/>
              <a:gd name="csX6" fmla="*/ 2486644 w 2909597"/>
              <a:gd name="csY6" fmla="*/ 2374083 h 2374083"/>
              <a:gd name="csX7" fmla="*/ 2072284 w 2909597"/>
              <a:gd name="csY7" fmla="*/ 2067637 h 2374083"/>
              <a:gd name="csX8" fmla="*/ 2065503 w 2909597"/>
              <a:gd name="csY8" fmla="*/ 2006599 h 2374083"/>
              <a:gd name="csX9" fmla="*/ 2001142 w 2909597"/>
              <a:gd name="csY9" fmla="*/ 2048594 h 2374083"/>
              <a:gd name="csX10" fmla="*/ 1283516 w 2909597"/>
              <a:gd name="csY10" fmla="*/ 2239860 h 2374083"/>
              <a:gd name="csX11" fmla="*/ 0 w 2909597"/>
              <a:gd name="csY11" fmla="*/ 1119930 h 2374083"/>
              <a:gd name="csX12" fmla="*/ 1283516 w 2909597"/>
              <a:gd name="csY12" fmla="*/ 0 h 2374083"/>
              <a:gd name="csX0" fmla="*/ 1283516 w 2923800"/>
              <a:gd name="csY0" fmla="*/ 0 h 2609033"/>
              <a:gd name="csX1" fmla="*/ 2567032 w 2923800"/>
              <a:gd name="csY1" fmla="*/ 1119930 h 2609033"/>
              <a:gd name="csX2" fmla="*/ 2466167 w 2923800"/>
              <a:gd name="csY2" fmla="*/ 1555857 h 2609033"/>
              <a:gd name="csX3" fmla="*/ 2435634 w 2923800"/>
              <a:gd name="csY3" fmla="*/ 1611161 h 2609033"/>
              <a:gd name="csX4" fmla="*/ 2486644 w 2923800"/>
              <a:gd name="csY4" fmla="*/ 1606495 h 2609033"/>
              <a:gd name="csX5" fmla="*/ 2909597 w 2923800"/>
              <a:gd name="csY5" fmla="*/ 1990289 h 2609033"/>
              <a:gd name="csX6" fmla="*/ 2010394 w 2923800"/>
              <a:gd name="csY6" fmla="*/ 2609033 h 2609033"/>
              <a:gd name="csX7" fmla="*/ 2072284 w 2923800"/>
              <a:gd name="csY7" fmla="*/ 2067637 h 2609033"/>
              <a:gd name="csX8" fmla="*/ 2065503 w 2923800"/>
              <a:gd name="csY8" fmla="*/ 2006599 h 2609033"/>
              <a:gd name="csX9" fmla="*/ 2001142 w 2923800"/>
              <a:gd name="csY9" fmla="*/ 2048594 h 2609033"/>
              <a:gd name="csX10" fmla="*/ 1283516 w 2923800"/>
              <a:gd name="csY10" fmla="*/ 2239860 h 2609033"/>
              <a:gd name="csX11" fmla="*/ 0 w 2923800"/>
              <a:gd name="csY11" fmla="*/ 1119930 h 2609033"/>
              <a:gd name="csX12" fmla="*/ 1283516 w 2923800"/>
              <a:gd name="csY12" fmla="*/ 0 h 2609033"/>
              <a:gd name="csX0" fmla="*/ 1283516 w 3096727"/>
              <a:gd name="csY0" fmla="*/ 0 h 2741227"/>
              <a:gd name="csX1" fmla="*/ 2567032 w 3096727"/>
              <a:gd name="csY1" fmla="*/ 1119930 h 2741227"/>
              <a:gd name="csX2" fmla="*/ 2466167 w 3096727"/>
              <a:gd name="csY2" fmla="*/ 1555857 h 2741227"/>
              <a:gd name="csX3" fmla="*/ 2435634 w 3096727"/>
              <a:gd name="csY3" fmla="*/ 1611161 h 2741227"/>
              <a:gd name="csX4" fmla="*/ 2486644 w 3096727"/>
              <a:gd name="csY4" fmla="*/ 1606495 h 2741227"/>
              <a:gd name="csX5" fmla="*/ 3087397 w 3096727"/>
              <a:gd name="csY5" fmla="*/ 2657039 h 2741227"/>
              <a:gd name="csX6" fmla="*/ 2010394 w 3096727"/>
              <a:gd name="csY6" fmla="*/ 2609033 h 2741227"/>
              <a:gd name="csX7" fmla="*/ 2072284 w 3096727"/>
              <a:gd name="csY7" fmla="*/ 2067637 h 2741227"/>
              <a:gd name="csX8" fmla="*/ 2065503 w 3096727"/>
              <a:gd name="csY8" fmla="*/ 2006599 h 2741227"/>
              <a:gd name="csX9" fmla="*/ 2001142 w 3096727"/>
              <a:gd name="csY9" fmla="*/ 2048594 h 2741227"/>
              <a:gd name="csX10" fmla="*/ 1283516 w 3096727"/>
              <a:gd name="csY10" fmla="*/ 2239860 h 2741227"/>
              <a:gd name="csX11" fmla="*/ 0 w 3096727"/>
              <a:gd name="csY11" fmla="*/ 1119930 h 2741227"/>
              <a:gd name="csX12" fmla="*/ 1283516 w 3096727"/>
              <a:gd name="csY12" fmla="*/ 0 h 2741227"/>
              <a:gd name="csX0" fmla="*/ 1283516 w 3123803"/>
              <a:gd name="csY0" fmla="*/ 0 h 2689460"/>
              <a:gd name="csX1" fmla="*/ 2567032 w 3123803"/>
              <a:gd name="csY1" fmla="*/ 1119930 h 2689460"/>
              <a:gd name="csX2" fmla="*/ 2466167 w 3123803"/>
              <a:gd name="csY2" fmla="*/ 1555857 h 2689460"/>
              <a:gd name="csX3" fmla="*/ 2435634 w 3123803"/>
              <a:gd name="csY3" fmla="*/ 1611161 h 2689460"/>
              <a:gd name="csX4" fmla="*/ 2486644 w 3123803"/>
              <a:gd name="csY4" fmla="*/ 1606495 h 2689460"/>
              <a:gd name="csX5" fmla="*/ 2835536 w 3123803"/>
              <a:gd name="csY5" fmla="*/ 2317982 h 2689460"/>
              <a:gd name="csX6" fmla="*/ 3087397 w 3123803"/>
              <a:gd name="csY6" fmla="*/ 2657039 h 2689460"/>
              <a:gd name="csX7" fmla="*/ 2010394 w 3123803"/>
              <a:gd name="csY7" fmla="*/ 2609033 h 2689460"/>
              <a:gd name="csX8" fmla="*/ 2072284 w 3123803"/>
              <a:gd name="csY8" fmla="*/ 2067637 h 2689460"/>
              <a:gd name="csX9" fmla="*/ 2065503 w 3123803"/>
              <a:gd name="csY9" fmla="*/ 2006599 h 2689460"/>
              <a:gd name="csX10" fmla="*/ 2001142 w 3123803"/>
              <a:gd name="csY10" fmla="*/ 2048594 h 2689460"/>
              <a:gd name="csX11" fmla="*/ 1283516 w 3123803"/>
              <a:gd name="csY11" fmla="*/ 2239860 h 2689460"/>
              <a:gd name="csX12" fmla="*/ 0 w 3123803"/>
              <a:gd name="csY12" fmla="*/ 1119930 h 2689460"/>
              <a:gd name="csX13" fmla="*/ 1283516 w 3123803"/>
              <a:gd name="csY13" fmla="*/ 0 h 2689460"/>
              <a:gd name="csX0" fmla="*/ 1283516 w 3121209"/>
              <a:gd name="csY0" fmla="*/ 0 h 2689460"/>
              <a:gd name="csX1" fmla="*/ 2567032 w 3121209"/>
              <a:gd name="csY1" fmla="*/ 1119930 h 2689460"/>
              <a:gd name="csX2" fmla="*/ 2466167 w 3121209"/>
              <a:gd name="csY2" fmla="*/ 1555857 h 2689460"/>
              <a:gd name="csX3" fmla="*/ 2435634 w 3121209"/>
              <a:gd name="csY3" fmla="*/ 1611161 h 2689460"/>
              <a:gd name="csX4" fmla="*/ 2486644 w 3121209"/>
              <a:gd name="csY4" fmla="*/ 1606495 h 2689460"/>
              <a:gd name="csX5" fmla="*/ 2930786 w 3121209"/>
              <a:gd name="csY5" fmla="*/ 1987782 h 2689460"/>
              <a:gd name="csX6" fmla="*/ 2835536 w 3121209"/>
              <a:gd name="csY6" fmla="*/ 2317982 h 2689460"/>
              <a:gd name="csX7" fmla="*/ 3087397 w 3121209"/>
              <a:gd name="csY7" fmla="*/ 2657039 h 2689460"/>
              <a:gd name="csX8" fmla="*/ 2010394 w 3121209"/>
              <a:gd name="csY8" fmla="*/ 2609033 h 2689460"/>
              <a:gd name="csX9" fmla="*/ 2072284 w 3121209"/>
              <a:gd name="csY9" fmla="*/ 2067637 h 2689460"/>
              <a:gd name="csX10" fmla="*/ 2065503 w 3121209"/>
              <a:gd name="csY10" fmla="*/ 2006599 h 2689460"/>
              <a:gd name="csX11" fmla="*/ 2001142 w 3121209"/>
              <a:gd name="csY11" fmla="*/ 2048594 h 2689460"/>
              <a:gd name="csX12" fmla="*/ 1283516 w 3121209"/>
              <a:gd name="csY12" fmla="*/ 2239860 h 2689460"/>
              <a:gd name="csX13" fmla="*/ 0 w 3121209"/>
              <a:gd name="csY13" fmla="*/ 1119930 h 2689460"/>
              <a:gd name="csX14" fmla="*/ 1283516 w 3121209"/>
              <a:gd name="csY14" fmla="*/ 0 h 2689460"/>
              <a:gd name="csX0" fmla="*/ 1283516 w 3121209"/>
              <a:gd name="csY0" fmla="*/ 0 h 2689460"/>
              <a:gd name="csX1" fmla="*/ 2567032 w 3121209"/>
              <a:gd name="csY1" fmla="*/ 1119930 h 2689460"/>
              <a:gd name="csX2" fmla="*/ 2466167 w 3121209"/>
              <a:gd name="csY2" fmla="*/ 1555857 h 2689460"/>
              <a:gd name="csX3" fmla="*/ 2435634 w 3121209"/>
              <a:gd name="csY3" fmla="*/ 1611161 h 2689460"/>
              <a:gd name="csX4" fmla="*/ 2486644 w 3121209"/>
              <a:gd name="csY4" fmla="*/ 1606495 h 2689460"/>
              <a:gd name="csX5" fmla="*/ 2937136 w 3121209"/>
              <a:gd name="csY5" fmla="*/ 1822682 h 2689460"/>
              <a:gd name="csX6" fmla="*/ 2930786 w 3121209"/>
              <a:gd name="csY6" fmla="*/ 1987782 h 2689460"/>
              <a:gd name="csX7" fmla="*/ 2835536 w 3121209"/>
              <a:gd name="csY7" fmla="*/ 2317982 h 2689460"/>
              <a:gd name="csX8" fmla="*/ 3087397 w 3121209"/>
              <a:gd name="csY8" fmla="*/ 2657039 h 2689460"/>
              <a:gd name="csX9" fmla="*/ 2010394 w 3121209"/>
              <a:gd name="csY9" fmla="*/ 2609033 h 2689460"/>
              <a:gd name="csX10" fmla="*/ 2072284 w 3121209"/>
              <a:gd name="csY10" fmla="*/ 2067637 h 2689460"/>
              <a:gd name="csX11" fmla="*/ 2065503 w 3121209"/>
              <a:gd name="csY11" fmla="*/ 2006599 h 2689460"/>
              <a:gd name="csX12" fmla="*/ 2001142 w 3121209"/>
              <a:gd name="csY12" fmla="*/ 2048594 h 2689460"/>
              <a:gd name="csX13" fmla="*/ 1283516 w 3121209"/>
              <a:gd name="csY13" fmla="*/ 2239860 h 2689460"/>
              <a:gd name="csX14" fmla="*/ 0 w 3121209"/>
              <a:gd name="csY14" fmla="*/ 1119930 h 2689460"/>
              <a:gd name="csX15" fmla="*/ 1283516 w 3121209"/>
              <a:gd name="csY15" fmla="*/ 0 h 2689460"/>
              <a:gd name="csX0" fmla="*/ 1283516 w 3121209"/>
              <a:gd name="csY0" fmla="*/ 0 h 2689460"/>
              <a:gd name="csX1" fmla="*/ 2567032 w 3121209"/>
              <a:gd name="csY1" fmla="*/ 1119930 h 2689460"/>
              <a:gd name="csX2" fmla="*/ 2466167 w 3121209"/>
              <a:gd name="csY2" fmla="*/ 1555857 h 2689460"/>
              <a:gd name="csX3" fmla="*/ 2435634 w 3121209"/>
              <a:gd name="csY3" fmla="*/ 1611161 h 2689460"/>
              <a:gd name="csX4" fmla="*/ 2486644 w 3121209"/>
              <a:gd name="csY4" fmla="*/ 1606495 h 2689460"/>
              <a:gd name="csX5" fmla="*/ 2778386 w 3121209"/>
              <a:gd name="csY5" fmla="*/ 1651232 h 2689460"/>
              <a:gd name="csX6" fmla="*/ 2937136 w 3121209"/>
              <a:gd name="csY6" fmla="*/ 1822682 h 2689460"/>
              <a:gd name="csX7" fmla="*/ 2930786 w 3121209"/>
              <a:gd name="csY7" fmla="*/ 1987782 h 2689460"/>
              <a:gd name="csX8" fmla="*/ 2835536 w 3121209"/>
              <a:gd name="csY8" fmla="*/ 2317982 h 2689460"/>
              <a:gd name="csX9" fmla="*/ 3087397 w 3121209"/>
              <a:gd name="csY9" fmla="*/ 2657039 h 2689460"/>
              <a:gd name="csX10" fmla="*/ 2010394 w 3121209"/>
              <a:gd name="csY10" fmla="*/ 2609033 h 2689460"/>
              <a:gd name="csX11" fmla="*/ 2072284 w 3121209"/>
              <a:gd name="csY11" fmla="*/ 2067637 h 2689460"/>
              <a:gd name="csX12" fmla="*/ 2065503 w 3121209"/>
              <a:gd name="csY12" fmla="*/ 2006599 h 2689460"/>
              <a:gd name="csX13" fmla="*/ 2001142 w 3121209"/>
              <a:gd name="csY13" fmla="*/ 2048594 h 2689460"/>
              <a:gd name="csX14" fmla="*/ 1283516 w 3121209"/>
              <a:gd name="csY14" fmla="*/ 2239860 h 2689460"/>
              <a:gd name="csX15" fmla="*/ 0 w 3121209"/>
              <a:gd name="csY15" fmla="*/ 1119930 h 2689460"/>
              <a:gd name="csX16" fmla="*/ 1283516 w 3121209"/>
              <a:gd name="csY16" fmla="*/ 0 h 2689460"/>
              <a:gd name="csX0" fmla="*/ 1283516 w 3121209"/>
              <a:gd name="csY0" fmla="*/ 0 h 2689460"/>
              <a:gd name="csX1" fmla="*/ 2567032 w 3121209"/>
              <a:gd name="csY1" fmla="*/ 1119930 h 2689460"/>
              <a:gd name="csX2" fmla="*/ 2466167 w 3121209"/>
              <a:gd name="csY2" fmla="*/ 1555857 h 2689460"/>
              <a:gd name="csX3" fmla="*/ 2435634 w 3121209"/>
              <a:gd name="csY3" fmla="*/ 1611161 h 2689460"/>
              <a:gd name="csX4" fmla="*/ 2473944 w 3121209"/>
              <a:gd name="csY4" fmla="*/ 1371545 h 2689460"/>
              <a:gd name="csX5" fmla="*/ 2778386 w 3121209"/>
              <a:gd name="csY5" fmla="*/ 1651232 h 2689460"/>
              <a:gd name="csX6" fmla="*/ 2937136 w 3121209"/>
              <a:gd name="csY6" fmla="*/ 1822682 h 2689460"/>
              <a:gd name="csX7" fmla="*/ 2930786 w 3121209"/>
              <a:gd name="csY7" fmla="*/ 1987782 h 2689460"/>
              <a:gd name="csX8" fmla="*/ 2835536 w 3121209"/>
              <a:gd name="csY8" fmla="*/ 2317982 h 2689460"/>
              <a:gd name="csX9" fmla="*/ 3087397 w 3121209"/>
              <a:gd name="csY9" fmla="*/ 2657039 h 2689460"/>
              <a:gd name="csX10" fmla="*/ 2010394 w 3121209"/>
              <a:gd name="csY10" fmla="*/ 2609033 h 2689460"/>
              <a:gd name="csX11" fmla="*/ 2072284 w 3121209"/>
              <a:gd name="csY11" fmla="*/ 2067637 h 2689460"/>
              <a:gd name="csX12" fmla="*/ 2065503 w 3121209"/>
              <a:gd name="csY12" fmla="*/ 2006599 h 2689460"/>
              <a:gd name="csX13" fmla="*/ 2001142 w 3121209"/>
              <a:gd name="csY13" fmla="*/ 2048594 h 2689460"/>
              <a:gd name="csX14" fmla="*/ 1283516 w 3121209"/>
              <a:gd name="csY14" fmla="*/ 2239860 h 2689460"/>
              <a:gd name="csX15" fmla="*/ 0 w 3121209"/>
              <a:gd name="csY15" fmla="*/ 1119930 h 2689460"/>
              <a:gd name="csX16" fmla="*/ 1283516 w 3121209"/>
              <a:gd name="csY16" fmla="*/ 0 h 2689460"/>
              <a:gd name="csX0" fmla="*/ 1283516 w 3121209"/>
              <a:gd name="csY0" fmla="*/ 0 h 2689460"/>
              <a:gd name="csX1" fmla="*/ 2567032 w 3121209"/>
              <a:gd name="csY1" fmla="*/ 1119930 h 2689460"/>
              <a:gd name="csX2" fmla="*/ 2478867 w 3121209"/>
              <a:gd name="csY2" fmla="*/ 1206607 h 2689460"/>
              <a:gd name="csX3" fmla="*/ 2435634 w 3121209"/>
              <a:gd name="csY3" fmla="*/ 1611161 h 2689460"/>
              <a:gd name="csX4" fmla="*/ 2473944 w 3121209"/>
              <a:gd name="csY4" fmla="*/ 1371545 h 2689460"/>
              <a:gd name="csX5" fmla="*/ 2778386 w 3121209"/>
              <a:gd name="csY5" fmla="*/ 1651232 h 2689460"/>
              <a:gd name="csX6" fmla="*/ 2937136 w 3121209"/>
              <a:gd name="csY6" fmla="*/ 1822682 h 2689460"/>
              <a:gd name="csX7" fmla="*/ 2930786 w 3121209"/>
              <a:gd name="csY7" fmla="*/ 1987782 h 2689460"/>
              <a:gd name="csX8" fmla="*/ 2835536 w 3121209"/>
              <a:gd name="csY8" fmla="*/ 2317982 h 2689460"/>
              <a:gd name="csX9" fmla="*/ 3087397 w 3121209"/>
              <a:gd name="csY9" fmla="*/ 2657039 h 2689460"/>
              <a:gd name="csX10" fmla="*/ 2010394 w 3121209"/>
              <a:gd name="csY10" fmla="*/ 2609033 h 2689460"/>
              <a:gd name="csX11" fmla="*/ 2072284 w 3121209"/>
              <a:gd name="csY11" fmla="*/ 2067637 h 2689460"/>
              <a:gd name="csX12" fmla="*/ 2065503 w 3121209"/>
              <a:gd name="csY12" fmla="*/ 2006599 h 2689460"/>
              <a:gd name="csX13" fmla="*/ 2001142 w 3121209"/>
              <a:gd name="csY13" fmla="*/ 2048594 h 2689460"/>
              <a:gd name="csX14" fmla="*/ 1283516 w 3121209"/>
              <a:gd name="csY14" fmla="*/ 2239860 h 2689460"/>
              <a:gd name="csX15" fmla="*/ 0 w 3121209"/>
              <a:gd name="csY15" fmla="*/ 1119930 h 2689460"/>
              <a:gd name="csX16" fmla="*/ 1283516 w 3121209"/>
              <a:gd name="csY16" fmla="*/ 0 h 2689460"/>
              <a:gd name="csX0" fmla="*/ 1283516 w 3121209"/>
              <a:gd name="csY0" fmla="*/ 0 h 2689460"/>
              <a:gd name="csX1" fmla="*/ 2567032 w 3121209"/>
              <a:gd name="csY1" fmla="*/ 1119930 h 2689460"/>
              <a:gd name="csX2" fmla="*/ 2478867 w 3121209"/>
              <a:gd name="csY2" fmla="*/ 1206607 h 2689460"/>
              <a:gd name="csX3" fmla="*/ 2378484 w 3121209"/>
              <a:gd name="csY3" fmla="*/ 1312711 h 2689460"/>
              <a:gd name="csX4" fmla="*/ 2473944 w 3121209"/>
              <a:gd name="csY4" fmla="*/ 1371545 h 2689460"/>
              <a:gd name="csX5" fmla="*/ 2778386 w 3121209"/>
              <a:gd name="csY5" fmla="*/ 1651232 h 2689460"/>
              <a:gd name="csX6" fmla="*/ 2937136 w 3121209"/>
              <a:gd name="csY6" fmla="*/ 1822682 h 2689460"/>
              <a:gd name="csX7" fmla="*/ 2930786 w 3121209"/>
              <a:gd name="csY7" fmla="*/ 1987782 h 2689460"/>
              <a:gd name="csX8" fmla="*/ 2835536 w 3121209"/>
              <a:gd name="csY8" fmla="*/ 2317982 h 2689460"/>
              <a:gd name="csX9" fmla="*/ 3087397 w 3121209"/>
              <a:gd name="csY9" fmla="*/ 2657039 h 2689460"/>
              <a:gd name="csX10" fmla="*/ 2010394 w 3121209"/>
              <a:gd name="csY10" fmla="*/ 2609033 h 2689460"/>
              <a:gd name="csX11" fmla="*/ 2072284 w 3121209"/>
              <a:gd name="csY11" fmla="*/ 2067637 h 2689460"/>
              <a:gd name="csX12" fmla="*/ 2065503 w 3121209"/>
              <a:gd name="csY12" fmla="*/ 2006599 h 2689460"/>
              <a:gd name="csX13" fmla="*/ 2001142 w 3121209"/>
              <a:gd name="csY13" fmla="*/ 2048594 h 2689460"/>
              <a:gd name="csX14" fmla="*/ 1283516 w 3121209"/>
              <a:gd name="csY14" fmla="*/ 2239860 h 2689460"/>
              <a:gd name="csX15" fmla="*/ 0 w 3121209"/>
              <a:gd name="csY15" fmla="*/ 1119930 h 2689460"/>
              <a:gd name="csX16" fmla="*/ 1283516 w 3121209"/>
              <a:gd name="csY16" fmla="*/ 0 h 2689460"/>
              <a:gd name="csX0" fmla="*/ 1283516 w 3121209"/>
              <a:gd name="csY0" fmla="*/ 1189 h 2690649"/>
              <a:gd name="csX1" fmla="*/ 2935332 w 3121209"/>
              <a:gd name="csY1" fmla="*/ 911569 h 2690649"/>
              <a:gd name="csX2" fmla="*/ 2478867 w 3121209"/>
              <a:gd name="csY2" fmla="*/ 1207796 h 2690649"/>
              <a:gd name="csX3" fmla="*/ 2378484 w 3121209"/>
              <a:gd name="csY3" fmla="*/ 1313900 h 2690649"/>
              <a:gd name="csX4" fmla="*/ 2473944 w 3121209"/>
              <a:gd name="csY4" fmla="*/ 1372734 h 2690649"/>
              <a:gd name="csX5" fmla="*/ 2778386 w 3121209"/>
              <a:gd name="csY5" fmla="*/ 1652421 h 2690649"/>
              <a:gd name="csX6" fmla="*/ 2937136 w 3121209"/>
              <a:gd name="csY6" fmla="*/ 1823871 h 2690649"/>
              <a:gd name="csX7" fmla="*/ 2930786 w 3121209"/>
              <a:gd name="csY7" fmla="*/ 1988971 h 2690649"/>
              <a:gd name="csX8" fmla="*/ 2835536 w 3121209"/>
              <a:gd name="csY8" fmla="*/ 2319171 h 2690649"/>
              <a:gd name="csX9" fmla="*/ 3087397 w 3121209"/>
              <a:gd name="csY9" fmla="*/ 2658228 h 2690649"/>
              <a:gd name="csX10" fmla="*/ 2010394 w 3121209"/>
              <a:gd name="csY10" fmla="*/ 2610222 h 2690649"/>
              <a:gd name="csX11" fmla="*/ 2072284 w 3121209"/>
              <a:gd name="csY11" fmla="*/ 2068826 h 2690649"/>
              <a:gd name="csX12" fmla="*/ 2065503 w 3121209"/>
              <a:gd name="csY12" fmla="*/ 2007788 h 2690649"/>
              <a:gd name="csX13" fmla="*/ 2001142 w 3121209"/>
              <a:gd name="csY13" fmla="*/ 2049783 h 2690649"/>
              <a:gd name="csX14" fmla="*/ 1283516 w 3121209"/>
              <a:gd name="csY14" fmla="*/ 2241049 h 2690649"/>
              <a:gd name="csX15" fmla="*/ 0 w 3121209"/>
              <a:gd name="csY15" fmla="*/ 1121119 h 2690649"/>
              <a:gd name="csX16" fmla="*/ 1283516 w 3121209"/>
              <a:gd name="csY16" fmla="*/ 1189 h 2690649"/>
              <a:gd name="csX0" fmla="*/ 1283516 w 3121209"/>
              <a:gd name="csY0" fmla="*/ 1192 h 2690652"/>
              <a:gd name="csX1" fmla="*/ 2935332 w 3121209"/>
              <a:gd name="csY1" fmla="*/ 911572 h 2690652"/>
              <a:gd name="csX2" fmla="*/ 2689486 w 3121209"/>
              <a:gd name="csY2" fmla="*/ 1220625 h 2690652"/>
              <a:gd name="csX3" fmla="*/ 2478867 w 3121209"/>
              <a:gd name="csY3" fmla="*/ 1207799 h 2690652"/>
              <a:gd name="csX4" fmla="*/ 2378484 w 3121209"/>
              <a:gd name="csY4" fmla="*/ 1313903 h 2690652"/>
              <a:gd name="csX5" fmla="*/ 2473944 w 3121209"/>
              <a:gd name="csY5" fmla="*/ 1372737 h 2690652"/>
              <a:gd name="csX6" fmla="*/ 2778386 w 3121209"/>
              <a:gd name="csY6" fmla="*/ 1652424 h 2690652"/>
              <a:gd name="csX7" fmla="*/ 2937136 w 3121209"/>
              <a:gd name="csY7" fmla="*/ 1823874 h 2690652"/>
              <a:gd name="csX8" fmla="*/ 2930786 w 3121209"/>
              <a:gd name="csY8" fmla="*/ 1988974 h 2690652"/>
              <a:gd name="csX9" fmla="*/ 2835536 w 3121209"/>
              <a:gd name="csY9" fmla="*/ 2319174 h 2690652"/>
              <a:gd name="csX10" fmla="*/ 3087397 w 3121209"/>
              <a:gd name="csY10" fmla="*/ 2658231 h 2690652"/>
              <a:gd name="csX11" fmla="*/ 2010394 w 3121209"/>
              <a:gd name="csY11" fmla="*/ 2610225 h 2690652"/>
              <a:gd name="csX12" fmla="*/ 2072284 w 3121209"/>
              <a:gd name="csY12" fmla="*/ 2068829 h 2690652"/>
              <a:gd name="csX13" fmla="*/ 2065503 w 3121209"/>
              <a:gd name="csY13" fmla="*/ 2007791 h 2690652"/>
              <a:gd name="csX14" fmla="*/ 2001142 w 3121209"/>
              <a:gd name="csY14" fmla="*/ 2049786 h 2690652"/>
              <a:gd name="csX15" fmla="*/ 1283516 w 3121209"/>
              <a:gd name="csY15" fmla="*/ 2241052 h 2690652"/>
              <a:gd name="csX16" fmla="*/ 0 w 3121209"/>
              <a:gd name="csY16" fmla="*/ 1121122 h 2690652"/>
              <a:gd name="csX17" fmla="*/ 1283516 w 3121209"/>
              <a:gd name="csY17" fmla="*/ 1192 h 2690652"/>
              <a:gd name="csX0" fmla="*/ 1283516 w 3121209"/>
              <a:gd name="csY0" fmla="*/ 42525 h 2731985"/>
              <a:gd name="csX1" fmla="*/ 2130686 w 3121209"/>
              <a:gd name="csY1" fmla="*/ 303108 h 2731985"/>
              <a:gd name="csX2" fmla="*/ 2935332 w 3121209"/>
              <a:gd name="csY2" fmla="*/ 952905 h 2731985"/>
              <a:gd name="csX3" fmla="*/ 2689486 w 3121209"/>
              <a:gd name="csY3" fmla="*/ 1261958 h 2731985"/>
              <a:gd name="csX4" fmla="*/ 2478867 w 3121209"/>
              <a:gd name="csY4" fmla="*/ 1249132 h 2731985"/>
              <a:gd name="csX5" fmla="*/ 2378484 w 3121209"/>
              <a:gd name="csY5" fmla="*/ 1355236 h 2731985"/>
              <a:gd name="csX6" fmla="*/ 2473944 w 3121209"/>
              <a:gd name="csY6" fmla="*/ 1414070 h 2731985"/>
              <a:gd name="csX7" fmla="*/ 2778386 w 3121209"/>
              <a:gd name="csY7" fmla="*/ 1693757 h 2731985"/>
              <a:gd name="csX8" fmla="*/ 2937136 w 3121209"/>
              <a:gd name="csY8" fmla="*/ 1865207 h 2731985"/>
              <a:gd name="csX9" fmla="*/ 2930786 w 3121209"/>
              <a:gd name="csY9" fmla="*/ 2030307 h 2731985"/>
              <a:gd name="csX10" fmla="*/ 2835536 w 3121209"/>
              <a:gd name="csY10" fmla="*/ 2360507 h 2731985"/>
              <a:gd name="csX11" fmla="*/ 3087397 w 3121209"/>
              <a:gd name="csY11" fmla="*/ 2699564 h 2731985"/>
              <a:gd name="csX12" fmla="*/ 2010394 w 3121209"/>
              <a:gd name="csY12" fmla="*/ 2651558 h 2731985"/>
              <a:gd name="csX13" fmla="*/ 2072284 w 3121209"/>
              <a:gd name="csY13" fmla="*/ 2110162 h 2731985"/>
              <a:gd name="csX14" fmla="*/ 2065503 w 3121209"/>
              <a:gd name="csY14" fmla="*/ 2049124 h 2731985"/>
              <a:gd name="csX15" fmla="*/ 2001142 w 3121209"/>
              <a:gd name="csY15" fmla="*/ 2091119 h 2731985"/>
              <a:gd name="csX16" fmla="*/ 1283516 w 3121209"/>
              <a:gd name="csY16" fmla="*/ 2282385 h 2731985"/>
              <a:gd name="csX17" fmla="*/ 0 w 3121209"/>
              <a:gd name="csY17" fmla="*/ 1162455 h 2731985"/>
              <a:gd name="csX18" fmla="*/ 1283516 w 3121209"/>
              <a:gd name="csY18" fmla="*/ 42525 h 2731985"/>
              <a:gd name="csX0" fmla="*/ 981431 w 3123924"/>
              <a:gd name="csY0" fmla="*/ 55261 h 2655821"/>
              <a:gd name="csX1" fmla="*/ 2133401 w 3123924"/>
              <a:gd name="csY1" fmla="*/ 226944 h 2655821"/>
              <a:gd name="csX2" fmla="*/ 2938047 w 3123924"/>
              <a:gd name="csY2" fmla="*/ 876741 h 2655821"/>
              <a:gd name="csX3" fmla="*/ 2692201 w 3123924"/>
              <a:gd name="csY3" fmla="*/ 1185794 h 2655821"/>
              <a:gd name="csX4" fmla="*/ 2481582 w 3123924"/>
              <a:gd name="csY4" fmla="*/ 1172968 h 2655821"/>
              <a:gd name="csX5" fmla="*/ 2381199 w 3123924"/>
              <a:gd name="csY5" fmla="*/ 1279072 h 2655821"/>
              <a:gd name="csX6" fmla="*/ 2476659 w 3123924"/>
              <a:gd name="csY6" fmla="*/ 1337906 h 2655821"/>
              <a:gd name="csX7" fmla="*/ 2781101 w 3123924"/>
              <a:gd name="csY7" fmla="*/ 1617593 h 2655821"/>
              <a:gd name="csX8" fmla="*/ 2939851 w 3123924"/>
              <a:gd name="csY8" fmla="*/ 1789043 h 2655821"/>
              <a:gd name="csX9" fmla="*/ 2933501 w 3123924"/>
              <a:gd name="csY9" fmla="*/ 1954143 h 2655821"/>
              <a:gd name="csX10" fmla="*/ 2838251 w 3123924"/>
              <a:gd name="csY10" fmla="*/ 2284343 h 2655821"/>
              <a:gd name="csX11" fmla="*/ 3090112 w 3123924"/>
              <a:gd name="csY11" fmla="*/ 2623400 h 2655821"/>
              <a:gd name="csX12" fmla="*/ 2013109 w 3123924"/>
              <a:gd name="csY12" fmla="*/ 2575394 h 2655821"/>
              <a:gd name="csX13" fmla="*/ 2074999 w 3123924"/>
              <a:gd name="csY13" fmla="*/ 2033998 h 2655821"/>
              <a:gd name="csX14" fmla="*/ 2068218 w 3123924"/>
              <a:gd name="csY14" fmla="*/ 1972960 h 2655821"/>
              <a:gd name="csX15" fmla="*/ 2003857 w 3123924"/>
              <a:gd name="csY15" fmla="*/ 2014955 h 2655821"/>
              <a:gd name="csX16" fmla="*/ 1286231 w 3123924"/>
              <a:gd name="csY16" fmla="*/ 2206221 h 2655821"/>
              <a:gd name="csX17" fmla="*/ 2715 w 3123924"/>
              <a:gd name="csY17" fmla="*/ 1086291 h 2655821"/>
              <a:gd name="csX18" fmla="*/ 981431 w 3123924"/>
              <a:gd name="csY18" fmla="*/ 55261 h 2655821"/>
              <a:gd name="csX0" fmla="*/ 1016128 w 3158621"/>
              <a:gd name="csY0" fmla="*/ 15893 h 2616453"/>
              <a:gd name="csX1" fmla="*/ 2168098 w 3158621"/>
              <a:gd name="csY1" fmla="*/ 187576 h 2616453"/>
              <a:gd name="csX2" fmla="*/ 2972744 w 3158621"/>
              <a:gd name="csY2" fmla="*/ 837373 h 2616453"/>
              <a:gd name="csX3" fmla="*/ 2726898 w 3158621"/>
              <a:gd name="csY3" fmla="*/ 1146426 h 2616453"/>
              <a:gd name="csX4" fmla="*/ 2516279 w 3158621"/>
              <a:gd name="csY4" fmla="*/ 1133600 h 2616453"/>
              <a:gd name="csX5" fmla="*/ 2415896 w 3158621"/>
              <a:gd name="csY5" fmla="*/ 1239704 h 2616453"/>
              <a:gd name="csX6" fmla="*/ 2511356 w 3158621"/>
              <a:gd name="csY6" fmla="*/ 1298538 h 2616453"/>
              <a:gd name="csX7" fmla="*/ 2815798 w 3158621"/>
              <a:gd name="csY7" fmla="*/ 1578225 h 2616453"/>
              <a:gd name="csX8" fmla="*/ 2974548 w 3158621"/>
              <a:gd name="csY8" fmla="*/ 1749675 h 2616453"/>
              <a:gd name="csX9" fmla="*/ 2968198 w 3158621"/>
              <a:gd name="csY9" fmla="*/ 1914775 h 2616453"/>
              <a:gd name="csX10" fmla="*/ 2872948 w 3158621"/>
              <a:gd name="csY10" fmla="*/ 2244975 h 2616453"/>
              <a:gd name="csX11" fmla="*/ 3124809 w 3158621"/>
              <a:gd name="csY11" fmla="*/ 2584032 h 2616453"/>
              <a:gd name="csX12" fmla="*/ 2047806 w 3158621"/>
              <a:gd name="csY12" fmla="*/ 2536026 h 2616453"/>
              <a:gd name="csX13" fmla="*/ 2109696 w 3158621"/>
              <a:gd name="csY13" fmla="*/ 1994630 h 2616453"/>
              <a:gd name="csX14" fmla="*/ 2102915 w 3158621"/>
              <a:gd name="csY14" fmla="*/ 1933592 h 2616453"/>
              <a:gd name="csX15" fmla="*/ 2038554 w 3158621"/>
              <a:gd name="csY15" fmla="*/ 1975587 h 2616453"/>
              <a:gd name="csX16" fmla="*/ 1320928 w 3158621"/>
              <a:gd name="csY16" fmla="*/ 2166853 h 2616453"/>
              <a:gd name="csX17" fmla="*/ 37412 w 3158621"/>
              <a:gd name="csY17" fmla="*/ 1046923 h 2616453"/>
              <a:gd name="csX18" fmla="*/ 402798 w 3158621"/>
              <a:gd name="csY18" fmla="*/ 486027 h 2616453"/>
              <a:gd name="csX19" fmla="*/ 1016128 w 3158621"/>
              <a:gd name="csY19" fmla="*/ 15893 h 2616453"/>
              <a:gd name="csX0" fmla="*/ 986856 w 3129349"/>
              <a:gd name="csY0" fmla="*/ 15893 h 2616453"/>
              <a:gd name="csX1" fmla="*/ 2138826 w 3129349"/>
              <a:gd name="csY1" fmla="*/ 187576 h 2616453"/>
              <a:gd name="csX2" fmla="*/ 2943472 w 3129349"/>
              <a:gd name="csY2" fmla="*/ 837373 h 2616453"/>
              <a:gd name="csX3" fmla="*/ 2697626 w 3129349"/>
              <a:gd name="csY3" fmla="*/ 1146426 h 2616453"/>
              <a:gd name="csX4" fmla="*/ 2487007 w 3129349"/>
              <a:gd name="csY4" fmla="*/ 1133600 h 2616453"/>
              <a:gd name="csX5" fmla="*/ 2386624 w 3129349"/>
              <a:gd name="csY5" fmla="*/ 1239704 h 2616453"/>
              <a:gd name="csX6" fmla="*/ 2482084 w 3129349"/>
              <a:gd name="csY6" fmla="*/ 1298538 h 2616453"/>
              <a:gd name="csX7" fmla="*/ 2786526 w 3129349"/>
              <a:gd name="csY7" fmla="*/ 1578225 h 2616453"/>
              <a:gd name="csX8" fmla="*/ 2945276 w 3129349"/>
              <a:gd name="csY8" fmla="*/ 1749675 h 2616453"/>
              <a:gd name="csX9" fmla="*/ 2938926 w 3129349"/>
              <a:gd name="csY9" fmla="*/ 1914775 h 2616453"/>
              <a:gd name="csX10" fmla="*/ 2843676 w 3129349"/>
              <a:gd name="csY10" fmla="*/ 2244975 h 2616453"/>
              <a:gd name="csX11" fmla="*/ 3095537 w 3129349"/>
              <a:gd name="csY11" fmla="*/ 2584032 h 2616453"/>
              <a:gd name="csX12" fmla="*/ 2018534 w 3129349"/>
              <a:gd name="csY12" fmla="*/ 2536026 h 2616453"/>
              <a:gd name="csX13" fmla="*/ 2080424 w 3129349"/>
              <a:gd name="csY13" fmla="*/ 1994630 h 2616453"/>
              <a:gd name="csX14" fmla="*/ 2073643 w 3129349"/>
              <a:gd name="csY14" fmla="*/ 1933592 h 2616453"/>
              <a:gd name="csX15" fmla="*/ 2009282 w 3129349"/>
              <a:gd name="csY15" fmla="*/ 1975587 h 2616453"/>
              <a:gd name="csX16" fmla="*/ 1291656 w 3129349"/>
              <a:gd name="csY16" fmla="*/ 2166853 h 2616453"/>
              <a:gd name="csX17" fmla="*/ 221127 w 3129349"/>
              <a:gd name="csY17" fmla="*/ 1590927 h 2616453"/>
              <a:gd name="csX18" fmla="*/ 8140 w 3129349"/>
              <a:gd name="csY18" fmla="*/ 1046923 h 2616453"/>
              <a:gd name="csX19" fmla="*/ 373526 w 3129349"/>
              <a:gd name="csY19" fmla="*/ 486027 h 2616453"/>
              <a:gd name="csX20" fmla="*/ 986856 w 3129349"/>
              <a:gd name="csY20" fmla="*/ 15893 h 2616453"/>
              <a:gd name="csX0" fmla="*/ 981539 w 3124032"/>
              <a:gd name="csY0" fmla="*/ 15893 h 2616453"/>
              <a:gd name="csX1" fmla="*/ 2133509 w 3124032"/>
              <a:gd name="csY1" fmla="*/ 187576 h 2616453"/>
              <a:gd name="csX2" fmla="*/ 2938155 w 3124032"/>
              <a:gd name="csY2" fmla="*/ 837373 h 2616453"/>
              <a:gd name="csX3" fmla="*/ 2692309 w 3124032"/>
              <a:gd name="csY3" fmla="*/ 1146426 h 2616453"/>
              <a:gd name="csX4" fmla="*/ 2481690 w 3124032"/>
              <a:gd name="csY4" fmla="*/ 1133600 h 2616453"/>
              <a:gd name="csX5" fmla="*/ 2381307 w 3124032"/>
              <a:gd name="csY5" fmla="*/ 1239704 h 2616453"/>
              <a:gd name="csX6" fmla="*/ 2476767 w 3124032"/>
              <a:gd name="csY6" fmla="*/ 1298538 h 2616453"/>
              <a:gd name="csX7" fmla="*/ 2781209 w 3124032"/>
              <a:gd name="csY7" fmla="*/ 1578225 h 2616453"/>
              <a:gd name="csX8" fmla="*/ 2939959 w 3124032"/>
              <a:gd name="csY8" fmla="*/ 1749675 h 2616453"/>
              <a:gd name="csX9" fmla="*/ 2933609 w 3124032"/>
              <a:gd name="csY9" fmla="*/ 1914775 h 2616453"/>
              <a:gd name="csX10" fmla="*/ 2838359 w 3124032"/>
              <a:gd name="csY10" fmla="*/ 2244975 h 2616453"/>
              <a:gd name="csX11" fmla="*/ 3090220 w 3124032"/>
              <a:gd name="csY11" fmla="*/ 2584032 h 2616453"/>
              <a:gd name="csX12" fmla="*/ 2013217 w 3124032"/>
              <a:gd name="csY12" fmla="*/ 2536026 h 2616453"/>
              <a:gd name="csX13" fmla="*/ 2075107 w 3124032"/>
              <a:gd name="csY13" fmla="*/ 1994630 h 2616453"/>
              <a:gd name="csX14" fmla="*/ 2068326 w 3124032"/>
              <a:gd name="csY14" fmla="*/ 1933592 h 2616453"/>
              <a:gd name="csX15" fmla="*/ 2003965 w 3124032"/>
              <a:gd name="csY15" fmla="*/ 1975587 h 2616453"/>
              <a:gd name="csX16" fmla="*/ 1286339 w 3124032"/>
              <a:gd name="csY16" fmla="*/ 2166853 h 2616453"/>
              <a:gd name="csX17" fmla="*/ 488860 w 3124032"/>
              <a:gd name="csY17" fmla="*/ 1952877 h 2616453"/>
              <a:gd name="csX18" fmla="*/ 215810 w 3124032"/>
              <a:gd name="csY18" fmla="*/ 1590927 h 2616453"/>
              <a:gd name="csX19" fmla="*/ 2823 w 3124032"/>
              <a:gd name="csY19" fmla="*/ 1046923 h 2616453"/>
              <a:gd name="csX20" fmla="*/ 368209 w 3124032"/>
              <a:gd name="csY20" fmla="*/ 486027 h 2616453"/>
              <a:gd name="csX21" fmla="*/ 981539 w 3124032"/>
              <a:gd name="csY21" fmla="*/ 15893 h 2616453"/>
              <a:gd name="csX0" fmla="*/ 981539 w 3124032"/>
              <a:gd name="csY0" fmla="*/ 15893 h 2616453"/>
              <a:gd name="csX1" fmla="*/ 2133509 w 3124032"/>
              <a:gd name="csY1" fmla="*/ 187576 h 2616453"/>
              <a:gd name="csX2" fmla="*/ 2938155 w 3124032"/>
              <a:gd name="csY2" fmla="*/ 837373 h 2616453"/>
              <a:gd name="csX3" fmla="*/ 2692309 w 3124032"/>
              <a:gd name="csY3" fmla="*/ 1146426 h 2616453"/>
              <a:gd name="csX4" fmla="*/ 2481690 w 3124032"/>
              <a:gd name="csY4" fmla="*/ 1133600 h 2616453"/>
              <a:gd name="csX5" fmla="*/ 2381307 w 3124032"/>
              <a:gd name="csY5" fmla="*/ 1239704 h 2616453"/>
              <a:gd name="csX6" fmla="*/ 2476767 w 3124032"/>
              <a:gd name="csY6" fmla="*/ 1298538 h 2616453"/>
              <a:gd name="csX7" fmla="*/ 2781209 w 3124032"/>
              <a:gd name="csY7" fmla="*/ 1578225 h 2616453"/>
              <a:gd name="csX8" fmla="*/ 2939959 w 3124032"/>
              <a:gd name="csY8" fmla="*/ 1749675 h 2616453"/>
              <a:gd name="csX9" fmla="*/ 2933609 w 3124032"/>
              <a:gd name="csY9" fmla="*/ 1914775 h 2616453"/>
              <a:gd name="csX10" fmla="*/ 2838359 w 3124032"/>
              <a:gd name="csY10" fmla="*/ 2244975 h 2616453"/>
              <a:gd name="csX11" fmla="*/ 3090220 w 3124032"/>
              <a:gd name="csY11" fmla="*/ 2584032 h 2616453"/>
              <a:gd name="csX12" fmla="*/ 2013217 w 3124032"/>
              <a:gd name="csY12" fmla="*/ 2536026 h 2616453"/>
              <a:gd name="csX13" fmla="*/ 2075107 w 3124032"/>
              <a:gd name="csY13" fmla="*/ 1994630 h 2616453"/>
              <a:gd name="csX14" fmla="*/ 2068326 w 3124032"/>
              <a:gd name="csY14" fmla="*/ 1933592 h 2616453"/>
              <a:gd name="csX15" fmla="*/ 2003965 w 3124032"/>
              <a:gd name="csY15" fmla="*/ 1975587 h 2616453"/>
              <a:gd name="csX16" fmla="*/ 1286339 w 3124032"/>
              <a:gd name="csY16" fmla="*/ 2166853 h 2616453"/>
              <a:gd name="csX17" fmla="*/ 819059 w 3124032"/>
              <a:gd name="csY17" fmla="*/ 2200527 h 2616453"/>
              <a:gd name="csX18" fmla="*/ 488860 w 3124032"/>
              <a:gd name="csY18" fmla="*/ 1952877 h 2616453"/>
              <a:gd name="csX19" fmla="*/ 215810 w 3124032"/>
              <a:gd name="csY19" fmla="*/ 1590927 h 2616453"/>
              <a:gd name="csX20" fmla="*/ 2823 w 3124032"/>
              <a:gd name="csY20" fmla="*/ 1046923 h 2616453"/>
              <a:gd name="csX21" fmla="*/ 368209 w 3124032"/>
              <a:gd name="csY21" fmla="*/ 486027 h 2616453"/>
              <a:gd name="csX22" fmla="*/ 981539 w 3124032"/>
              <a:gd name="csY22" fmla="*/ 15893 h 2616453"/>
              <a:gd name="csX0" fmla="*/ 981539 w 3124032"/>
              <a:gd name="csY0" fmla="*/ 15893 h 2616453"/>
              <a:gd name="csX1" fmla="*/ 2133509 w 3124032"/>
              <a:gd name="csY1" fmla="*/ 187576 h 2616453"/>
              <a:gd name="csX2" fmla="*/ 2938155 w 3124032"/>
              <a:gd name="csY2" fmla="*/ 837373 h 2616453"/>
              <a:gd name="csX3" fmla="*/ 2692309 w 3124032"/>
              <a:gd name="csY3" fmla="*/ 1146426 h 2616453"/>
              <a:gd name="csX4" fmla="*/ 2481690 w 3124032"/>
              <a:gd name="csY4" fmla="*/ 1133600 h 2616453"/>
              <a:gd name="csX5" fmla="*/ 2381307 w 3124032"/>
              <a:gd name="csY5" fmla="*/ 1239704 h 2616453"/>
              <a:gd name="csX6" fmla="*/ 2476767 w 3124032"/>
              <a:gd name="csY6" fmla="*/ 1298538 h 2616453"/>
              <a:gd name="csX7" fmla="*/ 2781209 w 3124032"/>
              <a:gd name="csY7" fmla="*/ 1578225 h 2616453"/>
              <a:gd name="csX8" fmla="*/ 2939959 w 3124032"/>
              <a:gd name="csY8" fmla="*/ 1749675 h 2616453"/>
              <a:gd name="csX9" fmla="*/ 2933609 w 3124032"/>
              <a:gd name="csY9" fmla="*/ 1914775 h 2616453"/>
              <a:gd name="csX10" fmla="*/ 2838359 w 3124032"/>
              <a:gd name="csY10" fmla="*/ 2244975 h 2616453"/>
              <a:gd name="csX11" fmla="*/ 3090220 w 3124032"/>
              <a:gd name="csY11" fmla="*/ 2584032 h 2616453"/>
              <a:gd name="csX12" fmla="*/ 2013217 w 3124032"/>
              <a:gd name="csY12" fmla="*/ 2536026 h 2616453"/>
              <a:gd name="csX13" fmla="*/ 2075107 w 3124032"/>
              <a:gd name="csY13" fmla="*/ 1994630 h 2616453"/>
              <a:gd name="csX14" fmla="*/ 2068326 w 3124032"/>
              <a:gd name="csY14" fmla="*/ 1933592 h 2616453"/>
              <a:gd name="csX15" fmla="*/ 2003965 w 3124032"/>
              <a:gd name="csY15" fmla="*/ 1975587 h 2616453"/>
              <a:gd name="csX16" fmla="*/ 1368889 w 3124032"/>
              <a:gd name="csY16" fmla="*/ 2084303 h 2616453"/>
              <a:gd name="csX17" fmla="*/ 819059 w 3124032"/>
              <a:gd name="csY17" fmla="*/ 2200527 h 2616453"/>
              <a:gd name="csX18" fmla="*/ 488860 w 3124032"/>
              <a:gd name="csY18" fmla="*/ 1952877 h 2616453"/>
              <a:gd name="csX19" fmla="*/ 215810 w 3124032"/>
              <a:gd name="csY19" fmla="*/ 1590927 h 2616453"/>
              <a:gd name="csX20" fmla="*/ 2823 w 3124032"/>
              <a:gd name="csY20" fmla="*/ 1046923 h 2616453"/>
              <a:gd name="csX21" fmla="*/ 368209 w 3124032"/>
              <a:gd name="csY21" fmla="*/ 486027 h 2616453"/>
              <a:gd name="csX22" fmla="*/ 981539 w 3124032"/>
              <a:gd name="csY22" fmla="*/ 15893 h 2616453"/>
              <a:gd name="csX0" fmla="*/ 981539 w 3124032"/>
              <a:gd name="csY0" fmla="*/ 15893 h 2616453"/>
              <a:gd name="csX1" fmla="*/ 2133509 w 3124032"/>
              <a:gd name="csY1" fmla="*/ 187576 h 2616453"/>
              <a:gd name="csX2" fmla="*/ 2938155 w 3124032"/>
              <a:gd name="csY2" fmla="*/ 837373 h 2616453"/>
              <a:gd name="csX3" fmla="*/ 2692309 w 3124032"/>
              <a:gd name="csY3" fmla="*/ 1146426 h 2616453"/>
              <a:gd name="csX4" fmla="*/ 2481690 w 3124032"/>
              <a:gd name="csY4" fmla="*/ 1133600 h 2616453"/>
              <a:gd name="csX5" fmla="*/ 2381307 w 3124032"/>
              <a:gd name="csY5" fmla="*/ 1239704 h 2616453"/>
              <a:gd name="csX6" fmla="*/ 2476767 w 3124032"/>
              <a:gd name="csY6" fmla="*/ 1298538 h 2616453"/>
              <a:gd name="csX7" fmla="*/ 2781209 w 3124032"/>
              <a:gd name="csY7" fmla="*/ 1578225 h 2616453"/>
              <a:gd name="csX8" fmla="*/ 2939959 w 3124032"/>
              <a:gd name="csY8" fmla="*/ 1749675 h 2616453"/>
              <a:gd name="csX9" fmla="*/ 2933609 w 3124032"/>
              <a:gd name="csY9" fmla="*/ 1914775 h 2616453"/>
              <a:gd name="csX10" fmla="*/ 2838359 w 3124032"/>
              <a:gd name="csY10" fmla="*/ 2244975 h 2616453"/>
              <a:gd name="csX11" fmla="*/ 3090220 w 3124032"/>
              <a:gd name="csY11" fmla="*/ 2584032 h 2616453"/>
              <a:gd name="csX12" fmla="*/ 2013217 w 3124032"/>
              <a:gd name="csY12" fmla="*/ 2536026 h 2616453"/>
              <a:gd name="csX13" fmla="*/ 2075107 w 3124032"/>
              <a:gd name="csY13" fmla="*/ 1994630 h 2616453"/>
              <a:gd name="csX14" fmla="*/ 2068326 w 3124032"/>
              <a:gd name="csY14" fmla="*/ 1933592 h 2616453"/>
              <a:gd name="csX15" fmla="*/ 2003965 w 3124032"/>
              <a:gd name="csY15" fmla="*/ 1975587 h 2616453"/>
              <a:gd name="csX16" fmla="*/ 1771559 w 3124032"/>
              <a:gd name="csY16" fmla="*/ 1851277 h 2616453"/>
              <a:gd name="csX17" fmla="*/ 1368889 w 3124032"/>
              <a:gd name="csY17" fmla="*/ 2084303 h 2616453"/>
              <a:gd name="csX18" fmla="*/ 819059 w 3124032"/>
              <a:gd name="csY18" fmla="*/ 2200527 h 2616453"/>
              <a:gd name="csX19" fmla="*/ 488860 w 3124032"/>
              <a:gd name="csY19" fmla="*/ 1952877 h 2616453"/>
              <a:gd name="csX20" fmla="*/ 215810 w 3124032"/>
              <a:gd name="csY20" fmla="*/ 1590927 h 2616453"/>
              <a:gd name="csX21" fmla="*/ 2823 w 3124032"/>
              <a:gd name="csY21" fmla="*/ 1046923 h 2616453"/>
              <a:gd name="csX22" fmla="*/ 368209 w 3124032"/>
              <a:gd name="csY22" fmla="*/ 486027 h 2616453"/>
              <a:gd name="csX23" fmla="*/ 981539 w 3124032"/>
              <a:gd name="csY23" fmla="*/ 15893 h 2616453"/>
              <a:gd name="csX0" fmla="*/ 981539 w 3124032"/>
              <a:gd name="csY0" fmla="*/ 15893 h 2616453"/>
              <a:gd name="csX1" fmla="*/ 2133509 w 3124032"/>
              <a:gd name="csY1" fmla="*/ 187576 h 2616453"/>
              <a:gd name="csX2" fmla="*/ 2938155 w 3124032"/>
              <a:gd name="csY2" fmla="*/ 837373 h 2616453"/>
              <a:gd name="csX3" fmla="*/ 2692309 w 3124032"/>
              <a:gd name="csY3" fmla="*/ 1146426 h 2616453"/>
              <a:gd name="csX4" fmla="*/ 2481690 w 3124032"/>
              <a:gd name="csY4" fmla="*/ 1133600 h 2616453"/>
              <a:gd name="csX5" fmla="*/ 2381307 w 3124032"/>
              <a:gd name="csY5" fmla="*/ 1239704 h 2616453"/>
              <a:gd name="csX6" fmla="*/ 2476767 w 3124032"/>
              <a:gd name="csY6" fmla="*/ 1298538 h 2616453"/>
              <a:gd name="csX7" fmla="*/ 2781209 w 3124032"/>
              <a:gd name="csY7" fmla="*/ 1578225 h 2616453"/>
              <a:gd name="csX8" fmla="*/ 2939959 w 3124032"/>
              <a:gd name="csY8" fmla="*/ 1749675 h 2616453"/>
              <a:gd name="csX9" fmla="*/ 2933609 w 3124032"/>
              <a:gd name="csY9" fmla="*/ 1914775 h 2616453"/>
              <a:gd name="csX10" fmla="*/ 2838359 w 3124032"/>
              <a:gd name="csY10" fmla="*/ 2244975 h 2616453"/>
              <a:gd name="csX11" fmla="*/ 3090220 w 3124032"/>
              <a:gd name="csY11" fmla="*/ 2584032 h 2616453"/>
              <a:gd name="csX12" fmla="*/ 2013217 w 3124032"/>
              <a:gd name="csY12" fmla="*/ 2536026 h 2616453"/>
              <a:gd name="csX13" fmla="*/ 2075107 w 3124032"/>
              <a:gd name="csY13" fmla="*/ 1994630 h 2616453"/>
              <a:gd name="csX14" fmla="*/ 2068326 w 3124032"/>
              <a:gd name="csY14" fmla="*/ 1933592 h 2616453"/>
              <a:gd name="csX15" fmla="*/ 1896015 w 3124032"/>
              <a:gd name="csY15" fmla="*/ 1975587 h 2616453"/>
              <a:gd name="csX16" fmla="*/ 1771559 w 3124032"/>
              <a:gd name="csY16" fmla="*/ 1851277 h 2616453"/>
              <a:gd name="csX17" fmla="*/ 1368889 w 3124032"/>
              <a:gd name="csY17" fmla="*/ 2084303 h 2616453"/>
              <a:gd name="csX18" fmla="*/ 819059 w 3124032"/>
              <a:gd name="csY18" fmla="*/ 2200527 h 2616453"/>
              <a:gd name="csX19" fmla="*/ 488860 w 3124032"/>
              <a:gd name="csY19" fmla="*/ 1952877 h 2616453"/>
              <a:gd name="csX20" fmla="*/ 215810 w 3124032"/>
              <a:gd name="csY20" fmla="*/ 1590927 h 2616453"/>
              <a:gd name="csX21" fmla="*/ 2823 w 3124032"/>
              <a:gd name="csY21" fmla="*/ 1046923 h 2616453"/>
              <a:gd name="csX22" fmla="*/ 368209 w 3124032"/>
              <a:gd name="csY22" fmla="*/ 486027 h 2616453"/>
              <a:gd name="csX23" fmla="*/ 981539 w 3124032"/>
              <a:gd name="csY23" fmla="*/ 15893 h 2616453"/>
              <a:gd name="csX0" fmla="*/ 981539 w 3124032"/>
              <a:gd name="csY0" fmla="*/ 15893 h 2607449"/>
              <a:gd name="csX1" fmla="*/ 2133509 w 3124032"/>
              <a:gd name="csY1" fmla="*/ 187576 h 2607449"/>
              <a:gd name="csX2" fmla="*/ 2938155 w 3124032"/>
              <a:gd name="csY2" fmla="*/ 837373 h 2607449"/>
              <a:gd name="csX3" fmla="*/ 2692309 w 3124032"/>
              <a:gd name="csY3" fmla="*/ 1146426 h 2607449"/>
              <a:gd name="csX4" fmla="*/ 2481690 w 3124032"/>
              <a:gd name="csY4" fmla="*/ 1133600 h 2607449"/>
              <a:gd name="csX5" fmla="*/ 2381307 w 3124032"/>
              <a:gd name="csY5" fmla="*/ 1239704 h 2607449"/>
              <a:gd name="csX6" fmla="*/ 2476767 w 3124032"/>
              <a:gd name="csY6" fmla="*/ 1298538 h 2607449"/>
              <a:gd name="csX7" fmla="*/ 2781209 w 3124032"/>
              <a:gd name="csY7" fmla="*/ 1578225 h 2607449"/>
              <a:gd name="csX8" fmla="*/ 2939959 w 3124032"/>
              <a:gd name="csY8" fmla="*/ 1749675 h 2607449"/>
              <a:gd name="csX9" fmla="*/ 2933609 w 3124032"/>
              <a:gd name="csY9" fmla="*/ 1914775 h 2607449"/>
              <a:gd name="csX10" fmla="*/ 2838359 w 3124032"/>
              <a:gd name="csY10" fmla="*/ 2244975 h 2607449"/>
              <a:gd name="csX11" fmla="*/ 3090220 w 3124032"/>
              <a:gd name="csY11" fmla="*/ 2584032 h 2607449"/>
              <a:gd name="csX12" fmla="*/ 2013217 w 3124032"/>
              <a:gd name="csY12" fmla="*/ 2536026 h 2607449"/>
              <a:gd name="csX13" fmla="*/ 2138607 w 3124032"/>
              <a:gd name="csY13" fmla="*/ 2197830 h 2607449"/>
              <a:gd name="csX14" fmla="*/ 2068326 w 3124032"/>
              <a:gd name="csY14" fmla="*/ 1933592 h 2607449"/>
              <a:gd name="csX15" fmla="*/ 1896015 w 3124032"/>
              <a:gd name="csY15" fmla="*/ 1975587 h 2607449"/>
              <a:gd name="csX16" fmla="*/ 1771559 w 3124032"/>
              <a:gd name="csY16" fmla="*/ 1851277 h 2607449"/>
              <a:gd name="csX17" fmla="*/ 1368889 w 3124032"/>
              <a:gd name="csY17" fmla="*/ 2084303 h 2607449"/>
              <a:gd name="csX18" fmla="*/ 819059 w 3124032"/>
              <a:gd name="csY18" fmla="*/ 2200527 h 2607449"/>
              <a:gd name="csX19" fmla="*/ 488860 w 3124032"/>
              <a:gd name="csY19" fmla="*/ 1952877 h 2607449"/>
              <a:gd name="csX20" fmla="*/ 215810 w 3124032"/>
              <a:gd name="csY20" fmla="*/ 1590927 h 2607449"/>
              <a:gd name="csX21" fmla="*/ 2823 w 3124032"/>
              <a:gd name="csY21" fmla="*/ 1046923 h 2607449"/>
              <a:gd name="csX22" fmla="*/ 368209 w 3124032"/>
              <a:gd name="csY22" fmla="*/ 486027 h 2607449"/>
              <a:gd name="csX23" fmla="*/ 981539 w 3124032"/>
              <a:gd name="csY23" fmla="*/ 15893 h 2607449"/>
              <a:gd name="csX0" fmla="*/ 981539 w 3124032"/>
              <a:gd name="csY0" fmla="*/ 15893 h 2607449"/>
              <a:gd name="csX1" fmla="*/ 2133509 w 3124032"/>
              <a:gd name="csY1" fmla="*/ 187576 h 2607449"/>
              <a:gd name="csX2" fmla="*/ 2938155 w 3124032"/>
              <a:gd name="csY2" fmla="*/ 837373 h 2607449"/>
              <a:gd name="csX3" fmla="*/ 2692309 w 3124032"/>
              <a:gd name="csY3" fmla="*/ 1146426 h 2607449"/>
              <a:gd name="csX4" fmla="*/ 2481690 w 3124032"/>
              <a:gd name="csY4" fmla="*/ 1133600 h 2607449"/>
              <a:gd name="csX5" fmla="*/ 2381307 w 3124032"/>
              <a:gd name="csY5" fmla="*/ 1239704 h 2607449"/>
              <a:gd name="csX6" fmla="*/ 2476767 w 3124032"/>
              <a:gd name="csY6" fmla="*/ 1298538 h 2607449"/>
              <a:gd name="csX7" fmla="*/ 2781209 w 3124032"/>
              <a:gd name="csY7" fmla="*/ 1578225 h 2607449"/>
              <a:gd name="csX8" fmla="*/ 2939959 w 3124032"/>
              <a:gd name="csY8" fmla="*/ 1749675 h 2607449"/>
              <a:gd name="csX9" fmla="*/ 2933609 w 3124032"/>
              <a:gd name="csY9" fmla="*/ 1914775 h 2607449"/>
              <a:gd name="csX10" fmla="*/ 2838359 w 3124032"/>
              <a:gd name="csY10" fmla="*/ 2244975 h 2607449"/>
              <a:gd name="csX11" fmla="*/ 3090220 w 3124032"/>
              <a:gd name="csY11" fmla="*/ 2584032 h 2607449"/>
              <a:gd name="csX12" fmla="*/ 2013217 w 3124032"/>
              <a:gd name="csY12" fmla="*/ 2536026 h 2607449"/>
              <a:gd name="csX13" fmla="*/ 2138607 w 3124032"/>
              <a:gd name="csY13" fmla="*/ 2197830 h 2607449"/>
              <a:gd name="csX14" fmla="*/ 1896015 w 3124032"/>
              <a:gd name="csY14" fmla="*/ 1975587 h 2607449"/>
              <a:gd name="csX15" fmla="*/ 1771559 w 3124032"/>
              <a:gd name="csY15" fmla="*/ 1851277 h 2607449"/>
              <a:gd name="csX16" fmla="*/ 1368889 w 3124032"/>
              <a:gd name="csY16" fmla="*/ 2084303 h 2607449"/>
              <a:gd name="csX17" fmla="*/ 819059 w 3124032"/>
              <a:gd name="csY17" fmla="*/ 2200527 h 2607449"/>
              <a:gd name="csX18" fmla="*/ 488860 w 3124032"/>
              <a:gd name="csY18" fmla="*/ 1952877 h 2607449"/>
              <a:gd name="csX19" fmla="*/ 215810 w 3124032"/>
              <a:gd name="csY19" fmla="*/ 1590927 h 2607449"/>
              <a:gd name="csX20" fmla="*/ 2823 w 3124032"/>
              <a:gd name="csY20" fmla="*/ 1046923 h 2607449"/>
              <a:gd name="csX21" fmla="*/ 368209 w 3124032"/>
              <a:gd name="csY21" fmla="*/ 486027 h 2607449"/>
              <a:gd name="csX22" fmla="*/ 981539 w 3124032"/>
              <a:gd name="csY22" fmla="*/ 15893 h 2607449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938155 w 3124032"/>
              <a:gd name="csY2" fmla="*/ 883010 h 2653086"/>
              <a:gd name="csX3" fmla="*/ 2692309 w 3124032"/>
              <a:gd name="csY3" fmla="*/ 1192063 h 2653086"/>
              <a:gd name="csX4" fmla="*/ 2481690 w 3124032"/>
              <a:gd name="csY4" fmla="*/ 1179237 h 2653086"/>
              <a:gd name="csX5" fmla="*/ 2381307 w 3124032"/>
              <a:gd name="csY5" fmla="*/ 1285341 h 2653086"/>
              <a:gd name="csX6" fmla="*/ 2476767 w 3124032"/>
              <a:gd name="csY6" fmla="*/ 1344175 h 2653086"/>
              <a:gd name="csX7" fmla="*/ 2781209 w 3124032"/>
              <a:gd name="csY7" fmla="*/ 1623862 h 2653086"/>
              <a:gd name="csX8" fmla="*/ 2939959 w 3124032"/>
              <a:gd name="csY8" fmla="*/ 1795312 h 2653086"/>
              <a:gd name="csX9" fmla="*/ 2933609 w 3124032"/>
              <a:gd name="csY9" fmla="*/ 1960412 h 2653086"/>
              <a:gd name="csX10" fmla="*/ 2838359 w 3124032"/>
              <a:gd name="csY10" fmla="*/ 2290612 h 2653086"/>
              <a:gd name="csX11" fmla="*/ 3090220 w 3124032"/>
              <a:gd name="csY11" fmla="*/ 2629669 h 2653086"/>
              <a:gd name="csX12" fmla="*/ 2013217 w 3124032"/>
              <a:gd name="csY12" fmla="*/ 2581663 h 2653086"/>
              <a:gd name="csX13" fmla="*/ 2138607 w 3124032"/>
              <a:gd name="csY13" fmla="*/ 2243467 h 2653086"/>
              <a:gd name="csX14" fmla="*/ 1896015 w 3124032"/>
              <a:gd name="csY14" fmla="*/ 2021224 h 2653086"/>
              <a:gd name="csX15" fmla="*/ 1771559 w 3124032"/>
              <a:gd name="csY15" fmla="*/ 1896914 h 2653086"/>
              <a:gd name="csX16" fmla="*/ 1368889 w 3124032"/>
              <a:gd name="csY16" fmla="*/ 2129940 h 2653086"/>
              <a:gd name="csX17" fmla="*/ 819059 w 3124032"/>
              <a:gd name="csY17" fmla="*/ 2246164 h 2653086"/>
              <a:gd name="csX18" fmla="*/ 488860 w 3124032"/>
              <a:gd name="csY18" fmla="*/ 1998514 h 2653086"/>
              <a:gd name="csX19" fmla="*/ 215810 w 3124032"/>
              <a:gd name="csY19" fmla="*/ 1636564 h 2653086"/>
              <a:gd name="csX20" fmla="*/ 2823 w 3124032"/>
              <a:gd name="csY20" fmla="*/ 1092560 h 2653086"/>
              <a:gd name="csX21" fmla="*/ 368209 w 3124032"/>
              <a:gd name="csY21" fmla="*/ 531664 h 2653086"/>
              <a:gd name="csX22" fmla="*/ 981539 w 3124032"/>
              <a:gd name="csY22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938155 w 3124032"/>
              <a:gd name="csY2" fmla="*/ 883010 h 2653086"/>
              <a:gd name="csX3" fmla="*/ 2692309 w 3124032"/>
              <a:gd name="csY3" fmla="*/ 1192063 h 2653086"/>
              <a:gd name="csX4" fmla="*/ 2481690 w 3124032"/>
              <a:gd name="csY4" fmla="*/ 1179237 h 2653086"/>
              <a:gd name="csX5" fmla="*/ 2381307 w 3124032"/>
              <a:gd name="csY5" fmla="*/ 1285341 h 2653086"/>
              <a:gd name="csX6" fmla="*/ 2476767 w 3124032"/>
              <a:gd name="csY6" fmla="*/ 1344175 h 2653086"/>
              <a:gd name="csX7" fmla="*/ 2781209 w 3124032"/>
              <a:gd name="csY7" fmla="*/ 1623862 h 2653086"/>
              <a:gd name="csX8" fmla="*/ 2939959 w 3124032"/>
              <a:gd name="csY8" fmla="*/ 1795312 h 2653086"/>
              <a:gd name="csX9" fmla="*/ 2933609 w 3124032"/>
              <a:gd name="csY9" fmla="*/ 1960412 h 2653086"/>
              <a:gd name="csX10" fmla="*/ 2838359 w 3124032"/>
              <a:gd name="csY10" fmla="*/ 2290612 h 2653086"/>
              <a:gd name="csX11" fmla="*/ 3090220 w 3124032"/>
              <a:gd name="csY11" fmla="*/ 2629669 h 2653086"/>
              <a:gd name="csX12" fmla="*/ 2013217 w 3124032"/>
              <a:gd name="csY12" fmla="*/ 2581663 h 2653086"/>
              <a:gd name="csX13" fmla="*/ 2138607 w 3124032"/>
              <a:gd name="csY13" fmla="*/ 2243467 h 2653086"/>
              <a:gd name="csX14" fmla="*/ 1896015 w 3124032"/>
              <a:gd name="csY14" fmla="*/ 2021224 h 2653086"/>
              <a:gd name="csX15" fmla="*/ 1771559 w 3124032"/>
              <a:gd name="csY15" fmla="*/ 1896914 h 2653086"/>
              <a:gd name="csX16" fmla="*/ 1368889 w 3124032"/>
              <a:gd name="csY16" fmla="*/ 2129940 h 2653086"/>
              <a:gd name="csX17" fmla="*/ 819059 w 3124032"/>
              <a:gd name="csY17" fmla="*/ 2246164 h 2653086"/>
              <a:gd name="csX18" fmla="*/ 488860 w 3124032"/>
              <a:gd name="csY18" fmla="*/ 1998514 h 2653086"/>
              <a:gd name="csX19" fmla="*/ 215810 w 3124032"/>
              <a:gd name="csY19" fmla="*/ 1636564 h 2653086"/>
              <a:gd name="csX20" fmla="*/ 2823 w 3124032"/>
              <a:gd name="csY20" fmla="*/ 1092560 h 2653086"/>
              <a:gd name="csX21" fmla="*/ 368209 w 3124032"/>
              <a:gd name="csY21" fmla="*/ 531664 h 2653086"/>
              <a:gd name="csX22" fmla="*/ 981539 w 3124032"/>
              <a:gd name="csY22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938155 w 3124032"/>
              <a:gd name="csY2" fmla="*/ 883010 h 2653086"/>
              <a:gd name="csX3" fmla="*/ 2692309 w 3124032"/>
              <a:gd name="csY3" fmla="*/ 1192063 h 2653086"/>
              <a:gd name="csX4" fmla="*/ 2481690 w 3124032"/>
              <a:gd name="csY4" fmla="*/ 1179237 h 2653086"/>
              <a:gd name="csX5" fmla="*/ 2381307 w 3124032"/>
              <a:gd name="csY5" fmla="*/ 1285341 h 2653086"/>
              <a:gd name="csX6" fmla="*/ 2476767 w 3124032"/>
              <a:gd name="csY6" fmla="*/ 1344175 h 2653086"/>
              <a:gd name="csX7" fmla="*/ 2781209 w 3124032"/>
              <a:gd name="csY7" fmla="*/ 1623862 h 2653086"/>
              <a:gd name="csX8" fmla="*/ 2939959 w 3124032"/>
              <a:gd name="csY8" fmla="*/ 1795312 h 2653086"/>
              <a:gd name="csX9" fmla="*/ 2933609 w 3124032"/>
              <a:gd name="csY9" fmla="*/ 1960412 h 2653086"/>
              <a:gd name="csX10" fmla="*/ 2838359 w 3124032"/>
              <a:gd name="csY10" fmla="*/ 2290612 h 2653086"/>
              <a:gd name="csX11" fmla="*/ 3090220 w 3124032"/>
              <a:gd name="csY11" fmla="*/ 2629669 h 2653086"/>
              <a:gd name="csX12" fmla="*/ 2013217 w 3124032"/>
              <a:gd name="csY12" fmla="*/ 2581663 h 2653086"/>
              <a:gd name="csX13" fmla="*/ 2138607 w 3124032"/>
              <a:gd name="csY13" fmla="*/ 2243467 h 2653086"/>
              <a:gd name="csX14" fmla="*/ 1896015 w 3124032"/>
              <a:gd name="csY14" fmla="*/ 2021224 h 2653086"/>
              <a:gd name="csX15" fmla="*/ 1771559 w 3124032"/>
              <a:gd name="csY15" fmla="*/ 1896914 h 2653086"/>
              <a:gd name="csX16" fmla="*/ 1368889 w 3124032"/>
              <a:gd name="csY16" fmla="*/ 2129940 h 2653086"/>
              <a:gd name="csX17" fmla="*/ 819059 w 3124032"/>
              <a:gd name="csY17" fmla="*/ 2246164 h 2653086"/>
              <a:gd name="csX18" fmla="*/ 488860 w 3124032"/>
              <a:gd name="csY18" fmla="*/ 1998514 h 2653086"/>
              <a:gd name="csX19" fmla="*/ 215810 w 3124032"/>
              <a:gd name="csY19" fmla="*/ 1636564 h 2653086"/>
              <a:gd name="csX20" fmla="*/ 2823 w 3124032"/>
              <a:gd name="csY20" fmla="*/ 1092560 h 2653086"/>
              <a:gd name="csX21" fmla="*/ 368209 w 3124032"/>
              <a:gd name="csY21" fmla="*/ 531664 h 2653086"/>
              <a:gd name="csX22" fmla="*/ 981539 w 3124032"/>
              <a:gd name="csY22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2309 w 3124032"/>
              <a:gd name="csY4" fmla="*/ 1192063 h 2653086"/>
              <a:gd name="csX5" fmla="*/ 2481690 w 3124032"/>
              <a:gd name="csY5" fmla="*/ 1179237 h 2653086"/>
              <a:gd name="csX6" fmla="*/ 2381307 w 3124032"/>
              <a:gd name="csY6" fmla="*/ 1285341 h 2653086"/>
              <a:gd name="csX7" fmla="*/ 2476767 w 3124032"/>
              <a:gd name="csY7" fmla="*/ 134417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2309 w 3124032"/>
              <a:gd name="csY4" fmla="*/ 1192063 h 2653086"/>
              <a:gd name="csX5" fmla="*/ 2481690 w 3124032"/>
              <a:gd name="csY5" fmla="*/ 1179237 h 2653086"/>
              <a:gd name="csX6" fmla="*/ 2381307 w 3124032"/>
              <a:gd name="csY6" fmla="*/ 1285341 h 2653086"/>
              <a:gd name="csX7" fmla="*/ 2476767 w 3124032"/>
              <a:gd name="csY7" fmla="*/ 134417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2309 w 3124032"/>
              <a:gd name="csY4" fmla="*/ 1192063 h 2653086"/>
              <a:gd name="csX5" fmla="*/ 2481690 w 3124032"/>
              <a:gd name="csY5" fmla="*/ 1179237 h 2653086"/>
              <a:gd name="csX6" fmla="*/ 2381307 w 3124032"/>
              <a:gd name="csY6" fmla="*/ 1285341 h 2653086"/>
              <a:gd name="csX7" fmla="*/ 2476767 w 3124032"/>
              <a:gd name="csY7" fmla="*/ 134417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2309 w 3124032"/>
              <a:gd name="csY4" fmla="*/ 1192063 h 2653086"/>
              <a:gd name="csX5" fmla="*/ 2481690 w 3124032"/>
              <a:gd name="csY5" fmla="*/ 1179237 h 2653086"/>
              <a:gd name="csX6" fmla="*/ 2381307 w 3124032"/>
              <a:gd name="csY6" fmla="*/ 1285341 h 2653086"/>
              <a:gd name="csX7" fmla="*/ 2476767 w 3124032"/>
              <a:gd name="csY7" fmla="*/ 134417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8659 w 3124032"/>
              <a:gd name="csY4" fmla="*/ 1211113 h 2653086"/>
              <a:gd name="csX5" fmla="*/ 2481690 w 3124032"/>
              <a:gd name="csY5" fmla="*/ 1179237 h 2653086"/>
              <a:gd name="csX6" fmla="*/ 2381307 w 3124032"/>
              <a:gd name="csY6" fmla="*/ 1285341 h 2653086"/>
              <a:gd name="csX7" fmla="*/ 2476767 w 3124032"/>
              <a:gd name="csY7" fmla="*/ 134417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8659 w 3124032"/>
              <a:gd name="csY4" fmla="*/ 1211113 h 2653086"/>
              <a:gd name="csX5" fmla="*/ 2481690 w 3124032"/>
              <a:gd name="csY5" fmla="*/ 1179237 h 2653086"/>
              <a:gd name="csX6" fmla="*/ 2381307 w 3124032"/>
              <a:gd name="csY6" fmla="*/ 1285341 h 2653086"/>
              <a:gd name="csX7" fmla="*/ 2476767 w 3124032"/>
              <a:gd name="csY7" fmla="*/ 134417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8659 w 3124032"/>
              <a:gd name="csY4" fmla="*/ 1211113 h 2653086"/>
              <a:gd name="csX5" fmla="*/ 2481690 w 3124032"/>
              <a:gd name="csY5" fmla="*/ 1179237 h 2653086"/>
              <a:gd name="csX6" fmla="*/ 2381307 w 3124032"/>
              <a:gd name="csY6" fmla="*/ 1323441 h 2653086"/>
              <a:gd name="csX7" fmla="*/ 2476767 w 3124032"/>
              <a:gd name="csY7" fmla="*/ 134417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8659 w 3124032"/>
              <a:gd name="csY4" fmla="*/ 1211113 h 2653086"/>
              <a:gd name="csX5" fmla="*/ 2481690 w 3124032"/>
              <a:gd name="csY5" fmla="*/ 1179237 h 2653086"/>
              <a:gd name="csX6" fmla="*/ 2381307 w 3124032"/>
              <a:gd name="csY6" fmla="*/ 1323441 h 2653086"/>
              <a:gd name="csX7" fmla="*/ 2546617 w 3124032"/>
              <a:gd name="csY7" fmla="*/ 140132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8659 w 3124032"/>
              <a:gd name="csY4" fmla="*/ 1211113 h 2653086"/>
              <a:gd name="csX5" fmla="*/ 2481690 w 3124032"/>
              <a:gd name="csY5" fmla="*/ 1179237 h 2653086"/>
              <a:gd name="csX6" fmla="*/ 2381307 w 3124032"/>
              <a:gd name="csY6" fmla="*/ 1323441 h 2653086"/>
              <a:gd name="csX7" fmla="*/ 2546617 w 3124032"/>
              <a:gd name="csY7" fmla="*/ 140132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8659 w 3124032"/>
              <a:gd name="csY4" fmla="*/ 1211113 h 2653086"/>
              <a:gd name="csX5" fmla="*/ 2481690 w 3124032"/>
              <a:gd name="csY5" fmla="*/ 1179237 h 2653086"/>
              <a:gd name="csX6" fmla="*/ 2381307 w 3124032"/>
              <a:gd name="csY6" fmla="*/ 1323441 h 2653086"/>
              <a:gd name="csX7" fmla="*/ 2546617 w 3124032"/>
              <a:gd name="csY7" fmla="*/ 140132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8659 w 3124032"/>
              <a:gd name="csY4" fmla="*/ 1211113 h 2653086"/>
              <a:gd name="csX5" fmla="*/ 2481690 w 3124032"/>
              <a:gd name="csY5" fmla="*/ 1179237 h 2653086"/>
              <a:gd name="csX6" fmla="*/ 2381307 w 3124032"/>
              <a:gd name="csY6" fmla="*/ 1323441 h 2653086"/>
              <a:gd name="csX7" fmla="*/ 2546617 w 3124032"/>
              <a:gd name="csY7" fmla="*/ 140132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8659 w 3124032"/>
              <a:gd name="csY4" fmla="*/ 1211113 h 2653086"/>
              <a:gd name="csX5" fmla="*/ 2481690 w 3124032"/>
              <a:gd name="csY5" fmla="*/ 1179237 h 2653086"/>
              <a:gd name="csX6" fmla="*/ 2381307 w 3124032"/>
              <a:gd name="csY6" fmla="*/ 1323441 h 2653086"/>
              <a:gd name="csX7" fmla="*/ 2546617 w 3124032"/>
              <a:gd name="csY7" fmla="*/ 140132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2240"/>
              <a:gd name="csY0" fmla="*/ 61530 h 2653086"/>
              <a:gd name="csX1" fmla="*/ 2133509 w 3122240"/>
              <a:gd name="csY1" fmla="*/ 233213 h 2653086"/>
              <a:gd name="csX2" fmla="*/ 2546259 w 3122240"/>
              <a:gd name="csY2" fmla="*/ 626914 h 2653086"/>
              <a:gd name="csX3" fmla="*/ 2938155 w 3122240"/>
              <a:gd name="csY3" fmla="*/ 883010 h 2653086"/>
              <a:gd name="csX4" fmla="*/ 2698659 w 3122240"/>
              <a:gd name="csY4" fmla="*/ 1211113 h 2653086"/>
              <a:gd name="csX5" fmla="*/ 2481690 w 3122240"/>
              <a:gd name="csY5" fmla="*/ 1179237 h 2653086"/>
              <a:gd name="csX6" fmla="*/ 2381307 w 3122240"/>
              <a:gd name="csY6" fmla="*/ 1323441 h 2653086"/>
              <a:gd name="csX7" fmla="*/ 2546617 w 3122240"/>
              <a:gd name="csY7" fmla="*/ 1401325 h 2653086"/>
              <a:gd name="csX8" fmla="*/ 2781209 w 3122240"/>
              <a:gd name="csY8" fmla="*/ 1623862 h 2653086"/>
              <a:gd name="csX9" fmla="*/ 2939959 w 3122240"/>
              <a:gd name="csY9" fmla="*/ 1795312 h 2653086"/>
              <a:gd name="csX10" fmla="*/ 2933609 w 3122240"/>
              <a:gd name="csY10" fmla="*/ 1960412 h 2653086"/>
              <a:gd name="csX11" fmla="*/ 2838359 w 3122240"/>
              <a:gd name="csY11" fmla="*/ 2290612 h 2653086"/>
              <a:gd name="csX12" fmla="*/ 3090220 w 3122240"/>
              <a:gd name="csY12" fmla="*/ 2629669 h 2653086"/>
              <a:gd name="csX13" fmla="*/ 2013217 w 3122240"/>
              <a:gd name="csY13" fmla="*/ 2581663 h 2653086"/>
              <a:gd name="csX14" fmla="*/ 2138607 w 3122240"/>
              <a:gd name="csY14" fmla="*/ 2243467 h 2653086"/>
              <a:gd name="csX15" fmla="*/ 1896015 w 3122240"/>
              <a:gd name="csY15" fmla="*/ 2021224 h 2653086"/>
              <a:gd name="csX16" fmla="*/ 1771559 w 3122240"/>
              <a:gd name="csY16" fmla="*/ 1896914 h 2653086"/>
              <a:gd name="csX17" fmla="*/ 1368889 w 3122240"/>
              <a:gd name="csY17" fmla="*/ 2129940 h 2653086"/>
              <a:gd name="csX18" fmla="*/ 819059 w 3122240"/>
              <a:gd name="csY18" fmla="*/ 2246164 h 2653086"/>
              <a:gd name="csX19" fmla="*/ 488860 w 3122240"/>
              <a:gd name="csY19" fmla="*/ 1998514 h 2653086"/>
              <a:gd name="csX20" fmla="*/ 215810 w 3122240"/>
              <a:gd name="csY20" fmla="*/ 1636564 h 2653086"/>
              <a:gd name="csX21" fmla="*/ 2823 w 3122240"/>
              <a:gd name="csY21" fmla="*/ 1092560 h 2653086"/>
              <a:gd name="csX22" fmla="*/ 368209 w 3122240"/>
              <a:gd name="csY22" fmla="*/ 531664 h 2653086"/>
              <a:gd name="csX23" fmla="*/ 981539 w 312224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38607 w 3090220"/>
              <a:gd name="csY14" fmla="*/ 2243467 h 2653086"/>
              <a:gd name="csX15" fmla="*/ 1896015 w 3090220"/>
              <a:gd name="csY15" fmla="*/ 2021224 h 2653086"/>
              <a:gd name="csX16" fmla="*/ 1771559 w 3090220"/>
              <a:gd name="csY16" fmla="*/ 1896914 h 2653086"/>
              <a:gd name="csX17" fmla="*/ 1368889 w 3090220"/>
              <a:gd name="csY17" fmla="*/ 2129940 h 2653086"/>
              <a:gd name="csX18" fmla="*/ 819059 w 3090220"/>
              <a:gd name="csY18" fmla="*/ 22461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38607 w 3090220"/>
              <a:gd name="csY14" fmla="*/ 2243467 h 2653086"/>
              <a:gd name="csX15" fmla="*/ 1896015 w 3090220"/>
              <a:gd name="csY15" fmla="*/ 2021224 h 2653086"/>
              <a:gd name="csX16" fmla="*/ 1771559 w 3090220"/>
              <a:gd name="csY16" fmla="*/ 1896914 h 2653086"/>
              <a:gd name="csX17" fmla="*/ 1368889 w 3090220"/>
              <a:gd name="csY17" fmla="*/ 2129940 h 2653086"/>
              <a:gd name="csX18" fmla="*/ 819059 w 3090220"/>
              <a:gd name="csY18" fmla="*/ 22461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71559 w 3090220"/>
              <a:gd name="csY16" fmla="*/ 1896914 h 2653086"/>
              <a:gd name="csX17" fmla="*/ 1368889 w 3090220"/>
              <a:gd name="csY17" fmla="*/ 2129940 h 2653086"/>
              <a:gd name="csX18" fmla="*/ 819059 w 3090220"/>
              <a:gd name="csY18" fmla="*/ 22461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71559 w 3090220"/>
              <a:gd name="csY16" fmla="*/ 1896914 h 2653086"/>
              <a:gd name="csX17" fmla="*/ 1368889 w 3090220"/>
              <a:gd name="csY17" fmla="*/ 2129940 h 2653086"/>
              <a:gd name="csX18" fmla="*/ 819059 w 3090220"/>
              <a:gd name="csY18" fmla="*/ 22461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52509 w 3090220"/>
              <a:gd name="csY16" fmla="*/ 1884214 h 2653086"/>
              <a:gd name="csX17" fmla="*/ 1368889 w 3090220"/>
              <a:gd name="csY17" fmla="*/ 2129940 h 2653086"/>
              <a:gd name="csX18" fmla="*/ 819059 w 3090220"/>
              <a:gd name="csY18" fmla="*/ 22461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52509 w 3090220"/>
              <a:gd name="csY16" fmla="*/ 1884214 h 2653086"/>
              <a:gd name="csX17" fmla="*/ 1349839 w 3090220"/>
              <a:gd name="csY17" fmla="*/ 2117240 h 2653086"/>
              <a:gd name="csX18" fmla="*/ 819059 w 3090220"/>
              <a:gd name="csY18" fmla="*/ 22461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52509 w 3090220"/>
              <a:gd name="csY16" fmla="*/ 1884214 h 2653086"/>
              <a:gd name="csX17" fmla="*/ 1349839 w 3090220"/>
              <a:gd name="csY17" fmla="*/ 2117240 h 2653086"/>
              <a:gd name="csX18" fmla="*/ 819059 w 3090220"/>
              <a:gd name="csY18" fmla="*/ 22461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52509 w 3090220"/>
              <a:gd name="csY16" fmla="*/ 1884214 h 2653086"/>
              <a:gd name="csX17" fmla="*/ 1349839 w 3090220"/>
              <a:gd name="csY17" fmla="*/ 2117240 h 2653086"/>
              <a:gd name="csX18" fmla="*/ 819059 w 3090220"/>
              <a:gd name="csY18" fmla="*/ 22461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52509 w 3090220"/>
              <a:gd name="csY16" fmla="*/ 1884214 h 2653086"/>
              <a:gd name="csX17" fmla="*/ 1349839 w 3090220"/>
              <a:gd name="csY17" fmla="*/ 2117240 h 2653086"/>
              <a:gd name="csX18" fmla="*/ 819059 w 3090220"/>
              <a:gd name="csY18" fmla="*/ 22461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52509 w 3090220"/>
              <a:gd name="csY16" fmla="*/ 1884214 h 2653086"/>
              <a:gd name="csX17" fmla="*/ 1349839 w 3090220"/>
              <a:gd name="csY17" fmla="*/ 2117240 h 2653086"/>
              <a:gd name="csX18" fmla="*/ 761909 w 3090220"/>
              <a:gd name="csY18" fmla="*/ 22715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52509 w 3090220"/>
              <a:gd name="csY16" fmla="*/ 1884214 h 2653086"/>
              <a:gd name="csX17" fmla="*/ 1349839 w 3090220"/>
              <a:gd name="csY17" fmla="*/ 2117240 h 2653086"/>
              <a:gd name="csX18" fmla="*/ 1034959 w 3090220"/>
              <a:gd name="csY18" fmla="*/ 2182664 h 2653086"/>
              <a:gd name="csX19" fmla="*/ 761909 w 3090220"/>
              <a:gd name="csY19" fmla="*/ 2271564 h 2653086"/>
              <a:gd name="csX20" fmla="*/ 488860 w 3090220"/>
              <a:gd name="csY20" fmla="*/ 1998514 h 2653086"/>
              <a:gd name="csX21" fmla="*/ 215810 w 3090220"/>
              <a:gd name="csY21" fmla="*/ 1636564 h 2653086"/>
              <a:gd name="csX22" fmla="*/ 2823 w 3090220"/>
              <a:gd name="csY22" fmla="*/ 1092560 h 2653086"/>
              <a:gd name="csX23" fmla="*/ 368209 w 3090220"/>
              <a:gd name="csY23" fmla="*/ 531664 h 2653086"/>
              <a:gd name="csX24" fmla="*/ 981539 w 3090220"/>
              <a:gd name="csY24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52509 w 3090220"/>
              <a:gd name="csY16" fmla="*/ 1884214 h 2653086"/>
              <a:gd name="csX17" fmla="*/ 1349839 w 3090220"/>
              <a:gd name="csY17" fmla="*/ 2117240 h 2653086"/>
              <a:gd name="csX18" fmla="*/ 1034959 w 3090220"/>
              <a:gd name="csY18" fmla="*/ 2182664 h 2653086"/>
              <a:gd name="csX19" fmla="*/ 761909 w 3090220"/>
              <a:gd name="csY19" fmla="*/ 2271564 h 2653086"/>
              <a:gd name="csX20" fmla="*/ 495210 w 3090220"/>
              <a:gd name="csY20" fmla="*/ 2023914 h 2653086"/>
              <a:gd name="csX21" fmla="*/ 215810 w 3090220"/>
              <a:gd name="csY21" fmla="*/ 1636564 h 2653086"/>
              <a:gd name="csX22" fmla="*/ 2823 w 3090220"/>
              <a:gd name="csY22" fmla="*/ 1092560 h 2653086"/>
              <a:gd name="csX23" fmla="*/ 368209 w 3090220"/>
              <a:gd name="csY23" fmla="*/ 531664 h 2653086"/>
              <a:gd name="csX24" fmla="*/ 981539 w 3090220"/>
              <a:gd name="csY24" fmla="*/ 61530 h 2653086"/>
              <a:gd name="csX0" fmla="*/ 988663 w 3097344"/>
              <a:gd name="csY0" fmla="*/ 61530 h 2653086"/>
              <a:gd name="csX1" fmla="*/ 2140633 w 3097344"/>
              <a:gd name="csY1" fmla="*/ 233213 h 2653086"/>
              <a:gd name="csX2" fmla="*/ 2553383 w 3097344"/>
              <a:gd name="csY2" fmla="*/ 626914 h 2653086"/>
              <a:gd name="csX3" fmla="*/ 2945279 w 3097344"/>
              <a:gd name="csY3" fmla="*/ 883010 h 2653086"/>
              <a:gd name="csX4" fmla="*/ 2705783 w 3097344"/>
              <a:gd name="csY4" fmla="*/ 1211113 h 2653086"/>
              <a:gd name="csX5" fmla="*/ 2488814 w 3097344"/>
              <a:gd name="csY5" fmla="*/ 1179237 h 2653086"/>
              <a:gd name="csX6" fmla="*/ 2388431 w 3097344"/>
              <a:gd name="csY6" fmla="*/ 1323441 h 2653086"/>
              <a:gd name="csX7" fmla="*/ 2553741 w 3097344"/>
              <a:gd name="csY7" fmla="*/ 1401325 h 2653086"/>
              <a:gd name="csX8" fmla="*/ 2788333 w 3097344"/>
              <a:gd name="csY8" fmla="*/ 1623862 h 2653086"/>
              <a:gd name="csX9" fmla="*/ 2947083 w 3097344"/>
              <a:gd name="csY9" fmla="*/ 1795312 h 2653086"/>
              <a:gd name="csX10" fmla="*/ 2940733 w 3097344"/>
              <a:gd name="csY10" fmla="*/ 1960412 h 2653086"/>
              <a:gd name="csX11" fmla="*/ 2845483 w 3097344"/>
              <a:gd name="csY11" fmla="*/ 2290612 h 2653086"/>
              <a:gd name="csX12" fmla="*/ 3097344 w 3097344"/>
              <a:gd name="csY12" fmla="*/ 2629669 h 2653086"/>
              <a:gd name="csX13" fmla="*/ 2020341 w 3097344"/>
              <a:gd name="csY13" fmla="*/ 2581663 h 2653086"/>
              <a:gd name="csX14" fmla="*/ 2107631 w 3097344"/>
              <a:gd name="csY14" fmla="*/ 2243467 h 2653086"/>
              <a:gd name="csX15" fmla="*/ 1903139 w 3097344"/>
              <a:gd name="csY15" fmla="*/ 2021224 h 2653086"/>
              <a:gd name="csX16" fmla="*/ 1759633 w 3097344"/>
              <a:gd name="csY16" fmla="*/ 1884214 h 2653086"/>
              <a:gd name="csX17" fmla="*/ 1356963 w 3097344"/>
              <a:gd name="csY17" fmla="*/ 2117240 h 2653086"/>
              <a:gd name="csX18" fmla="*/ 1042083 w 3097344"/>
              <a:gd name="csY18" fmla="*/ 2182664 h 2653086"/>
              <a:gd name="csX19" fmla="*/ 769033 w 3097344"/>
              <a:gd name="csY19" fmla="*/ 2271564 h 2653086"/>
              <a:gd name="csX20" fmla="*/ 502334 w 3097344"/>
              <a:gd name="csY20" fmla="*/ 2023914 h 2653086"/>
              <a:gd name="csX21" fmla="*/ 140384 w 3097344"/>
              <a:gd name="csY21" fmla="*/ 1573064 h 2653086"/>
              <a:gd name="csX22" fmla="*/ 9947 w 3097344"/>
              <a:gd name="csY22" fmla="*/ 1092560 h 2653086"/>
              <a:gd name="csX23" fmla="*/ 375333 w 3097344"/>
              <a:gd name="csY23" fmla="*/ 531664 h 2653086"/>
              <a:gd name="csX24" fmla="*/ 988663 w 3097344"/>
              <a:gd name="csY24" fmla="*/ 61530 h 2653086"/>
              <a:gd name="csX0" fmla="*/ 992414 w 3101095"/>
              <a:gd name="csY0" fmla="*/ 61530 h 2653086"/>
              <a:gd name="csX1" fmla="*/ 2144384 w 3101095"/>
              <a:gd name="csY1" fmla="*/ 233213 h 2653086"/>
              <a:gd name="csX2" fmla="*/ 2557134 w 3101095"/>
              <a:gd name="csY2" fmla="*/ 626914 h 2653086"/>
              <a:gd name="csX3" fmla="*/ 2949030 w 3101095"/>
              <a:gd name="csY3" fmla="*/ 883010 h 2653086"/>
              <a:gd name="csX4" fmla="*/ 2709534 w 3101095"/>
              <a:gd name="csY4" fmla="*/ 1211113 h 2653086"/>
              <a:gd name="csX5" fmla="*/ 2492565 w 3101095"/>
              <a:gd name="csY5" fmla="*/ 1179237 h 2653086"/>
              <a:gd name="csX6" fmla="*/ 2392182 w 3101095"/>
              <a:gd name="csY6" fmla="*/ 1323441 h 2653086"/>
              <a:gd name="csX7" fmla="*/ 2557492 w 3101095"/>
              <a:gd name="csY7" fmla="*/ 1401325 h 2653086"/>
              <a:gd name="csX8" fmla="*/ 2792084 w 3101095"/>
              <a:gd name="csY8" fmla="*/ 1623862 h 2653086"/>
              <a:gd name="csX9" fmla="*/ 2950834 w 3101095"/>
              <a:gd name="csY9" fmla="*/ 1795312 h 2653086"/>
              <a:gd name="csX10" fmla="*/ 2944484 w 3101095"/>
              <a:gd name="csY10" fmla="*/ 1960412 h 2653086"/>
              <a:gd name="csX11" fmla="*/ 2849234 w 3101095"/>
              <a:gd name="csY11" fmla="*/ 2290612 h 2653086"/>
              <a:gd name="csX12" fmla="*/ 3101095 w 3101095"/>
              <a:gd name="csY12" fmla="*/ 2629669 h 2653086"/>
              <a:gd name="csX13" fmla="*/ 2024092 w 3101095"/>
              <a:gd name="csY13" fmla="*/ 2581663 h 2653086"/>
              <a:gd name="csX14" fmla="*/ 2111382 w 3101095"/>
              <a:gd name="csY14" fmla="*/ 2243467 h 2653086"/>
              <a:gd name="csX15" fmla="*/ 1906890 w 3101095"/>
              <a:gd name="csY15" fmla="*/ 2021224 h 2653086"/>
              <a:gd name="csX16" fmla="*/ 1763384 w 3101095"/>
              <a:gd name="csY16" fmla="*/ 1884214 h 2653086"/>
              <a:gd name="csX17" fmla="*/ 1360714 w 3101095"/>
              <a:gd name="csY17" fmla="*/ 2117240 h 2653086"/>
              <a:gd name="csX18" fmla="*/ 1045834 w 3101095"/>
              <a:gd name="csY18" fmla="*/ 2182664 h 2653086"/>
              <a:gd name="csX19" fmla="*/ 772784 w 3101095"/>
              <a:gd name="csY19" fmla="*/ 2271564 h 2653086"/>
              <a:gd name="csX20" fmla="*/ 506085 w 3101095"/>
              <a:gd name="csY20" fmla="*/ 2023914 h 2653086"/>
              <a:gd name="csX21" fmla="*/ 144135 w 3101095"/>
              <a:gd name="csY21" fmla="*/ 1573064 h 2653086"/>
              <a:gd name="csX22" fmla="*/ 13698 w 3101095"/>
              <a:gd name="csY22" fmla="*/ 1092560 h 2653086"/>
              <a:gd name="csX23" fmla="*/ 379084 w 3101095"/>
              <a:gd name="csY23" fmla="*/ 531664 h 2653086"/>
              <a:gd name="csX24" fmla="*/ 992414 w 3101095"/>
              <a:gd name="csY24" fmla="*/ 61530 h 26530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101095" h="2653086">
                <a:moveTo>
                  <a:pt x="992414" y="61530"/>
                </a:moveTo>
                <a:cubicBezTo>
                  <a:pt x="1477131" y="-96162"/>
                  <a:pt x="1869081" y="81483"/>
                  <a:pt x="2144384" y="233213"/>
                </a:cubicBezTo>
                <a:cubicBezTo>
                  <a:pt x="2386121" y="398352"/>
                  <a:pt x="2423026" y="518615"/>
                  <a:pt x="2557134" y="626914"/>
                </a:cubicBezTo>
                <a:cubicBezTo>
                  <a:pt x="2691242" y="805064"/>
                  <a:pt x="2950088" y="726377"/>
                  <a:pt x="2949030" y="883010"/>
                </a:cubicBezTo>
                <a:cubicBezTo>
                  <a:pt x="3042163" y="1042818"/>
                  <a:pt x="2785611" y="1161742"/>
                  <a:pt x="2709534" y="1211113"/>
                </a:cubicBezTo>
                <a:cubicBezTo>
                  <a:pt x="2633457" y="1260484"/>
                  <a:pt x="2551807" y="1143582"/>
                  <a:pt x="2492565" y="1179237"/>
                </a:cubicBezTo>
                <a:cubicBezTo>
                  <a:pt x="2427354" y="1182855"/>
                  <a:pt x="2425643" y="1288073"/>
                  <a:pt x="2392182" y="1323441"/>
                </a:cubicBezTo>
                <a:lnTo>
                  <a:pt x="2557492" y="1401325"/>
                </a:lnTo>
                <a:cubicBezTo>
                  <a:pt x="2608267" y="1588979"/>
                  <a:pt x="2697952" y="1625931"/>
                  <a:pt x="2792084" y="1623862"/>
                </a:cubicBezTo>
                <a:cubicBezTo>
                  <a:pt x="2867166" y="1659893"/>
                  <a:pt x="2919084" y="1748745"/>
                  <a:pt x="2950834" y="1795312"/>
                </a:cubicBezTo>
                <a:cubicBezTo>
                  <a:pt x="2982584" y="1841879"/>
                  <a:pt x="2921201" y="1870454"/>
                  <a:pt x="2944484" y="1960412"/>
                </a:cubicBezTo>
                <a:cubicBezTo>
                  <a:pt x="2999517" y="2202770"/>
                  <a:pt x="2845357" y="2182244"/>
                  <a:pt x="2849234" y="2290612"/>
                </a:cubicBezTo>
                <a:cubicBezTo>
                  <a:pt x="2891211" y="2424380"/>
                  <a:pt x="3022719" y="2492261"/>
                  <a:pt x="3101095" y="2629669"/>
                </a:cubicBezTo>
                <a:cubicBezTo>
                  <a:pt x="2963571" y="2678177"/>
                  <a:pt x="2182694" y="2646030"/>
                  <a:pt x="2024092" y="2581663"/>
                </a:cubicBezTo>
                <a:cubicBezTo>
                  <a:pt x="2030590" y="2428396"/>
                  <a:pt x="2150821" y="2418356"/>
                  <a:pt x="2111382" y="2243467"/>
                </a:cubicBezTo>
                <a:cubicBezTo>
                  <a:pt x="2017818" y="1972536"/>
                  <a:pt x="1975054" y="2095305"/>
                  <a:pt x="1906890" y="2021224"/>
                </a:cubicBezTo>
                <a:cubicBezTo>
                  <a:pt x="1861662" y="2042430"/>
                  <a:pt x="1869230" y="1866095"/>
                  <a:pt x="1763384" y="1884214"/>
                </a:cubicBezTo>
                <a:cubicBezTo>
                  <a:pt x="1632138" y="1895983"/>
                  <a:pt x="1504647" y="2030457"/>
                  <a:pt x="1360714" y="2117240"/>
                </a:cubicBezTo>
                <a:cubicBezTo>
                  <a:pt x="1251706" y="2172273"/>
                  <a:pt x="1143822" y="2156943"/>
                  <a:pt x="1045834" y="2182664"/>
                </a:cubicBezTo>
                <a:cubicBezTo>
                  <a:pt x="947846" y="2208385"/>
                  <a:pt x="874384" y="2307547"/>
                  <a:pt x="772784" y="2271564"/>
                </a:cubicBezTo>
                <a:cubicBezTo>
                  <a:pt x="671184" y="2235581"/>
                  <a:pt x="606627" y="2104347"/>
                  <a:pt x="506085" y="2023914"/>
                </a:cubicBezTo>
                <a:cubicBezTo>
                  <a:pt x="405544" y="1943481"/>
                  <a:pt x="230433" y="1701831"/>
                  <a:pt x="144135" y="1573064"/>
                </a:cubicBezTo>
                <a:cubicBezTo>
                  <a:pt x="19737" y="1533197"/>
                  <a:pt x="-25460" y="1266127"/>
                  <a:pt x="13698" y="1092560"/>
                </a:cubicBezTo>
                <a:cubicBezTo>
                  <a:pt x="52856" y="918993"/>
                  <a:pt x="215965" y="703502"/>
                  <a:pt x="379084" y="531664"/>
                </a:cubicBezTo>
                <a:cubicBezTo>
                  <a:pt x="542203" y="359826"/>
                  <a:pt x="507697" y="219222"/>
                  <a:pt x="992414" y="61530"/>
                </a:cubicBezTo>
                <a:close/>
              </a:path>
            </a:pathLst>
          </a:custGeom>
          <a:solidFill>
            <a:srgbClr val="ED7D31">
              <a:alpha val="2196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1516F9B-6810-F904-D0B4-FA1DB0625B68}"/>
              </a:ext>
            </a:extLst>
          </p:cNvPr>
          <p:cNvSpPr/>
          <p:nvPr/>
        </p:nvSpPr>
        <p:spPr>
          <a:xfrm rot="21150944">
            <a:off x="9592160" y="4619589"/>
            <a:ext cx="2700481" cy="2004111"/>
          </a:xfrm>
          <a:custGeom>
            <a:avLst/>
            <a:gdLst>
              <a:gd name="csX0" fmla="*/ 1283516 w 2734576"/>
              <a:gd name="csY0" fmla="*/ 0 h 2239860"/>
              <a:gd name="csX1" fmla="*/ 2567032 w 2734576"/>
              <a:gd name="csY1" fmla="*/ 1119930 h 2239860"/>
              <a:gd name="csX2" fmla="*/ 2560405 w 2734576"/>
              <a:gd name="csY2" fmla="*/ 1234436 h 2239860"/>
              <a:gd name="csX3" fmla="*/ 2545053 w 2734576"/>
              <a:gd name="csY3" fmla="*/ 1322208 h 2239860"/>
              <a:gd name="csX4" fmla="*/ 2548100 w 2734576"/>
              <a:gd name="csY4" fmla="*/ 1323709 h 2239860"/>
              <a:gd name="csX5" fmla="*/ 2734576 w 2734576"/>
              <a:gd name="csY5" fmla="*/ 1641957 h 2239860"/>
              <a:gd name="csX6" fmla="*/ 2311623 w 2734576"/>
              <a:gd name="csY6" fmla="*/ 2025751 h 2239860"/>
              <a:gd name="csX7" fmla="*/ 2146991 w 2734576"/>
              <a:gd name="csY7" fmla="*/ 1995591 h 2239860"/>
              <a:gd name="csX8" fmla="*/ 2109052 w 2734576"/>
              <a:gd name="csY8" fmla="*/ 1976905 h 2239860"/>
              <a:gd name="csX9" fmla="*/ 2099951 w 2734576"/>
              <a:gd name="csY9" fmla="*/ 1984122 h 2239860"/>
              <a:gd name="csX10" fmla="*/ 1283516 w 2734576"/>
              <a:gd name="csY10" fmla="*/ 2239860 h 2239860"/>
              <a:gd name="csX11" fmla="*/ 0 w 2734576"/>
              <a:gd name="csY11" fmla="*/ 1119930 h 2239860"/>
              <a:gd name="csX12" fmla="*/ 1283516 w 2734576"/>
              <a:gd name="csY12" fmla="*/ 0 h 2239860"/>
              <a:gd name="csX0" fmla="*/ 1322421 w 2773481"/>
              <a:gd name="csY0" fmla="*/ 0 h 2239860"/>
              <a:gd name="csX1" fmla="*/ 2605937 w 2773481"/>
              <a:gd name="csY1" fmla="*/ 1119930 h 2239860"/>
              <a:gd name="csX2" fmla="*/ 2599310 w 2773481"/>
              <a:gd name="csY2" fmla="*/ 1234436 h 2239860"/>
              <a:gd name="csX3" fmla="*/ 2583958 w 2773481"/>
              <a:gd name="csY3" fmla="*/ 1322208 h 2239860"/>
              <a:gd name="csX4" fmla="*/ 2587005 w 2773481"/>
              <a:gd name="csY4" fmla="*/ 1323709 h 2239860"/>
              <a:gd name="csX5" fmla="*/ 2773481 w 2773481"/>
              <a:gd name="csY5" fmla="*/ 1641957 h 2239860"/>
              <a:gd name="csX6" fmla="*/ 2350528 w 2773481"/>
              <a:gd name="csY6" fmla="*/ 2025751 h 2239860"/>
              <a:gd name="csX7" fmla="*/ 2185896 w 2773481"/>
              <a:gd name="csY7" fmla="*/ 1995591 h 2239860"/>
              <a:gd name="csX8" fmla="*/ 2147957 w 2773481"/>
              <a:gd name="csY8" fmla="*/ 1976905 h 2239860"/>
              <a:gd name="csX9" fmla="*/ 2138856 w 2773481"/>
              <a:gd name="csY9" fmla="*/ 1984122 h 2239860"/>
              <a:gd name="csX10" fmla="*/ 1322421 w 2773481"/>
              <a:gd name="csY10" fmla="*/ 2239860 h 2239860"/>
              <a:gd name="csX11" fmla="*/ 421086 w 2773481"/>
              <a:gd name="csY11" fmla="*/ 1556821 h 2239860"/>
              <a:gd name="csX12" fmla="*/ 38905 w 2773481"/>
              <a:gd name="csY12" fmla="*/ 1119930 h 2239860"/>
              <a:gd name="csX13" fmla="*/ 1322421 w 2773481"/>
              <a:gd name="csY13" fmla="*/ 0 h 2239860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2138856 w 2773481"/>
              <a:gd name="csY9" fmla="*/ 1984122 h 2025751"/>
              <a:gd name="csX10" fmla="*/ 1023971 w 2773481"/>
              <a:gd name="csY10" fmla="*/ 1731860 h 2025751"/>
              <a:gd name="csX11" fmla="*/ 421086 w 2773481"/>
              <a:gd name="csY11" fmla="*/ 1556821 h 2025751"/>
              <a:gd name="csX12" fmla="*/ 38905 w 2773481"/>
              <a:gd name="csY12" fmla="*/ 1119930 h 2025751"/>
              <a:gd name="csX13" fmla="*/ 1322421 w 2773481"/>
              <a:gd name="csY13" fmla="*/ 0 h 2025751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2138856 w 2773481"/>
              <a:gd name="csY9" fmla="*/ 1984122 h 2025751"/>
              <a:gd name="csX10" fmla="*/ 1418037 w 2773481"/>
              <a:gd name="csY10" fmla="*/ 1506022 h 2025751"/>
              <a:gd name="csX11" fmla="*/ 1023971 w 2773481"/>
              <a:gd name="csY11" fmla="*/ 1731860 h 2025751"/>
              <a:gd name="csX12" fmla="*/ 421086 w 2773481"/>
              <a:gd name="csY12" fmla="*/ 1556821 h 2025751"/>
              <a:gd name="csX13" fmla="*/ 38905 w 2773481"/>
              <a:gd name="csY13" fmla="*/ 1119930 h 2025751"/>
              <a:gd name="csX14" fmla="*/ 1322421 w 2773481"/>
              <a:gd name="csY14" fmla="*/ 0 h 2025751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2138856 w 2773481"/>
              <a:gd name="csY9" fmla="*/ 1984122 h 2025751"/>
              <a:gd name="csX10" fmla="*/ 1678387 w 2773481"/>
              <a:gd name="csY10" fmla="*/ 1544122 h 2025751"/>
              <a:gd name="csX11" fmla="*/ 1418037 w 2773481"/>
              <a:gd name="csY11" fmla="*/ 1506022 h 2025751"/>
              <a:gd name="csX12" fmla="*/ 1023971 w 2773481"/>
              <a:gd name="csY12" fmla="*/ 1731860 h 2025751"/>
              <a:gd name="csX13" fmla="*/ 421086 w 2773481"/>
              <a:gd name="csY13" fmla="*/ 1556821 h 2025751"/>
              <a:gd name="csX14" fmla="*/ 38905 w 2773481"/>
              <a:gd name="csY14" fmla="*/ 1119930 h 2025751"/>
              <a:gd name="csX15" fmla="*/ 1322421 w 2773481"/>
              <a:gd name="csY15" fmla="*/ 0 h 2025751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2138856 w 2773481"/>
              <a:gd name="csY9" fmla="*/ 1984122 h 2025751"/>
              <a:gd name="csX10" fmla="*/ 1824437 w 2773481"/>
              <a:gd name="csY10" fmla="*/ 1798122 h 2025751"/>
              <a:gd name="csX11" fmla="*/ 1678387 w 2773481"/>
              <a:gd name="csY11" fmla="*/ 1544122 h 2025751"/>
              <a:gd name="csX12" fmla="*/ 1418037 w 2773481"/>
              <a:gd name="csY12" fmla="*/ 1506022 h 2025751"/>
              <a:gd name="csX13" fmla="*/ 1023971 w 2773481"/>
              <a:gd name="csY13" fmla="*/ 1731860 h 2025751"/>
              <a:gd name="csX14" fmla="*/ 421086 w 2773481"/>
              <a:gd name="csY14" fmla="*/ 1556821 h 2025751"/>
              <a:gd name="csX15" fmla="*/ 38905 w 2773481"/>
              <a:gd name="csY15" fmla="*/ 1119930 h 2025751"/>
              <a:gd name="csX16" fmla="*/ 1322421 w 2773481"/>
              <a:gd name="csY16" fmla="*/ 0 h 2025751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1961056 w 2773481"/>
              <a:gd name="csY9" fmla="*/ 2003172 h 2025751"/>
              <a:gd name="csX10" fmla="*/ 1824437 w 2773481"/>
              <a:gd name="csY10" fmla="*/ 1798122 h 2025751"/>
              <a:gd name="csX11" fmla="*/ 1678387 w 2773481"/>
              <a:gd name="csY11" fmla="*/ 1544122 h 2025751"/>
              <a:gd name="csX12" fmla="*/ 1418037 w 2773481"/>
              <a:gd name="csY12" fmla="*/ 1506022 h 2025751"/>
              <a:gd name="csX13" fmla="*/ 1023971 w 2773481"/>
              <a:gd name="csY13" fmla="*/ 1731860 h 2025751"/>
              <a:gd name="csX14" fmla="*/ 421086 w 2773481"/>
              <a:gd name="csY14" fmla="*/ 1556821 h 2025751"/>
              <a:gd name="csX15" fmla="*/ 38905 w 2773481"/>
              <a:gd name="csY15" fmla="*/ 1119930 h 2025751"/>
              <a:gd name="csX16" fmla="*/ 1322421 w 2773481"/>
              <a:gd name="csY16" fmla="*/ 0 h 2025751"/>
              <a:gd name="csX0" fmla="*/ 1322421 w 2858596"/>
              <a:gd name="csY0" fmla="*/ 0 h 2003172"/>
              <a:gd name="csX1" fmla="*/ 2605937 w 2858596"/>
              <a:gd name="csY1" fmla="*/ 1119930 h 2003172"/>
              <a:gd name="csX2" fmla="*/ 2599310 w 2858596"/>
              <a:gd name="csY2" fmla="*/ 1234436 h 2003172"/>
              <a:gd name="csX3" fmla="*/ 2583958 w 2858596"/>
              <a:gd name="csY3" fmla="*/ 1322208 h 2003172"/>
              <a:gd name="csX4" fmla="*/ 2587005 w 2858596"/>
              <a:gd name="csY4" fmla="*/ 1323709 h 2003172"/>
              <a:gd name="csX5" fmla="*/ 2773481 w 2858596"/>
              <a:gd name="csY5" fmla="*/ 1641957 h 2003172"/>
              <a:gd name="csX6" fmla="*/ 2737878 w 2858596"/>
              <a:gd name="csY6" fmla="*/ 1943201 h 2003172"/>
              <a:gd name="csX7" fmla="*/ 2185896 w 2858596"/>
              <a:gd name="csY7" fmla="*/ 1995591 h 2003172"/>
              <a:gd name="csX8" fmla="*/ 2147957 w 2858596"/>
              <a:gd name="csY8" fmla="*/ 1976905 h 2003172"/>
              <a:gd name="csX9" fmla="*/ 1961056 w 2858596"/>
              <a:gd name="csY9" fmla="*/ 2003172 h 2003172"/>
              <a:gd name="csX10" fmla="*/ 1824437 w 2858596"/>
              <a:gd name="csY10" fmla="*/ 1798122 h 2003172"/>
              <a:gd name="csX11" fmla="*/ 1678387 w 2858596"/>
              <a:gd name="csY11" fmla="*/ 1544122 h 2003172"/>
              <a:gd name="csX12" fmla="*/ 1418037 w 2858596"/>
              <a:gd name="csY12" fmla="*/ 1506022 h 2003172"/>
              <a:gd name="csX13" fmla="*/ 1023971 w 2858596"/>
              <a:gd name="csY13" fmla="*/ 1731860 h 2003172"/>
              <a:gd name="csX14" fmla="*/ 421086 w 2858596"/>
              <a:gd name="csY14" fmla="*/ 1556821 h 2003172"/>
              <a:gd name="csX15" fmla="*/ 38905 w 2858596"/>
              <a:gd name="csY15" fmla="*/ 1119930 h 2003172"/>
              <a:gd name="csX16" fmla="*/ 1322421 w 2858596"/>
              <a:gd name="csY16" fmla="*/ 0 h 2003172"/>
              <a:gd name="csX0" fmla="*/ 1322421 w 2789957"/>
              <a:gd name="csY0" fmla="*/ 0 h 2003172"/>
              <a:gd name="csX1" fmla="*/ 2605937 w 2789957"/>
              <a:gd name="csY1" fmla="*/ 1119930 h 2003172"/>
              <a:gd name="csX2" fmla="*/ 2599310 w 2789957"/>
              <a:gd name="csY2" fmla="*/ 1234436 h 2003172"/>
              <a:gd name="csX3" fmla="*/ 2583958 w 2789957"/>
              <a:gd name="csY3" fmla="*/ 1322208 h 2003172"/>
              <a:gd name="csX4" fmla="*/ 2587005 w 2789957"/>
              <a:gd name="csY4" fmla="*/ 1323709 h 2003172"/>
              <a:gd name="csX5" fmla="*/ 2773481 w 2789957"/>
              <a:gd name="csY5" fmla="*/ 1641957 h 2003172"/>
              <a:gd name="csX6" fmla="*/ 2737878 w 2789957"/>
              <a:gd name="csY6" fmla="*/ 1943201 h 2003172"/>
              <a:gd name="csX7" fmla="*/ 2395446 w 2789957"/>
              <a:gd name="csY7" fmla="*/ 1976541 h 2003172"/>
              <a:gd name="csX8" fmla="*/ 2147957 w 2789957"/>
              <a:gd name="csY8" fmla="*/ 1976905 h 2003172"/>
              <a:gd name="csX9" fmla="*/ 1961056 w 2789957"/>
              <a:gd name="csY9" fmla="*/ 2003172 h 2003172"/>
              <a:gd name="csX10" fmla="*/ 1824437 w 2789957"/>
              <a:gd name="csY10" fmla="*/ 1798122 h 2003172"/>
              <a:gd name="csX11" fmla="*/ 1678387 w 2789957"/>
              <a:gd name="csY11" fmla="*/ 1544122 h 2003172"/>
              <a:gd name="csX12" fmla="*/ 1418037 w 2789957"/>
              <a:gd name="csY12" fmla="*/ 1506022 h 2003172"/>
              <a:gd name="csX13" fmla="*/ 1023971 w 2789957"/>
              <a:gd name="csY13" fmla="*/ 1731860 h 2003172"/>
              <a:gd name="csX14" fmla="*/ 421086 w 2789957"/>
              <a:gd name="csY14" fmla="*/ 1556821 h 2003172"/>
              <a:gd name="csX15" fmla="*/ 38905 w 2789957"/>
              <a:gd name="csY15" fmla="*/ 1119930 h 2003172"/>
              <a:gd name="csX16" fmla="*/ 1322421 w 2789957"/>
              <a:gd name="csY16" fmla="*/ 0 h 2003172"/>
              <a:gd name="csX0" fmla="*/ 1322421 w 2789957"/>
              <a:gd name="csY0" fmla="*/ 0 h 2003172"/>
              <a:gd name="csX1" fmla="*/ 2605937 w 2789957"/>
              <a:gd name="csY1" fmla="*/ 1119930 h 2003172"/>
              <a:gd name="csX2" fmla="*/ 2599310 w 2789957"/>
              <a:gd name="csY2" fmla="*/ 1234436 h 2003172"/>
              <a:gd name="csX3" fmla="*/ 2583958 w 2789957"/>
              <a:gd name="csY3" fmla="*/ 1322208 h 2003172"/>
              <a:gd name="csX4" fmla="*/ 2587005 w 2789957"/>
              <a:gd name="csY4" fmla="*/ 1323709 h 2003172"/>
              <a:gd name="csX5" fmla="*/ 2773481 w 2789957"/>
              <a:gd name="csY5" fmla="*/ 1641957 h 2003172"/>
              <a:gd name="csX6" fmla="*/ 2737878 w 2789957"/>
              <a:gd name="csY6" fmla="*/ 1943201 h 2003172"/>
              <a:gd name="csX7" fmla="*/ 2395446 w 2789957"/>
              <a:gd name="csY7" fmla="*/ 1976541 h 2003172"/>
              <a:gd name="csX8" fmla="*/ 2147957 w 2789957"/>
              <a:gd name="csY8" fmla="*/ 1976905 h 2003172"/>
              <a:gd name="csX9" fmla="*/ 1961056 w 2789957"/>
              <a:gd name="csY9" fmla="*/ 2003172 h 2003172"/>
              <a:gd name="csX10" fmla="*/ 1824437 w 2789957"/>
              <a:gd name="csY10" fmla="*/ 1798122 h 2003172"/>
              <a:gd name="csX11" fmla="*/ 1678387 w 2789957"/>
              <a:gd name="csY11" fmla="*/ 1544122 h 2003172"/>
              <a:gd name="csX12" fmla="*/ 1418037 w 2789957"/>
              <a:gd name="csY12" fmla="*/ 1506022 h 2003172"/>
              <a:gd name="csX13" fmla="*/ 1023971 w 2789957"/>
              <a:gd name="csY13" fmla="*/ 1731860 h 2003172"/>
              <a:gd name="csX14" fmla="*/ 421086 w 2789957"/>
              <a:gd name="csY14" fmla="*/ 1556821 h 2003172"/>
              <a:gd name="csX15" fmla="*/ 38905 w 2789957"/>
              <a:gd name="csY15" fmla="*/ 1119930 h 2003172"/>
              <a:gd name="csX16" fmla="*/ 1322421 w 2789957"/>
              <a:gd name="csY16" fmla="*/ 0 h 2003172"/>
              <a:gd name="csX0" fmla="*/ 1322421 w 2741529"/>
              <a:gd name="csY0" fmla="*/ 0 h 2003172"/>
              <a:gd name="csX1" fmla="*/ 2605937 w 2741529"/>
              <a:gd name="csY1" fmla="*/ 1119930 h 2003172"/>
              <a:gd name="csX2" fmla="*/ 2599310 w 2741529"/>
              <a:gd name="csY2" fmla="*/ 1234436 h 2003172"/>
              <a:gd name="csX3" fmla="*/ 2583958 w 2741529"/>
              <a:gd name="csY3" fmla="*/ 1322208 h 2003172"/>
              <a:gd name="csX4" fmla="*/ 2587005 w 2741529"/>
              <a:gd name="csY4" fmla="*/ 1323709 h 2003172"/>
              <a:gd name="csX5" fmla="*/ 2576631 w 2741529"/>
              <a:gd name="csY5" fmla="*/ 1603857 h 2003172"/>
              <a:gd name="csX6" fmla="*/ 2737878 w 2741529"/>
              <a:gd name="csY6" fmla="*/ 1943201 h 2003172"/>
              <a:gd name="csX7" fmla="*/ 2395446 w 2741529"/>
              <a:gd name="csY7" fmla="*/ 1976541 h 2003172"/>
              <a:gd name="csX8" fmla="*/ 2147957 w 2741529"/>
              <a:gd name="csY8" fmla="*/ 1976905 h 2003172"/>
              <a:gd name="csX9" fmla="*/ 1961056 w 2741529"/>
              <a:gd name="csY9" fmla="*/ 2003172 h 2003172"/>
              <a:gd name="csX10" fmla="*/ 1824437 w 2741529"/>
              <a:gd name="csY10" fmla="*/ 1798122 h 2003172"/>
              <a:gd name="csX11" fmla="*/ 1678387 w 2741529"/>
              <a:gd name="csY11" fmla="*/ 1544122 h 2003172"/>
              <a:gd name="csX12" fmla="*/ 1418037 w 2741529"/>
              <a:gd name="csY12" fmla="*/ 1506022 h 2003172"/>
              <a:gd name="csX13" fmla="*/ 1023971 w 2741529"/>
              <a:gd name="csY13" fmla="*/ 1731860 h 2003172"/>
              <a:gd name="csX14" fmla="*/ 421086 w 2741529"/>
              <a:gd name="csY14" fmla="*/ 1556821 h 2003172"/>
              <a:gd name="csX15" fmla="*/ 38905 w 2741529"/>
              <a:gd name="csY15" fmla="*/ 1119930 h 2003172"/>
              <a:gd name="csX16" fmla="*/ 1322421 w 2741529"/>
              <a:gd name="csY16" fmla="*/ 0 h 2003172"/>
              <a:gd name="csX0" fmla="*/ 1322421 w 2741529"/>
              <a:gd name="csY0" fmla="*/ 0 h 2003172"/>
              <a:gd name="csX1" fmla="*/ 2605937 w 2741529"/>
              <a:gd name="csY1" fmla="*/ 1119930 h 2003172"/>
              <a:gd name="csX2" fmla="*/ 2516760 w 2741529"/>
              <a:gd name="csY2" fmla="*/ 1082036 h 2003172"/>
              <a:gd name="csX3" fmla="*/ 2583958 w 2741529"/>
              <a:gd name="csY3" fmla="*/ 1322208 h 2003172"/>
              <a:gd name="csX4" fmla="*/ 2587005 w 2741529"/>
              <a:gd name="csY4" fmla="*/ 1323709 h 2003172"/>
              <a:gd name="csX5" fmla="*/ 2576631 w 2741529"/>
              <a:gd name="csY5" fmla="*/ 1603857 h 2003172"/>
              <a:gd name="csX6" fmla="*/ 2737878 w 2741529"/>
              <a:gd name="csY6" fmla="*/ 1943201 h 2003172"/>
              <a:gd name="csX7" fmla="*/ 2395446 w 2741529"/>
              <a:gd name="csY7" fmla="*/ 1976541 h 2003172"/>
              <a:gd name="csX8" fmla="*/ 2147957 w 2741529"/>
              <a:gd name="csY8" fmla="*/ 1976905 h 2003172"/>
              <a:gd name="csX9" fmla="*/ 1961056 w 2741529"/>
              <a:gd name="csY9" fmla="*/ 2003172 h 2003172"/>
              <a:gd name="csX10" fmla="*/ 1824437 w 2741529"/>
              <a:gd name="csY10" fmla="*/ 1798122 h 2003172"/>
              <a:gd name="csX11" fmla="*/ 1678387 w 2741529"/>
              <a:gd name="csY11" fmla="*/ 1544122 h 2003172"/>
              <a:gd name="csX12" fmla="*/ 1418037 w 2741529"/>
              <a:gd name="csY12" fmla="*/ 1506022 h 2003172"/>
              <a:gd name="csX13" fmla="*/ 1023971 w 2741529"/>
              <a:gd name="csY13" fmla="*/ 1731860 h 2003172"/>
              <a:gd name="csX14" fmla="*/ 421086 w 2741529"/>
              <a:gd name="csY14" fmla="*/ 1556821 h 2003172"/>
              <a:gd name="csX15" fmla="*/ 38905 w 2741529"/>
              <a:gd name="csY15" fmla="*/ 1119930 h 2003172"/>
              <a:gd name="csX16" fmla="*/ 1322421 w 2741529"/>
              <a:gd name="csY16" fmla="*/ 0 h 2003172"/>
              <a:gd name="csX0" fmla="*/ 1322421 w 2741529"/>
              <a:gd name="csY0" fmla="*/ 3682 h 2006854"/>
              <a:gd name="csX1" fmla="*/ 2644037 w 2741529"/>
              <a:gd name="csY1" fmla="*/ 774362 h 2006854"/>
              <a:gd name="csX2" fmla="*/ 2516760 w 2741529"/>
              <a:gd name="csY2" fmla="*/ 1085718 h 2006854"/>
              <a:gd name="csX3" fmla="*/ 2583958 w 2741529"/>
              <a:gd name="csY3" fmla="*/ 1325890 h 2006854"/>
              <a:gd name="csX4" fmla="*/ 2587005 w 2741529"/>
              <a:gd name="csY4" fmla="*/ 1327391 h 2006854"/>
              <a:gd name="csX5" fmla="*/ 2576631 w 2741529"/>
              <a:gd name="csY5" fmla="*/ 1607539 h 2006854"/>
              <a:gd name="csX6" fmla="*/ 2737878 w 2741529"/>
              <a:gd name="csY6" fmla="*/ 1946883 h 2006854"/>
              <a:gd name="csX7" fmla="*/ 2395446 w 2741529"/>
              <a:gd name="csY7" fmla="*/ 1980223 h 2006854"/>
              <a:gd name="csX8" fmla="*/ 2147957 w 2741529"/>
              <a:gd name="csY8" fmla="*/ 1980587 h 2006854"/>
              <a:gd name="csX9" fmla="*/ 1961056 w 2741529"/>
              <a:gd name="csY9" fmla="*/ 2006854 h 2006854"/>
              <a:gd name="csX10" fmla="*/ 1824437 w 2741529"/>
              <a:gd name="csY10" fmla="*/ 1801804 h 2006854"/>
              <a:gd name="csX11" fmla="*/ 1678387 w 2741529"/>
              <a:gd name="csY11" fmla="*/ 1547804 h 2006854"/>
              <a:gd name="csX12" fmla="*/ 1418037 w 2741529"/>
              <a:gd name="csY12" fmla="*/ 1509704 h 2006854"/>
              <a:gd name="csX13" fmla="*/ 1023971 w 2741529"/>
              <a:gd name="csY13" fmla="*/ 1735542 h 2006854"/>
              <a:gd name="csX14" fmla="*/ 421086 w 2741529"/>
              <a:gd name="csY14" fmla="*/ 1560503 h 2006854"/>
              <a:gd name="csX15" fmla="*/ 38905 w 2741529"/>
              <a:gd name="csY15" fmla="*/ 1123612 h 2006854"/>
              <a:gd name="csX16" fmla="*/ 1322421 w 2741529"/>
              <a:gd name="csY16" fmla="*/ 3682 h 2006854"/>
              <a:gd name="csX0" fmla="*/ 1285024 w 2704132"/>
              <a:gd name="csY0" fmla="*/ 10117 h 2013289"/>
              <a:gd name="csX1" fmla="*/ 2606640 w 2704132"/>
              <a:gd name="csY1" fmla="*/ 780797 h 2013289"/>
              <a:gd name="csX2" fmla="*/ 2479363 w 2704132"/>
              <a:gd name="csY2" fmla="*/ 1092153 h 2013289"/>
              <a:gd name="csX3" fmla="*/ 2546561 w 2704132"/>
              <a:gd name="csY3" fmla="*/ 1332325 h 2013289"/>
              <a:gd name="csX4" fmla="*/ 2549608 w 2704132"/>
              <a:gd name="csY4" fmla="*/ 1333826 h 2013289"/>
              <a:gd name="csX5" fmla="*/ 2539234 w 2704132"/>
              <a:gd name="csY5" fmla="*/ 1613974 h 2013289"/>
              <a:gd name="csX6" fmla="*/ 2700481 w 2704132"/>
              <a:gd name="csY6" fmla="*/ 1953318 h 2013289"/>
              <a:gd name="csX7" fmla="*/ 2358049 w 2704132"/>
              <a:gd name="csY7" fmla="*/ 1986658 h 2013289"/>
              <a:gd name="csX8" fmla="*/ 2110560 w 2704132"/>
              <a:gd name="csY8" fmla="*/ 1987022 h 2013289"/>
              <a:gd name="csX9" fmla="*/ 1923659 w 2704132"/>
              <a:gd name="csY9" fmla="*/ 2013289 h 2013289"/>
              <a:gd name="csX10" fmla="*/ 1787040 w 2704132"/>
              <a:gd name="csY10" fmla="*/ 1808239 h 2013289"/>
              <a:gd name="csX11" fmla="*/ 1640990 w 2704132"/>
              <a:gd name="csY11" fmla="*/ 1554239 h 2013289"/>
              <a:gd name="csX12" fmla="*/ 1380640 w 2704132"/>
              <a:gd name="csY12" fmla="*/ 1516139 h 2013289"/>
              <a:gd name="csX13" fmla="*/ 986574 w 2704132"/>
              <a:gd name="csY13" fmla="*/ 1741977 h 2013289"/>
              <a:gd name="csX14" fmla="*/ 383689 w 2704132"/>
              <a:gd name="csY14" fmla="*/ 1566938 h 2013289"/>
              <a:gd name="csX15" fmla="*/ 1508 w 2704132"/>
              <a:gd name="csY15" fmla="*/ 1130047 h 2013289"/>
              <a:gd name="csX16" fmla="*/ 294790 w 2704132"/>
              <a:gd name="csY16" fmla="*/ 392189 h 2013289"/>
              <a:gd name="csX17" fmla="*/ 1285024 w 2704132"/>
              <a:gd name="csY17" fmla="*/ 10117 h 2013289"/>
              <a:gd name="csX0" fmla="*/ 1285024 w 2704132"/>
              <a:gd name="csY0" fmla="*/ 5577 h 2008749"/>
              <a:gd name="csX1" fmla="*/ 1996589 w 2704132"/>
              <a:gd name="csY1" fmla="*/ 203500 h 2008749"/>
              <a:gd name="csX2" fmla="*/ 2606640 w 2704132"/>
              <a:gd name="csY2" fmla="*/ 776257 h 2008749"/>
              <a:gd name="csX3" fmla="*/ 2479363 w 2704132"/>
              <a:gd name="csY3" fmla="*/ 1087613 h 2008749"/>
              <a:gd name="csX4" fmla="*/ 2546561 w 2704132"/>
              <a:gd name="csY4" fmla="*/ 1327785 h 2008749"/>
              <a:gd name="csX5" fmla="*/ 2549608 w 2704132"/>
              <a:gd name="csY5" fmla="*/ 1329286 h 2008749"/>
              <a:gd name="csX6" fmla="*/ 2539234 w 2704132"/>
              <a:gd name="csY6" fmla="*/ 1609434 h 2008749"/>
              <a:gd name="csX7" fmla="*/ 2700481 w 2704132"/>
              <a:gd name="csY7" fmla="*/ 1948778 h 2008749"/>
              <a:gd name="csX8" fmla="*/ 2358049 w 2704132"/>
              <a:gd name="csY8" fmla="*/ 1982118 h 2008749"/>
              <a:gd name="csX9" fmla="*/ 2110560 w 2704132"/>
              <a:gd name="csY9" fmla="*/ 1982482 h 2008749"/>
              <a:gd name="csX10" fmla="*/ 1923659 w 2704132"/>
              <a:gd name="csY10" fmla="*/ 2008749 h 2008749"/>
              <a:gd name="csX11" fmla="*/ 1787040 w 2704132"/>
              <a:gd name="csY11" fmla="*/ 1803699 h 2008749"/>
              <a:gd name="csX12" fmla="*/ 1640990 w 2704132"/>
              <a:gd name="csY12" fmla="*/ 1549699 h 2008749"/>
              <a:gd name="csX13" fmla="*/ 1380640 w 2704132"/>
              <a:gd name="csY13" fmla="*/ 1511599 h 2008749"/>
              <a:gd name="csX14" fmla="*/ 986574 w 2704132"/>
              <a:gd name="csY14" fmla="*/ 1737437 h 2008749"/>
              <a:gd name="csX15" fmla="*/ 383689 w 2704132"/>
              <a:gd name="csY15" fmla="*/ 1562398 h 2008749"/>
              <a:gd name="csX16" fmla="*/ 1508 w 2704132"/>
              <a:gd name="csY16" fmla="*/ 1125507 h 2008749"/>
              <a:gd name="csX17" fmla="*/ 294790 w 2704132"/>
              <a:gd name="csY17" fmla="*/ 387649 h 2008749"/>
              <a:gd name="csX18" fmla="*/ 1285024 w 2704132"/>
              <a:gd name="csY18" fmla="*/ 5577 h 2008749"/>
              <a:gd name="csX0" fmla="*/ 1107224 w 2704132"/>
              <a:gd name="csY0" fmla="*/ 6496 h 1990618"/>
              <a:gd name="csX1" fmla="*/ 1996589 w 2704132"/>
              <a:gd name="csY1" fmla="*/ 185369 h 1990618"/>
              <a:gd name="csX2" fmla="*/ 2606640 w 2704132"/>
              <a:gd name="csY2" fmla="*/ 758126 h 1990618"/>
              <a:gd name="csX3" fmla="*/ 2479363 w 2704132"/>
              <a:gd name="csY3" fmla="*/ 1069482 h 1990618"/>
              <a:gd name="csX4" fmla="*/ 2546561 w 2704132"/>
              <a:gd name="csY4" fmla="*/ 1309654 h 1990618"/>
              <a:gd name="csX5" fmla="*/ 2549608 w 2704132"/>
              <a:gd name="csY5" fmla="*/ 1311155 h 1990618"/>
              <a:gd name="csX6" fmla="*/ 2539234 w 2704132"/>
              <a:gd name="csY6" fmla="*/ 1591303 h 1990618"/>
              <a:gd name="csX7" fmla="*/ 2700481 w 2704132"/>
              <a:gd name="csY7" fmla="*/ 1930647 h 1990618"/>
              <a:gd name="csX8" fmla="*/ 2358049 w 2704132"/>
              <a:gd name="csY8" fmla="*/ 1963987 h 1990618"/>
              <a:gd name="csX9" fmla="*/ 2110560 w 2704132"/>
              <a:gd name="csY9" fmla="*/ 1964351 h 1990618"/>
              <a:gd name="csX10" fmla="*/ 1923659 w 2704132"/>
              <a:gd name="csY10" fmla="*/ 1990618 h 1990618"/>
              <a:gd name="csX11" fmla="*/ 1787040 w 2704132"/>
              <a:gd name="csY11" fmla="*/ 1785568 h 1990618"/>
              <a:gd name="csX12" fmla="*/ 1640990 w 2704132"/>
              <a:gd name="csY12" fmla="*/ 1531568 h 1990618"/>
              <a:gd name="csX13" fmla="*/ 1380640 w 2704132"/>
              <a:gd name="csY13" fmla="*/ 1493468 h 1990618"/>
              <a:gd name="csX14" fmla="*/ 986574 w 2704132"/>
              <a:gd name="csY14" fmla="*/ 1719306 h 1990618"/>
              <a:gd name="csX15" fmla="*/ 383689 w 2704132"/>
              <a:gd name="csY15" fmla="*/ 1544267 h 1990618"/>
              <a:gd name="csX16" fmla="*/ 1508 w 2704132"/>
              <a:gd name="csY16" fmla="*/ 1107376 h 1990618"/>
              <a:gd name="csX17" fmla="*/ 294790 w 2704132"/>
              <a:gd name="csY17" fmla="*/ 369518 h 1990618"/>
              <a:gd name="csX18" fmla="*/ 1107224 w 2704132"/>
              <a:gd name="csY18" fmla="*/ 6496 h 1990618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2003089"/>
              <a:gd name="csX1" fmla="*/ 1996589 w 2704132"/>
              <a:gd name="csY1" fmla="*/ 180256 h 2003089"/>
              <a:gd name="csX2" fmla="*/ 2606640 w 2704132"/>
              <a:gd name="csY2" fmla="*/ 753013 h 2003089"/>
              <a:gd name="csX3" fmla="*/ 2479363 w 2704132"/>
              <a:gd name="csY3" fmla="*/ 1064369 h 2003089"/>
              <a:gd name="csX4" fmla="*/ 2546561 w 2704132"/>
              <a:gd name="csY4" fmla="*/ 1304541 h 2003089"/>
              <a:gd name="csX5" fmla="*/ 2549608 w 2704132"/>
              <a:gd name="csY5" fmla="*/ 1306042 h 2003089"/>
              <a:gd name="csX6" fmla="*/ 2539234 w 2704132"/>
              <a:gd name="csY6" fmla="*/ 1586190 h 2003089"/>
              <a:gd name="csX7" fmla="*/ 2700481 w 2704132"/>
              <a:gd name="csY7" fmla="*/ 1925534 h 2003089"/>
              <a:gd name="csX8" fmla="*/ 2358049 w 2704132"/>
              <a:gd name="csY8" fmla="*/ 1958874 h 2003089"/>
              <a:gd name="csX9" fmla="*/ 2110560 w 2704132"/>
              <a:gd name="csY9" fmla="*/ 1959238 h 2003089"/>
              <a:gd name="csX10" fmla="*/ 1923659 w 2704132"/>
              <a:gd name="csY10" fmla="*/ 1985505 h 2003089"/>
              <a:gd name="csX11" fmla="*/ 1787040 w 2704132"/>
              <a:gd name="csY11" fmla="*/ 1780455 h 2003089"/>
              <a:gd name="csX12" fmla="*/ 1640990 w 2704132"/>
              <a:gd name="csY12" fmla="*/ 1526455 h 2003089"/>
              <a:gd name="csX13" fmla="*/ 1380640 w 2704132"/>
              <a:gd name="csY13" fmla="*/ 1488355 h 2003089"/>
              <a:gd name="csX14" fmla="*/ 1031024 w 2704132"/>
              <a:gd name="csY14" fmla="*/ 1733243 h 2003089"/>
              <a:gd name="csX15" fmla="*/ 383689 w 2704132"/>
              <a:gd name="csY15" fmla="*/ 1539154 h 2003089"/>
              <a:gd name="csX16" fmla="*/ 1508 w 2704132"/>
              <a:gd name="csY16" fmla="*/ 1102263 h 2003089"/>
              <a:gd name="csX17" fmla="*/ 294790 w 2704132"/>
              <a:gd name="csY17" fmla="*/ 364405 h 2003089"/>
              <a:gd name="csX18" fmla="*/ 1107224 w 2704132"/>
              <a:gd name="csY18" fmla="*/ 1383 h 2003089"/>
              <a:gd name="csX0" fmla="*/ 1107224 w 2704132"/>
              <a:gd name="csY0" fmla="*/ 1383 h 2004111"/>
              <a:gd name="csX1" fmla="*/ 1996589 w 2704132"/>
              <a:gd name="csY1" fmla="*/ 180256 h 2004111"/>
              <a:gd name="csX2" fmla="*/ 2606640 w 2704132"/>
              <a:gd name="csY2" fmla="*/ 753013 h 2004111"/>
              <a:gd name="csX3" fmla="*/ 2479363 w 2704132"/>
              <a:gd name="csY3" fmla="*/ 1064369 h 2004111"/>
              <a:gd name="csX4" fmla="*/ 2546561 w 2704132"/>
              <a:gd name="csY4" fmla="*/ 1304541 h 2004111"/>
              <a:gd name="csX5" fmla="*/ 2549608 w 2704132"/>
              <a:gd name="csY5" fmla="*/ 1306042 h 2004111"/>
              <a:gd name="csX6" fmla="*/ 2539234 w 2704132"/>
              <a:gd name="csY6" fmla="*/ 1586190 h 2004111"/>
              <a:gd name="csX7" fmla="*/ 2700481 w 2704132"/>
              <a:gd name="csY7" fmla="*/ 1925534 h 2004111"/>
              <a:gd name="csX8" fmla="*/ 2358049 w 2704132"/>
              <a:gd name="csY8" fmla="*/ 1958874 h 2004111"/>
              <a:gd name="csX9" fmla="*/ 2110560 w 2704132"/>
              <a:gd name="csY9" fmla="*/ 1959238 h 2004111"/>
              <a:gd name="csX10" fmla="*/ 1923659 w 2704132"/>
              <a:gd name="csY10" fmla="*/ 1985505 h 2004111"/>
              <a:gd name="csX11" fmla="*/ 1787040 w 2704132"/>
              <a:gd name="csY11" fmla="*/ 1780455 h 2004111"/>
              <a:gd name="csX12" fmla="*/ 1640990 w 2704132"/>
              <a:gd name="csY12" fmla="*/ 1526455 h 2004111"/>
              <a:gd name="csX13" fmla="*/ 1380640 w 2704132"/>
              <a:gd name="csY13" fmla="*/ 1488355 h 2004111"/>
              <a:gd name="csX14" fmla="*/ 1031024 w 2704132"/>
              <a:gd name="csY14" fmla="*/ 1733243 h 2004111"/>
              <a:gd name="csX15" fmla="*/ 383689 w 2704132"/>
              <a:gd name="csY15" fmla="*/ 1539154 h 2004111"/>
              <a:gd name="csX16" fmla="*/ 1508 w 2704132"/>
              <a:gd name="csY16" fmla="*/ 1102263 h 2004111"/>
              <a:gd name="csX17" fmla="*/ 294790 w 2704132"/>
              <a:gd name="csY17" fmla="*/ 364405 h 2004111"/>
              <a:gd name="csX18" fmla="*/ 1107224 w 2704132"/>
              <a:gd name="csY18" fmla="*/ 1383 h 2004111"/>
              <a:gd name="csX0" fmla="*/ 1107224 w 2703089"/>
              <a:gd name="csY0" fmla="*/ 1383 h 2004111"/>
              <a:gd name="csX1" fmla="*/ 1996589 w 2703089"/>
              <a:gd name="csY1" fmla="*/ 180256 h 2004111"/>
              <a:gd name="csX2" fmla="*/ 2606640 w 2703089"/>
              <a:gd name="csY2" fmla="*/ 753013 h 2004111"/>
              <a:gd name="csX3" fmla="*/ 2479363 w 2703089"/>
              <a:gd name="csY3" fmla="*/ 1064369 h 2004111"/>
              <a:gd name="csX4" fmla="*/ 2546561 w 2703089"/>
              <a:gd name="csY4" fmla="*/ 1304541 h 2004111"/>
              <a:gd name="csX5" fmla="*/ 2549608 w 2703089"/>
              <a:gd name="csY5" fmla="*/ 1306042 h 2004111"/>
              <a:gd name="csX6" fmla="*/ 2539234 w 2703089"/>
              <a:gd name="csY6" fmla="*/ 1586190 h 2004111"/>
              <a:gd name="csX7" fmla="*/ 2700481 w 2703089"/>
              <a:gd name="csY7" fmla="*/ 1925534 h 2004111"/>
              <a:gd name="csX8" fmla="*/ 2389799 w 2703089"/>
              <a:gd name="csY8" fmla="*/ 1958874 h 2004111"/>
              <a:gd name="csX9" fmla="*/ 2110560 w 2703089"/>
              <a:gd name="csY9" fmla="*/ 1959238 h 2004111"/>
              <a:gd name="csX10" fmla="*/ 1923659 w 2703089"/>
              <a:gd name="csY10" fmla="*/ 1985505 h 2004111"/>
              <a:gd name="csX11" fmla="*/ 1787040 w 2703089"/>
              <a:gd name="csY11" fmla="*/ 1780455 h 2004111"/>
              <a:gd name="csX12" fmla="*/ 1640990 w 2703089"/>
              <a:gd name="csY12" fmla="*/ 1526455 h 2004111"/>
              <a:gd name="csX13" fmla="*/ 1380640 w 2703089"/>
              <a:gd name="csY13" fmla="*/ 1488355 h 2004111"/>
              <a:gd name="csX14" fmla="*/ 1031024 w 2703089"/>
              <a:gd name="csY14" fmla="*/ 1733243 h 2004111"/>
              <a:gd name="csX15" fmla="*/ 383689 w 2703089"/>
              <a:gd name="csY15" fmla="*/ 1539154 h 2004111"/>
              <a:gd name="csX16" fmla="*/ 1508 w 2703089"/>
              <a:gd name="csY16" fmla="*/ 1102263 h 2004111"/>
              <a:gd name="csX17" fmla="*/ 294790 w 2703089"/>
              <a:gd name="csY17" fmla="*/ 364405 h 2004111"/>
              <a:gd name="csX18" fmla="*/ 1107224 w 2703089"/>
              <a:gd name="csY18" fmla="*/ 1383 h 2004111"/>
              <a:gd name="csX0" fmla="*/ 1107224 w 2703089"/>
              <a:gd name="csY0" fmla="*/ 1383 h 2004111"/>
              <a:gd name="csX1" fmla="*/ 1996589 w 2703089"/>
              <a:gd name="csY1" fmla="*/ 180256 h 2004111"/>
              <a:gd name="csX2" fmla="*/ 2606640 w 2703089"/>
              <a:gd name="csY2" fmla="*/ 753013 h 2004111"/>
              <a:gd name="csX3" fmla="*/ 2479363 w 2703089"/>
              <a:gd name="csY3" fmla="*/ 1064369 h 2004111"/>
              <a:gd name="csX4" fmla="*/ 2546561 w 2703089"/>
              <a:gd name="csY4" fmla="*/ 1304541 h 2004111"/>
              <a:gd name="csX5" fmla="*/ 2549608 w 2703089"/>
              <a:gd name="csY5" fmla="*/ 1306042 h 2004111"/>
              <a:gd name="csX6" fmla="*/ 2539234 w 2703089"/>
              <a:gd name="csY6" fmla="*/ 1586190 h 2004111"/>
              <a:gd name="csX7" fmla="*/ 2700481 w 2703089"/>
              <a:gd name="csY7" fmla="*/ 1925534 h 2004111"/>
              <a:gd name="csX8" fmla="*/ 2389799 w 2703089"/>
              <a:gd name="csY8" fmla="*/ 1958874 h 2004111"/>
              <a:gd name="csX9" fmla="*/ 2110560 w 2703089"/>
              <a:gd name="csY9" fmla="*/ 1959238 h 2004111"/>
              <a:gd name="csX10" fmla="*/ 1923659 w 2703089"/>
              <a:gd name="csY10" fmla="*/ 1985505 h 2004111"/>
              <a:gd name="csX11" fmla="*/ 1787040 w 2703089"/>
              <a:gd name="csY11" fmla="*/ 1780455 h 2004111"/>
              <a:gd name="csX12" fmla="*/ 1640990 w 2703089"/>
              <a:gd name="csY12" fmla="*/ 1526455 h 2004111"/>
              <a:gd name="csX13" fmla="*/ 1380640 w 2703089"/>
              <a:gd name="csY13" fmla="*/ 1488355 h 2004111"/>
              <a:gd name="csX14" fmla="*/ 1031024 w 2703089"/>
              <a:gd name="csY14" fmla="*/ 1733243 h 2004111"/>
              <a:gd name="csX15" fmla="*/ 383689 w 2703089"/>
              <a:gd name="csY15" fmla="*/ 1539154 h 2004111"/>
              <a:gd name="csX16" fmla="*/ 1508 w 2703089"/>
              <a:gd name="csY16" fmla="*/ 1102263 h 2004111"/>
              <a:gd name="csX17" fmla="*/ 294790 w 2703089"/>
              <a:gd name="csY17" fmla="*/ 364405 h 2004111"/>
              <a:gd name="csX18" fmla="*/ 1107224 w 2703089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46561 w 2700481"/>
              <a:gd name="csY4" fmla="*/ 1304541 h 2004111"/>
              <a:gd name="csX5" fmla="*/ 2549608 w 2700481"/>
              <a:gd name="csY5" fmla="*/ 1306042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46561 w 2700481"/>
              <a:gd name="csY4" fmla="*/ 1304541 h 2004111"/>
              <a:gd name="csX5" fmla="*/ 2575008 w 2700481"/>
              <a:gd name="csY5" fmla="*/ 1274292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46561 w 2700481"/>
              <a:gd name="csY4" fmla="*/ 130454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06640 w 2700481"/>
              <a:gd name="csY3" fmla="*/ 7530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06640 w 2700481"/>
              <a:gd name="csY3" fmla="*/ 7530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06640 w 2700481"/>
              <a:gd name="csY3" fmla="*/ 7530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32040 w 2700481"/>
              <a:gd name="csY3" fmla="*/ 7911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32040 w 2700481"/>
              <a:gd name="csY3" fmla="*/ 7911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32040 w 2700481"/>
              <a:gd name="csY3" fmla="*/ 7911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32040 w 2700481"/>
              <a:gd name="csY3" fmla="*/ 7911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700481" h="2004111">
                <a:moveTo>
                  <a:pt x="1107224" y="1383"/>
                </a:moveTo>
                <a:cubicBezTo>
                  <a:pt x="1460707" y="-10258"/>
                  <a:pt x="1776320" y="51809"/>
                  <a:pt x="1996589" y="180256"/>
                </a:cubicBezTo>
                <a:cubicBezTo>
                  <a:pt x="2217842" y="265101"/>
                  <a:pt x="2314015" y="453096"/>
                  <a:pt x="2422040" y="586655"/>
                </a:cubicBezTo>
                <a:cubicBezTo>
                  <a:pt x="2631665" y="701164"/>
                  <a:pt x="2605116" y="710937"/>
                  <a:pt x="2632040" y="791113"/>
                </a:cubicBezTo>
                <a:cubicBezTo>
                  <a:pt x="2635244" y="959632"/>
                  <a:pt x="2477395" y="969570"/>
                  <a:pt x="2479363" y="1064369"/>
                </a:cubicBezTo>
                <a:lnTo>
                  <a:pt x="2578311" y="1298191"/>
                </a:lnTo>
                <a:cubicBezTo>
                  <a:pt x="2616085" y="1362441"/>
                  <a:pt x="2518872" y="1481633"/>
                  <a:pt x="2539234" y="1586190"/>
                </a:cubicBezTo>
                <a:cubicBezTo>
                  <a:pt x="2559596" y="1690747"/>
                  <a:pt x="2674587" y="1742770"/>
                  <a:pt x="2700481" y="1925534"/>
                </a:cubicBezTo>
                <a:cubicBezTo>
                  <a:pt x="2675575" y="1987648"/>
                  <a:pt x="2484850" y="1997345"/>
                  <a:pt x="2389799" y="1958874"/>
                </a:cubicBezTo>
                <a:lnTo>
                  <a:pt x="2110560" y="1959238"/>
                </a:lnTo>
                <a:cubicBezTo>
                  <a:pt x="2118110" y="1974344"/>
                  <a:pt x="2024059" y="2033899"/>
                  <a:pt x="1923659" y="1985505"/>
                </a:cubicBezTo>
                <a:cubicBezTo>
                  <a:pt x="1944881" y="1963116"/>
                  <a:pt x="1984435" y="1853788"/>
                  <a:pt x="1787040" y="1780455"/>
                </a:cubicBezTo>
                <a:cubicBezTo>
                  <a:pt x="1710295" y="1707122"/>
                  <a:pt x="1650515" y="1614297"/>
                  <a:pt x="1640990" y="1526455"/>
                </a:cubicBezTo>
                <a:cubicBezTo>
                  <a:pt x="1561615" y="1489413"/>
                  <a:pt x="1542626" y="1616874"/>
                  <a:pt x="1380640" y="1488355"/>
                </a:cubicBezTo>
                <a:cubicBezTo>
                  <a:pt x="1205954" y="1524936"/>
                  <a:pt x="1308308" y="1733243"/>
                  <a:pt x="1031024" y="1733243"/>
                </a:cubicBezTo>
                <a:cubicBezTo>
                  <a:pt x="752137" y="1729760"/>
                  <a:pt x="997658" y="1655959"/>
                  <a:pt x="383689" y="1539154"/>
                </a:cubicBezTo>
                <a:cubicBezTo>
                  <a:pt x="252320" y="1422349"/>
                  <a:pt x="105224" y="1615554"/>
                  <a:pt x="1508" y="1102263"/>
                </a:cubicBezTo>
                <a:cubicBezTo>
                  <a:pt x="-13308" y="906472"/>
                  <a:pt x="80871" y="551060"/>
                  <a:pt x="294790" y="364405"/>
                </a:cubicBezTo>
                <a:cubicBezTo>
                  <a:pt x="508709" y="177750"/>
                  <a:pt x="753741" y="13024"/>
                  <a:pt x="1107224" y="1383"/>
                </a:cubicBezTo>
                <a:close/>
              </a:path>
            </a:pathLst>
          </a:custGeom>
          <a:solidFill>
            <a:srgbClr val="ED7D31">
              <a:alpha val="2196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81E86BB-767D-FF07-75EA-D754BD63CD20}"/>
              </a:ext>
            </a:extLst>
          </p:cNvPr>
          <p:cNvSpPr/>
          <p:nvPr/>
        </p:nvSpPr>
        <p:spPr>
          <a:xfrm rot="266392">
            <a:off x="2146587" y="4626187"/>
            <a:ext cx="3071052" cy="1990914"/>
          </a:xfrm>
          <a:custGeom>
            <a:avLst/>
            <a:gdLst>
              <a:gd name="csX0" fmla="*/ 1442907 w 3370383"/>
              <a:gd name="csY0" fmla="*/ 0 h 1744448"/>
              <a:gd name="csX1" fmla="*/ 2885814 w 3370383"/>
              <a:gd name="csY1" fmla="*/ 675314 h 1744448"/>
              <a:gd name="csX2" fmla="*/ 2772423 w 3370383"/>
              <a:gd name="csY2" fmla="*/ 938177 h 1744448"/>
              <a:gd name="csX3" fmla="*/ 2747119 w 3370383"/>
              <a:gd name="csY3" fmla="*/ 959996 h 1744448"/>
              <a:gd name="csX4" fmla="*/ 2829245 w 3370383"/>
              <a:gd name="csY4" fmla="*/ 964807 h 1744448"/>
              <a:gd name="csX5" fmla="*/ 3370383 w 3370383"/>
              <a:gd name="csY5" fmla="*/ 1350627 h 1744448"/>
              <a:gd name="csX6" fmla="*/ 2692660 w 3370383"/>
              <a:gd name="csY6" fmla="*/ 1744448 h 1744448"/>
              <a:gd name="csX7" fmla="*/ 2014937 w 3370383"/>
              <a:gd name="csY7" fmla="*/ 1350627 h 1744448"/>
              <a:gd name="csX8" fmla="*/ 2025047 w 3370383"/>
              <a:gd name="csY8" fmla="*/ 1292352 h 1744448"/>
              <a:gd name="csX9" fmla="*/ 2004552 w 3370383"/>
              <a:gd name="csY9" fmla="*/ 1297559 h 1744448"/>
              <a:gd name="csX10" fmla="*/ 1442907 w 3370383"/>
              <a:gd name="csY10" fmla="*/ 1350628 h 1744448"/>
              <a:gd name="csX11" fmla="*/ 0 w 3370383"/>
              <a:gd name="csY11" fmla="*/ 675314 h 1744448"/>
              <a:gd name="csX12" fmla="*/ 1442907 w 3370383"/>
              <a:gd name="csY12" fmla="*/ 0 h 1744448"/>
              <a:gd name="csX0" fmla="*/ 1493788 w 3370464"/>
              <a:gd name="csY0" fmla="*/ 0 h 1922248"/>
              <a:gd name="csX1" fmla="*/ 2885895 w 3370464"/>
              <a:gd name="csY1" fmla="*/ 853114 h 1922248"/>
              <a:gd name="csX2" fmla="*/ 2772504 w 3370464"/>
              <a:gd name="csY2" fmla="*/ 1115977 h 1922248"/>
              <a:gd name="csX3" fmla="*/ 2747200 w 3370464"/>
              <a:gd name="csY3" fmla="*/ 1137796 h 1922248"/>
              <a:gd name="csX4" fmla="*/ 2829326 w 3370464"/>
              <a:gd name="csY4" fmla="*/ 1142607 h 1922248"/>
              <a:gd name="csX5" fmla="*/ 3370464 w 3370464"/>
              <a:gd name="csY5" fmla="*/ 1528427 h 1922248"/>
              <a:gd name="csX6" fmla="*/ 2692741 w 3370464"/>
              <a:gd name="csY6" fmla="*/ 1922248 h 1922248"/>
              <a:gd name="csX7" fmla="*/ 2015018 w 3370464"/>
              <a:gd name="csY7" fmla="*/ 1528427 h 1922248"/>
              <a:gd name="csX8" fmla="*/ 2025128 w 3370464"/>
              <a:gd name="csY8" fmla="*/ 1470152 h 1922248"/>
              <a:gd name="csX9" fmla="*/ 2004633 w 3370464"/>
              <a:gd name="csY9" fmla="*/ 1475359 h 1922248"/>
              <a:gd name="csX10" fmla="*/ 1442988 w 3370464"/>
              <a:gd name="csY10" fmla="*/ 1528428 h 1922248"/>
              <a:gd name="csX11" fmla="*/ 81 w 3370464"/>
              <a:gd name="csY11" fmla="*/ 853114 h 1922248"/>
              <a:gd name="csX12" fmla="*/ 1493788 w 3370464"/>
              <a:gd name="csY12" fmla="*/ 0 h 1922248"/>
              <a:gd name="csX0" fmla="*/ 1341413 w 3218089"/>
              <a:gd name="csY0" fmla="*/ 78 h 1922326"/>
              <a:gd name="csX1" fmla="*/ 2733520 w 3218089"/>
              <a:gd name="csY1" fmla="*/ 853192 h 1922326"/>
              <a:gd name="csX2" fmla="*/ 2620129 w 3218089"/>
              <a:gd name="csY2" fmla="*/ 1116055 h 1922326"/>
              <a:gd name="csX3" fmla="*/ 2594825 w 3218089"/>
              <a:gd name="csY3" fmla="*/ 1137874 h 1922326"/>
              <a:gd name="csX4" fmla="*/ 2676951 w 3218089"/>
              <a:gd name="csY4" fmla="*/ 1142685 h 1922326"/>
              <a:gd name="csX5" fmla="*/ 3218089 w 3218089"/>
              <a:gd name="csY5" fmla="*/ 1528505 h 1922326"/>
              <a:gd name="csX6" fmla="*/ 2540366 w 3218089"/>
              <a:gd name="csY6" fmla="*/ 1922326 h 1922326"/>
              <a:gd name="csX7" fmla="*/ 1862643 w 3218089"/>
              <a:gd name="csY7" fmla="*/ 1528505 h 1922326"/>
              <a:gd name="csX8" fmla="*/ 1872753 w 3218089"/>
              <a:gd name="csY8" fmla="*/ 1470230 h 1922326"/>
              <a:gd name="csX9" fmla="*/ 1852258 w 3218089"/>
              <a:gd name="csY9" fmla="*/ 1475437 h 1922326"/>
              <a:gd name="csX10" fmla="*/ 1290613 w 3218089"/>
              <a:gd name="csY10" fmla="*/ 1528506 h 1922326"/>
              <a:gd name="csX11" fmla="*/ 106 w 3218089"/>
              <a:gd name="csY11" fmla="*/ 903992 h 1922326"/>
              <a:gd name="csX12" fmla="*/ 1341413 w 3218089"/>
              <a:gd name="csY12" fmla="*/ 78 h 1922326"/>
              <a:gd name="csX0" fmla="*/ 1480745 w 3357421"/>
              <a:gd name="csY0" fmla="*/ 78 h 1922326"/>
              <a:gd name="csX1" fmla="*/ 2872852 w 3357421"/>
              <a:gd name="csY1" fmla="*/ 853192 h 1922326"/>
              <a:gd name="csX2" fmla="*/ 2759461 w 3357421"/>
              <a:gd name="csY2" fmla="*/ 1116055 h 1922326"/>
              <a:gd name="csX3" fmla="*/ 2734157 w 3357421"/>
              <a:gd name="csY3" fmla="*/ 1137874 h 1922326"/>
              <a:gd name="csX4" fmla="*/ 2816283 w 3357421"/>
              <a:gd name="csY4" fmla="*/ 1142685 h 1922326"/>
              <a:gd name="csX5" fmla="*/ 3357421 w 3357421"/>
              <a:gd name="csY5" fmla="*/ 1528505 h 1922326"/>
              <a:gd name="csX6" fmla="*/ 2679698 w 3357421"/>
              <a:gd name="csY6" fmla="*/ 1922326 h 1922326"/>
              <a:gd name="csX7" fmla="*/ 2001975 w 3357421"/>
              <a:gd name="csY7" fmla="*/ 1528505 h 1922326"/>
              <a:gd name="csX8" fmla="*/ 2012085 w 3357421"/>
              <a:gd name="csY8" fmla="*/ 1470230 h 1922326"/>
              <a:gd name="csX9" fmla="*/ 1991590 w 3357421"/>
              <a:gd name="csY9" fmla="*/ 1475437 h 1922326"/>
              <a:gd name="csX10" fmla="*/ 1429945 w 3357421"/>
              <a:gd name="csY10" fmla="*/ 1528506 h 1922326"/>
              <a:gd name="csX11" fmla="*/ 187559 w 3357421"/>
              <a:gd name="csY11" fmla="*/ 1654399 h 1922326"/>
              <a:gd name="csX12" fmla="*/ 139438 w 3357421"/>
              <a:gd name="csY12" fmla="*/ 903992 h 1922326"/>
              <a:gd name="csX13" fmla="*/ 1480745 w 3357421"/>
              <a:gd name="csY13" fmla="*/ 78 h 192232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01975 w 3357421"/>
              <a:gd name="csY7" fmla="*/ 1528505 h 1928556"/>
              <a:gd name="csX8" fmla="*/ 2012085 w 3357421"/>
              <a:gd name="csY8" fmla="*/ 1470230 h 1928556"/>
              <a:gd name="csX9" fmla="*/ 1991590 w 3357421"/>
              <a:gd name="csY9" fmla="*/ 1475437 h 1928556"/>
              <a:gd name="csX10" fmla="*/ 1245795 w 3357421"/>
              <a:gd name="csY10" fmla="*/ 1928556 h 1928556"/>
              <a:gd name="csX11" fmla="*/ 187559 w 3357421"/>
              <a:gd name="csY11" fmla="*/ 1654399 h 1928556"/>
              <a:gd name="csX12" fmla="*/ 139438 w 3357421"/>
              <a:gd name="csY12" fmla="*/ 903992 h 1928556"/>
              <a:gd name="csX13" fmla="*/ 1480745 w 3357421"/>
              <a:gd name="csY13" fmla="*/ 78 h 192855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01975 w 3357421"/>
              <a:gd name="csY7" fmla="*/ 1528505 h 1928556"/>
              <a:gd name="csX8" fmla="*/ 2012085 w 3357421"/>
              <a:gd name="csY8" fmla="*/ 1470230 h 1928556"/>
              <a:gd name="csX9" fmla="*/ 1245795 w 3357421"/>
              <a:gd name="csY9" fmla="*/ 1928556 h 1928556"/>
              <a:gd name="csX10" fmla="*/ 187559 w 3357421"/>
              <a:gd name="csY10" fmla="*/ 1654399 h 1928556"/>
              <a:gd name="csX11" fmla="*/ 139438 w 3357421"/>
              <a:gd name="csY11" fmla="*/ 903992 h 1928556"/>
              <a:gd name="csX12" fmla="*/ 1480745 w 3357421"/>
              <a:gd name="csY12" fmla="*/ 78 h 192855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01975 w 3357421"/>
              <a:gd name="csY7" fmla="*/ 1528505 h 1928556"/>
              <a:gd name="csX8" fmla="*/ 1859685 w 3357421"/>
              <a:gd name="csY8" fmla="*/ 1730580 h 1928556"/>
              <a:gd name="csX9" fmla="*/ 1245795 w 3357421"/>
              <a:gd name="csY9" fmla="*/ 1928556 h 1928556"/>
              <a:gd name="csX10" fmla="*/ 187559 w 3357421"/>
              <a:gd name="csY10" fmla="*/ 1654399 h 1928556"/>
              <a:gd name="csX11" fmla="*/ 139438 w 3357421"/>
              <a:gd name="csY11" fmla="*/ 903992 h 1928556"/>
              <a:gd name="csX12" fmla="*/ 1480745 w 3357421"/>
              <a:gd name="csY12" fmla="*/ 78 h 192855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46425 w 3357421"/>
              <a:gd name="csY7" fmla="*/ 1611055 h 1928556"/>
              <a:gd name="csX8" fmla="*/ 1859685 w 3357421"/>
              <a:gd name="csY8" fmla="*/ 1730580 h 1928556"/>
              <a:gd name="csX9" fmla="*/ 1245795 w 3357421"/>
              <a:gd name="csY9" fmla="*/ 1928556 h 1928556"/>
              <a:gd name="csX10" fmla="*/ 187559 w 3357421"/>
              <a:gd name="csY10" fmla="*/ 1654399 h 1928556"/>
              <a:gd name="csX11" fmla="*/ 139438 w 3357421"/>
              <a:gd name="csY11" fmla="*/ 903992 h 1928556"/>
              <a:gd name="csX12" fmla="*/ 1480745 w 3357421"/>
              <a:gd name="csY12" fmla="*/ 78 h 1928556"/>
              <a:gd name="csX0" fmla="*/ 1480745 w 3230421"/>
              <a:gd name="csY0" fmla="*/ 78 h 1928556"/>
              <a:gd name="csX1" fmla="*/ 2872852 w 3230421"/>
              <a:gd name="csY1" fmla="*/ 853192 h 1928556"/>
              <a:gd name="csX2" fmla="*/ 2759461 w 3230421"/>
              <a:gd name="csY2" fmla="*/ 1116055 h 1928556"/>
              <a:gd name="csX3" fmla="*/ 2734157 w 3230421"/>
              <a:gd name="csY3" fmla="*/ 1137874 h 1928556"/>
              <a:gd name="csX4" fmla="*/ 2816283 w 3230421"/>
              <a:gd name="csY4" fmla="*/ 1142685 h 1928556"/>
              <a:gd name="csX5" fmla="*/ 3230421 w 3230421"/>
              <a:gd name="csY5" fmla="*/ 1585655 h 1928556"/>
              <a:gd name="csX6" fmla="*/ 2679698 w 3230421"/>
              <a:gd name="csY6" fmla="*/ 1922326 h 1928556"/>
              <a:gd name="csX7" fmla="*/ 2046425 w 3230421"/>
              <a:gd name="csY7" fmla="*/ 1611055 h 1928556"/>
              <a:gd name="csX8" fmla="*/ 1859685 w 3230421"/>
              <a:gd name="csY8" fmla="*/ 1730580 h 1928556"/>
              <a:gd name="csX9" fmla="*/ 1245795 w 3230421"/>
              <a:gd name="csY9" fmla="*/ 1928556 h 1928556"/>
              <a:gd name="csX10" fmla="*/ 187559 w 3230421"/>
              <a:gd name="csY10" fmla="*/ 1654399 h 1928556"/>
              <a:gd name="csX11" fmla="*/ 139438 w 3230421"/>
              <a:gd name="csY11" fmla="*/ 903992 h 1928556"/>
              <a:gd name="csX12" fmla="*/ 1480745 w 3230421"/>
              <a:gd name="csY12" fmla="*/ 78 h 1928556"/>
              <a:gd name="csX0" fmla="*/ 1480745 w 3366119"/>
              <a:gd name="csY0" fmla="*/ 78 h 1928556"/>
              <a:gd name="csX1" fmla="*/ 2872852 w 3366119"/>
              <a:gd name="csY1" fmla="*/ 853192 h 1928556"/>
              <a:gd name="csX2" fmla="*/ 2759461 w 3366119"/>
              <a:gd name="csY2" fmla="*/ 1116055 h 1928556"/>
              <a:gd name="csX3" fmla="*/ 2734157 w 3366119"/>
              <a:gd name="csY3" fmla="*/ 1137874 h 1928556"/>
              <a:gd name="csX4" fmla="*/ 2816283 w 3366119"/>
              <a:gd name="csY4" fmla="*/ 1142685 h 1928556"/>
              <a:gd name="csX5" fmla="*/ 3230421 w 3366119"/>
              <a:gd name="csY5" fmla="*/ 1585655 h 1928556"/>
              <a:gd name="csX6" fmla="*/ 3330809 w 3366119"/>
              <a:gd name="csY6" fmla="*/ 1781399 h 1928556"/>
              <a:gd name="csX7" fmla="*/ 2679698 w 3366119"/>
              <a:gd name="csY7" fmla="*/ 1922326 h 1928556"/>
              <a:gd name="csX8" fmla="*/ 2046425 w 3366119"/>
              <a:gd name="csY8" fmla="*/ 1611055 h 1928556"/>
              <a:gd name="csX9" fmla="*/ 1859685 w 3366119"/>
              <a:gd name="csY9" fmla="*/ 1730580 h 1928556"/>
              <a:gd name="csX10" fmla="*/ 1245795 w 3366119"/>
              <a:gd name="csY10" fmla="*/ 1928556 h 1928556"/>
              <a:gd name="csX11" fmla="*/ 187559 w 3366119"/>
              <a:gd name="csY11" fmla="*/ 1654399 h 1928556"/>
              <a:gd name="csX12" fmla="*/ 139438 w 3366119"/>
              <a:gd name="csY12" fmla="*/ 903992 h 1928556"/>
              <a:gd name="csX13" fmla="*/ 1480745 w 3366119"/>
              <a:gd name="csY13" fmla="*/ 78 h 1928556"/>
              <a:gd name="csX0" fmla="*/ 1480745 w 3366119"/>
              <a:gd name="csY0" fmla="*/ 78 h 1928556"/>
              <a:gd name="csX1" fmla="*/ 2872852 w 3366119"/>
              <a:gd name="csY1" fmla="*/ 853192 h 1928556"/>
              <a:gd name="csX2" fmla="*/ 2759461 w 3366119"/>
              <a:gd name="csY2" fmla="*/ 1116055 h 1928556"/>
              <a:gd name="csX3" fmla="*/ 2734157 w 3366119"/>
              <a:gd name="csY3" fmla="*/ 1137874 h 1928556"/>
              <a:gd name="csX4" fmla="*/ 2816283 w 3366119"/>
              <a:gd name="csY4" fmla="*/ 1142685 h 1928556"/>
              <a:gd name="csX5" fmla="*/ 3230421 w 3366119"/>
              <a:gd name="csY5" fmla="*/ 1585655 h 1928556"/>
              <a:gd name="csX6" fmla="*/ 3330809 w 3366119"/>
              <a:gd name="csY6" fmla="*/ 1781399 h 1928556"/>
              <a:gd name="csX7" fmla="*/ 2311398 w 3366119"/>
              <a:gd name="csY7" fmla="*/ 1890576 h 1928556"/>
              <a:gd name="csX8" fmla="*/ 2046425 w 3366119"/>
              <a:gd name="csY8" fmla="*/ 1611055 h 1928556"/>
              <a:gd name="csX9" fmla="*/ 1859685 w 3366119"/>
              <a:gd name="csY9" fmla="*/ 1730580 h 1928556"/>
              <a:gd name="csX10" fmla="*/ 1245795 w 3366119"/>
              <a:gd name="csY10" fmla="*/ 1928556 h 1928556"/>
              <a:gd name="csX11" fmla="*/ 187559 w 3366119"/>
              <a:gd name="csY11" fmla="*/ 1654399 h 1928556"/>
              <a:gd name="csX12" fmla="*/ 139438 w 3366119"/>
              <a:gd name="csY12" fmla="*/ 903992 h 1928556"/>
              <a:gd name="csX13" fmla="*/ 1480745 w 3366119"/>
              <a:gd name="csY13" fmla="*/ 78 h 1928556"/>
              <a:gd name="csX0" fmla="*/ 1480745 w 3346074"/>
              <a:gd name="csY0" fmla="*/ 78 h 1933099"/>
              <a:gd name="csX1" fmla="*/ 2872852 w 3346074"/>
              <a:gd name="csY1" fmla="*/ 853192 h 1933099"/>
              <a:gd name="csX2" fmla="*/ 2759461 w 3346074"/>
              <a:gd name="csY2" fmla="*/ 1116055 h 1933099"/>
              <a:gd name="csX3" fmla="*/ 2734157 w 3346074"/>
              <a:gd name="csY3" fmla="*/ 1137874 h 1933099"/>
              <a:gd name="csX4" fmla="*/ 2816283 w 3346074"/>
              <a:gd name="csY4" fmla="*/ 1142685 h 1933099"/>
              <a:gd name="csX5" fmla="*/ 3230421 w 3346074"/>
              <a:gd name="csY5" fmla="*/ 1585655 h 1933099"/>
              <a:gd name="csX6" fmla="*/ 3330809 w 3346074"/>
              <a:gd name="csY6" fmla="*/ 1781399 h 1933099"/>
              <a:gd name="csX7" fmla="*/ 3114909 w 3346074"/>
              <a:gd name="csY7" fmla="*/ 1921099 h 1933099"/>
              <a:gd name="csX8" fmla="*/ 2311398 w 3346074"/>
              <a:gd name="csY8" fmla="*/ 1890576 h 1933099"/>
              <a:gd name="csX9" fmla="*/ 2046425 w 3346074"/>
              <a:gd name="csY9" fmla="*/ 1611055 h 1933099"/>
              <a:gd name="csX10" fmla="*/ 1859685 w 3346074"/>
              <a:gd name="csY10" fmla="*/ 1730580 h 1933099"/>
              <a:gd name="csX11" fmla="*/ 1245795 w 3346074"/>
              <a:gd name="csY11" fmla="*/ 1928556 h 1933099"/>
              <a:gd name="csX12" fmla="*/ 187559 w 3346074"/>
              <a:gd name="csY12" fmla="*/ 1654399 h 1933099"/>
              <a:gd name="csX13" fmla="*/ 139438 w 3346074"/>
              <a:gd name="csY13" fmla="*/ 903992 h 1933099"/>
              <a:gd name="csX14" fmla="*/ 1480745 w 3346074"/>
              <a:gd name="csY14" fmla="*/ 78 h 1933099"/>
              <a:gd name="csX0" fmla="*/ 1480745 w 3342488"/>
              <a:gd name="csY0" fmla="*/ 78 h 1933099"/>
              <a:gd name="csX1" fmla="*/ 2872852 w 3342488"/>
              <a:gd name="csY1" fmla="*/ 853192 h 1933099"/>
              <a:gd name="csX2" fmla="*/ 2759461 w 3342488"/>
              <a:gd name="csY2" fmla="*/ 1116055 h 1933099"/>
              <a:gd name="csX3" fmla="*/ 2734157 w 3342488"/>
              <a:gd name="csY3" fmla="*/ 1137874 h 1933099"/>
              <a:gd name="csX4" fmla="*/ 3025833 w 3342488"/>
              <a:gd name="csY4" fmla="*/ 1250635 h 1933099"/>
              <a:gd name="csX5" fmla="*/ 3230421 w 3342488"/>
              <a:gd name="csY5" fmla="*/ 1585655 h 1933099"/>
              <a:gd name="csX6" fmla="*/ 3330809 w 3342488"/>
              <a:gd name="csY6" fmla="*/ 1781399 h 1933099"/>
              <a:gd name="csX7" fmla="*/ 3114909 w 3342488"/>
              <a:gd name="csY7" fmla="*/ 1921099 h 1933099"/>
              <a:gd name="csX8" fmla="*/ 2311398 w 3342488"/>
              <a:gd name="csY8" fmla="*/ 1890576 h 1933099"/>
              <a:gd name="csX9" fmla="*/ 2046425 w 3342488"/>
              <a:gd name="csY9" fmla="*/ 1611055 h 1933099"/>
              <a:gd name="csX10" fmla="*/ 1859685 w 3342488"/>
              <a:gd name="csY10" fmla="*/ 1730580 h 1933099"/>
              <a:gd name="csX11" fmla="*/ 1245795 w 3342488"/>
              <a:gd name="csY11" fmla="*/ 1928556 h 1933099"/>
              <a:gd name="csX12" fmla="*/ 187559 w 3342488"/>
              <a:gd name="csY12" fmla="*/ 1654399 h 1933099"/>
              <a:gd name="csX13" fmla="*/ 139438 w 3342488"/>
              <a:gd name="csY13" fmla="*/ 903992 h 1933099"/>
              <a:gd name="csX14" fmla="*/ 1480745 w 3342488"/>
              <a:gd name="csY14" fmla="*/ 78 h 1933099"/>
              <a:gd name="csX0" fmla="*/ 1480745 w 3342488"/>
              <a:gd name="csY0" fmla="*/ 78 h 1933099"/>
              <a:gd name="csX1" fmla="*/ 2872852 w 3342488"/>
              <a:gd name="csY1" fmla="*/ 853192 h 1933099"/>
              <a:gd name="csX2" fmla="*/ 2759461 w 3342488"/>
              <a:gd name="csY2" fmla="*/ 1116055 h 1933099"/>
              <a:gd name="csX3" fmla="*/ 3077057 w 3342488"/>
              <a:gd name="csY3" fmla="*/ 1055324 h 1933099"/>
              <a:gd name="csX4" fmla="*/ 3025833 w 3342488"/>
              <a:gd name="csY4" fmla="*/ 1250635 h 1933099"/>
              <a:gd name="csX5" fmla="*/ 3230421 w 3342488"/>
              <a:gd name="csY5" fmla="*/ 1585655 h 1933099"/>
              <a:gd name="csX6" fmla="*/ 3330809 w 3342488"/>
              <a:gd name="csY6" fmla="*/ 1781399 h 1933099"/>
              <a:gd name="csX7" fmla="*/ 3114909 w 3342488"/>
              <a:gd name="csY7" fmla="*/ 1921099 h 1933099"/>
              <a:gd name="csX8" fmla="*/ 2311398 w 3342488"/>
              <a:gd name="csY8" fmla="*/ 1890576 h 1933099"/>
              <a:gd name="csX9" fmla="*/ 2046425 w 3342488"/>
              <a:gd name="csY9" fmla="*/ 1611055 h 1933099"/>
              <a:gd name="csX10" fmla="*/ 1859685 w 3342488"/>
              <a:gd name="csY10" fmla="*/ 1730580 h 1933099"/>
              <a:gd name="csX11" fmla="*/ 1245795 w 3342488"/>
              <a:gd name="csY11" fmla="*/ 1928556 h 1933099"/>
              <a:gd name="csX12" fmla="*/ 187559 w 3342488"/>
              <a:gd name="csY12" fmla="*/ 1654399 h 1933099"/>
              <a:gd name="csX13" fmla="*/ 139438 w 3342488"/>
              <a:gd name="csY13" fmla="*/ 903992 h 1933099"/>
              <a:gd name="csX14" fmla="*/ 1480745 w 3342488"/>
              <a:gd name="csY14" fmla="*/ 78 h 1933099"/>
              <a:gd name="csX0" fmla="*/ 1480745 w 3342488"/>
              <a:gd name="csY0" fmla="*/ 12861 h 1945882"/>
              <a:gd name="csX1" fmla="*/ 2809352 w 3342488"/>
              <a:gd name="csY1" fmla="*/ 434175 h 1945882"/>
              <a:gd name="csX2" fmla="*/ 2759461 w 3342488"/>
              <a:gd name="csY2" fmla="*/ 1128838 h 1945882"/>
              <a:gd name="csX3" fmla="*/ 3077057 w 3342488"/>
              <a:gd name="csY3" fmla="*/ 1068107 h 1945882"/>
              <a:gd name="csX4" fmla="*/ 3025833 w 3342488"/>
              <a:gd name="csY4" fmla="*/ 1263418 h 1945882"/>
              <a:gd name="csX5" fmla="*/ 3230421 w 3342488"/>
              <a:gd name="csY5" fmla="*/ 1598438 h 1945882"/>
              <a:gd name="csX6" fmla="*/ 3330809 w 3342488"/>
              <a:gd name="csY6" fmla="*/ 1794182 h 1945882"/>
              <a:gd name="csX7" fmla="*/ 3114909 w 3342488"/>
              <a:gd name="csY7" fmla="*/ 1933882 h 1945882"/>
              <a:gd name="csX8" fmla="*/ 2311398 w 3342488"/>
              <a:gd name="csY8" fmla="*/ 1903359 h 1945882"/>
              <a:gd name="csX9" fmla="*/ 2046425 w 3342488"/>
              <a:gd name="csY9" fmla="*/ 1623838 h 1945882"/>
              <a:gd name="csX10" fmla="*/ 1859685 w 3342488"/>
              <a:gd name="csY10" fmla="*/ 1743363 h 1945882"/>
              <a:gd name="csX11" fmla="*/ 1245795 w 3342488"/>
              <a:gd name="csY11" fmla="*/ 1941339 h 1945882"/>
              <a:gd name="csX12" fmla="*/ 187559 w 3342488"/>
              <a:gd name="csY12" fmla="*/ 1667182 h 1945882"/>
              <a:gd name="csX13" fmla="*/ 139438 w 3342488"/>
              <a:gd name="csY13" fmla="*/ 916775 h 1945882"/>
              <a:gd name="csX14" fmla="*/ 1480745 w 3342488"/>
              <a:gd name="csY14" fmla="*/ 12861 h 1945882"/>
              <a:gd name="csX0" fmla="*/ 1480745 w 3342488"/>
              <a:gd name="csY0" fmla="*/ 11887 h 1944908"/>
              <a:gd name="csX1" fmla="*/ 2809352 w 3342488"/>
              <a:gd name="csY1" fmla="*/ 433201 h 1944908"/>
              <a:gd name="csX2" fmla="*/ 2791211 w 3342488"/>
              <a:gd name="csY2" fmla="*/ 931014 h 1944908"/>
              <a:gd name="csX3" fmla="*/ 3077057 w 3342488"/>
              <a:gd name="csY3" fmla="*/ 1067133 h 1944908"/>
              <a:gd name="csX4" fmla="*/ 3025833 w 3342488"/>
              <a:gd name="csY4" fmla="*/ 1262444 h 1944908"/>
              <a:gd name="csX5" fmla="*/ 3230421 w 3342488"/>
              <a:gd name="csY5" fmla="*/ 1597464 h 1944908"/>
              <a:gd name="csX6" fmla="*/ 3330809 w 3342488"/>
              <a:gd name="csY6" fmla="*/ 1793208 h 1944908"/>
              <a:gd name="csX7" fmla="*/ 3114909 w 3342488"/>
              <a:gd name="csY7" fmla="*/ 1932908 h 1944908"/>
              <a:gd name="csX8" fmla="*/ 2311398 w 3342488"/>
              <a:gd name="csY8" fmla="*/ 1902385 h 1944908"/>
              <a:gd name="csX9" fmla="*/ 2046425 w 3342488"/>
              <a:gd name="csY9" fmla="*/ 1622864 h 1944908"/>
              <a:gd name="csX10" fmla="*/ 1859685 w 3342488"/>
              <a:gd name="csY10" fmla="*/ 1742389 h 1944908"/>
              <a:gd name="csX11" fmla="*/ 1245795 w 3342488"/>
              <a:gd name="csY11" fmla="*/ 1940365 h 1944908"/>
              <a:gd name="csX12" fmla="*/ 187559 w 3342488"/>
              <a:gd name="csY12" fmla="*/ 1666208 h 1944908"/>
              <a:gd name="csX13" fmla="*/ 139438 w 3342488"/>
              <a:gd name="csY13" fmla="*/ 915801 h 1944908"/>
              <a:gd name="csX14" fmla="*/ 1480745 w 3342488"/>
              <a:gd name="csY14" fmla="*/ 11887 h 1944908"/>
              <a:gd name="csX0" fmla="*/ 1480745 w 3342488"/>
              <a:gd name="csY0" fmla="*/ 62459 h 1995480"/>
              <a:gd name="csX1" fmla="*/ 2289409 w 3342488"/>
              <a:gd name="csY1" fmla="*/ 122930 h 1995480"/>
              <a:gd name="csX2" fmla="*/ 2809352 w 3342488"/>
              <a:gd name="csY2" fmla="*/ 483773 h 1995480"/>
              <a:gd name="csX3" fmla="*/ 2791211 w 3342488"/>
              <a:gd name="csY3" fmla="*/ 981586 h 1995480"/>
              <a:gd name="csX4" fmla="*/ 3077057 w 3342488"/>
              <a:gd name="csY4" fmla="*/ 1117705 h 1995480"/>
              <a:gd name="csX5" fmla="*/ 3025833 w 3342488"/>
              <a:gd name="csY5" fmla="*/ 1313016 h 1995480"/>
              <a:gd name="csX6" fmla="*/ 3230421 w 3342488"/>
              <a:gd name="csY6" fmla="*/ 1648036 h 1995480"/>
              <a:gd name="csX7" fmla="*/ 3330809 w 3342488"/>
              <a:gd name="csY7" fmla="*/ 1843780 h 1995480"/>
              <a:gd name="csX8" fmla="*/ 3114909 w 3342488"/>
              <a:gd name="csY8" fmla="*/ 1983480 h 1995480"/>
              <a:gd name="csX9" fmla="*/ 2311398 w 3342488"/>
              <a:gd name="csY9" fmla="*/ 1952957 h 1995480"/>
              <a:gd name="csX10" fmla="*/ 2046425 w 3342488"/>
              <a:gd name="csY10" fmla="*/ 1673436 h 1995480"/>
              <a:gd name="csX11" fmla="*/ 1859685 w 3342488"/>
              <a:gd name="csY11" fmla="*/ 1792961 h 1995480"/>
              <a:gd name="csX12" fmla="*/ 1245795 w 3342488"/>
              <a:gd name="csY12" fmla="*/ 1990937 h 1995480"/>
              <a:gd name="csX13" fmla="*/ 187559 w 3342488"/>
              <a:gd name="csY13" fmla="*/ 1716780 h 1995480"/>
              <a:gd name="csX14" fmla="*/ 139438 w 3342488"/>
              <a:gd name="csY14" fmla="*/ 966373 h 1995480"/>
              <a:gd name="csX15" fmla="*/ 1480745 w 3342488"/>
              <a:gd name="csY15" fmla="*/ 62459 h 1995480"/>
              <a:gd name="csX0" fmla="*/ 1429266 w 3291009"/>
              <a:gd name="csY0" fmla="*/ 10484 h 1943505"/>
              <a:gd name="csX1" fmla="*/ 2237930 w 3291009"/>
              <a:gd name="csY1" fmla="*/ 70955 h 1943505"/>
              <a:gd name="csX2" fmla="*/ 2757873 w 3291009"/>
              <a:gd name="csY2" fmla="*/ 431798 h 1943505"/>
              <a:gd name="csX3" fmla="*/ 2739732 w 3291009"/>
              <a:gd name="csY3" fmla="*/ 929611 h 1943505"/>
              <a:gd name="csX4" fmla="*/ 3025578 w 3291009"/>
              <a:gd name="csY4" fmla="*/ 1065730 h 1943505"/>
              <a:gd name="csX5" fmla="*/ 2974354 w 3291009"/>
              <a:gd name="csY5" fmla="*/ 1261041 h 1943505"/>
              <a:gd name="csX6" fmla="*/ 3178942 w 3291009"/>
              <a:gd name="csY6" fmla="*/ 1596061 h 1943505"/>
              <a:gd name="csX7" fmla="*/ 3279330 w 3291009"/>
              <a:gd name="csY7" fmla="*/ 1791805 h 1943505"/>
              <a:gd name="csX8" fmla="*/ 3063430 w 3291009"/>
              <a:gd name="csY8" fmla="*/ 1931505 h 1943505"/>
              <a:gd name="csX9" fmla="*/ 2259919 w 3291009"/>
              <a:gd name="csY9" fmla="*/ 1900982 h 1943505"/>
              <a:gd name="csX10" fmla="*/ 1994946 w 3291009"/>
              <a:gd name="csY10" fmla="*/ 1621461 h 1943505"/>
              <a:gd name="csX11" fmla="*/ 1808206 w 3291009"/>
              <a:gd name="csY11" fmla="*/ 1740986 h 1943505"/>
              <a:gd name="csX12" fmla="*/ 1194316 w 3291009"/>
              <a:gd name="csY12" fmla="*/ 1938962 h 1943505"/>
              <a:gd name="csX13" fmla="*/ 136080 w 3291009"/>
              <a:gd name="csY13" fmla="*/ 1664805 h 1943505"/>
              <a:gd name="csX14" fmla="*/ 87959 w 3291009"/>
              <a:gd name="csY14" fmla="*/ 914398 h 1943505"/>
              <a:gd name="csX15" fmla="*/ 631380 w 3291009"/>
              <a:gd name="csY15" fmla="*/ 210655 h 1943505"/>
              <a:gd name="csX16" fmla="*/ 1429266 w 3291009"/>
              <a:gd name="csY16" fmla="*/ 10484 h 1943505"/>
              <a:gd name="csX0" fmla="*/ 1438385 w 3300128"/>
              <a:gd name="csY0" fmla="*/ 10484 h 1943505"/>
              <a:gd name="csX1" fmla="*/ 2247049 w 3300128"/>
              <a:gd name="csY1" fmla="*/ 70955 h 1943505"/>
              <a:gd name="csX2" fmla="*/ 2766992 w 3300128"/>
              <a:gd name="csY2" fmla="*/ 431798 h 1943505"/>
              <a:gd name="csX3" fmla="*/ 2748851 w 3300128"/>
              <a:gd name="csY3" fmla="*/ 929611 h 1943505"/>
              <a:gd name="csX4" fmla="*/ 3034697 w 3300128"/>
              <a:gd name="csY4" fmla="*/ 1065730 h 1943505"/>
              <a:gd name="csX5" fmla="*/ 2983473 w 3300128"/>
              <a:gd name="csY5" fmla="*/ 1261041 h 1943505"/>
              <a:gd name="csX6" fmla="*/ 3188061 w 3300128"/>
              <a:gd name="csY6" fmla="*/ 1596061 h 1943505"/>
              <a:gd name="csX7" fmla="*/ 3288449 w 3300128"/>
              <a:gd name="csY7" fmla="*/ 1791805 h 1943505"/>
              <a:gd name="csX8" fmla="*/ 3072549 w 3300128"/>
              <a:gd name="csY8" fmla="*/ 1931505 h 1943505"/>
              <a:gd name="csX9" fmla="*/ 2269038 w 3300128"/>
              <a:gd name="csY9" fmla="*/ 1900982 h 1943505"/>
              <a:gd name="csX10" fmla="*/ 2004065 w 3300128"/>
              <a:gd name="csY10" fmla="*/ 1621461 h 1943505"/>
              <a:gd name="csX11" fmla="*/ 1817325 w 3300128"/>
              <a:gd name="csY11" fmla="*/ 1740986 h 1943505"/>
              <a:gd name="csX12" fmla="*/ 1203435 w 3300128"/>
              <a:gd name="csY12" fmla="*/ 1938962 h 1943505"/>
              <a:gd name="csX13" fmla="*/ 145199 w 3300128"/>
              <a:gd name="csY13" fmla="*/ 1664805 h 1943505"/>
              <a:gd name="csX14" fmla="*/ 78028 w 3300128"/>
              <a:gd name="csY14" fmla="*/ 914398 h 1943505"/>
              <a:gd name="csX15" fmla="*/ 640499 w 3300128"/>
              <a:gd name="csY15" fmla="*/ 210655 h 1943505"/>
              <a:gd name="csX16" fmla="*/ 1438385 w 3300128"/>
              <a:gd name="csY16" fmla="*/ 10484 h 1943505"/>
              <a:gd name="csX0" fmla="*/ 1436025 w 3297768"/>
              <a:gd name="csY0" fmla="*/ 10484 h 1943505"/>
              <a:gd name="csX1" fmla="*/ 2244689 w 3297768"/>
              <a:gd name="csY1" fmla="*/ 70955 h 1943505"/>
              <a:gd name="csX2" fmla="*/ 2764632 w 3297768"/>
              <a:gd name="csY2" fmla="*/ 431798 h 1943505"/>
              <a:gd name="csX3" fmla="*/ 2746491 w 3297768"/>
              <a:gd name="csY3" fmla="*/ 929611 h 1943505"/>
              <a:gd name="csX4" fmla="*/ 3032337 w 3297768"/>
              <a:gd name="csY4" fmla="*/ 1065730 h 1943505"/>
              <a:gd name="csX5" fmla="*/ 2981113 w 3297768"/>
              <a:gd name="csY5" fmla="*/ 1261041 h 1943505"/>
              <a:gd name="csX6" fmla="*/ 3185701 w 3297768"/>
              <a:gd name="csY6" fmla="*/ 1596061 h 1943505"/>
              <a:gd name="csX7" fmla="*/ 3286089 w 3297768"/>
              <a:gd name="csY7" fmla="*/ 1791805 h 1943505"/>
              <a:gd name="csX8" fmla="*/ 3070189 w 3297768"/>
              <a:gd name="csY8" fmla="*/ 1931505 h 1943505"/>
              <a:gd name="csX9" fmla="*/ 2266678 w 3297768"/>
              <a:gd name="csY9" fmla="*/ 1900982 h 1943505"/>
              <a:gd name="csX10" fmla="*/ 2001705 w 3297768"/>
              <a:gd name="csY10" fmla="*/ 1621461 h 1943505"/>
              <a:gd name="csX11" fmla="*/ 1814965 w 3297768"/>
              <a:gd name="csY11" fmla="*/ 1740986 h 1943505"/>
              <a:gd name="csX12" fmla="*/ 1201075 w 3297768"/>
              <a:gd name="csY12" fmla="*/ 1938962 h 1943505"/>
              <a:gd name="csX13" fmla="*/ 142839 w 3297768"/>
              <a:gd name="csY13" fmla="*/ 1664805 h 1943505"/>
              <a:gd name="csX14" fmla="*/ 75668 w 3297768"/>
              <a:gd name="csY14" fmla="*/ 914398 h 1943505"/>
              <a:gd name="csX15" fmla="*/ 638139 w 3297768"/>
              <a:gd name="csY15" fmla="*/ 210655 h 1943505"/>
              <a:gd name="csX16" fmla="*/ 1436025 w 3297768"/>
              <a:gd name="csY16" fmla="*/ 10484 h 1943505"/>
              <a:gd name="csX0" fmla="*/ 1436025 w 3297768"/>
              <a:gd name="csY0" fmla="*/ 10484 h 1943505"/>
              <a:gd name="csX1" fmla="*/ 2244689 w 3297768"/>
              <a:gd name="csY1" fmla="*/ 70955 h 1943505"/>
              <a:gd name="csX2" fmla="*/ 2764632 w 3297768"/>
              <a:gd name="csY2" fmla="*/ 431798 h 1943505"/>
              <a:gd name="csX3" fmla="*/ 2746491 w 3297768"/>
              <a:gd name="csY3" fmla="*/ 929611 h 1943505"/>
              <a:gd name="csX4" fmla="*/ 3032337 w 3297768"/>
              <a:gd name="csY4" fmla="*/ 1065730 h 1943505"/>
              <a:gd name="csX5" fmla="*/ 2981113 w 3297768"/>
              <a:gd name="csY5" fmla="*/ 1261041 h 1943505"/>
              <a:gd name="csX6" fmla="*/ 3185701 w 3297768"/>
              <a:gd name="csY6" fmla="*/ 1596061 h 1943505"/>
              <a:gd name="csX7" fmla="*/ 3286089 w 3297768"/>
              <a:gd name="csY7" fmla="*/ 1791805 h 1943505"/>
              <a:gd name="csX8" fmla="*/ 3070189 w 3297768"/>
              <a:gd name="csY8" fmla="*/ 1931505 h 1943505"/>
              <a:gd name="csX9" fmla="*/ 2266678 w 3297768"/>
              <a:gd name="csY9" fmla="*/ 1900982 h 1943505"/>
              <a:gd name="csX10" fmla="*/ 2001705 w 3297768"/>
              <a:gd name="csY10" fmla="*/ 1621461 h 1943505"/>
              <a:gd name="csX11" fmla="*/ 1814965 w 3297768"/>
              <a:gd name="csY11" fmla="*/ 1740986 h 1943505"/>
              <a:gd name="csX12" fmla="*/ 1201075 w 3297768"/>
              <a:gd name="csY12" fmla="*/ 1938962 h 1943505"/>
              <a:gd name="csX13" fmla="*/ 142839 w 3297768"/>
              <a:gd name="csY13" fmla="*/ 1664805 h 1943505"/>
              <a:gd name="csX14" fmla="*/ 75668 w 3297768"/>
              <a:gd name="csY14" fmla="*/ 914398 h 1943505"/>
              <a:gd name="csX15" fmla="*/ 638139 w 3297768"/>
              <a:gd name="csY15" fmla="*/ 210655 h 1943505"/>
              <a:gd name="csX16" fmla="*/ 1436025 w 3297768"/>
              <a:gd name="csY16" fmla="*/ 10484 h 1943505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5143"/>
              <a:gd name="csY0" fmla="*/ 10484 h 1945723"/>
              <a:gd name="csX1" fmla="*/ 2244689 w 3295143"/>
              <a:gd name="csY1" fmla="*/ 70955 h 1945723"/>
              <a:gd name="csX2" fmla="*/ 2764632 w 3295143"/>
              <a:gd name="csY2" fmla="*/ 431798 h 1945723"/>
              <a:gd name="csX3" fmla="*/ 2746491 w 3295143"/>
              <a:gd name="csY3" fmla="*/ 929611 h 1945723"/>
              <a:gd name="csX4" fmla="*/ 3032337 w 3295143"/>
              <a:gd name="csY4" fmla="*/ 1065730 h 1945723"/>
              <a:gd name="csX5" fmla="*/ 2981113 w 3295143"/>
              <a:gd name="csY5" fmla="*/ 1261041 h 1945723"/>
              <a:gd name="csX6" fmla="*/ 3222589 w 3295143"/>
              <a:gd name="csY6" fmla="*/ 1474305 h 1945723"/>
              <a:gd name="csX7" fmla="*/ 3185701 w 3295143"/>
              <a:gd name="csY7" fmla="*/ 1596061 h 1945723"/>
              <a:gd name="csX8" fmla="*/ 3286089 w 3295143"/>
              <a:gd name="csY8" fmla="*/ 1791805 h 1945723"/>
              <a:gd name="csX9" fmla="*/ 3070189 w 3295143"/>
              <a:gd name="csY9" fmla="*/ 1931505 h 1945723"/>
              <a:gd name="csX10" fmla="*/ 2266678 w 3295143"/>
              <a:gd name="csY10" fmla="*/ 1900982 h 1945723"/>
              <a:gd name="csX11" fmla="*/ 2001705 w 3295143"/>
              <a:gd name="csY11" fmla="*/ 1621461 h 1945723"/>
              <a:gd name="csX12" fmla="*/ 1814965 w 3295143"/>
              <a:gd name="csY12" fmla="*/ 1740986 h 1945723"/>
              <a:gd name="csX13" fmla="*/ 1201075 w 3295143"/>
              <a:gd name="csY13" fmla="*/ 1938962 h 1945723"/>
              <a:gd name="csX14" fmla="*/ 142839 w 3295143"/>
              <a:gd name="csY14" fmla="*/ 1664805 h 1945723"/>
              <a:gd name="csX15" fmla="*/ 75668 w 3295143"/>
              <a:gd name="csY15" fmla="*/ 914398 h 1945723"/>
              <a:gd name="csX16" fmla="*/ 638139 w 3295143"/>
              <a:gd name="csY16" fmla="*/ 210655 h 1945723"/>
              <a:gd name="csX17" fmla="*/ 1436025 w 3295143"/>
              <a:gd name="csY17" fmla="*/ 10484 h 1945723"/>
              <a:gd name="csX0" fmla="*/ 1436025 w 3295973"/>
              <a:gd name="csY0" fmla="*/ 10484 h 1945723"/>
              <a:gd name="csX1" fmla="*/ 2244689 w 3295973"/>
              <a:gd name="csY1" fmla="*/ 70955 h 1945723"/>
              <a:gd name="csX2" fmla="*/ 2764632 w 3295973"/>
              <a:gd name="csY2" fmla="*/ 431798 h 1945723"/>
              <a:gd name="csX3" fmla="*/ 2746491 w 3295973"/>
              <a:gd name="csY3" fmla="*/ 929611 h 1945723"/>
              <a:gd name="csX4" fmla="*/ 3032337 w 3295973"/>
              <a:gd name="csY4" fmla="*/ 1065730 h 1945723"/>
              <a:gd name="csX5" fmla="*/ 2981113 w 3295973"/>
              <a:gd name="csY5" fmla="*/ 1261041 h 1945723"/>
              <a:gd name="csX6" fmla="*/ 3133689 w 3295973"/>
              <a:gd name="csY6" fmla="*/ 1467955 h 1945723"/>
              <a:gd name="csX7" fmla="*/ 3185701 w 3295973"/>
              <a:gd name="csY7" fmla="*/ 1596061 h 1945723"/>
              <a:gd name="csX8" fmla="*/ 3286089 w 3295973"/>
              <a:gd name="csY8" fmla="*/ 1791805 h 1945723"/>
              <a:gd name="csX9" fmla="*/ 3070189 w 3295973"/>
              <a:gd name="csY9" fmla="*/ 1931505 h 1945723"/>
              <a:gd name="csX10" fmla="*/ 2266678 w 3295973"/>
              <a:gd name="csY10" fmla="*/ 1900982 h 1945723"/>
              <a:gd name="csX11" fmla="*/ 2001705 w 3295973"/>
              <a:gd name="csY11" fmla="*/ 1621461 h 1945723"/>
              <a:gd name="csX12" fmla="*/ 1814965 w 3295973"/>
              <a:gd name="csY12" fmla="*/ 1740986 h 1945723"/>
              <a:gd name="csX13" fmla="*/ 1201075 w 3295973"/>
              <a:gd name="csY13" fmla="*/ 1938962 h 1945723"/>
              <a:gd name="csX14" fmla="*/ 142839 w 3295973"/>
              <a:gd name="csY14" fmla="*/ 1664805 h 1945723"/>
              <a:gd name="csX15" fmla="*/ 75668 w 3295973"/>
              <a:gd name="csY15" fmla="*/ 914398 h 1945723"/>
              <a:gd name="csX16" fmla="*/ 638139 w 3295973"/>
              <a:gd name="csY16" fmla="*/ 210655 h 1945723"/>
              <a:gd name="csX17" fmla="*/ 1436025 w 3295973"/>
              <a:gd name="csY17" fmla="*/ 10484 h 1945723"/>
              <a:gd name="csX0" fmla="*/ 1436025 w 3359977"/>
              <a:gd name="csY0" fmla="*/ 10484 h 1945723"/>
              <a:gd name="csX1" fmla="*/ 2244689 w 3359977"/>
              <a:gd name="csY1" fmla="*/ 70955 h 1945723"/>
              <a:gd name="csX2" fmla="*/ 2764632 w 3359977"/>
              <a:gd name="csY2" fmla="*/ 431798 h 1945723"/>
              <a:gd name="csX3" fmla="*/ 2746491 w 3359977"/>
              <a:gd name="csY3" fmla="*/ 929611 h 1945723"/>
              <a:gd name="csX4" fmla="*/ 3032337 w 3359977"/>
              <a:gd name="csY4" fmla="*/ 1065730 h 1945723"/>
              <a:gd name="csX5" fmla="*/ 2981113 w 3359977"/>
              <a:gd name="csY5" fmla="*/ 1261041 h 1945723"/>
              <a:gd name="csX6" fmla="*/ 3355939 w 3359977"/>
              <a:gd name="csY6" fmla="*/ 1360005 h 1945723"/>
              <a:gd name="csX7" fmla="*/ 3185701 w 3359977"/>
              <a:gd name="csY7" fmla="*/ 1596061 h 1945723"/>
              <a:gd name="csX8" fmla="*/ 3286089 w 3359977"/>
              <a:gd name="csY8" fmla="*/ 1791805 h 1945723"/>
              <a:gd name="csX9" fmla="*/ 3070189 w 3359977"/>
              <a:gd name="csY9" fmla="*/ 1931505 h 1945723"/>
              <a:gd name="csX10" fmla="*/ 2266678 w 3359977"/>
              <a:gd name="csY10" fmla="*/ 1900982 h 1945723"/>
              <a:gd name="csX11" fmla="*/ 2001705 w 3359977"/>
              <a:gd name="csY11" fmla="*/ 1621461 h 1945723"/>
              <a:gd name="csX12" fmla="*/ 1814965 w 3359977"/>
              <a:gd name="csY12" fmla="*/ 1740986 h 1945723"/>
              <a:gd name="csX13" fmla="*/ 1201075 w 3359977"/>
              <a:gd name="csY13" fmla="*/ 1938962 h 1945723"/>
              <a:gd name="csX14" fmla="*/ 142839 w 3359977"/>
              <a:gd name="csY14" fmla="*/ 1664805 h 1945723"/>
              <a:gd name="csX15" fmla="*/ 75668 w 3359977"/>
              <a:gd name="csY15" fmla="*/ 914398 h 1945723"/>
              <a:gd name="csX16" fmla="*/ 638139 w 3359977"/>
              <a:gd name="csY16" fmla="*/ 210655 h 1945723"/>
              <a:gd name="csX17" fmla="*/ 1436025 w 3359977"/>
              <a:gd name="csY17" fmla="*/ 10484 h 1945723"/>
              <a:gd name="csX0" fmla="*/ 1436025 w 3355939"/>
              <a:gd name="csY0" fmla="*/ 10484 h 1945723"/>
              <a:gd name="csX1" fmla="*/ 2244689 w 3355939"/>
              <a:gd name="csY1" fmla="*/ 70955 h 1945723"/>
              <a:gd name="csX2" fmla="*/ 2764632 w 3355939"/>
              <a:gd name="csY2" fmla="*/ 431798 h 1945723"/>
              <a:gd name="csX3" fmla="*/ 2746491 w 3355939"/>
              <a:gd name="csY3" fmla="*/ 929611 h 1945723"/>
              <a:gd name="csX4" fmla="*/ 3032337 w 3355939"/>
              <a:gd name="csY4" fmla="*/ 1065730 h 1945723"/>
              <a:gd name="csX5" fmla="*/ 2981113 w 3355939"/>
              <a:gd name="csY5" fmla="*/ 1261041 h 1945723"/>
              <a:gd name="csX6" fmla="*/ 3355939 w 3355939"/>
              <a:gd name="csY6" fmla="*/ 1360005 h 1945723"/>
              <a:gd name="csX7" fmla="*/ 3185701 w 3355939"/>
              <a:gd name="csY7" fmla="*/ 1596061 h 1945723"/>
              <a:gd name="csX8" fmla="*/ 3286089 w 3355939"/>
              <a:gd name="csY8" fmla="*/ 1791805 h 1945723"/>
              <a:gd name="csX9" fmla="*/ 3070189 w 3355939"/>
              <a:gd name="csY9" fmla="*/ 1931505 h 1945723"/>
              <a:gd name="csX10" fmla="*/ 2266678 w 3355939"/>
              <a:gd name="csY10" fmla="*/ 1900982 h 1945723"/>
              <a:gd name="csX11" fmla="*/ 2001705 w 3355939"/>
              <a:gd name="csY11" fmla="*/ 1621461 h 1945723"/>
              <a:gd name="csX12" fmla="*/ 1814965 w 3355939"/>
              <a:gd name="csY12" fmla="*/ 1740986 h 1945723"/>
              <a:gd name="csX13" fmla="*/ 1201075 w 3355939"/>
              <a:gd name="csY13" fmla="*/ 1938962 h 1945723"/>
              <a:gd name="csX14" fmla="*/ 142839 w 3355939"/>
              <a:gd name="csY14" fmla="*/ 1664805 h 1945723"/>
              <a:gd name="csX15" fmla="*/ 75668 w 3355939"/>
              <a:gd name="csY15" fmla="*/ 914398 h 1945723"/>
              <a:gd name="csX16" fmla="*/ 638139 w 3355939"/>
              <a:gd name="csY16" fmla="*/ 210655 h 1945723"/>
              <a:gd name="csX17" fmla="*/ 1436025 w 3355939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2981113 w 3294877"/>
              <a:gd name="csY5" fmla="*/ 12610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2981113 w 3294877"/>
              <a:gd name="csY5" fmla="*/ 12610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562190 w 3294877"/>
              <a:gd name="csY2" fmla="*/ 363055 h 1945723"/>
              <a:gd name="csX3" fmla="*/ 2764632 w 3294877"/>
              <a:gd name="csY3" fmla="*/ 431798 h 1945723"/>
              <a:gd name="csX4" fmla="*/ 2746491 w 3294877"/>
              <a:gd name="csY4" fmla="*/ 929611 h 1945723"/>
              <a:gd name="csX5" fmla="*/ 3019637 w 3294877"/>
              <a:gd name="csY5" fmla="*/ 1046680 h 1945723"/>
              <a:gd name="csX6" fmla="*/ 3044613 w 3294877"/>
              <a:gd name="csY6" fmla="*/ 1299141 h 1945723"/>
              <a:gd name="csX7" fmla="*/ 3254339 w 3294877"/>
              <a:gd name="csY7" fmla="*/ 1467955 h 1945723"/>
              <a:gd name="csX8" fmla="*/ 3185701 w 3294877"/>
              <a:gd name="csY8" fmla="*/ 1596061 h 1945723"/>
              <a:gd name="csX9" fmla="*/ 3286089 w 3294877"/>
              <a:gd name="csY9" fmla="*/ 1791805 h 1945723"/>
              <a:gd name="csX10" fmla="*/ 3070189 w 3294877"/>
              <a:gd name="csY10" fmla="*/ 1931505 h 1945723"/>
              <a:gd name="csX11" fmla="*/ 2266678 w 3294877"/>
              <a:gd name="csY11" fmla="*/ 1900982 h 1945723"/>
              <a:gd name="csX12" fmla="*/ 2001705 w 3294877"/>
              <a:gd name="csY12" fmla="*/ 1621461 h 1945723"/>
              <a:gd name="csX13" fmla="*/ 1814965 w 3294877"/>
              <a:gd name="csY13" fmla="*/ 1740986 h 1945723"/>
              <a:gd name="csX14" fmla="*/ 1201075 w 3294877"/>
              <a:gd name="csY14" fmla="*/ 1938962 h 1945723"/>
              <a:gd name="csX15" fmla="*/ 142839 w 3294877"/>
              <a:gd name="csY15" fmla="*/ 1664805 h 1945723"/>
              <a:gd name="csX16" fmla="*/ 75668 w 3294877"/>
              <a:gd name="csY16" fmla="*/ 914398 h 1945723"/>
              <a:gd name="csX17" fmla="*/ 638139 w 3294877"/>
              <a:gd name="csY17" fmla="*/ 210655 h 1945723"/>
              <a:gd name="csX18" fmla="*/ 1436025 w 3294877"/>
              <a:gd name="csY18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562190 w 3294877"/>
              <a:gd name="csY2" fmla="*/ 363055 h 1945723"/>
              <a:gd name="csX3" fmla="*/ 2764632 w 3294877"/>
              <a:gd name="csY3" fmla="*/ 431798 h 1945723"/>
              <a:gd name="csX4" fmla="*/ 2746491 w 3294877"/>
              <a:gd name="csY4" fmla="*/ 929611 h 1945723"/>
              <a:gd name="csX5" fmla="*/ 3019637 w 3294877"/>
              <a:gd name="csY5" fmla="*/ 1046680 h 1945723"/>
              <a:gd name="csX6" fmla="*/ 3044613 w 3294877"/>
              <a:gd name="csY6" fmla="*/ 1299141 h 1945723"/>
              <a:gd name="csX7" fmla="*/ 3254339 w 3294877"/>
              <a:gd name="csY7" fmla="*/ 1467955 h 1945723"/>
              <a:gd name="csX8" fmla="*/ 3185701 w 3294877"/>
              <a:gd name="csY8" fmla="*/ 1596061 h 1945723"/>
              <a:gd name="csX9" fmla="*/ 3286089 w 3294877"/>
              <a:gd name="csY9" fmla="*/ 1791805 h 1945723"/>
              <a:gd name="csX10" fmla="*/ 3070189 w 3294877"/>
              <a:gd name="csY10" fmla="*/ 1931505 h 1945723"/>
              <a:gd name="csX11" fmla="*/ 2266678 w 3294877"/>
              <a:gd name="csY11" fmla="*/ 1900982 h 1945723"/>
              <a:gd name="csX12" fmla="*/ 2001705 w 3294877"/>
              <a:gd name="csY12" fmla="*/ 1621461 h 1945723"/>
              <a:gd name="csX13" fmla="*/ 1814965 w 3294877"/>
              <a:gd name="csY13" fmla="*/ 1740986 h 1945723"/>
              <a:gd name="csX14" fmla="*/ 1201075 w 3294877"/>
              <a:gd name="csY14" fmla="*/ 1938962 h 1945723"/>
              <a:gd name="csX15" fmla="*/ 142839 w 3294877"/>
              <a:gd name="csY15" fmla="*/ 1664805 h 1945723"/>
              <a:gd name="csX16" fmla="*/ 75668 w 3294877"/>
              <a:gd name="csY16" fmla="*/ 914398 h 1945723"/>
              <a:gd name="csX17" fmla="*/ 638139 w 3294877"/>
              <a:gd name="csY17" fmla="*/ 210655 h 1945723"/>
              <a:gd name="csX18" fmla="*/ 1436025 w 3294877"/>
              <a:gd name="csY18" fmla="*/ 10484 h 1945723"/>
              <a:gd name="csX0" fmla="*/ 1388917 w 3247769"/>
              <a:gd name="csY0" fmla="*/ 10484 h 1945723"/>
              <a:gd name="csX1" fmla="*/ 2197581 w 3247769"/>
              <a:gd name="csY1" fmla="*/ 70955 h 1945723"/>
              <a:gd name="csX2" fmla="*/ 2515082 w 3247769"/>
              <a:gd name="csY2" fmla="*/ 363055 h 1945723"/>
              <a:gd name="csX3" fmla="*/ 2717524 w 3247769"/>
              <a:gd name="csY3" fmla="*/ 431798 h 1945723"/>
              <a:gd name="csX4" fmla="*/ 2699383 w 3247769"/>
              <a:gd name="csY4" fmla="*/ 929611 h 1945723"/>
              <a:gd name="csX5" fmla="*/ 2972529 w 3247769"/>
              <a:gd name="csY5" fmla="*/ 1046680 h 1945723"/>
              <a:gd name="csX6" fmla="*/ 2997505 w 3247769"/>
              <a:gd name="csY6" fmla="*/ 1299141 h 1945723"/>
              <a:gd name="csX7" fmla="*/ 3207231 w 3247769"/>
              <a:gd name="csY7" fmla="*/ 1467955 h 1945723"/>
              <a:gd name="csX8" fmla="*/ 3138593 w 3247769"/>
              <a:gd name="csY8" fmla="*/ 1596061 h 1945723"/>
              <a:gd name="csX9" fmla="*/ 3238981 w 3247769"/>
              <a:gd name="csY9" fmla="*/ 1791805 h 1945723"/>
              <a:gd name="csX10" fmla="*/ 3023081 w 3247769"/>
              <a:gd name="csY10" fmla="*/ 1931505 h 1945723"/>
              <a:gd name="csX11" fmla="*/ 2219570 w 3247769"/>
              <a:gd name="csY11" fmla="*/ 1900982 h 1945723"/>
              <a:gd name="csX12" fmla="*/ 1954597 w 3247769"/>
              <a:gd name="csY12" fmla="*/ 1621461 h 1945723"/>
              <a:gd name="csX13" fmla="*/ 1767857 w 3247769"/>
              <a:gd name="csY13" fmla="*/ 1740986 h 1945723"/>
              <a:gd name="csX14" fmla="*/ 1153967 w 3247769"/>
              <a:gd name="csY14" fmla="*/ 1938962 h 1945723"/>
              <a:gd name="csX15" fmla="*/ 95731 w 3247769"/>
              <a:gd name="csY15" fmla="*/ 1664805 h 1945723"/>
              <a:gd name="csX16" fmla="*/ 155087 w 3247769"/>
              <a:gd name="csY16" fmla="*/ 897634 h 1945723"/>
              <a:gd name="csX17" fmla="*/ 591031 w 3247769"/>
              <a:gd name="csY17" fmla="*/ 210655 h 1945723"/>
              <a:gd name="csX18" fmla="*/ 1388917 w 3247769"/>
              <a:gd name="csY18" fmla="*/ 10484 h 1945723"/>
              <a:gd name="csX0" fmla="*/ 1350145 w 3208997"/>
              <a:gd name="csY0" fmla="*/ 10484 h 1946834"/>
              <a:gd name="csX1" fmla="*/ 2158809 w 3208997"/>
              <a:gd name="csY1" fmla="*/ 70955 h 1946834"/>
              <a:gd name="csX2" fmla="*/ 2476310 w 3208997"/>
              <a:gd name="csY2" fmla="*/ 363055 h 1946834"/>
              <a:gd name="csX3" fmla="*/ 2678752 w 3208997"/>
              <a:gd name="csY3" fmla="*/ 431798 h 1946834"/>
              <a:gd name="csX4" fmla="*/ 2660611 w 3208997"/>
              <a:gd name="csY4" fmla="*/ 929611 h 1946834"/>
              <a:gd name="csX5" fmla="*/ 2933757 w 3208997"/>
              <a:gd name="csY5" fmla="*/ 1046680 h 1946834"/>
              <a:gd name="csX6" fmla="*/ 2958733 w 3208997"/>
              <a:gd name="csY6" fmla="*/ 1299141 h 1946834"/>
              <a:gd name="csX7" fmla="*/ 3168459 w 3208997"/>
              <a:gd name="csY7" fmla="*/ 1467955 h 1946834"/>
              <a:gd name="csX8" fmla="*/ 3099821 w 3208997"/>
              <a:gd name="csY8" fmla="*/ 1596061 h 1946834"/>
              <a:gd name="csX9" fmla="*/ 3200209 w 3208997"/>
              <a:gd name="csY9" fmla="*/ 1791805 h 1946834"/>
              <a:gd name="csX10" fmla="*/ 2984309 w 3208997"/>
              <a:gd name="csY10" fmla="*/ 1931505 h 1946834"/>
              <a:gd name="csX11" fmla="*/ 2180798 w 3208997"/>
              <a:gd name="csY11" fmla="*/ 1900982 h 1946834"/>
              <a:gd name="csX12" fmla="*/ 1915825 w 3208997"/>
              <a:gd name="csY12" fmla="*/ 1621461 h 1946834"/>
              <a:gd name="csX13" fmla="*/ 1729085 w 3208997"/>
              <a:gd name="csY13" fmla="*/ 1740986 h 1946834"/>
              <a:gd name="csX14" fmla="*/ 1115195 w 3208997"/>
              <a:gd name="csY14" fmla="*/ 1938962 h 1946834"/>
              <a:gd name="csX15" fmla="*/ 108962 w 3208997"/>
              <a:gd name="csY15" fmla="*/ 1691696 h 1946834"/>
              <a:gd name="csX16" fmla="*/ 116315 w 3208997"/>
              <a:gd name="csY16" fmla="*/ 897634 h 1946834"/>
              <a:gd name="csX17" fmla="*/ 552259 w 3208997"/>
              <a:gd name="csY17" fmla="*/ 210655 h 1946834"/>
              <a:gd name="csX18" fmla="*/ 1350145 w 3208997"/>
              <a:gd name="csY18" fmla="*/ 10484 h 1946834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180798 w 3208997"/>
              <a:gd name="csY11" fmla="*/ 1900982 h 1991373"/>
              <a:gd name="csX12" fmla="*/ 1915825 w 3208997"/>
              <a:gd name="csY12" fmla="*/ 1621461 h 1991373"/>
              <a:gd name="csX13" fmla="*/ 1729085 w 3208997"/>
              <a:gd name="csY13" fmla="*/ 1740986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180798 w 3208997"/>
              <a:gd name="csY11" fmla="*/ 1900982 h 1991373"/>
              <a:gd name="csX12" fmla="*/ 1915825 w 3208997"/>
              <a:gd name="csY12" fmla="*/ 1621461 h 1991373"/>
              <a:gd name="csX13" fmla="*/ 1651224 w 3208997"/>
              <a:gd name="csY13" fmla="*/ 1576663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180798 w 3208997"/>
              <a:gd name="csY11" fmla="*/ 1900982 h 1991373"/>
              <a:gd name="csX12" fmla="*/ 1843078 w 3208997"/>
              <a:gd name="csY12" fmla="*/ 1534219 h 1991373"/>
              <a:gd name="csX13" fmla="*/ 1651224 w 3208997"/>
              <a:gd name="csY13" fmla="*/ 1576663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180798 w 3208997"/>
              <a:gd name="csY11" fmla="*/ 1900982 h 1991373"/>
              <a:gd name="csX12" fmla="*/ 1843078 w 3208997"/>
              <a:gd name="csY12" fmla="*/ 1534219 h 1991373"/>
              <a:gd name="csX13" fmla="*/ 1398203 w 3208997"/>
              <a:gd name="csY13" fmla="*/ 1721090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055692 w 3208997"/>
              <a:gd name="csY11" fmla="*/ 1813029 h 1991373"/>
              <a:gd name="csX12" fmla="*/ 1843078 w 3208997"/>
              <a:gd name="csY12" fmla="*/ 1534219 h 1991373"/>
              <a:gd name="csX13" fmla="*/ 1398203 w 3208997"/>
              <a:gd name="csY13" fmla="*/ 1721090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314864 w 3208997"/>
              <a:gd name="csY11" fmla="*/ 1972590 h 1991373"/>
              <a:gd name="csX12" fmla="*/ 2055692 w 3208997"/>
              <a:gd name="csY12" fmla="*/ 1813029 h 1991373"/>
              <a:gd name="csX13" fmla="*/ 1843078 w 3208997"/>
              <a:gd name="csY13" fmla="*/ 1534219 h 1991373"/>
              <a:gd name="csX14" fmla="*/ 1398203 w 3208997"/>
              <a:gd name="csY14" fmla="*/ 1721090 h 1991373"/>
              <a:gd name="csX15" fmla="*/ 780334 w 3208997"/>
              <a:gd name="csY15" fmla="*/ 1985243 h 1991373"/>
              <a:gd name="csX16" fmla="*/ 108962 w 3208997"/>
              <a:gd name="csY16" fmla="*/ 1691696 h 1991373"/>
              <a:gd name="csX17" fmla="*/ 116315 w 3208997"/>
              <a:gd name="csY17" fmla="*/ 897634 h 1991373"/>
              <a:gd name="csX18" fmla="*/ 552259 w 3208997"/>
              <a:gd name="csY18" fmla="*/ 210655 h 1991373"/>
              <a:gd name="csX19" fmla="*/ 1350145 w 3208997"/>
              <a:gd name="csY19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64311 w 3208997"/>
              <a:gd name="csY10" fmla="*/ 1929693 h 1991373"/>
              <a:gd name="csX11" fmla="*/ 2314864 w 3208997"/>
              <a:gd name="csY11" fmla="*/ 1972590 h 1991373"/>
              <a:gd name="csX12" fmla="*/ 2055692 w 3208997"/>
              <a:gd name="csY12" fmla="*/ 1813029 h 1991373"/>
              <a:gd name="csX13" fmla="*/ 1843078 w 3208997"/>
              <a:gd name="csY13" fmla="*/ 1534219 h 1991373"/>
              <a:gd name="csX14" fmla="*/ 1398203 w 3208997"/>
              <a:gd name="csY14" fmla="*/ 1721090 h 1991373"/>
              <a:gd name="csX15" fmla="*/ 780334 w 3208997"/>
              <a:gd name="csY15" fmla="*/ 1985243 h 1991373"/>
              <a:gd name="csX16" fmla="*/ 108962 w 3208997"/>
              <a:gd name="csY16" fmla="*/ 1691696 h 1991373"/>
              <a:gd name="csX17" fmla="*/ 116315 w 3208997"/>
              <a:gd name="csY17" fmla="*/ 897634 h 1991373"/>
              <a:gd name="csX18" fmla="*/ 552259 w 3208997"/>
              <a:gd name="csY18" fmla="*/ 210655 h 1991373"/>
              <a:gd name="csX19" fmla="*/ 1350145 w 3208997"/>
              <a:gd name="csY19" fmla="*/ 10484 h 1991373"/>
              <a:gd name="csX0" fmla="*/ 1350145 w 3168459"/>
              <a:gd name="csY0" fmla="*/ 10484 h 1991373"/>
              <a:gd name="csX1" fmla="*/ 2158809 w 3168459"/>
              <a:gd name="csY1" fmla="*/ 70955 h 1991373"/>
              <a:gd name="csX2" fmla="*/ 2476310 w 3168459"/>
              <a:gd name="csY2" fmla="*/ 363055 h 1991373"/>
              <a:gd name="csX3" fmla="*/ 2678752 w 3168459"/>
              <a:gd name="csY3" fmla="*/ 431798 h 1991373"/>
              <a:gd name="csX4" fmla="*/ 2660611 w 3168459"/>
              <a:gd name="csY4" fmla="*/ 929611 h 1991373"/>
              <a:gd name="csX5" fmla="*/ 2933757 w 3168459"/>
              <a:gd name="csY5" fmla="*/ 1046680 h 1991373"/>
              <a:gd name="csX6" fmla="*/ 2958733 w 3168459"/>
              <a:gd name="csY6" fmla="*/ 1299141 h 1991373"/>
              <a:gd name="csX7" fmla="*/ 3168459 w 3168459"/>
              <a:gd name="csY7" fmla="*/ 1467955 h 1991373"/>
              <a:gd name="csX8" fmla="*/ 3099821 w 3168459"/>
              <a:gd name="csY8" fmla="*/ 1596061 h 1991373"/>
              <a:gd name="csX9" fmla="*/ 3110765 w 3168459"/>
              <a:gd name="csY9" fmla="*/ 1799832 h 1991373"/>
              <a:gd name="csX10" fmla="*/ 2964311 w 3168459"/>
              <a:gd name="csY10" fmla="*/ 1929693 h 1991373"/>
              <a:gd name="csX11" fmla="*/ 2314864 w 3168459"/>
              <a:gd name="csY11" fmla="*/ 1972590 h 1991373"/>
              <a:gd name="csX12" fmla="*/ 2055692 w 3168459"/>
              <a:gd name="csY12" fmla="*/ 1813029 h 1991373"/>
              <a:gd name="csX13" fmla="*/ 1843078 w 3168459"/>
              <a:gd name="csY13" fmla="*/ 1534219 h 1991373"/>
              <a:gd name="csX14" fmla="*/ 1398203 w 3168459"/>
              <a:gd name="csY14" fmla="*/ 1721090 h 1991373"/>
              <a:gd name="csX15" fmla="*/ 780334 w 3168459"/>
              <a:gd name="csY15" fmla="*/ 1985243 h 1991373"/>
              <a:gd name="csX16" fmla="*/ 108962 w 3168459"/>
              <a:gd name="csY16" fmla="*/ 1691696 h 1991373"/>
              <a:gd name="csX17" fmla="*/ 116315 w 3168459"/>
              <a:gd name="csY17" fmla="*/ 897634 h 1991373"/>
              <a:gd name="csX18" fmla="*/ 552259 w 3168459"/>
              <a:gd name="csY18" fmla="*/ 210655 h 1991373"/>
              <a:gd name="csX19" fmla="*/ 1350145 w 3168459"/>
              <a:gd name="csY19" fmla="*/ 10484 h 1991373"/>
              <a:gd name="csX0" fmla="*/ 1350145 w 3168459"/>
              <a:gd name="csY0" fmla="*/ 10484 h 1991373"/>
              <a:gd name="csX1" fmla="*/ 2158809 w 3168459"/>
              <a:gd name="csY1" fmla="*/ 70955 h 1991373"/>
              <a:gd name="csX2" fmla="*/ 2476310 w 3168459"/>
              <a:gd name="csY2" fmla="*/ 363055 h 1991373"/>
              <a:gd name="csX3" fmla="*/ 2678752 w 3168459"/>
              <a:gd name="csY3" fmla="*/ 431798 h 1991373"/>
              <a:gd name="csX4" fmla="*/ 2660611 w 3168459"/>
              <a:gd name="csY4" fmla="*/ 929611 h 1991373"/>
              <a:gd name="csX5" fmla="*/ 2933757 w 3168459"/>
              <a:gd name="csY5" fmla="*/ 1046680 h 1991373"/>
              <a:gd name="csX6" fmla="*/ 2958733 w 3168459"/>
              <a:gd name="csY6" fmla="*/ 1299141 h 1991373"/>
              <a:gd name="csX7" fmla="*/ 3168459 w 3168459"/>
              <a:gd name="csY7" fmla="*/ 1467955 h 1991373"/>
              <a:gd name="csX8" fmla="*/ 2935074 w 3168459"/>
              <a:gd name="csY8" fmla="*/ 1478306 h 1991373"/>
              <a:gd name="csX9" fmla="*/ 3110765 w 3168459"/>
              <a:gd name="csY9" fmla="*/ 1799832 h 1991373"/>
              <a:gd name="csX10" fmla="*/ 2964311 w 3168459"/>
              <a:gd name="csY10" fmla="*/ 1929693 h 1991373"/>
              <a:gd name="csX11" fmla="*/ 2314864 w 3168459"/>
              <a:gd name="csY11" fmla="*/ 1972590 h 1991373"/>
              <a:gd name="csX12" fmla="*/ 2055692 w 3168459"/>
              <a:gd name="csY12" fmla="*/ 1813029 h 1991373"/>
              <a:gd name="csX13" fmla="*/ 1843078 w 3168459"/>
              <a:gd name="csY13" fmla="*/ 1534219 h 1991373"/>
              <a:gd name="csX14" fmla="*/ 1398203 w 3168459"/>
              <a:gd name="csY14" fmla="*/ 1721090 h 1991373"/>
              <a:gd name="csX15" fmla="*/ 780334 w 3168459"/>
              <a:gd name="csY15" fmla="*/ 1985243 h 1991373"/>
              <a:gd name="csX16" fmla="*/ 108962 w 3168459"/>
              <a:gd name="csY16" fmla="*/ 1691696 h 1991373"/>
              <a:gd name="csX17" fmla="*/ 116315 w 3168459"/>
              <a:gd name="csY17" fmla="*/ 897634 h 1991373"/>
              <a:gd name="csX18" fmla="*/ 552259 w 3168459"/>
              <a:gd name="csY18" fmla="*/ 210655 h 1991373"/>
              <a:gd name="csX19" fmla="*/ 1350145 w 3168459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78752 w 3118346"/>
              <a:gd name="csY3" fmla="*/ 431798 h 1991373"/>
              <a:gd name="csX4" fmla="*/ 2660611 w 3118346"/>
              <a:gd name="csY4" fmla="*/ 929611 h 1991373"/>
              <a:gd name="csX5" fmla="*/ 2933757 w 3118346"/>
              <a:gd name="csY5" fmla="*/ 1046680 h 1991373"/>
              <a:gd name="csX6" fmla="*/ 2958733 w 3118346"/>
              <a:gd name="csY6" fmla="*/ 129914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78752 w 3118346"/>
              <a:gd name="csY3" fmla="*/ 431798 h 1991373"/>
              <a:gd name="csX4" fmla="*/ 2660611 w 3118346"/>
              <a:gd name="csY4" fmla="*/ 929611 h 1991373"/>
              <a:gd name="csX5" fmla="*/ 2933757 w 3118346"/>
              <a:gd name="csY5" fmla="*/ 1046680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78752 w 3118346"/>
              <a:gd name="csY3" fmla="*/ 431798 h 1991373"/>
              <a:gd name="csX4" fmla="*/ 2660611 w 3118346"/>
              <a:gd name="csY4" fmla="*/ 929611 h 1991373"/>
              <a:gd name="csX5" fmla="*/ 2792311 w 3118346"/>
              <a:gd name="csY5" fmla="*/ 1027816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78752 w 3118346"/>
              <a:gd name="csY3" fmla="*/ 431798 h 1991373"/>
              <a:gd name="csX4" fmla="*/ 2634043 w 3118346"/>
              <a:gd name="csY4" fmla="*/ 844537 h 1991373"/>
              <a:gd name="csX5" fmla="*/ 2792311 w 3118346"/>
              <a:gd name="csY5" fmla="*/ 1027816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57366 w 3118346"/>
              <a:gd name="csY3" fmla="*/ 645601 h 1991373"/>
              <a:gd name="csX4" fmla="*/ 2634043 w 3118346"/>
              <a:gd name="csY4" fmla="*/ 844537 h 1991373"/>
              <a:gd name="csX5" fmla="*/ 2792311 w 3118346"/>
              <a:gd name="csY5" fmla="*/ 1027816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503235 w 3118346"/>
              <a:gd name="csY2" fmla="*/ 421949 h 1991373"/>
              <a:gd name="csX3" fmla="*/ 2657366 w 3118346"/>
              <a:gd name="csY3" fmla="*/ 645601 h 1991373"/>
              <a:gd name="csX4" fmla="*/ 2634043 w 3118346"/>
              <a:gd name="csY4" fmla="*/ 844537 h 1991373"/>
              <a:gd name="csX5" fmla="*/ 2792311 w 3118346"/>
              <a:gd name="csY5" fmla="*/ 1027816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49 h 1980938"/>
              <a:gd name="csX1" fmla="*/ 2266117 w 3118346"/>
              <a:gd name="csY1" fmla="*/ 211381 h 1980938"/>
              <a:gd name="csX2" fmla="*/ 2503235 w 3118346"/>
              <a:gd name="csY2" fmla="*/ 411514 h 1980938"/>
              <a:gd name="csX3" fmla="*/ 2657366 w 3118346"/>
              <a:gd name="csY3" fmla="*/ 635166 h 1980938"/>
              <a:gd name="csX4" fmla="*/ 2634043 w 3118346"/>
              <a:gd name="csY4" fmla="*/ 834102 h 1980938"/>
              <a:gd name="csX5" fmla="*/ 2792311 w 3118346"/>
              <a:gd name="csY5" fmla="*/ 1017381 h 1980938"/>
              <a:gd name="csX6" fmla="*/ 2734346 w 3118346"/>
              <a:gd name="csY6" fmla="*/ 1139336 h 1980938"/>
              <a:gd name="csX7" fmla="*/ 2777547 w 3118346"/>
              <a:gd name="csY7" fmla="*/ 1321290 h 1980938"/>
              <a:gd name="csX8" fmla="*/ 2935074 w 3118346"/>
              <a:gd name="csY8" fmla="*/ 1467871 h 1980938"/>
              <a:gd name="csX9" fmla="*/ 3110765 w 3118346"/>
              <a:gd name="csY9" fmla="*/ 1789397 h 1980938"/>
              <a:gd name="csX10" fmla="*/ 2964311 w 3118346"/>
              <a:gd name="csY10" fmla="*/ 1919258 h 1980938"/>
              <a:gd name="csX11" fmla="*/ 2314864 w 3118346"/>
              <a:gd name="csY11" fmla="*/ 1962155 h 1980938"/>
              <a:gd name="csX12" fmla="*/ 2055692 w 3118346"/>
              <a:gd name="csY12" fmla="*/ 1802594 h 1980938"/>
              <a:gd name="csX13" fmla="*/ 1843078 w 3118346"/>
              <a:gd name="csY13" fmla="*/ 1523784 h 1980938"/>
              <a:gd name="csX14" fmla="*/ 1398203 w 3118346"/>
              <a:gd name="csY14" fmla="*/ 1710655 h 1980938"/>
              <a:gd name="csX15" fmla="*/ 780334 w 3118346"/>
              <a:gd name="csY15" fmla="*/ 1974808 h 1980938"/>
              <a:gd name="csX16" fmla="*/ 108962 w 3118346"/>
              <a:gd name="csY16" fmla="*/ 1681261 h 1980938"/>
              <a:gd name="csX17" fmla="*/ 116315 w 3118346"/>
              <a:gd name="csY17" fmla="*/ 887199 h 1980938"/>
              <a:gd name="csX18" fmla="*/ 552259 w 3118346"/>
              <a:gd name="csY18" fmla="*/ 200220 h 1980938"/>
              <a:gd name="csX19" fmla="*/ 1350145 w 3118346"/>
              <a:gd name="csY19" fmla="*/ 49 h 1980938"/>
              <a:gd name="csX0" fmla="*/ 1350145 w 3118346"/>
              <a:gd name="csY0" fmla="*/ 45474 h 2026363"/>
              <a:gd name="csX1" fmla="*/ 1793574 w 3118346"/>
              <a:gd name="csY1" fmla="*/ 16666 h 2026363"/>
              <a:gd name="csX2" fmla="*/ 2266117 w 3118346"/>
              <a:gd name="csY2" fmla="*/ 256806 h 2026363"/>
              <a:gd name="csX3" fmla="*/ 2503235 w 3118346"/>
              <a:gd name="csY3" fmla="*/ 456939 h 2026363"/>
              <a:gd name="csX4" fmla="*/ 2657366 w 3118346"/>
              <a:gd name="csY4" fmla="*/ 680591 h 2026363"/>
              <a:gd name="csX5" fmla="*/ 2634043 w 3118346"/>
              <a:gd name="csY5" fmla="*/ 879527 h 2026363"/>
              <a:gd name="csX6" fmla="*/ 2792311 w 3118346"/>
              <a:gd name="csY6" fmla="*/ 1062806 h 2026363"/>
              <a:gd name="csX7" fmla="*/ 2734346 w 3118346"/>
              <a:gd name="csY7" fmla="*/ 1184761 h 2026363"/>
              <a:gd name="csX8" fmla="*/ 2777547 w 3118346"/>
              <a:gd name="csY8" fmla="*/ 1366715 h 2026363"/>
              <a:gd name="csX9" fmla="*/ 2935074 w 3118346"/>
              <a:gd name="csY9" fmla="*/ 1513296 h 2026363"/>
              <a:gd name="csX10" fmla="*/ 3110765 w 3118346"/>
              <a:gd name="csY10" fmla="*/ 1834822 h 2026363"/>
              <a:gd name="csX11" fmla="*/ 2964311 w 3118346"/>
              <a:gd name="csY11" fmla="*/ 1964683 h 2026363"/>
              <a:gd name="csX12" fmla="*/ 2314864 w 3118346"/>
              <a:gd name="csY12" fmla="*/ 2007580 h 2026363"/>
              <a:gd name="csX13" fmla="*/ 2055692 w 3118346"/>
              <a:gd name="csY13" fmla="*/ 1848019 h 2026363"/>
              <a:gd name="csX14" fmla="*/ 1843078 w 3118346"/>
              <a:gd name="csY14" fmla="*/ 1569209 h 2026363"/>
              <a:gd name="csX15" fmla="*/ 1398203 w 3118346"/>
              <a:gd name="csY15" fmla="*/ 1756080 h 2026363"/>
              <a:gd name="csX16" fmla="*/ 780334 w 3118346"/>
              <a:gd name="csY16" fmla="*/ 2020233 h 2026363"/>
              <a:gd name="csX17" fmla="*/ 108962 w 3118346"/>
              <a:gd name="csY17" fmla="*/ 1726686 h 2026363"/>
              <a:gd name="csX18" fmla="*/ 116315 w 3118346"/>
              <a:gd name="csY18" fmla="*/ 932624 h 2026363"/>
              <a:gd name="csX19" fmla="*/ 552259 w 3118346"/>
              <a:gd name="csY19" fmla="*/ 245645 h 2026363"/>
              <a:gd name="csX20" fmla="*/ 1350145 w 3118346"/>
              <a:gd name="csY20" fmla="*/ 45474 h 2026363"/>
              <a:gd name="csX0" fmla="*/ 1351134 w 3119335"/>
              <a:gd name="csY0" fmla="*/ 45772 h 2026661"/>
              <a:gd name="csX1" fmla="*/ 1794563 w 3119335"/>
              <a:gd name="csY1" fmla="*/ 16964 h 2026661"/>
              <a:gd name="csX2" fmla="*/ 2267106 w 3119335"/>
              <a:gd name="csY2" fmla="*/ 257104 h 2026661"/>
              <a:gd name="csX3" fmla="*/ 2504224 w 3119335"/>
              <a:gd name="csY3" fmla="*/ 457237 h 2026661"/>
              <a:gd name="csX4" fmla="*/ 2658355 w 3119335"/>
              <a:gd name="csY4" fmla="*/ 680889 h 2026661"/>
              <a:gd name="csX5" fmla="*/ 2635032 w 3119335"/>
              <a:gd name="csY5" fmla="*/ 879825 h 2026661"/>
              <a:gd name="csX6" fmla="*/ 2793300 w 3119335"/>
              <a:gd name="csY6" fmla="*/ 1063104 h 2026661"/>
              <a:gd name="csX7" fmla="*/ 2735335 w 3119335"/>
              <a:gd name="csY7" fmla="*/ 1185059 h 2026661"/>
              <a:gd name="csX8" fmla="*/ 2778536 w 3119335"/>
              <a:gd name="csY8" fmla="*/ 1367013 h 2026661"/>
              <a:gd name="csX9" fmla="*/ 2936063 w 3119335"/>
              <a:gd name="csY9" fmla="*/ 1513594 h 2026661"/>
              <a:gd name="csX10" fmla="*/ 3111754 w 3119335"/>
              <a:gd name="csY10" fmla="*/ 1835120 h 2026661"/>
              <a:gd name="csX11" fmla="*/ 2965300 w 3119335"/>
              <a:gd name="csY11" fmla="*/ 1964981 h 2026661"/>
              <a:gd name="csX12" fmla="*/ 2315853 w 3119335"/>
              <a:gd name="csY12" fmla="*/ 2007878 h 2026661"/>
              <a:gd name="csX13" fmla="*/ 2056681 w 3119335"/>
              <a:gd name="csY13" fmla="*/ 1848317 h 2026661"/>
              <a:gd name="csX14" fmla="*/ 1844067 w 3119335"/>
              <a:gd name="csY14" fmla="*/ 1569507 h 2026661"/>
              <a:gd name="csX15" fmla="*/ 1399192 w 3119335"/>
              <a:gd name="csY15" fmla="*/ 1756378 h 2026661"/>
              <a:gd name="csX16" fmla="*/ 781323 w 3119335"/>
              <a:gd name="csY16" fmla="*/ 2020531 h 2026661"/>
              <a:gd name="csX17" fmla="*/ 109951 w 3119335"/>
              <a:gd name="csY17" fmla="*/ 1726984 h 2026661"/>
              <a:gd name="csX18" fmla="*/ 117304 w 3119335"/>
              <a:gd name="csY18" fmla="*/ 932922 h 2026661"/>
              <a:gd name="csX19" fmla="*/ 574703 w 3119335"/>
              <a:gd name="csY19" fmla="*/ 253936 h 2026661"/>
              <a:gd name="csX20" fmla="*/ 1351134 w 3119335"/>
              <a:gd name="csY20" fmla="*/ 45772 h 2026661"/>
              <a:gd name="csX0" fmla="*/ 1351134 w 3119335"/>
              <a:gd name="csY0" fmla="*/ 45772 h 2026661"/>
              <a:gd name="csX1" fmla="*/ 1794563 w 3119335"/>
              <a:gd name="csY1" fmla="*/ 16964 h 2026661"/>
              <a:gd name="csX2" fmla="*/ 2267106 w 3119335"/>
              <a:gd name="csY2" fmla="*/ 257104 h 2026661"/>
              <a:gd name="csX3" fmla="*/ 2504224 w 3119335"/>
              <a:gd name="csY3" fmla="*/ 457237 h 2026661"/>
              <a:gd name="csX4" fmla="*/ 2658355 w 3119335"/>
              <a:gd name="csY4" fmla="*/ 680889 h 2026661"/>
              <a:gd name="csX5" fmla="*/ 2635032 w 3119335"/>
              <a:gd name="csY5" fmla="*/ 879825 h 2026661"/>
              <a:gd name="csX6" fmla="*/ 2793300 w 3119335"/>
              <a:gd name="csY6" fmla="*/ 1063104 h 2026661"/>
              <a:gd name="csX7" fmla="*/ 2735335 w 3119335"/>
              <a:gd name="csY7" fmla="*/ 1185059 h 2026661"/>
              <a:gd name="csX8" fmla="*/ 2778536 w 3119335"/>
              <a:gd name="csY8" fmla="*/ 1367013 h 2026661"/>
              <a:gd name="csX9" fmla="*/ 2936063 w 3119335"/>
              <a:gd name="csY9" fmla="*/ 1513594 h 2026661"/>
              <a:gd name="csX10" fmla="*/ 3111754 w 3119335"/>
              <a:gd name="csY10" fmla="*/ 1835120 h 2026661"/>
              <a:gd name="csX11" fmla="*/ 2965300 w 3119335"/>
              <a:gd name="csY11" fmla="*/ 1964981 h 2026661"/>
              <a:gd name="csX12" fmla="*/ 2315853 w 3119335"/>
              <a:gd name="csY12" fmla="*/ 2007878 h 2026661"/>
              <a:gd name="csX13" fmla="*/ 2056681 w 3119335"/>
              <a:gd name="csY13" fmla="*/ 1848317 h 2026661"/>
              <a:gd name="csX14" fmla="*/ 1844067 w 3119335"/>
              <a:gd name="csY14" fmla="*/ 1569507 h 2026661"/>
              <a:gd name="csX15" fmla="*/ 1399192 w 3119335"/>
              <a:gd name="csY15" fmla="*/ 1756378 h 2026661"/>
              <a:gd name="csX16" fmla="*/ 781323 w 3119335"/>
              <a:gd name="csY16" fmla="*/ 2020531 h 2026661"/>
              <a:gd name="csX17" fmla="*/ 109951 w 3119335"/>
              <a:gd name="csY17" fmla="*/ 1726984 h 2026661"/>
              <a:gd name="csX18" fmla="*/ 117304 w 3119335"/>
              <a:gd name="csY18" fmla="*/ 932922 h 2026661"/>
              <a:gd name="csX19" fmla="*/ 574703 w 3119335"/>
              <a:gd name="csY19" fmla="*/ 253936 h 2026661"/>
              <a:gd name="csX20" fmla="*/ 1351134 w 3119335"/>
              <a:gd name="csY20" fmla="*/ 45772 h 2026661"/>
              <a:gd name="csX0" fmla="*/ 1302851 w 3071052"/>
              <a:gd name="csY0" fmla="*/ 45772 h 2026661"/>
              <a:gd name="csX1" fmla="*/ 1746280 w 3071052"/>
              <a:gd name="csY1" fmla="*/ 16964 h 2026661"/>
              <a:gd name="csX2" fmla="*/ 2218823 w 3071052"/>
              <a:gd name="csY2" fmla="*/ 257104 h 2026661"/>
              <a:gd name="csX3" fmla="*/ 2455941 w 3071052"/>
              <a:gd name="csY3" fmla="*/ 457237 h 2026661"/>
              <a:gd name="csX4" fmla="*/ 2610072 w 3071052"/>
              <a:gd name="csY4" fmla="*/ 680889 h 2026661"/>
              <a:gd name="csX5" fmla="*/ 2586749 w 3071052"/>
              <a:gd name="csY5" fmla="*/ 879825 h 2026661"/>
              <a:gd name="csX6" fmla="*/ 2745017 w 3071052"/>
              <a:gd name="csY6" fmla="*/ 1063104 h 2026661"/>
              <a:gd name="csX7" fmla="*/ 2687052 w 3071052"/>
              <a:gd name="csY7" fmla="*/ 1185059 h 2026661"/>
              <a:gd name="csX8" fmla="*/ 2730253 w 3071052"/>
              <a:gd name="csY8" fmla="*/ 1367013 h 2026661"/>
              <a:gd name="csX9" fmla="*/ 2887780 w 3071052"/>
              <a:gd name="csY9" fmla="*/ 1513594 h 2026661"/>
              <a:gd name="csX10" fmla="*/ 3063471 w 3071052"/>
              <a:gd name="csY10" fmla="*/ 1835120 h 2026661"/>
              <a:gd name="csX11" fmla="*/ 2917017 w 3071052"/>
              <a:gd name="csY11" fmla="*/ 1964981 h 2026661"/>
              <a:gd name="csX12" fmla="*/ 2267570 w 3071052"/>
              <a:gd name="csY12" fmla="*/ 2007878 h 2026661"/>
              <a:gd name="csX13" fmla="*/ 2008398 w 3071052"/>
              <a:gd name="csY13" fmla="*/ 1848317 h 2026661"/>
              <a:gd name="csX14" fmla="*/ 1795784 w 3071052"/>
              <a:gd name="csY14" fmla="*/ 1569507 h 2026661"/>
              <a:gd name="csX15" fmla="*/ 1350909 w 3071052"/>
              <a:gd name="csY15" fmla="*/ 1756378 h 2026661"/>
              <a:gd name="csX16" fmla="*/ 733040 w 3071052"/>
              <a:gd name="csY16" fmla="*/ 2020531 h 2026661"/>
              <a:gd name="csX17" fmla="*/ 61668 w 3071052"/>
              <a:gd name="csY17" fmla="*/ 1726984 h 2026661"/>
              <a:gd name="csX18" fmla="*/ 69021 w 3071052"/>
              <a:gd name="csY18" fmla="*/ 932922 h 2026661"/>
              <a:gd name="csX19" fmla="*/ 526420 w 3071052"/>
              <a:gd name="csY19" fmla="*/ 253936 h 2026661"/>
              <a:gd name="csX20" fmla="*/ 1302851 w 3071052"/>
              <a:gd name="csY20" fmla="*/ 45772 h 2026661"/>
              <a:gd name="csX0" fmla="*/ 1302851 w 3071052"/>
              <a:gd name="csY0" fmla="*/ 45772 h 2025059"/>
              <a:gd name="csX1" fmla="*/ 1746280 w 3071052"/>
              <a:gd name="csY1" fmla="*/ 16964 h 2025059"/>
              <a:gd name="csX2" fmla="*/ 2218823 w 3071052"/>
              <a:gd name="csY2" fmla="*/ 257104 h 2025059"/>
              <a:gd name="csX3" fmla="*/ 2455941 w 3071052"/>
              <a:gd name="csY3" fmla="*/ 457237 h 2025059"/>
              <a:gd name="csX4" fmla="*/ 2610072 w 3071052"/>
              <a:gd name="csY4" fmla="*/ 680889 h 2025059"/>
              <a:gd name="csX5" fmla="*/ 2586749 w 3071052"/>
              <a:gd name="csY5" fmla="*/ 879825 h 2025059"/>
              <a:gd name="csX6" fmla="*/ 2745017 w 3071052"/>
              <a:gd name="csY6" fmla="*/ 1063104 h 2025059"/>
              <a:gd name="csX7" fmla="*/ 2687052 w 3071052"/>
              <a:gd name="csY7" fmla="*/ 1185059 h 2025059"/>
              <a:gd name="csX8" fmla="*/ 2730253 w 3071052"/>
              <a:gd name="csY8" fmla="*/ 1367013 h 2025059"/>
              <a:gd name="csX9" fmla="*/ 2887780 w 3071052"/>
              <a:gd name="csY9" fmla="*/ 1513594 h 2025059"/>
              <a:gd name="csX10" fmla="*/ 3063471 w 3071052"/>
              <a:gd name="csY10" fmla="*/ 1835120 h 2025059"/>
              <a:gd name="csX11" fmla="*/ 2917017 w 3071052"/>
              <a:gd name="csY11" fmla="*/ 1964981 h 2025059"/>
              <a:gd name="csX12" fmla="*/ 2267570 w 3071052"/>
              <a:gd name="csY12" fmla="*/ 2007878 h 2025059"/>
              <a:gd name="csX13" fmla="*/ 2008398 w 3071052"/>
              <a:gd name="csY13" fmla="*/ 1848317 h 2025059"/>
              <a:gd name="csX14" fmla="*/ 1795784 w 3071052"/>
              <a:gd name="csY14" fmla="*/ 1569507 h 2025059"/>
              <a:gd name="csX15" fmla="*/ 1350909 w 3071052"/>
              <a:gd name="csY15" fmla="*/ 1756378 h 2025059"/>
              <a:gd name="csX16" fmla="*/ 733040 w 3071052"/>
              <a:gd name="csY16" fmla="*/ 2020531 h 2025059"/>
              <a:gd name="csX17" fmla="*/ 61668 w 3071052"/>
              <a:gd name="csY17" fmla="*/ 1726984 h 2025059"/>
              <a:gd name="csX18" fmla="*/ 69021 w 3071052"/>
              <a:gd name="csY18" fmla="*/ 932922 h 2025059"/>
              <a:gd name="csX19" fmla="*/ 526420 w 3071052"/>
              <a:gd name="csY19" fmla="*/ 253936 h 2025059"/>
              <a:gd name="csX20" fmla="*/ 1302851 w 3071052"/>
              <a:gd name="csY20" fmla="*/ 45772 h 2025059"/>
              <a:gd name="csX0" fmla="*/ 1302851 w 3071052"/>
              <a:gd name="csY0" fmla="*/ 45772 h 2023029"/>
              <a:gd name="csX1" fmla="*/ 1746280 w 3071052"/>
              <a:gd name="csY1" fmla="*/ 16964 h 2023029"/>
              <a:gd name="csX2" fmla="*/ 2218823 w 3071052"/>
              <a:gd name="csY2" fmla="*/ 257104 h 2023029"/>
              <a:gd name="csX3" fmla="*/ 2455941 w 3071052"/>
              <a:gd name="csY3" fmla="*/ 457237 h 2023029"/>
              <a:gd name="csX4" fmla="*/ 2610072 w 3071052"/>
              <a:gd name="csY4" fmla="*/ 680889 h 2023029"/>
              <a:gd name="csX5" fmla="*/ 2586749 w 3071052"/>
              <a:gd name="csY5" fmla="*/ 879825 h 2023029"/>
              <a:gd name="csX6" fmla="*/ 2745017 w 3071052"/>
              <a:gd name="csY6" fmla="*/ 1063104 h 2023029"/>
              <a:gd name="csX7" fmla="*/ 2687052 w 3071052"/>
              <a:gd name="csY7" fmla="*/ 1185059 h 2023029"/>
              <a:gd name="csX8" fmla="*/ 2730253 w 3071052"/>
              <a:gd name="csY8" fmla="*/ 1367013 h 2023029"/>
              <a:gd name="csX9" fmla="*/ 2887780 w 3071052"/>
              <a:gd name="csY9" fmla="*/ 1513594 h 2023029"/>
              <a:gd name="csX10" fmla="*/ 3063471 w 3071052"/>
              <a:gd name="csY10" fmla="*/ 1835120 h 2023029"/>
              <a:gd name="csX11" fmla="*/ 2917017 w 3071052"/>
              <a:gd name="csY11" fmla="*/ 1964981 h 2023029"/>
              <a:gd name="csX12" fmla="*/ 2267570 w 3071052"/>
              <a:gd name="csY12" fmla="*/ 2007878 h 2023029"/>
              <a:gd name="csX13" fmla="*/ 2008398 w 3071052"/>
              <a:gd name="csY13" fmla="*/ 1848317 h 2023029"/>
              <a:gd name="csX14" fmla="*/ 1795784 w 3071052"/>
              <a:gd name="csY14" fmla="*/ 1569507 h 2023029"/>
              <a:gd name="csX15" fmla="*/ 1350909 w 3071052"/>
              <a:gd name="csY15" fmla="*/ 1756378 h 2023029"/>
              <a:gd name="csX16" fmla="*/ 733040 w 3071052"/>
              <a:gd name="csY16" fmla="*/ 2020531 h 2023029"/>
              <a:gd name="csX17" fmla="*/ 280981 w 3071052"/>
              <a:gd name="csY17" fmla="*/ 1813782 h 2023029"/>
              <a:gd name="csX18" fmla="*/ 61668 w 3071052"/>
              <a:gd name="csY18" fmla="*/ 1726984 h 2023029"/>
              <a:gd name="csX19" fmla="*/ 69021 w 3071052"/>
              <a:gd name="csY19" fmla="*/ 932922 h 2023029"/>
              <a:gd name="csX20" fmla="*/ 526420 w 3071052"/>
              <a:gd name="csY20" fmla="*/ 253936 h 2023029"/>
              <a:gd name="csX21" fmla="*/ 1302851 w 3071052"/>
              <a:gd name="csY21" fmla="*/ 45772 h 2023029"/>
              <a:gd name="csX0" fmla="*/ 1302851 w 3071052"/>
              <a:gd name="csY0" fmla="*/ 45772 h 2023029"/>
              <a:gd name="csX1" fmla="*/ 1746280 w 3071052"/>
              <a:gd name="csY1" fmla="*/ 16964 h 2023029"/>
              <a:gd name="csX2" fmla="*/ 2218823 w 3071052"/>
              <a:gd name="csY2" fmla="*/ 257104 h 2023029"/>
              <a:gd name="csX3" fmla="*/ 2455941 w 3071052"/>
              <a:gd name="csY3" fmla="*/ 457237 h 2023029"/>
              <a:gd name="csX4" fmla="*/ 2610072 w 3071052"/>
              <a:gd name="csY4" fmla="*/ 680889 h 2023029"/>
              <a:gd name="csX5" fmla="*/ 2586749 w 3071052"/>
              <a:gd name="csY5" fmla="*/ 879825 h 2023029"/>
              <a:gd name="csX6" fmla="*/ 2745017 w 3071052"/>
              <a:gd name="csY6" fmla="*/ 1063104 h 2023029"/>
              <a:gd name="csX7" fmla="*/ 2687052 w 3071052"/>
              <a:gd name="csY7" fmla="*/ 1185059 h 2023029"/>
              <a:gd name="csX8" fmla="*/ 2730253 w 3071052"/>
              <a:gd name="csY8" fmla="*/ 1367013 h 2023029"/>
              <a:gd name="csX9" fmla="*/ 2887780 w 3071052"/>
              <a:gd name="csY9" fmla="*/ 1513594 h 2023029"/>
              <a:gd name="csX10" fmla="*/ 3063471 w 3071052"/>
              <a:gd name="csY10" fmla="*/ 1835120 h 2023029"/>
              <a:gd name="csX11" fmla="*/ 2917017 w 3071052"/>
              <a:gd name="csY11" fmla="*/ 1964981 h 2023029"/>
              <a:gd name="csX12" fmla="*/ 2267570 w 3071052"/>
              <a:gd name="csY12" fmla="*/ 2007878 h 2023029"/>
              <a:gd name="csX13" fmla="*/ 2008398 w 3071052"/>
              <a:gd name="csY13" fmla="*/ 1848317 h 2023029"/>
              <a:gd name="csX14" fmla="*/ 1795784 w 3071052"/>
              <a:gd name="csY14" fmla="*/ 1569507 h 2023029"/>
              <a:gd name="csX15" fmla="*/ 1350909 w 3071052"/>
              <a:gd name="csY15" fmla="*/ 1756378 h 2023029"/>
              <a:gd name="csX16" fmla="*/ 733040 w 3071052"/>
              <a:gd name="csY16" fmla="*/ 2020531 h 2023029"/>
              <a:gd name="csX17" fmla="*/ 280981 w 3071052"/>
              <a:gd name="csY17" fmla="*/ 1813782 h 2023029"/>
              <a:gd name="csX18" fmla="*/ 61668 w 3071052"/>
              <a:gd name="csY18" fmla="*/ 1726984 h 2023029"/>
              <a:gd name="csX19" fmla="*/ 69021 w 3071052"/>
              <a:gd name="csY19" fmla="*/ 932922 h 2023029"/>
              <a:gd name="csX20" fmla="*/ 526420 w 3071052"/>
              <a:gd name="csY20" fmla="*/ 253936 h 2023029"/>
              <a:gd name="csX21" fmla="*/ 1302851 w 3071052"/>
              <a:gd name="csY21" fmla="*/ 45772 h 2023029"/>
              <a:gd name="csX0" fmla="*/ 1302851 w 3071052"/>
              <a:gd name="csY0" fmla="*/ 45772 h 2023029"/>
              <a:gd name="csX1" fmla="*/ 1746280 w 3071052"/>
              <a:gd name="csY1" fmla="*/ 16964 h 2023029"/>
              <a:gd name="csX2" fmla="*/ 2218823 w 3071052"/>
              <a:gd name="csY2" fmla="*/ 257104 h 2023029"/>
              <a:gd name="csX3" fmla="*/ 2455941 w 3071052"/>
              <a:gd name="csY3" fmla="*/ 457237 h 2023029"/>
              <a:gd name="csX4" fmla="*/ 2610072 w 3071052"/>
              <a:gd name="csY4" fmla="*/ 680889 h 2023029"/>
              <a:gd name="csX5" fmla="*/ 2586749 w 3071052"/>
              <a:gd name="csY5" fmla="*/ 879825 h 2023029"/>
              <a:gd name="csX6" fmla="*/ 2745017 w 3071052"/>
              <a:gd name="csY6" fmla="*/ 1063104 h 2023029"/>
              <a:gd name="csX7" fmla="*/ 2687052 w 3071052"/>
              <a:gd name="csY7" fmla="*/ 1185059 h 2023029"/>
              <a:gd name="csX8" fmla="*/ 2730253 w 3071052"/>
              <a:gd name="csY8" fmla="*/ 1367013 h 2023029"/>
              <a:gd name="csX9" fmla="*/ 2887780 w 3071052"/>
              <a:gd name="csY9" fmla="*/ 1513594 h 2023029"/>
              <a:gd name="csX10" fmla="*/ 3063471 w 3071052"/>
              <a:gd name="csY10" fmla="*/ 1835120 h 2023029"/>
              <a:gd name="csX11" fmla="*/ 2917017 w 3071052"/>
              <a:gd name="csY11" fmla="*/ 1964981 h 2023029"/>
              <a:gd name="csX12" fmla="*/ 2267570 w 3071052"/>
              <a:gd name="csY12" fmla="*/ 2007878 h 2023029"/>
              <a:gd name="csX13" fmla="*/ 2008398 w 3071052"/>
              <a:gd name="csY13" fmla="*/ 1848317 h 2023029"/>
              <a:gd name="csX14" fmla="*/ 1795784 w 3071052"/>
              <a:gd name="csY14" fmla="*/ 1569507 h 2023029"/>
              <a:gd name="csX15" fmla="*/ 1350909 w 3071052"/>
              <a:gd name="csY15" fmla="*/ 1756378 h 2023029"/>
              <a:gd name="csX16" fmla="*/ 733040 w 3071052"/>
              <a:gd name="csY16" fmla="*/ 2020531 h 2023029"/>
              <a:gd name="csX17" fmla="*/ 280981 w 3071052"/>
              <a:gd name="csY17" fmla="*/ 1813782 h 2023029"/>
              <a:gd name="csX18" fmla="*/ 61668 w 3071052"/>
              <a:gd name="csY18" fmla="*/ 1726984 h 2023029"/>
              <a:gd name="csX19" fmla="*/ 69021 w 3071052"/>
              <a:gd name="csY19" fmla="*/ 932922 h 2023029"/>
              <a:gd name="csX20" fmla="*/ 526420 w 3071052"/>
              <a:gd name="csY20" fmla="*/ 253936 h 2023029"/>
              <a:gd name="csX21" fmla="*/ 1302851 w 3071052"/>
              <a:gd name="csY21" fmla="*/ 45772 h 2023029"/>
              <a:gd name="csX0" fmla="*/ 1302851 w 3071052"/>
              <a:gd name="csY0" fmla="*/ 45772 h 2023775"/>
              <a:gd name="csX1" fmla="*/ 1746280 w 3071052"/>
              <a:gd name="csY1" fmla="*/ 16964 h 2023775"/>
              <a:gd name="csX2" fmla="*/ 2218823 w 3071052"/>
              <a:gd name="csY2" fmla="*/ 257104 h 2023775"/>
              <a:gd name="csX3" fmla="*/ 2455941 w 3071052"/>
              <a:gd name="csY3" fmla="*/ 457237 h 2023775"/>
              <a:gd name="csX4" fmla="*/ 2610072 w 3071052"/>
              <a:gd name="csY4" fmla="*/ 680889 h 2023775"/>
              <a:gd name="csX5" fmla="*/ 2586749 w 3071052"/>
              <a:gd name="csY5" fmla="*/ 879825 h 2023775"/>
              <a:gd name="csX6" fmla="*/ 2745017 w 3071052"/>
              <a:gd name="csY6" fmla="*/ 1063104 h 2023775"/>
              <a:gd name="csX7" fmla="*/ 2687052 w 3071052"/>
              <a:gd name="csY7" fmla="*/ 1185059 h 2023775"/>
              <a:gd name="csX8" fmla="*/ 2730253 w 3071052"/>
              <a:gd name="csY8" fmla="*/ 1367013 h 2023775"/>
              <a:gd name="csX9" fmla="*/ 2887780 w 3071052"/>
              <a:gd name="csY9" fmla="*/ 1513594 h 2023775"/>
              <a:gd name="csX10" fmla="*/ 3063471 w 3071052"/>
              <a:gd name="csY10" fmla="*/ 1835120 h 2023775"/>
              <a:gd name="csX11" fmla="*/ 2917017 w 3071052"/>
              <a:gd name="csY11" fmla="*/ 1964981 h 2023775"/>
              <a:gd name="csX12" fmla="*/ 2267570 w 3071052"/>
              <a:gd name="csY12" fmla="*/ 2007878 h 2023775"/>
              <a:gd name="csX13" fmla="*/ 2008398 w 3071052"/>
              <a:gd name="csY13" fmla="*/ 1848317 h 2023775"/>
              <a:gd name="csX14" fmla="*/ 1795784 w 3071052"/>
              <a:gd name="csY14" fmla="*/ 1569507 h 2023775"/>
              <a:gd name="csX15" fmla="*/ 1350909 w 3071052"/>
              <a:gd name="csY15" fmla="*/ 1756378 h 2023775"/>
              <a:gd name="csX16" fmla="*/ 733040 w 3071052"/>
              <a:gd name="csY16" fmla="*/ 2020531 h 2023775"/>
              <a:gd name="csX17" fmla="*/ 280981 w 3071052"/>
              <a:gd name="csY17" fmla="*/ 1813782 h 2023775"/>
              <a:gd name="csX18" fmla="*/ 61668 w 3071052"/>
              <a:gd name="csY18" fmla="*/ 1726984 h 2023775"/>
              <a:gd name="csX19" fmla="*/ 69021 w 3071052"/>
              <a:gd name="csY19" fmla="*/ 932922 h 2023775"/>
              <a:gd name="csX20" fmla="*/ 526420 w 3071052"/>
              <a:gd name="csY20" fmla="*/ 253936 h 2023775"/>
              <a:gd name="csX21" fmla="*/ 1302851 w 3071052"/>
              <a:gd name="csY21" fmla="*/ 45772 h 2023775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28808 h 1990914"/>
              <a:gd name="csX1" fmla="*/ 1746280 w 3071052"/>
              <a:gd name="csY1" fmla="*/ 0 h 1990914"/>
              <a:gd name="csX2" fmla="*/ 2218823 w 3071052"/>
              <a:gd name="csY2" fmla="*/ 240140 h 1990914"/>
              <a:gd name="csX3" fmla="*/ 2455941 w 3071052"/>
              <a:gd name="csY3" fmla="*/ 440273 h 1990914"/>
              <a:gd name="csX4" fmla="*/ 2610072 w 3071052"/>
              <a:gd name="csY4" fmla="*/ 663925 h 1990914"/>
              <a:gd name="csX5" fmla="*/ 2586749 w 3071052"/>
              <a:gd name="csY5" fmla="*/ 862861 h 1990914"/>
              <a:gd name="csX6" fmla="*/ 2745922 w 3071052"/>
              <a:gd name="csY6" fmla="*/ 1036141 h 1990914"/>
              <a:gd name="csX7" fmla="*/ 2687052 w 3071052"/>
              <a:gd name="csY7" fmla="*/ 1168095 h 1990914"/>
              <a:gd name="csX8" fmla="*/ 2730253 w 3071052"/>
              <a:gd name="csY8" fmla="*/ 1350049 h 1990914"/>
              <a:gd name="csX9" fmla="*/ 2887780 w 3071052"/>
              <a:gd name="csY9" fmla="*/ 1496630 h 1990914"/>
              <a:gd name="csX10" fmla="*/ 3063471 w 3071052"/>
              <a:gd name="csY10" fmla="*/ 1818156 h 1990914"/>
              <a:gd name="csX11" fmla="*/ 2917017 w 3071052"/>
              <a:gd name="csY11" fmla="*/ 1948017 h 1990914"/>
              <a:gd name="csX12" fmla="*/ 2267570 w 3071052"/>
              <a:gd name="csY12" fmla="*/ 1990914 h 1990914"/>
              <a:gd name="csX13" fmla="*/ 2008398 w 3071052"/>
              <a:gd name="csY13" fmla="*/ 1831353 h 1990914"/>
              <a:gd name="csX14" fmla="*/ 1795784 w 3071052"/>
              <a:gd name="csY14" fmla="*/ 1552543 h 1990914"/>
              <a:gd name="csX15" fmla="*/ 1350909 w 3071052"/>
              <a:gd name="csY15" fmla="*/ 1739414 h 1990914"/>
              <a:gd name="csX16" fmla="*/ 742667 w 3071052"/>
              <a:gd name="csY16" fmla="*/ 1975203 h 1990914"/>
              <a:gd name="csX17" fmla="*/ 280981 w 3071052"/>
              <a:gd name="csY17" fmla="*/ 1796818 h 1990914"/>
              <a:gd name="csX18" fmla="*/ 61668 w 3071052"/>
              <a:gd name="csY18" fmla="*/ 1710020 h 1990914"/>
              <a:gd name="csX19" fmla="*/ 69021 w 3071052"/>
              <a:gd name="csY19" fmla="*/ 915958 h 1990914"/>
              <a:gd name="csX20" fmla="*/ 526420 w 3071052"/>
              <a:gd name="csY20" fmla="*/ 236972 h 1990914"/>
              <a:gd name="csX21" fmla="*/ 1302851 w 3071052"/>
              <a:gd name="csY21" fmla="*/ 28808 h 1990914"/>
              <a:gd name="csX0" fmla="*/ 1162878 w 3071052"/>
              <a:gd name="csY0" fmla="*/ 71574 h 1990914"/>
              <a:gd name="csX1" fmla="*/ 1746280 w 3071052"/>
              <a:gd name="csY1" fmla="*/ 0 h 1990914"/>
              <a:gd name="csX2" fmla="*/ 2218823 w 3071052"/>
              <a:gd name="csY2" fmla="*/ 240140 h 1990914"/>
              <a:gd name="csX3" fmla="*/ 2455941 w 3071052"/>
              <a:gd name="csY3" fmla="*/ 440273 h 1990914"/>
              <a:gd name="csX4" fmla="*/ 2610072 w 3071052"/>
              <a:gd name="csY4" fmla="*/ 663925 h 1990914"/>
              <a:gd name="csX5" fmla="*/ 2586749 w 3071052"/>
              <a:gd name="csY5" fmla="*/ 862861 h 1990914"/>
              <a:gd name="csX6" fmla="*/ 2745922 w 3071052"/>
              <a:gd name="csY6" fmla="*/ 1036141 h 1990914"/>
              <a:gd name="csX7" fmla="*/ 2687052 w 3071052"/>
              <a:gd name="csY7" fmla="*/ 1168095 h 1990914"/>
              <a:gd name="csX8" fmla="*/ 2730253 w 3071052"/>
              <a:gd name="csY8" fmla="*/ 1350049 h 1990914"/>
              <a:gd name="csX9" fmla="*/ 2887780 w 3071052"/>
              <a:gd name="csY9" fmla="*/ 1496630 h 1990914"/>
              <a:gd name="csX10" fmla="*/ 3063471 w 3071052"/>
              <a:gd name="csY10" fmla="*/ 1818156 h 1990914"/>
              <a:gd name="csX11" fmla="*/ 2917017 w 3071052"/>
              <a:gd name="csY11" fmla="*/ 1948017 h 1990914"/>
              <a:gd name="csX12" fmla="*/ 2267570 w 3071052"/>
              <a:gd name="csY12" fmla="*/ 1990914 h 1990914"/>
              <a:gd name="csX13" fmla="*/ 2008398 w 3071052"/>
              <a:gd name="csY13" fmla="*/ 1831353 h 1990914"/>
              <a:gd name="csX14" fmla="*/ 1795784 w 3071052"/>
              <a:gd name="csY14" fmla="*/ 1552543 h 1990914"/>
              <a:gd name="csX15" fmla="*/ 1350909 w 3071052"/>
              <a:gd name="csY15" fmla="*/ 1739414 h 1990914"/>
              <a:gd name="csX16" fmla="*/ 742667 w 3071052"/>
              <a:gd name="csY16" fmla="*/ 1975203 h 1990914"/>
              <a:gd name="csX17" fmla="*/ 280981 w 3071052"/>
              <a:gd name="csY17" fmla="*/ 1796818 h 1990914"/>
              <a:gd name="csX18" fmla="*/ 61668 w 3071052"/>
              <a:gd name="csY18" fmla="*/ 1710020 h 1990914"/>
              <a:gd name="csX19" fmla="*/ 69021 w 3071052"/>
              <a:gd name="csY19" fmla="*/ 915958 h 1990914"/>
              <a:gd name="csX20" fmla="*/ 526420 w 3071052"/>
              <a:gd name="csY20" fmla="*/ 236972 h 1990914"/>
              <a:gd name="csX21" fmla="*/ 1162878 w 3071052"/>
              <a:gd name="csY21" fmla="*/ 71574 h 1990914"/>
              <a:gd name="csX0" fmla="*/ 1162878 w 3071052"/>
              <a:gd name="csY0" fmla="*/ 71574 h 1990914"/>
              <a:gd name="csX1" fmla="*/ 1746280 w 3071052"/>
              <a:gd name="csY1" fmla="*/ 0 h 1990914"/>
              <a:gd name="csX2" fmla="*/ 2218823 w 3071052"/>
              <a:gd name="csY2" fmla="*/ 240140 h 1990914"/>
              <a:gd name="csX3" fmla="*/ 2455941 w 3071052"/>
              <a:gd name="csY3" fmla="*/ 440273 h 1990914"/>
              <a:gd name="csX4" fmla="*/ 2610072 w 3071052"/>
              <a:gd name="csY4" fmla="*/ 663925 h 1990914"/>
              <a:gd name="csX5" fmla="*/ 2586749 w 3071052"/>
              <a:gd name="csY5" fmla="*/ 862861 h 1990914"/>
              <a:gd name="csX6" fmla="*/ 2745922 w 3071052"/>
              <a:gd name="csY6" fmla="*/ 1036141 h 1990914"/>
              <a:gd name="csX7" fmla="*/ 2687052 w 3071052"/>
              <a:gd name="csY7" fmla="*/ 1168095 h 1990914"/>
              <a:gd name="csX8" fmla="*/ 2730253 w 3071052"/>
              <a:gd name="csY8" fmla="*/ 1350049 h 1990914"/>
              <a:gd name="csX9" fmla="*/ 2887780 w 3071052"/>
              <a:gd name="csY9" fmla="*/ 1496630 h 1990914"/>
              <a:gd name="csX10" fmla="*/ 3063471 w 3071052"/>
              <a:gd name="csY10" fmla="*/ 1818156 h 1990914"/>
              <a:gd name="csX11" fmla="*/ 2917017 w 3071052"/>
              <a:gd name="csY11" fmla="*/ 1948017 h 1990914"/>
              <a:gd name="csX12" fmla="*/ 2267570 w 3071052"/>
              <a:gd name="csY12" fmla="*/ 1990914 h 1990914"/>
              <a:gd name="csX13" fmla="*/ 2008398 w 3071052"/>
              <a:gd name="csY13" fmla="*/ 1831353 h 1990914"/>
              <a:gd name="csX14" fmla="*/ 1795784 w 3071052"/>
              <a:gd name="csY14" fmla="*/ 1552543 h 1990914"/>
              <a:gd name="csX15" fmla="*/ 1350909 w 3071052"/>
              <a:gd name="csY15" fmla="*/ 1739414 h 1990914"/>
              <a:gd name="csX16" fmla="*/ 742667 w 3071052"/>
              <a:gd name="csY16" fmla="*/ 1975203 h 1990914"/>
              <a:gd name="csX17" fmla="*/ 280981 w 3071052"/>
              <a:gd name="csY17" fmla="*/ 1796818 h 1990914"/>
              <a:gd name="csX18" fmla="*/ 61668 w 3071052"/>
              <a:gd name="csY18" fmla="*/ 1710020 h 1990914"/>
              <a:gd name="csX19" fmla="*/ 69021 w 3071052"/>
              <a:gd name="csY19" fmla="*/ 915958 h 1990914"/>
              <a:gd name="csX20" fmla="*/ 526420 w 3071052"/>
              <a:gd name="csY20" fmla="*/ 236972 h 1990914"/>
              <a:gd name="csX21" fmla="*/ 1162878 w 3071052"/>
              <a:gd name="csY21" fmla="*/ 71574 h 1990914"/>
              <a:gd name="csX0" fmla="*/ 1162878 w 3071052"/>
              <a:gd name="csY0" fmla="*/ 71574 h 1990914"/>
              <a:gd name="csX1" fmla="*/ 1746280 w 3071052"/>
              <a:gd name="csY1" fmla="*/ 0 h 1990914"/>
              <a:gd name="csX2" fmla="*/ 2218823 w 3071052"/>
              <a:gd name="csY2" fmla="*/ 240140 h 1990914"/>
              <a:gd name="csX3" fmla="*/ 2455941 w 3071052"/>
              <a:gd name="csY3" fmla="*/ 440273 h 1990914"/>
              <a:gd name="csX4" fmla="*/ 2610072 w 3071052"/>
              <a:gd name="csY4" fmla="*/ 663925 h 1990914"/>
              <a:gd name="csX5" fmla="*/ 2586749 w 3071052"/>
              <a:gd name="csY5" fmla="*/ 862861 h 1990914"/>
              <a:gd name="csX6" fmla="*/ 2745922 w 3071052"/>
              <a:gd name="csY6" fmla="*/ 1036141 h 1990914"/>
              <a:gd name="csX7" fmla="*/ 2687052 w 3071052"/>
              <a:gd name="csY7" fmla="*/ 1168095 h 1990914"/>
              <a:gd name="csX8" fmla="*/ 2730253 w 3071052"/>
              <a:gd name="csY8" fmla="*/ 1350049 h 1990914"/>
              <a:gd name="csX9" fmla="*/ 2887780 w 3071052"/>
              <a:gd name="csY9" fmla="*/ 1496630 h 1990914"/>
              <a:gd name="csX10" fmla="*/ 3063471 w 3071052"/>
              <a:gd name="csY10" fmla="*/ 1818156 h 1990914"/>
              <a:gd name="csX11" fmla="*/ 2917017 w 3071052"/>
              <a:gd name="csY11" fmla="*/ 1948017 h 1990914"/>
              <a:gd name="csX12" fmla="*/ 2267570 w 3071052"/>
              <a:gd name="csY12" fmla="*/ 1990914 h 1990914"/>
              <a:gd name="csX13" fmla="*/ 2008398 w 3071052"/>
              <a:gd name="csY13" fmla="*/ 1831353 h 1990914"/>
              <a:gd name="csX14" fmla="*/ 1795784 w 3071052"/>
              <a:gd name="csY14" fmla="*/ 1552543 h 1990914"/>
              <a:gd name="csX15" fmla="*/ 1350909 w 3071052"/>
              <a:gd name="csY15" fmla="*/ 1739414 h 1990914"/>
              <a:gd name="csX16" fmla="*/ 742667 w 3071052"/>
              <a:gd name="csY16" fmla="*/ 1975203 h 1990914"/>
              <a:gd name="csX17" fmla="*/ 280981 w 3071052"/>
              <a:gd name="csY17" fmla="*/ 1796818 h 1990914"/>
              <a:gd name="csX18" fmla="*/ 61668 w 3071052"/>
              <a:gd name="csY18" fmla="*/ 1710020 h 1990914"/>
              <a:gd name="csX19" fmla="*/ 69021 w 3071052"/>
              <a:gd name="csY19" fmla="*/ 915958 h 1990914"/>
              <a:gd name="csX20" fmla="*/ 526420 w 3071052"/>
              <a:gd name="csY20" fmla="*/ 236972 h 1990914"/>
              <a:gd name="csX21" fmla="*/ 1162878 w 3071052"/>
              <a:gd name="csY21" fmla="*/ 71574 h 19909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071052" h="1990914">
                <a:moveTo>
                  <a:pt x="1162878" y="71574"/>
                </a:moveTo>
                <a:cubicBezTo>
                  <a:pt x="1530156" y="-19603"/>
                  <a:pt x="1599993" y="5681"/>
                  <a:pt x="1746280" y="0"/>
                </a:cubicBezTo>
                <a:cubicBezTo>
                  <a:pt x="1898942" y="35222"/>
                  <a:pt x="2115686" y="129488"/>
                  <a:pt x="2218823" y="240140"/>
                </a:cubicBezTo>
                <a:cubicBezTo>
                  <a:pt x="2299547" y="327055"/>
                  <a:pt x="2325112" y="400327"/>
                  <a:pt x="2455941" y="440273"/>
                </a:cubicBezTo>
                <a:cubicBezTo>
                  <a:pt x="2498977" y="536787"/>
                  <a:pt x="2563480" y="598074"/>
                  <a:pt x="2610072" y="663925"/>
                </a:cubicBezTo>
                <a:cubicBezTo>
                  <a:pt x="2626241" y="763252"/>
                  <a:pt x="2602614" y="763017"/>
                  <a:pt x="2586749" y="862861"/>
                </a:cubicBezTo>
                <a:cubicBezTo>
                  <a:pt x="2620648" y="939984"/>
                  <a:pt x="2705673" y="959018"/>
                  <a:pt x="2745922" y="1036141"/>
                </a:cubicBezTo>
                <a:cubicBezTo>
                  <a:pt x="2780986" y="1107240"/>
                  <a:pt x="2721060" y="1058541"/>
                  <a:pt x="2687052" y="1168095"/>
                </a:cubicBezTo>
                <a:cubicBezTo>
                  <a:pt x="2737811" y="1353666"/>
                  <a:pt x="2707884" y="1277582"/>
                  <a:pt x="2730253" y="1350049"/>
                </a:cubicBezTo>
                <a:cubicBezTo>
                  <a:pt x="2760027" y="1418890"/>
                  <a:pt x="2832244" y="1418612"/>
                  <a:pt x="2887780" y="1496630"/>
                </a:cubicBezTo>
                <a:cubicBezTo>
                  <a:pt x="2943316" y="1574648"/>
                  <a:pt x="3108123" y="1774949"/>
                  <a:pt x="3063471" y="1818156"/>
                </a:cubicBezTo>
                <a:cubicBezTo>
                  <a:pt x="2995179" y="1844099"/>
                  <a:pt x="2971160" y="1821380"/>
                  <a:pt x="2917017" y="1948017"/>
                </a:cubicBezTo>
                <a:cubicBezTo>
                  <a:pt x="2781211" y="1963418"/>
                  <a:pt x="2469229" y="1960469"/>
                  <a:pt x="2267570" y="1990914"/>
                </a:cubicBezTo>
                <a:cubicBezTo>
                  <a:pt x="2122392" y="1831906"/>
                  <a:pt x="2087029" y="1904415"/>
                  <a:pt x="2008398" y="1831353"/>
                </a:cubicBezTo>
                <a:cubicBezTo>
                  <a:pt x="1929767" y="1758291"/>
                  <a:pt x="1884464" y="1764973"/>
                  <a:pt x="1795784" y="1552543"/>
                </a:cubicBezTo>
                <a:cubicBezTo>
                  <a:pt x="1653495" y="1626468"/>
                  <a:pt x="1514246" y="1533316"/>
                  <a:pt x="1350909" y="1739414"/>
                </a:cubicBezTo>
                <a:cubicBezTo>
                  <a:pt x="1254281" y="1848459"/>
                  <a:pt x="1069717" y="1935889"/>
                  <a:pt x="742667" y="1975203"/>
                </a:cubicBezTo>
                <a:cubicBezTo>
                  <a:pt x="561684" y="2001163"/>
                  <a:pt x="381437" y="1894104"/>
                  <a:pt x="280981" y="1796818"/>
                </a:cubicBezTo>
                <a:cubicBezTo>
                  <a:pt x="129250" y="1675732"/>
                  <a:pt x="126304" y="1787403"/>
                  <a:pt x="61668" y="1710020"/>
                </a:cubicBezTo>
                <a:cubicBezTo>
                  <a:pt x="-33611" y="1530140"/>
                  <a:pt x="-8438" y="1161466"/>
                  <a:pt x="69021" y="915958"/>
                </a:cubicBezTo>
                <a:cubicBezTo>
                  <a:pt x="183565" y="661713"/>
                  <a:pt x="302869" y="387624"/>
                  <a:pt x="526420" y="236972"/>
                </a:cubicBezTo>
                <a:cubicBezTo>
                  <a:pt x="953741" y="-4097"/>
                  <a:pt x="959568" y="111069"/>
                  <a:pt x="1162878" y="71574"/>
                </a:cubicBezTo>
                <a:close/>
              </a:path>
            </a:pathLst>
          </a:custGeom>
          <a:solidFill>
            <a:srgbClr val="ED7D31">
              <a:alpha val="2196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34" name="Picture 10" descr="Homo heidelbergensis - The Australian Museum">
            <a:extLst>
              <a:ext uri="{FF2B5EF4-FFF2-40B4-BE49-F238E27FC236}">
                <a16:creationId xmlns:a16="http://schemas.microsoft.com/office/drawing/2014/main" id="{C3D5BB83-6E4C-E624-EAAB-753A7F29C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192000" y="583994"/>
            <a:ext cx="3334020" cy="222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A0FBF6-0B29-0EB3-29A0-C41CC7C84B79}"/>
              </a:ext>
            </a:extLst>
          </p:cNvPr>
          <p:cNvSpPr/>
          <p:nvPr/>
        </p:nvSpPr>
        <p:spPr>
          <a:xfrm rot="20876155">
            <a:off x="12643602" y="4591767"/>
            <a:ext cx="2667191" cy="2059754"/>
          </a:xfrm>
          <a:custGeom>
            <a:avLst/>
            <a:gdLst>
              <a:gd name="csX0" fmla="*/ 1283516 w 2734576"/>
              <a:gd name="csY0" fmla="*/ 0 h 2239860"/>
              <a:gd name="csX1" fmla="*/ 2567032 w 2734576"/>
              <a:gd name="csY1" fmla="*/ 1119930 h 2239860"/>
              <a:gd name="csX2" fmla="*/ 2560405 w 2734576"/>
              <a:gd name="csY2" fmla="*/ 1234436 h 2239860"/>
              <a:gd name="csX3" fmla="*/ 2545053 w 2734576"/>
              <a:gd name="csY3" fmla="*/ 1322208 h 2239860"/>
              <a:gd name="csX4" fmla="*/ 2548100 w 2734576"/>
              <a:gd name="csY4" fmla="*/ 1323709 h 2239860"/>
              <a:gd name="csX5" fmla="*/ 2734576 w 2734576"/>
              <a:gd name="csY5" fmla="*/ 1641957 h 2239860"/>
              <a:gd name="csX6" fmla="*/ 2311623 w 2734576"/>
              <a:gd name="csY6" fmla="*/ 2025751 h 2239860"/>
              <a:gd name="csX7" fmla="*/ 2146991 w 2734576"/>
              <a:gd name="csY7" fmla="*/ 1995591 h 2239860"/>
              <a:gd name="csX8" fmla="*/ 2109052 w 2734576"/>
              <a:gd name="csY8" fmla="*/ 1976905 h 2239860"/>
              <a:gd name="csX9" fmla="*/ 2099951 w 2734576"/>
              <a:gd name="csY9" fmla="*/ 1984122 h 2239860"/>
              <a:gd name="csX10" fmla="*/ 1283516 w 2734576"/>
              <a:gd name="csY10" fmla="*/ 2239860 h 2239860"/>
              <a:gd name="csX11" fmla="*/ 0 w 2734576"/>
              <a:gd name="csY11" fmla="*/ 1119930 h 2239860"/>
              <a:gd name="csX12" fmla="*/ 1283516 w 2734576"/>
              <a:gd name="csY12" fmla="*/ 0 h 2239860"/>
              <a:gd name="csX0" fmla="*/ 1322421 w 2773481"/>
              <a:gd name="csY0" fmla="*/ 0 h 2239860"/>
              <a:gd name="csX1" fmla="*/ 2605937 w 2773481"/>
              <a:gd name="csY1" fmla="*/ 1119930 h 2239860"/>
              <a:gd name="csX2" fmla="*/ 2599310 w 2773481"/>
              <a:gd name="csY2" fmla="*/ 1234436 h 2239860"/>
              <a:gd name="csX3" fmla="*/ 2583958 w 2773481"/>
              <a:gd name="csY3" fmla="*/ 1322208 h 2239860"/>
              <a:gd name="csX4" fmla="*/ 2587005 w 2773481"/>
              <a:gd name="csY4" fmla="*/ 1323709 h 2239860"/>
              <a:gd name="csX5" fmla="*/ 2773481 w 2773481"/>
              <a:gd name="csY5" fmla="*/ 1641957 h 2239860"/>
              <a:gd name="csX6" fmla="*/ 2350528 w 2773481"/>
              <a:gd name="csY6" fmla="*/ 2025751 h 2239860"/>
              <a:gd name="csX7" fmla="*/ 2185896 w 2773481"/>
              <a:gd name="csY7" fmla="*/ 1995591 h 2239860"/>
              <a:gd name="csX8" fmla="*/ 2147957 w 2773481"/>
              <a:gd name="csY8" fmla="*/ 1976905 h 2239860"/>
              <a:gd name="csX9" fmla="*/ 2138856 w 2773481"/>
              <a:gd name="csY9" fmla="*/ 1984122 h 2239860"/>
              <a:gd name="csX10" fmla="*/ 1322421 w 2773481"/>
              <a:gd name="csY10" fmla="*/ 2239860 h 2239860"/>
              <a:gd name="csX11" fmla="*/ 421086 w 2773481"/>
              <a:gd name="csY11" fmla="*/ 1556821 h 2239860"/>
              <a:gd name="csX12" fmla="*/ 38905 w 2773481"/>
              <a:gd name="csY12" fmla="*/ 1119930 h 2239860"/>
              <a:gd name="csX13" fmla="*/ 1322421 w 2773481"/>
              <a:gd name="csY13" fmla="*/ 0 h 2239860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2138856 w 2773481"/>
              <a:gd name="csY9" fmla="*/ 1984122 h 2025751"/>
              <a:gd name="csX10" fmla="*/ 1023971 w 2773481"/>
              <a:gd name="csY10" fmla="*/ 1731860 h 2025751"/>
              <a:gd name="csX11" fmla="*/ 421086 w 2773481"/>
              <a:gd name="csY11" fmla="*/ 1556821 h 2025751"/>
              <a:gd name="csX12" fmla="*/ 38905 w 2773481"/>
              <a:gd name="csY12" fmla="*/ 1119930 h 2025751"/>
              <a:gd name="csX13" fmla="*/ 1322421 w 2773481"/>
              <a:gd name="csY13" fmla="*/ 0 h 2025751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2138856 w 2773481"/>
              <a:gd name="csY9" fmla="*/ 1984122 h 2025751"/>
              <a:gd name="csX10" fmla="*/ 1418037 w 2773481"/>
              <a:gd name="csY10" fmla="*/ 1506022 h 2025751"/>
              <a:gd name="csX11" fmla="*/ 1023971 w 2773481"/>
              <a:gd name="csY11" fmla="*/ 1731860 h 2025751"/>
              <a:gd name="csX12" fmla="*/ 421086 w 2773481"/>
              <a:gd name="csY12" fmla="*/ 1556821 h 2025751"/>
              <a:gd name="csX13" fmla="*/ 38905 w 2773481"/>
              <a:gd name="csY13" fmla="*/ 1119930 h 2025751"/>
              <a:gd name="csX14" fmla="*/ 1322421 w 2773481"/>
              <a:gd name="csY14" fmla="*/ 0 h 2025751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2138856 w 2773481"/>
              <a:gd name="csY9" fmla="*/ 1984122 h 2025751"/>
              <a:gd name="csX10" fmla="*/ 1678387 w 2773481"/>
              <a:gd name="csY10" fmla="*/ 1544122 h 2025751"/>
              <a:gd name="csX11" fmla="*/ 1418037 w 2773481"/>
              <a:gd name="csY11" fmla="*/ 1506022 h 2025751"/>
              <a:gd name="csX12" fmla="*/ 1023971 w 2773481"/>
              <a:gd name="csY12" fmla="*/ 1731860 h 2025751"/>
              <a:gd name="csX13" fmla="*/ 421086 w 2773481"/>
              <a:gd name="csY13" fmla="*/ 1556821 h 2025751"/>
              <a:gd name="csX14" fmla="*/ 38905 w 2773481"/>
              <a:gd name="csY14" fmla="*/ 1119930 h 2025751"/>
              <a:gd name="csX15" fmla="*/ 1322421 w 2773481"/>
              <a:gd name="csY15" fmla="*/ 0 h 2025751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2138856 w 2773481"/>
              <a:gd name="csY9" fmla="*/ 1984122 h 2025751"/>
              <a:gd name="csX10" fmla="*/ 1824437 w 2773481"/>
              <a:gd name="csY10" fmla="*/ 1798122 h 2025751"/>
              <a:gd name="csX11" fmla="*/ 1678387 w 2773481"/>
              <a:gd name="csY11" fmla="*/ 1544122 h 2025751"/>
              <a:gd name="csX12" fmla="*/ 1418037 w 2773481"/>
              <a:gd name="csY12" fmla="*/ 1506022 h 2025751"/>
              <a:gd name="csX13" fmla="*/ 1023971 w 2773481"/>
              <a:gd name="csY13" fmla="*/ 1731860 h 2025751"/>
              <a:gd name="csX14" fmla="*/ 421086 w 2773481"/>
              <a:gd name="csY14" fmla="*/ 1556821 h 2025751"/>
              <a:gd name="csX15" fmla="*/ 38905 w 2773481"/>
              <a:gd name="csY15" fmla="*/ 1119930 h 2025751"/>
              <a:gd name="csX16" fmla="*/ 1322421 w 2773481"/>
              <a:gd name="csY16" fmla="*/ 0 h 2025751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1961056 w 2773481"/>
              <a:gd name="csY9" fmla="*/ 2003172 h 2025751"/>
              <a:gd name="csX10" fmla="*/ 1824437 w 2773481"/>
              <a:gd name="csY10" fmla="*/ 1798122 h 2025751"/>
              <a:gd name="csX11" fmla="*/ 1678387 w 2773481"/>
              <a:gd name="csY11" fmla="*/ 1544122 h 2025751"/>
              <a:gd name="csX12" fmla="*/ 1418037 w 2773481"/>
              <a:gd name="csY12" fmla="*/ 1506022 h 2025751"/>
              <a:gd name="csX13" fmla="*/ 1023971 w 2773481"/>
              <a:gd name="csY13" fmla="*/ 1731860 h 2025751"/>
              <a:gd name="csX14" fmla="*/ 421086 w 2773481"/>
              <a:gd name="csY14" fmla="*/ 1556821 h 2025751"/>
              <a:gd name="csX15" fmla="*/ 38905 w 2773481"/>
              <a:gd name="csY15" fmla="*/ 1119930 h 2025751"/>
              <a:gd name="csX16" fmla="*/ 1322421 w 2773481"/>
              <a:gd name="csY16" fmla="*/ 0 h 2025751"/>
              <a:gd name="csX0" fmla="*/ 1322421 w 2858596"/>
              <a:gd name="csY0" fmla="*/ 0 h 2003172"/>
              <a:gd name="csX1" fmla="*/ 2605937 w 2858596"/>
              <a:gd name="csY1" fmla="*/ 1119930 h 2003172"/>
              <a:gd name="csX2" fmla="*/ 2599310 w 2858596"/>
              <a:gd name="csY2" fmla="*/ 1234436 h 2003172"/>
              <a:gd name="csX3" fmla="*/ 2583958 w 2858596"/>
              <a:gd name="csY3" fmla="*/ 1322208 h 2003172"/>
              <a:gd name="csX4" fmla="*/ 2587005 w 2858596"/>
              <a:gd name="csY4" fmla="*/ 1323709 h 2003172"/>
              <a:gd name="csX5" fmla="*/ 2773481 w 2858596"/>
              <a:gd name="csY5" fmla="*/ 1641957 h 2003172"/>
              <a:gd name="csX6" fmla="*/ 2737878 w 2858596"/>
              <a:gd name="csY6" fmla="*/ 1943201 h 2003172"/>
              <a:gd name="csX7" fmla="*/ 2185896 w 2858596"/>
              <a:gd name="csY7" fmla="*/ 1995591 h 2003172"/>
              <a:gd name="csX8" fmla="*/ 2147957 w 2858596"/>
              <a:gd name="csY8" fmla="*/ 1976905 h 2003172"/>
              <a:gd name="csX9" fmla="*/ 1961056 w 2858596"/>
              <a:gd name="csY9" fmla="*/ 2003172 h 2003172"/>
              <a:gd name="csX10" fmla="*/ 1824437 w 2858596"/>
              <a:gd name="csY10" fmla="*/ 1798122 h 2003172"/>
              <a:gd name="csX11" fmla="*/ 1678387 w 2858596"/>
              <a:gd name="csY11" fmla="*/ 1544122 h 2003172"/>
              <a:gd name="csX12" fmla="*/ 1418037 w 2858596"/>
              <a:gd name="csY12" fmla="*/ 1506022 h 2003172"/>
              <a:gd name="csX13" fmla="*/ 1023971 w 2858596"/>
              <a:gd name="csY13" fmla="*/ 1731860 h 2003172"/>
              <a:gd name="csX14" fmla="*/ 421086 w 2858596"/>
              <a:gd name="csY14" fmla="*/ 1556821 h 2003172"/>
              <a:gd name="csX15" fmla="*/ 38905 w 2858596"/>
              <a:gd name="csY15" fmla="*/ 1119930 h 2003172"/>
              <a:gd name="csX16" fmla="*/ 1322421 w 2858596"/>
              <a:gd name="csY16" fmla="*/ 0 h 2003172"/>
              <a:gd name="csX0" fmla="*/ 1322421 w 2789957"/>
              <a:gd name="csY0" fmla="*/ 0 h 2003172"/>
              <a:gd name="csX1" fmla="*/ 2605937 w 2789957"/>
              <a:gd name="csY1" fmla="*/ 1119930 h 2003172"/>
              <a:gd name="csX2" fmla="*/ 2599310 w 2789957"/>
              <a:gd name="csY2" fmla="*/ 1234436 h 2003172"/>
              <a:gd name="csX3" fmla="*/ 2583958 w 2789957"/>
              <a:gd name="csY3" fmla="*/ 1322208 h 2003172"/>
              <a:gd name="csX4" fmla="*/ 2587005 w 2789957"/>
              <a:gd name="csY4" fmla="*/ 1323709 h 2003172"/>
              <a:gd name="csX5" fmla="*/ 2773481 w 2789957"/>
              <a:gd name="csY5" fmla="*/ 1641957 h 2003172"/>
              <a:gd name="csX6" fmla="*/ 2737878 w 2789957"/>
              <a:gd name="csY6" fmla="*/ 1943201 h 2003172"/>
              <a:gd name="csX7" fmla="*/ 2395446 w 2789957"/>
              <a:gd name="csY7" fmla="*/ 1976541 h 2003172"/>
              <a:gd name="csX8" fmla="*/ 2147957 w 2789957"/>
              <a:gd name="csY8" fmla="*/ 1976905 h 2003172"/>
              <a:gd name="csX9" fmla="*/ 1961056 w 2789957"/>
              <a:gd name="csY9" fmla="*/ 2003172 h 2003172"/>
              <a:gd name="csX10" fmla="*/ 1824437 w 2789957"/>
              <a:gd name="csY10" fmla="*/ 1798122 h 2003172"/>
              <a:gd name="csX11" fmla="*/ 1678387 w 2789957"/>
              <a:gd name="csY11" fmla="*/ 1544122 h 2003172"/>
              <a:gd name="csX12" fmla="*/ 1418037 w 2789957"/>
              <a:gd name="csY12" fmla="*/ 1506022 h 2003172"/>
              <a:gd name="csX13" fmla="*/ 1023971 w 2789957"/>
              <a:gd name="csY13" fmla="*/ 1731860 h 2003172"/>
              <a:gd name="csX14" fmla="*/ 421086 w 2789957"/>
              <a:gd name="csY14" fmla="*/ 1556821 h 2003172"/>
              <a:gd name="csX15" fmla="*/ 38905 w 2789957"/>
              <a:gd name="csY15" fmla="*/ 1119930 h 2003172"/>
              <a:gd name="csX16" fmla="*/ 1322421 w 2789957"/>
              <a:gd name="csY16" fmla="*/ 0 h 2003172"/>
              <a:gd name="csX0" fmla="*/ 1322421 w 2789957"/>
              <a:gd name="csY0" fmla="*/ 0 h 2003172"/>
              <a:gd name="csX1" fmla="*/ 2605937 w 2789957"/>
              <a:gd name="csY1" fmla="*/ 1119930 h 2003172"/>
              <a:gd name="csX2" fmla="*/ 2599310 w 2789957"/>
              <a:gd name="csY2" fmla="*/ 1234436 h 2003172"/>
              <a:gd name="csX3" fmla="*/ 2583958 w 2789957"/>
              <a:gd name="csY3" fmla="*/ 1322208 h 2003172"/>
              <a:gd name="csX4" fmla="*/ 2587005 w 2789957"/>
              <a:gd name="csY4" fmla="*/ 1323709 h 2003172"/>
              <a:gd name="csX5" fmla="*/ 2773481 w 2789957"/>
              <a:gd name="csY5" fmla="*/ 1641957 h 2003172"/>
              <a:gd name="csX6" fmla="*/ 2737878 w 2789957"/>
              <a:gd name="csY6" fmla="*/ 1943201 h 2003172"/>
              <a:gd name="csX7" fmla="*/ 2395446 w 2789957"/>
              <a:gd name="csY7" fmla="*/ 1976541 h 2003172"/>
              <a:gd name="csX8" fmla="*/ 2147957 w 2789957"/>
              <a:gd name="csY8" fmla="*/ 1976905 h 2003172"/>
              <a:gd name="csX9" fmla="*/ 1961056 w 2789957"/>
              <a:gd name="csY9" fmla="*/ 2003172 h 2003172"/>
              <a:gd name="csX10" fmla="*/ 1824437 w 2789957"/>
              <a:gd name="csY10" fmla="*/ 1798122 h 2003172"/>
              <a:gd name="csX11" fmla="*/ 1678387 w 2789957"/>
              <a:gd name="csY11" fmla="*/ 1544122 h 2003172"/>
              <a:gd name="csX12" fmla="*/ 1418037 w 2789957"/>
              <a:gd name="csY12" fmla="*/ 1506022 h 2003172"/>
              <a:gd name="csX13" fmla="*/ 1023971 w 2789957"/>
              <a:gd name="csY13" fmla="*/ 1731860 h 2003172"/>
              <a:gd name="csX14" fmla="*/ 421086 w 2789957"/>
              <a:gd name="csY14" fmla="*/ 1556821 h 2003172"/>
              <a:gd name="csX15" fmla="*/ 38905 w 2789957"/>
              <a:gd name="csY15" fmla="*/ 1119930 h 2003172"/>
              <a:gd name="csX16" fmla="*/ 1322421 w 2789957"/>
              <a:gd name="csY16" fmla="*/ 0 h 2003172"/>
              <a:gd name="csX0" fmla="*/ 1322421 w 2741529"/>
              <a:gd name="csY0" fmla="*/ 0 h 2003172"/>
              <a:gd name="csX1" fmla="*/ 2605937 w 2741529"/>
              <a:gd name="csY1" fmla="*/ 1119930 h 2003172"/>
              <a:gd name="csX2" fmla="*/ 2599310 w 2741529"/>
              <a:gd name="csY2" fmla="*/ 1234436 h 2003172"/>
              <a:gd name="csX3" fmla="*/ 2583958 w 2741529"/>
              <a:gd name="csY3" fmla="*/ 1322208 h 2003172"/>
              <a:gd name="csX4" fmla="*/ 2587005 w 2741529"/>
              <a:gd name="csY4" fmla="*/ 1323709 h 2003172"/>
              <a:gd name="csX5" fmla="*/ 2576631 w 2741529"/>
              <a:gd name="csY5" fmla="*/ 1603857 h 2003172"/>
              <a:gd name="csX6" fmla="*/ 2737878 w 2741529"/>
              <a:gd name="csY6" fmla="*/ 1943201 h 2003172"/>
              <a:gd name="csX7" fmla="*/ 2395446 w 2741529"/>
              <a:gd name="csY7" fmla="*/ 1976541 h 2003172"/>
              <a:gd name="csX8" fmla="*/ 2147957 w 2741529"/>
              <a:gd name="csY8" fmla="*/ 1976905 h 2003172"/>
              <a:gd name="csX9" fmla="*/ 1961056 w 2741529"/>
              <a:gd name="csY9" fmla="*/ 2003172 h 2003172"/>
              <a:gd name="csX10" fmla="*/ 1824437 w 2741529"/>
              <a:gd name="csY10" fmla="*/ 1798122 h 2003172"/>
              <a:gd name="csX11" fmla="*/ 1678387 w 2741529"/>
              <a:gd name="csY11" fmla="*/ 1544122 h 2003172"/>
              <a:gd name="csX12" fmla="*/ 1418037 w 2741529"/>
              <a:gd name="csY12" fmla="*/ 1506022 h 2003172"/>
              <a:gd name="csX13" fmla="*/ 1023971 w 2741529"/>
              <a:gd name="csY13" fmla="*/ 1731860 h 2003172"/>
              <a:gd name="csX14" fmla="*/ 421086 w 2741529"/>
              <a:gd name="csY14" fmla="*/ 1556821 h 2003172"/>
              <a:gd name="csX15" fmla="*/ 38905 w 2741529"/>
              <a:gd name="csY15" fmla="*/ 1119930 h 2003172"/>
              <a:gd name="csX16" fmla="*/ 1322421 w 2741529"/>
              <a:gd name="csY16" fmla="*/ 0 h 2003172"/>
              <a:gd name="csX0" fmla="*/ 1322421 w 2741529"/>
              <a:gd name="csY0" fmla="*/ 0 h 2003172"/>
              <a:gd name="csX1" fmla="*/ 2605937 w 2741529"/>
              <a:gd name="csY1" fmla="*/ 1119930 h 2003172"/>
              <a:gd name="csX2" fmla="*/ 2516760 w 2741529"/>
              <a:gd name="csY2" fmla="*/ 1082036 h 2003172"/>
              <a:gd name="csX3" fmla="*/ 2583958 w 2741529"/>
              <a:gd name="csY3" fmla="*/ 1322208 h 2003172"/>
              <a:gd name="csX4" fmla="*/ 2587005 w 2741529"/>
              <a:gd name="csY4" fmla="*/ 1323709 h 2003172"/>
              <a:gd name="csX5" fmla="*/ 2576631 w 2741529"/>
              <a:gd name="csY5" fmla="*/ 1603857 h 2003172"/>
              <a:gd name="csX6" fmla="*/ 2737878 w 2741529"/>
              <a:gd name="csY6" fmla="*/ 1943201 h 2003172"/>
              <a:gd name="csX7" fmla="*/ 2395446 w 2741529"/>
              <a:gd name="csY7" fmla="*/ 1976541 h 2003172"/>
              <a:gd name="csX8" fmla="*/ 2147957 w 2741529"/>
              <a:gd name="csY8" fmla="*/ 1976905 h 2003172"/>
              <a:gd name="csX9" fmla="*/ 1961056 w 2741529"/>
              <a:gd name="csY9" fmla="*/ 2003172 h 2003172"/>
              <a:gd name="csX10" fmla="*/ 1824437 w 2741529"/>
              <a:gd name="csY10" fmla="*/ 1798122 h 2003172"/>
              <a:gd name="csX11" fmla="*/ 1678387 w 2741529"/>
              <a:gd name="csY11" fmla="*/ 1544122 h 2003172"/>
              <a:gd name="csX12" fmla="*/ 1418037 w 2741529"/>
              <a:gd name="csY12" fmla="*/ 1506022 h 2003172"/>
              <a:gd name="csX13" fmla="*/ 1023971 w 2741529"/>
              <a:gd name="csY13" fmla="*/ 1731860 h 2003172"/>
              <a:gd name="csX14" fmla="*/ 421086 w 2741529"/>
              <a:gd name="csY14" fmla="*/ 1556821 h 2003172"/>
              <a:gd name="csX15" fmla="*/ 38905 w 2741529"/>
              <a:gd name="csY15" fmla="*/ 1119930 h 2003172"/>
              <a:gd name="csX16" fmla="*/ 1322421 w 2741529"/>
              <a:gd name="csY16" fmla="*/ 0 h 2003172"/>
              <a:gd name="csX0" fmla="*/ 1322421 w 2741529"/>
              <a:gd name="csY0" fmla="*/ 3682 h 2006854"/>
              <a:gd name="csX1" fmla="*/ 2644037 w 2741529"/>
              <a:gd name="csY1" fmla="*/ 774362 h 2006854"/>
              <a:gd name="csX2" fmla="*/ 2516760 w 2741529"/>
              <a:gd name="csY2" fmla="*/ 1085718 h 2006854"/>
              <a:gd name="csX3" fmla="*/ 2583958 w 2741529"/>
              <a:gd name="csY3" fmla="*/ 1325890 h 2006854"/>
              <a:gd name="csX4" fmla="*/ 2587005 w 2741529"/>
              <a:gd name="csY4" fmla="*/ 1327391 h 2006854"/>
              <a:gd name="csX5" fmla="*/ 2576631 w 2741529"/>
              <a:gd name="csY5" fmla="*/ 1607539 h 2006854"/>
              <a:gd name="csX6" fmla="*/ 2737878 w 2741529"/>
              <a:gd name="csY6" fmla="*/ 1946883 h 2006854"/>
              <a:gd name="csX7" fmla="*/ 2395446 w 2741529"/>
              <a:gd name="csY7" fmla="*/ 1980223 h 2006854"/>
              <a:gd name="csX8" fmla="*/ 2147957 w 2741529"/>
              <a:gd name="csY8" fmla="*/ 1980587 h 2006854"/>
              <a:gd name="csX9" fmla="*/ 1961056 w 2741529"/>
              <a:gd name="csY9" fmla="*/ 2006854 h 2006854"/>
              <a:gd name="csX10" fmla="*/ 1824437 w 2741529"/>
              <a:gd name="csY10" fmla="*/ 1801804 h 2006854"/>
              <a:gd name="csX11" fmla="*/ 1678387 w 2741529"/>
              <a:gd name="csY11" fmla="*/ 1547804 h 2006854"/>
              <a:gd name="csX12" fmla="*/ 1418037 w 2741529"/>
              <a:gd name="csY12" fmla="*/ 1509704 h 2006854"/>
              <a:gd name="csX13" fmla="*/ 1023971 w 2741529"/>
              <a:gd name="csY13" fmla="*/ 1735542 h 2006854"/>
              <a:gd name="csX14" fmla="*/ 421086 w 2741529"/>
              <a:gd name="csY14" fmla="*/ 1560503 h 2006854"/>
              <a:gd name="csX15" fmla="*/ 38905 w 2741529"/>
              <a:gd name="csY15" fmla="*/ 1123612 h 2006854"/>
              <a:gd name="csX16" fmla="*/ 1322421 w 2741529"/>
              <a:gd name="csY16" fmla="*/ 3682 h 2006854"/>
              <a:gd name="csX0" fmla="*/ 1285024 w 2704132"/>
              <a:gd name="csY0" fmla="*/ 10117 h 2013289"/>
              <a:gd name="csX1" fmla="*/ 2606640 w 2704132"/>
              <a:gd name="csY1" fmla="*/ 780797 h 2013289"/>
              <a:gd name="csX2" fmla="*/ 2479363 w 2704132"/>
              <a:gd name="csY2" fmla="*/ 1092153 h 2013289"/>
              <a:gd name="csX3" fmla="*/ 2546561 w 2704132"/>
              <a:gd name="csY3" fmla="*/ 1332325 h 2013289"/>
              <a:gd name="csX4" fmla="*/ 2549608 w 2704132"/>
              <a:gd name="csY4" fmla="*/ 1333826 h 2013289"/>
              <a:gd name="csX5" fmla="*/ 2539234 w 2704132"/>
              <a:gd name="csY5" fmla="*/ 1613974 h 2013289"/>
              <a:gd name="csX6" fmla="*/ 2700481 w 2704132"/>
              <a:gd name="csY6" fmla="*/ 1953318 h 2013289"/>
              <a:gd name="csX7" fmla="*/ 2358049 w 2704132"/>
              <a:gd name="csY7" fmla="*/ 1986658 h 2013289"/>
              <a:gd name="csX8" fmla="*/ 2110560 w 2704132"/>
              <a:gd name="csY8" fmla="*/ 1987022 h 2013289"/>
              <a:gd name="csX9" fmla="*/ 1923659 w 2704132"/>
              <a:gd name="csY9" fmla="*/ 2013289 h 2013289"/>
              <a:gd name="csX10" fmla="*/ 1787040 w 2704132"/>
              <a:gd name="csY10" fmla="*/ 1808239 h 2013289"/>
              <a:gd name="csX11" fmla="*/ 1640990 w 2704132"/>
              <a:gd name="csY11" fmla="*/ 1554239 h 2013289"/>
              <a:gd name="csX12" fmla="*/ 1380640 w 2704132"/>
              <a:gd name="csY12" fmla="*/ 1516139 h 2013289"/>
              <a:gd name="csX13" fmla="*/ 986574 w 2704132"/>
              <a:gd name="csY13" fmla="*/ 1741977 h 2013289"/>
              <a:gd name="csX14" fmla="*/ 383689 w 2704132"/>
              <a:gd name="csY14" fmla="*/ 1566938 h 2013289"/>
              <a:gd name="csX15" fmla="*/ 1508 w 2704132"/>
              <a:gd name="csY15" fmla="*/ 1130047 h 2013289"/>
              <a:gd name="csX16" fmla="*/ 294790 w 2704132"/>
              <a:gd name="csY16" fmla="*/ 392189 h 2013289"/>
              <a:gd name="csX17" fmla="*/ 1285024 w 2704132"/>
              <a:gd name="csY17" fmla="*/ 10117 h 2013289"/>
              <a:gd name="csX0" fmla="*/ 1285024 w 2704132"/>
              <a:gd name="csY0" fmla="*/ 5577 h 2008749"/>
              <a:gd name="csX1" fmla="*/ 1996589 w 2704132"/>
              <a:gd name="csY1" fmla="*/ 203500 h 2008749"/>
              <a:gd name="csX2" fmla="*/ 2606640 w 2704132"/>
              <a:gd name="csY2" fmla="*/ 776257 h 2008749"/>
              <a:gd name="csX3" fmla="*/ 2479363 w 2704132"/>
              <a:gd name="csY3" fmla="*/ 1087613 h 2008749"/>
              <a:gd name="csX4" fmla="*/ 2546561 w 2704132"/>
              <a:gd name="csY4" fmla="*/ 1327785 h 2008749"/>
              <a:gd name="csX5" fmla="*/ 2549608 w 2704132"/>
              <a:gd name="csY5" fmla="*/ 1329286 h 2008749"/>
              <a:gd name="csX6" fmla="*/ 2539234 w 2704132"/>
              <a:gd name="csY6" fmla="*/ 1609434 h 2008749"/>
              <a:gd name="csX7" fmla="*/ 2700481 w 2704132"/>
              <a:gd name="csY7" fmla="*/ 1948778 h 2008749"/>
              <a:gd name="csX8" fmla="*/ 2358049 w 2704132"/>
              <a:gd name="csY8" fmla="*/ 1982118 h 2008749"/>
              <a:gd name="csX9" fmla="*/ 2110560 w 2704132"/>
              <a:gd name="csY9" fmla="*/ 1982482 h 2008749"/>
              <a:gd name="csX10" fmla="*/ 1923659 w 2704132"/>
              <a:gd name="csY10" fmla="*/ 2008749 h 2008749"/>
              <a:gd name="csX11" fmla="*/ 1787040 w 2704132"/>
              <a:gd name="csY11" fmla="*/ 1803699 h 2008749"/>
              <a:gd name="csX12" fmla="*/ 1640990 w 2704132"/>
              <a:gd name="csY12" fmla="*/ 1549699 h 2008749"/>
              <a:gd name="csX13" fmla="*/ 1380640 w 2704132"/>
              <a:gd name="csY13" fmla="*/ 1511599 h 2008749"/>
              <a:gd name="csX14" fmla="*/ 986574 w 2704132"/>
              <a:gd name="csY14" fmla="*/ 1737437 h 2008749"/>
              <a:gd name="csX15" fmla="*/ 383689 w 2704132"/>
              <a:gd name="csY15" fmla="*/ 1562398 h 2008749"/>
              <a:gd name="csX16" fmla="*/ 1508 w 2704132"/>
              <a:gd name="csY16" fmla="*/ 1125507 h 2008749"/>
              <a:gd name="csX17" fmla="*/ 294790 w 2704132"/>
              <a:gd name="csY17" fmla="*/ 387649 h 2008749"/>
              <a:gd name="csX18" fmla="*/ 1285024 w 2704132"/>
              <a:gd name="csY18" fmla="*/ 5577 h 2008749"/>
              <a:gd name="csX0" fmla="*/ 1107224 w 2704132"/>
              <a:gd name="csY0" fmla="*/ 6496 h 1990618"/>
              <a:gd name="csX1" fmla="*/ 1996589 w 2704132"/>
              <a:gd name="csY1" fmla="*/ 185369 h 1990618"/>
              <a:gd name="csX2" fmla="*/ 2606640 w 2704132"/>
              <a:gd name="csY2" fmla="*/ 758126 h 1990618"/>
              <a:gd name="csX3" fmla="*/ 2479363 w 2704132"/>
              <a:gd name="csY3" fmla="*/ 1069482 h 1990618"/>
              <a:gd name="csX4" fmla="*/ 2546561 w 2704132"/>
              <a:gd name="csY4" fmla="*/ 1309654 h 1990618"/>
              <a:gd name="csX5" fmla="*/ 2549608 w 2704132"/>
              <a:gd name="csY5" fmla="*/ 1311155 h 1990618"/>
              <a:gd name="csX6" fmla="*/ 2539234 w 2704132"/>
              <a:gd name="csY6" fmla="*/ 1591303 h 1990618"/>
              <a:gd name="csX7" fmla="*/ 2700481 w 2704132"/>
              <a:gd name="csY7" fmla="*/ 1930647 h 1990618"/>
              <a:gd name="csX8" fmla="*/ 2358049 w 2704132"/>
              <a:gd name="csY8" fmla="*/ 1963987 h 1990618"/>
              <a:gd name="csX9" fmla="*/ 2110560 w 2704132"/>
              <a:gd name="csY9" fmla="*/ 1964351 h 1990618"/>
              <a:gd name="csX10" fmla="*/ 1923659 w 2704132"/>
              <a:gd name="csY10" fmla="*/ 1990618 h 1990618"/>
              <a:gd name="csX11" fmla="*/ 1787040 w 2704132"/>
              <a:gd name="csY11" fmla="*/ 1785568 h 1990618"/>
              <a:gd name="csX12" fmla="*/ 1640990 w 2704132"/>
              <a:gd name="csY12" fmla="*/ 1531568 h 1990618"/>
              <a:gd name="csX13" fmla="*/ 1380640 w 2704132"/>
              <a:gd name="csY13" fmla="*/ 1493468 h 1990618"/>
              <a:gd name="csX14" fmla="*/ 986574 w 2704132"/>
              <a:gd name="csY14" fmla="*/ 1719306 h 1990618"/>
              <a:gd name="csX15" fmla="*/ 383689 w 2704132"/>
              <a:gd name="csY15" fmla="*/ 1544267 h 1990618"/>
              <a:gd name="csX16" fmla="*/ 1508 w 2704132"/>
              <a:gd name="csY16" fmla="*/ 1107376 h 1990618"/>
              <a:gd name="csX17" fmla="*/ 294790 w 2704132"/>
              <a:gd name="csY17" fmla="*/ 369518 h 1990618"/>
              <a:gd name="csX18" fmla="*/ 1107224 w 2704132"/>
              <a:gd name="csY18" fmla="*/ 6496 h 1990618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2003089"/>
              <a:gd name="csX1" fmla="*/ 1996589 w 2704132"/>
              <a:gd name="csY1" fmla="*/ 180256 h 2003089"/>
              <a:gd name="csX2" fmla="*/ 2606640 w 2704132"/>
              <a:gd name="csY2" fmla="*/ 753013 h 2003089"/>
              <a:gd name="csX3" fmla="*/ 2479363 w 2704132"/>
              <a:gd name="csY3" fmla="*/ 1064369 h 2003089"/>
              <a:gd name="csX4" fmla="*/ 2546561 w 2704132"/>
              <a:gd name="csY4" fmla="*/ 1304541 h 2003089"/>
              <a:gd name="csX5" fmla="*/ 2549608 w 2704132"/>
              <a:gd name="csY5" fmla="*/ 1306042 h 2003089"/>
              <a:gd name="csX6" fmla="*/ 2539234 w 2704132"/>
              <a:gd name="csY6" fmla="*/ 1586190 h 2003089"/>
              <a:gd name="csX7" fmla="*/ 2700481 w 2704132"/>
              <a:gd name="csY7" fmla="*/ 1925534 h 2003089"/>
              <a:gd name="csX8" fmla="*/ 2358049 w 2704132"/>
              <a:gd name="csY8" fmla="*/ 1958874 h 2003089"/>
              <a:gd name="csX9" fmla="*/ 2110560 w 2704132"/>
              <a:gd name="csY9" fmla="*/ 1959238 h 2003089"/>
              <a:gd name="csX10" fmla="*/ 1923659 w 2704132"/>
              <a:gd name="csY10" fmla="*/ 1985505 h 2003089"/>
              <a:gd name="csX11" fmla="*/ 1787040 w 2704132"/>
              <a:gd name="csY11" fmla="*/ 1780455 h 2003089"/>
              <a:gd name="csX12" fmla="*/ 1640990 w 2704132"/>
              <a:gd name="csY12" fmla="*/ 1526455 h 2003089"/>
              <a:gd name="csX13" fmla="*/ 1380640 w 2704132"/>
              <a:gd name="csY13" fmla="*/ 1488355 h 2003089"/>
              <a:gd name="csX14" fmla="*/ 1031024 w 2704132"/>
              <a:gd name="csY14" fmla="*/ 1733243 h 2003089"/>
              <a:gd name="csX15" fmla="*/ 383689 w 2704132"/>
              <a:gd name="csY15" fmla="*/ 1539154 h 2003089"/>
              <a:gd name="csX16" fmla="*/ 1508 w 2704132"/>
              <a:gd name="csY16" fmla="*/ 1102263 h 2003089"/>
              <a:gd name="csX17" fmla="*/ 294790 w 2704132"/>
              <a:gd name="csY17" fmla="*/ 364405 h 2003089"/>
              <a:gd name="csX18" fmla="*/ 1107224 w 2704132"/>
              <a:gd name="csY18" fmla="*/ 1383 h 2003089"/>
              <a:gd name="csX0" fmla="*/ 1107224 w 2704132"/>
              <a:gd name="csY0" fmla="*/ 1383 h 2004111"/>
              <a:gd name="csX1" fmla="*/ 1996589 w 2704132"/>
              <a:gd name="csY1" fmla="*/ 180256 h 2004111"/>
              <a:gd name="csX2" fmla="*/ 2606640 w 2704132"/>
              <a:gd name="csY2" fmla="*/ 753013 h 2004111"/>
              <a:gd name="csX3" fmla="*/ 2479363 w 2704132"/>
              <a:gd name="csY3" fmla="*/ 1064369 h 2004111"/>
              <a:gd name="csX4" fmla="*/ 2546561 w 2704132"/>
              <a:gd name="csY4" fmla="*/ 1304541 h 2004111"/>
              <a:gd name="csX5" fmla="*/ 2549608 w 2704132"/>
              <a:gd name="csY5" fmla="*/ 1306042 h 2004111"/>
              <a:gd name="csX6" fmla="*/ 2539234 w 2704132"/>
              <a:gd name="csY6" fmla="*/ 1586190 h 2004111"/>
              <a:gd name="csX7" fmla="*/ 2700481 w 2704132"/>
              <a:gd name="csY7" fmla="*/ 1925534 h 2004111"/>
              <a:gd name="csX8" fmla="*/ 2358049 w 2704132"/>
              <a:gd name="csY8" fmla="*/ 1958874 h 2004111"/>
              <a:gd name="csX9" fmla="*/ 2110560 w 2704132"/>
              <a:gd name="csY9" fmla="*/ 1959238 h 2004111"/>
              <a:gd name="csX10" fmla="*/ 1923659 w 2704132"/>
              <a:gd name="csY10" fmla="*/ 1985505 h 2004111"/>
              <a:gd name="csX11" fmla="*/ 1787040 w 2704132"/>
              <a:gd name="csY11" fmla="*/ 1780455 h 2004111"/>
              <a:gd name="csX12" fmla="*/ 1640990 w 2704132"/>
              <a:gd name="csY12" fmla="*/ 1526455 h 2004111"/>
              <a:gd name="csX13" fmla="*/ 1380640 w 2704132"/>
              <a:gd name="csY13" fmla="*/ 1488355 h 2004111"/>
              <a:gd name="csX14" fmla="*/ 1031024 w 2704132"/>
              <a:gd name="csY14" fmla="*/ 1733243 h 2004111"/>
              <a:gd name="csX15" fmla="*/ 383689 w 2704132"/>
              <a:gd name="csY15" fmla="*/ 1539154 h 2004111"/>
              <a:gd name="csX16" fmla="*/ 1508 w 2704132"/>
              <a:gd name="csY16" fmla="*/ 1102263 h 2004111"/>
              <a:gd name="csX17" fmla="*/ 294790 w 2704132"/>
              <a:gd name="csY17" fmla="*/ 364405 h 2004111"/>
              <a:gd name="csX18" fmla="*/ 1107224 w 2704132"/>
              <a:gd name="csY18" fmla="*/ 1383 h 2004111"/>
              <a:gd name="csX0" fmla="*/ 1107224 w 2703089"/>
              <a:gd name="csY0" fmla="*/ 1383 h 2004111"/>
              <a:gd name="csX1" fmla="*/ 1996589 w 2703089"/>
              <a:gd name="csY1" fmla="*/ 180256 h 2004111"/>
              <a:gd name="csX2" fmla="*/ 2606640 w 2703089"/>
              <a:gd name="csY2" fmla="*/ 753013 h 2004111"/>
              <a:gd name="csX3" fmla="*/ 2479363 w 2703089"/>
              <a:gd name="csY3" fmla="*/ 1064369 h 2004111"/>
              <a:gd name="csX4" fmla="*/ 2546561 w 2703089"/>
              <a:gd name="csY4" fmla="*/ 1304541 h 2004111"/>
              <a:gd name="csX5" fmla="*/ 2549608 w 2703089"/>
              <a:gd name="csY5" fmla="*/ 1306042 h 2004111"/>
              <a:gd name="csX6" fmla="*/ 2539234 w 2703089"/>
              <a:gd name="csY6" fmla="*/ 1586190 h 2004111"/>
              <a:gd name="csX7" fmla="*/ 2700481 w 2703089"/>
              <a:gd name="csY7" fmla="*/ 1925534 h 2004111"/>
              <a:gd name="csX8" fmla="*/ 2389799 w 2703089"/>
              <a:gd name="csY8" fmla="*/ 1958874 h 2004111"/>
              <a:gd name="csX9" fmla="*/ 2110560 w 2703089"/>
              <a:gd name="csY9" fmla="*/ 1959238 h 2004111"/>
              <a:gd name="csX10" fmla="*/ 1923659 w 2703089"/>
              <a:gd name="csY10" fmla="*/ 1985505 h 2004111"/>
              <a:gd name="csX11" fmla="*/ 1787040 w 2703089"/>
              <a:gd name="csY11" fmla="*/ 1780455 h 2004111"/>
              <a:gd name="csX12" fmla="*/ 1640990 w 2703089"/>
              <a:gd name="csY12" fmla="*/ 1526455 h 2004111"/>
              <a:gd name="csX13" fmla="*/ 1380640 w 2703089"/>
              <a:gd name="csY13" fmla="*/ 1488355 h 2004111"/>
              <a:gd name="csX14" fmla="*/ 1031024 w 2703089"/>
              <a:gd name="csY14" fmla="*/ 1733243 h 2004111"/>
              <a:gd name="csX15" fmla="*/ 383689 w 2703089"/>
              <a:gd name="csY15" fmla="*/ 1539154 h 2004111"/>
              <a:gd name="csX16" fmla="*/ 1508 w 2703089"/>
              <a:gd name="csY16" fmla="*/ 1102263 h 2004111"/>
              <a:gd name="csX17" fmla="*/ 294790 w 2703089"/>
              <a:gd name="csY17" fmla="*/ 364405 h 2004111"/>
              <a:gd name="csX18" fmla="*/ 1107224 w 2703089"/>
              <a:gd name="csY18" fmla="*/ 1383 h 2004111"/>
              <a:gd name="csX0" fmla="*/ 1107224 w 2703089"/>
              <a:gd name="csY0" fmla="*/ 1383 h 2004111"/>
              <a:gd name="csX1" fmla="*/ 1996589 w 2703089"/>
              <a:gd name="csY1" fmla="*/ 180256 h 2004111"/>
              <a:gd name="csX2" fmla="*/ 2606640 w 2703089"/>
              <a:gd name="csY2" fmla="*/ 753013 h 2004111"/>
              <a:gd name="csX3" fmla="*/ 2479363 w 2703089"/>
              <a:gd name="csY3" fmla="*/ 1064369 h 2004111"/>
              <a:gd name="csX4" fmla="*/ 2546561 w 2703089"/>
              <a:gd name="csY4" fmla="*/ 1304541 h 2004111"/>
              <a:gd name="csX5" fmla="*/ 2549608 w 2703089"/>
              <a:gd name="csY5" fmla="*/ 1306042 h 2004111"/>
              <a:gd name="csX6" fmla="*/ 2539234 w 2703089"/>
              <a:gd name="csY6" fmla="*/ 1586190 h 2004111"/>
              <a:gd name="csX7" fmla="*/ 2700481 w 2703089"/>
              <a:gd name="csY7" fmla="*/ 1925534 h 2004111"/>
              <a:gd name="csX8" fmla="*/ 2389799 w 2703089"/>
              <a:gd name="csY8" fmla="*/ 1958874 h 2004111"/>
              <a:gd name="csX9" fmla="*/ 2110560 w 2703089"/>
              <a:gd name="csY9" fmla="*/ 1959238 h 2004111"/>
              <a:gd name="csX10" fmla="*/ 1923659 w 2703089"/>
              <a:gd name="csY10" fmla="*/ 1985505 h 2004111"/>
              <a:gd name="csX11" fmla="*/ 1787040 w 2703089"/>
              <a:gd name="csY11" fmla="*/ 1780455 h 2004111"/>
              <a:gd name="csX12" fmla="*/ 1640990 w 2703089"/>
              <a:gd name="csY12" fmla="*/ 1526455 h 2004111"/>
              <a:gd name="csX13" fmla="*/ 1380640 w 2703089"/>
              <a:gd name="csY13" fmla="*/ 1488355 h 2004111"/>
              <a:gd name="csX14" fmla="*/ 1031024 w 2703089"/>
              <a:gd name="csY14" fmla="*/ 1733243 h 2004111"/>
              <a:gd name="csX15" fmla="*/ 383689 w 2703089"/>
              <a:gd name="csY15" fmla="*/ 1539154 h 2004111"/>
              <a:gd name="csX16" fmla="*/ 1508 w 2703089"/>
              <a:gd name="csY16" fmla="*/ 1102263 h 2004111"/>
              <a:gd name="csX17" fmla="*/ 294790 w 2703089"/>
              <a:gd name="csY17" fmla="*/ 364405 h 2004111"/>
              <a:gd name="csX18" fmla="*/ 1107224 w 2703089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46561 w 2700481"/>
              <a:gd name="csY4" fmla="*/ 1304541 h 2004111"/>
              <a:gd name="csX5" fmla="*/ 2549608 w 2700481"/>
              <a:gd name="csY5" fmla="*/ 1306042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46561 w 2700481"/>
              <a:gd name="csY4" fmla="*/ 1304541 h 2004111"/>
              <a:gd name="csX5" fmla="*/ 2575008 w 2700481"/>
              <a:gd name="csY5" fmla="*/ 1274292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46561 w 2700481"/>
              <a:gd name="csY4" fmla="*/ 130454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06640 w 2700481"/>
              <a:gd name="csY3" fmla="*/ 7530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06640 w 2700481"/>
              <a:gd name="csY3" fmla="*/ 7530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06640 w 2700481"/>
              <a:gd name="csY3" fmla="*/ 7530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32040 w 2700481"/>
              <a:gd name="csY3" fmla="*/ 7911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32040 w 2700481"/>
              <a:gd name="csY3" fmla="*/ 7911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32040 w 2700481"/>
              <a:gd name="csY3" fmla="*/ 7911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32040 w 2700481"/>
              <a:gd name="csY3" fmla="*/ 7911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019 w 2700276"/>
              <a:gd name="csY0" fmla="*/ 10077 h 2012805"/>
              <a:gd name="csX1" fmla="*/ 1996384 w 2700276"/>
              <a:gd name="csY1" fmla="*/ 188950 h 2012805"/>
              <a:gd name="csX2" fmla="*/ 2421835 w 2700276"/>
              <a:gd name="csY2" fmla="*/ 595349 h 2012805"/>
              <a:gd name="csX3" fmla="*/ 2631835 w 2700276"/>
              <a:gd name="csY3" fmla="*/ 799807 h 2012805"/>
              <a:gd name="csX4" fmla="*/ 2479158 w 2700276"/>
              <a:gd name="csY4" fmla="*/ 1073063 h 2012805"/>
              <a:gd name="csX5" fmla="*/ 2578106 w 2700276"/>
              <a:gd name="csY5" fmla="*/ 1306885 h 2012805"/>
              <a:gd name="csX6" fmla="*/ 2539029 w 2700276"/>
              <a:gd name="csY6" fmla="*/ 1594884 h 2012805"/>
              <a:gd name="csX7" fmla="*/ 2700276 w 2700276"/>
              <a:gd name="csY7" fmla="*/ 1934228 h 2012805"/>
              <a:gd name="csX8" fmla="*/ 2389594 w 2700276"/>
              <a:gd name="csY8" fmla="*/ 1967568 h 2012805"/>
              <a:gd name="csX9" fmla="*/ 2110355 w 2700276"/>
              <a:gd name="csY9" fmla="*/ 1967932 h 2012805"/>
              <a:gd name="csX10" fmla="*/ 1923454 w 2700276"/>
              <a:gd name="csY10" fmla="*/ 1994199 h 2012805"/>
              <a:gd name="csX11" fmla="*/ 1786835 w 2700276"/>
              <a:gd name="csY11" fmla="*/ 1789149 h 2012805"/>
              <a:gd name="csX12" fmla="*/ 1640785 w 2700276"/>
              <a:gd name="csY12" fmla="*/ 1535149 h 2012805"/>
              <a:gd name="csX13" fmla="*/ 1380435 w 2700276"/>
              <a:gd name="csY13" fmla="*/ 1497049 h 2012805"/>
              <a:gd name="csX14" fmla="*/ 1030819 w 2700276"/>
              <a:gd name="csY14" fmla="*/ 1741937 h 2012805"/>
              <a:gd name="csX15" fmla="*/ 383484 w 2700276"/>
              <a:gd name="csY15" fmla="*/ 1547848 h 2012805"/>
              <a:gd name="csX16" fmla="*/ 1303 w 2700276"/>
              <a:gd name="csY16" fmla="*/ 1110957 h 2012805"/>
              <a:gd name="csX17" fmla="*/ 312491 w 2700276"/>
              <a:gd name="csY17" fmla="*/ 437896 h 2012805"/>
              <a:gd name="csX18" fmla="*/ 1107019 w 2700276"/>
              <a:gd name="csY18" fmla="*/ 10077 h 2012805"/>
              <a:gd name="csX0" fmla="*/ 1033299 w 2626556"/>
              <a:gd name="csY0" fmla="*/ 10077 h 2012805"/>
              <a:gd name="csX1" fmla="*/ 1922664 w 2626556"/>
              <a:gd name="csY1" fmla="*/ 188950 h 2012805"/>
              <a:gd name="csX2" fmla="*/ 2348115 w 2626556"/>
              <a:gd name="csY2" fmla="*/ 595349 h 2012805"/>
              <a:gd name="csX3" fmla="*/ 2558115 w 2626556"/>
              <a:gd name="csY3" fmla="*/ 799807 h 2012805"/>
              <a:gd name="csX4" fmla="*/ 2405438 w 2626556"/>
              <a:gd name="csY4" fmla="*/ 1073063 h 2012805"/>
              <a:gd name="csX5" fmla="*/ 2504386 w 2626556"/>
              <a:gd name="csY5" fmla="*/ 1306885 h 2012805"/>
              <a:gd name="csX6" fmla="*/ 2465309 w 2626556"/>
              <a:gd name="csY6" fmla="*/ 1594884 h 2012805"/>
              <a:gd name="csX7" fmla="*/ 2626556 w 2626556"/>
              <a:gd name="csY7" fmla="*/ 1934228 h 2012805"/>
              <a:gd name="csX8" fmla="*/ 2315874 w 2626556"/>
              <a:gd name="csY8" fmla="*/ 1967568 h 2012805"/>
              <a:gd name="csX9" fmla="*/ 2036635 w 2626556"/>
              <a:gd name="csY9" fmla="*/ 1967932 h 2012805"/>
              <a:gd name="csX10" fmla="*/ 1849734 w 2626556"/>
              <a:gd name="csY10" fmla="*/ 1994199 h 2012805"/>
              <a:gd name="csX11" fmla="*/ 1713115 w 2626556"/>
              <a:gd name="csY11" fmla="*/ 1789149 h 2012805"/>
              <a:gd name="csX12" fmla="*/ 1567065 w 2626556"/>
              <a:gd name="csY12" fmla="*/ 1535149 h 2012805"/>
              <a:gd name="csX13" fmla="*/ 1306715 w 2626556"/>
              <a:gd name="csY13" fmla="*/ 1497049 h 2012805"/>
              <a:gd name="csX14" fmla="*/ 957099 w 2626556"/>
              <a:gd name="csY14" fmla="*/ 1741937 h 2012805"/>
              <a:gd name="csX15" fmla="*/ 309764 w 2626556"/>
              <a:gd name="csY15" fmla="*/ 1547848 h 2012805"/>
              <a:gd name="csX16" fmla="*/ 2893 w 2626556"/>
              <a:gd name="csY16" fmla="*/ 1159278 h 2012805"/>
              <a:gd name="csX17" fmla="*/ 238771 w 2626556"/>
              <a:gd name="csY17" fmla="*/ 437896 h 2012805"/>
              <a:gd name="csX18" fmla="*/ 1033299 w 2626556"/>
              <a:gd name="csY18" fmla="*/ 10077 h 2012805"/>
              <a:gd name="csX0" fmla="*/ 1033299 w 2626556"/>
              <a:gd name="csY0" fmla="*/ 10077 h 2012805"/>
              <a:gd name="csX1" fmla="*/ 1922664 w 2626556"/>
              <a:gd name="csY1" fmla="*/ 188950 h 2012805"/>
              <a:gd name="csX2" fmla="*/ 2348115 w 2626556"/>
              <a:gd name="csY2" fmla="*/ 595349 h 2012805"/>
              <a:gd name="csX3" fmla="*/ 2558115 w 2626556"/>
              <a:gd name="csY3" fmla="*/ 799807 h 2012805"/>
              <a:gd name="csX4" fmla="*/ 2405438 w 2626556"/>
              <a:gd name="csY4" fmla="*/ 1073063 h 2012805"/>
              <a:gd name="csX5" fmla="*/ 2504386 w 2626556"/>
              <a:gd name="csY5" fmla="*/ 1306885 h 2012805"/>
              <a:gd name="csX6" fmla="*/ 2465309 w 2626556"/>
              <a:gd name="csY6" fmla="*/ 1594884 h 2012805"/>
              <a:gd name="csX7" fmla="*/ 2626556 w 2626556"/>
              <a:gd name="csY7" fmla="*/ 1934228 h 2012805"/>
              <a:gd name="csX8" fmla="*/ 2315874 w 2626556"/>
              <a:gd name="csY8" fmla="*/ 1967568 h 2012805"/>
              <a:gd name="csX9" fmla="*/ 2036635 w 2626556"/>
              <a:gd name="csY9" fmla="*/ 1967932 h 2012805"/>
              <a:gd name="csX10" fmla="*/ 1849734 w 2626556"/>
              <a:gd name="csY10" fmla="*/ 1994199 h 2012805"/>
              <a:gd name="csX11" fmla="*/ 1713115 w 2626556"/>
              <a:gd name="csY11" fmla="*/ 1789149 h 2012805"/>
              <a:gd name="csX12" fmla="*/ 1567065 w 2626556"/>
              <a:gd name="csY12" fmla="*/ 1535149 h 2012805"/>
              <a:gd name="csX13" fmla="*/ 1306715 w 2626556"/>
              <a:gd name="csY13" fmla="*/ 1497049 h 2012805"/>
              <a:gd name="csX14" fmla="*/ 957099 w 2626556"/>
              <a:gd name="csY14" fmla="*/ 1741937 h 2012805"/>
              <a:gd name="csX15" fmla="*/ 266905 w 2626556"/>
              <a:gd name="csY15" fmla="*/ 1599859 h 2012805"/>
              <a:gd name="csX16" fmla="*/ 2893 w 2626556"/>
              <a:gd name="csY16" fmla="*/ 1159278 h 2012805"/>
              <a:gd name="csX17" fmla="*/ 238771 w 2626556"/>
              <a:gd name="csY17" fmla="*/ 437896 h 2012805"/>
              <a:gd name="csX18" fmla="*/ 1033299 w 2626556"/>
              <a:gd name="csY18" fmla="*/ 10077 h 2012805"/>
              <a:gd name="csX0" fmla="*/ 1033299 w 2626556"/>
              <a:gd name="csY0" fmla="*/ 10077 h 2012805"/>
              <a:gd name="csX1" fmla="*/ 1922664 w 2626556"/>
              <a:gd name="csY1" fmla="*/ 188950 h 2012805"/>
              <a:gd name="csX2" fmla="*/ 2348115 w 2626556"/>
              <a:gd name="csY2" fmla="*/ 595349 h 2012805"/>
              <a:gd name="csX3" fmla="*/ 2558115 w 2626556"/>
              <a:gd name="csY3" fmla="*/ 799807 h 2012805"/>
              <a:gd name="csX4" fmla="*/ 2405438 w 2626556"/>
              <a:gd name="csY4" fmla="*/ 1073063 h 2012805"/>
              <a:gd name="csX5" fmla="*/ 2504386 w 2626556"/>
              <a:gd name="csY5" fmla="*/ 1306885 h 2012805"/>
              <a:gd name="csX6" fmla="*/ 2465309 w 2626556"/>
              <a:gd name="csY6" fmla="*/ 1594884 h 2012805"/>
              <a:gd name="csX7" fmla="*/ 2626556 w 2626556"/>
              <a:gd name="csY7" fmla="*/ 1934228 h 2012805"/>
              <a:gd name="csX8" fmla="*/ 2315874 w 2626556"/>
              <a:gd name="csY8" fmla="*/ 1967568 h 2012805"/>
              <a:gd name="csX9" fmla="*/ 2036635 w 2626556"/>
              <a:gd name="csY9" fmla="*/ 1967932 h 2012805"/>
              <a:gd name="csX10" fmla="*/ 1849734 w 2626556"/>
              <a:gd name="csY10" fmla="*/ 1994199 h 2012805"/>
              <a:gd name="csX11" fmla="*/ 1713115 w 2626556"/>
              <a:gd name="csY11" fmla="*/ 1789149 h 2012805"/>
              <a:gd name="csX12" fmla="*/ 1567065 w 2626556"/>
              <a:gd name="csY12" fmla="*/ 1535149 h 2012805"/>
              <a:gd name="csX13" fmla="*/ 1306715 w 2626556"/>
              <a:gd name="csY13" fmla="*/ 1497049 h 2012805"/>
              <a:gd name="csX14" fmla="*/ 839412 w 2626556"/>
              <a:gd name="csY14" fmla="*/ 1668835 h 2012805"/>
              <a:gd name="csX15" fmla="*/ 266905 w 2626556"/>
              <a:gd name="csY15" fmla="*/ 1599859 h 2012805"/>
              <a:gd name="csX16" fmla="*/ 2893 w 2626556"/>
              <a:gd name="csY16" fmla="*/ 1159278 h 2012805"/>
              <a:gd name="csX17" fmla="*/ 238771 w 2626556"/>
              <a:gd name="csY17" fmla="*/ 437896 h 2012805"/>
              <a:gd name="csX18" fmla="*/ 1033299 w 2626556"/>
              <a:gd name="csY18" fmla="*/ 10077 h 2012805"/>
              <a:gd name="csX0" fmla="*/ 1033299 w 2626556"/>
              <a:gd name="csY0" fmla="*/ 10077 h 2012805"/>
              <a:gd name="csX1" fmla="*/ 1922664 w 2626556"/>
              <a:gd name="csY1" fmla="*/ 188950 h 2012805"/>
              <a:gd name="csX2" fmla="*/ 2348115 w 2626556"/>
              <a:gd name="csY2" fmla="*/ 595349 h 2012805"/>
              <a:gd name="csX3" fmla="*/ 2558115 w 2626556"/>
              <a:gd name="csY3" fmla="*/ 799807 h 2012805"/>
              <a:gd name="csX4" fmla="*/ 2405438 w 2626556"/>
              <a:gd name="csY4" fmla="*/ 1073063 h 2012805"/>
              <a:gd name="csX5" fmla="*/ 2504386 w 2626556"/>
              <a:gd name="csY5" fmla="*/ 1306885 h 2012805"/>
              <a:gd name="csX6" fmla="*/ 2465309 w 2626556"/>
              <a:gd name="csY6" fmla="*/ 1594884 h 2012805"/>
              <a:gd name="csX7" fmla="*/ 2626556 w 2626556"/>
              <a:gd name="csY7" fmla="*/ 1934228 h 2012805"/>
              <a:gd name="csX8" fmla="*/ 2315874 w 2626556"/>
              <a:gd name="csY8" fmla="*/ 1967568 h 2012805"/>
              <a:gd name="csX9" fmla="*/ 2036635 w 2626556"/>
              <a:gd name="csY9" fmla="*/ 1967932 h 2012805"/>
              <a:gd name="csX10" fmla="*/ 1849734 w 2626556"/>
              <a:gd name="csY10" fmla="*/ 1994199 h 2012805"/>
              <a:gd name="csX11" fmla="*/ 1713115 w 2626556"/>
              <a:gd name="csY11" fmla="*/ 1789149 h 2012805"/>
              <a:gd name="csX12" fmla="*/ 1567065 w 2626556"/>
              <a:gd name="csY12" fmla="*/ 1535149 h 2012805"/>
              <a:gd name="csX13" fmla="*/ 1378526 w 2626556"/>
              <a:gd name="csY13" fmla="*/ 1444039 h 2012805"/>
              <a:gd name="csX14" fmla="*/ 839412 w 2626556"/>
              <a:gd name="csY14" fmla="*/ 1668835 h 2012805"/>
              <a:gd name="csX15" fmla="*/ 266905 w 2626556"/>
              <a:gd name="csY15" fmla="*/ 1599859 h 2012805"/>
              <a:gd name="csX16" fmla="*/ 2893 w 2626556"/>
              <a:gd name="csY16" fmla="*/ 1159278 h 2012805"/>
              <a:gd name="csX17" fmla="*/ 238771 w 2626556"/>
              <a:gd name="csY17" fmla="*/ 437896 h 2012805"/>
              <a:gd name="csX18" fmla="*/ 1033299 w 2626556"/>
              <a:gd name="csY18" fmla="*/ 10077 h 2012805"/>
              <a:gd name="csX0" fmla="*/ 1033299 w 2626556"/>
              <a:gd name="csY0" fmla="*/ 10077 h 2012805"/>
              <a:gd name="csX1" fmla="*/ 1922664 w 2626556"/>
              <a:gd name="csY1" fmla="*/ 188950 h 2012805"/>
              <a:gd name="csX2" fmla="*/ 2348115 w 2626556"/>
              <a:gd name="csY2" fmla="*/ 595349 h 2012805"/>
              <a:gd name="csX3" fmla="*/ 2558115 w 2626556"/>
              <a:gd name="csY3" fmla="*/ 799807 h 2012805"/>
              <a:gd name="csX4" fmla="*/ 2405438 w 2626556"/>
              <a:gd name="csY4" fmla="*/ 1073063 h 2012805"/>
              <a:gd name="csX5" fmla="*/ 2504386 w 2626556"/>
              <a:gd name="csY5" fmla="*/ 1306885 h 2012805"/>
              <a:gd name="csX6" fmla="*/ 2465309 w 2626556"/>
              <a:gd name="csY6" fmla="*/ 1594884 h 2012805"/>
              <a:gd name="csX7" fmla="*/ 2626556 w 2626556"/>
              <a:gd name="csY7" fmla="*/ 1934228 h 2012805"/>
              <a:gd name="csX8" fmla="*/ 2315874 w 2626556"/>
              <a:gd name="csY8" fmla="*/ 1967568 h 2012805"/>
              <a:gd name="csX9" fmla="*/ 2036635 w 2626556"/>
              <a:gd name="csY9" fmla="*/ 1967932 h 2012805"/>
              <a:gd name="csX10" fmla="*/ 1849734 w 2626556"/>
              <a:gd name="csY10" fmla="*/ 1994199 h 2012805"/>
              <a:gd name="csX11" fmla="*/ 1713115 w 2626556"/>
              <a:gd name="csY11" fmla="*/ 1789149 h 2012805"/>
              <a:gd name="csX12" fmla="*/ 1529771 w 2626556"/>
              <a:gd name="csY12" fmla="*/ 1453395 h 2012805"/>
              <a:gd name="csX13" fmla="*/ 1378526 w 2626556"/>
              <a:gd name="csY13" fmla="*/ 1444039 h 2012805"/>
              <a:gd name="csX14" fmla="*/ 839412 w 2626556"/>
              <a:gd name="csY14" fmla="*/ 1668835 h 2012805"/>
              <a:gd name="csX15" fmla="*/ 266905 w 2626556"/>
              <a:gd name="csY15" fmla="*/ 1599859 h 2012805"/>
              <a:gd name="csX16" fmla="*/ 2893 w 2626556"/>
              <a:gd name="csY16" fmla="*/ 1159278 h 2012805"/>
              <a:gd name="csX17" fmla="*/ 238771 w 2626556"/>
              <a:gd name="csY17" fmla="*/ 437896 h 2012805"/>
              <a:gd name="csX18" fmla="*/ 1033299 w 2626556"/>
              <a:gd name="csY18" fmla="*/ 10077 h 2012805"/>
              <a:gd name="csX0" fmla="*/ 1033299 w 2626556"/>
              <a:gd name="csY0" fmla="*/ 10077 h 2012805"/>
              <a:gd name="csX1" fmla="*/ 1922664 w 2626556"/>
              <a:gd name="csY1" fmla="*/ 188950 h 2012805"/>
              <a:gd name="csX2" fmla="*/ 2348115 w 2626556"/>
              <a:gd name="csY2" fmla="*/ 595349 h 2012805"/>
              <a:gd name="csX3" fmla="*/ 2558115 w 2626556"/>
              <a:gd name="csY3" fmla="*/ 799807 h 2012805"/>
              <a:gd name="csX4" fmla="*/ 2405438 w 2626556"/>
              <a:gd name="csY4" fmla="*/ 1073063 h 2012805"/>
              <a:gd name="csX5" fmla="*/ 2504386 w 2626556"/>
              <a:gd name="csY5" fmla="*/ 1306885 h 2012805"/>
              <a:gd name="csX6" fmla="*/ 2465309 w 2626556"/>
              <a:gd name="csY6" fmla="*/ 1594884 h 2012805"/>
              <a:gd name="csX7" fmla="*/ 2626556 w 2626556"/>
              <a:gd name="csY7" fmla="*/ 1934228 h 2012805"/>
              <a:gd name="csX8" fmla="*/ 2315874 w 2626556"/>
              <a:gd name="csY8" fmla="*/ 1967568 h 2012805"/>
              <a:gd name="csX9" fmla="*/ 2036635 w 2626556"/>
              <a:gd name="csY9" fmla="*/ 1967932 h 2012805"/>
              <a:gd name="csX10" fmla="*/ 1849734 w 2626556"/>
              <a:gd name="csY10" fmla="*/ 1994199 h 2012805"/>
              <a:gd name="csX11" fmla="*/ 1745200 w 2626556"/>
              <a:gd name="csY11" fmla="*/ 1618040 h 2012805"/>
              <a:gd name="csX12" fmla="*/ 1529771 w 2626556"/>
              <a:gd name="csY12" fmla="*/ 1453395 h 2012805"/>
              <a:gd name="csX13" fmla="*/ 1378526 w 2626556"/>
              <a:gd name="csY13" fmla="*/ 1444039 h 2012805"/>
              <a:gd name="csX14" fmla="*/ 839412 w 2626556"/>
              <a:gd name="csY14" fmla="*/ 1668835 h 2012805"/>
              <a:gd name="csX15" fmla="*/ 266905 w 2626556"/>
              <a:gd name="csY15" fmla="*/ 1599859 h 2012805"/>
              <a:gd name="csX16" fmla="*/ 2893 w 2626556"/>
              <a:gd name="csY16" fmla="*/ 1159278 h 2012805"/>
              <a:gd name="csX17" fmla="*/ 238771 w 2626556"/>
              <a:gd name="csY17" fmla="*/ 437896 h 2012805"/>
              <a:gd name="csX18" fmla="*/ 1033299 w 2626556"/>
              <a:gd name="csY18" fmla="*/ 10077 h 2012805"/>
              <a:gd name="csX0" fmla="*/ 1033299 w 2626556"/>
              <a:gd name="csY0" fmla="*/ 10077 h 1990348"/>
              <a:gd name="csX1" fmla="*/ 1922664 w 2626556"/>
              <a:gd name="csY1" fmla="*/ 188950 h 1990348"/>
              <a:gd name="csX2" fmla="*/ 2348115 w 2626556"/>
              <a:gd name="csY2" fmla="*/ 595349 h 1990348"/>
              <a:gd name="csX3" fmla="*/ 2558115 w 2626556"/>
              <a:gd name="csY3" fmla="*/ 799807 h 1990348"/>
              <a:gd name="csX4" fmla="*/ 2405438 w 2626556"/>
              <a:gd name="csY4" fmla="*/ 1073063 h 1990348"/>
              <a:gd name="csX5" fmla="*/ 2504386 w 2626556"/>
              <a:gd name="csY5" fmla="*/ 1306885 h 1990348"/>
              <a:gd name="csX6" fmla="*/ 2465309 w 2626556"/>
              <a:gd name="csY6" fmla="*/ 1594884 h 1990348"/>
              <a:gd name="csX7" fmla="*/ 2626556 w 2626556"/>
              <a:gd name="csY7" fmla="*/ 1934228 h 1990348"/>
              <a:gd name="csX8" fmla="*/ 2315874 w 2626556"/>
              <a:gd name="csY8" fmla="*/ 1967568 h 1990348"/>
              <a:gd name="csX9" fmla="*/ 2036635 w 2626556"/>
              <a:gd name="csY9" fmla="*/ 1967932 h 1990348"/>
              <a:gd name="csX10" fmla="*/ 1861452 w 2626556"/>
              <a:gd name="csY10" fmla="*/ 1868448 h 1990348"/>
              <a:gd name="csX11" fmla="*/ 1745200 w 2626556"/>
              <a:gd name="csY11" fmla="*/ 1618040 h 1990348"/>
              <a:gd name="csX12" fmla="*/ 1529771 w 2626556"/>
              <a:gd name="csY12" fmla="*/ 1453395 h 1990348"/>
              <a:gd name="csX13" fmla="*/ 1378526 w 2626556"/>
              <a:gd name="csY13" fmla="*/ 1444039 h 1990348"/>
              <a:gd name="csX14" fmla="*/ 839412 w 2626556"/>
              <a:gd name="csY14" fmla="*/ 1668835 h 1990348"/>
              <a:gd name="csX15" fmla="*/ 266905 w 2626556"/>
              <a:gd name="csY15" fmla="*/ 1599859 h 1990348"/>
              <a:gd name="csX16" fmla="*/ 2893 w 2626556"/>
              <a:gd name="csY16" fmla="*/ 1159278 h 1990348"/>
              <a:gd name="csX17" fmla="*/ 238771 w 2626556"/>
              <a:gd name="csY17" fmla="*/ 437896 h 1990348"/>
              <a:gd name="csX18" fmla="*/ 1033299 w 2626556"/>
              <a:gd name="csY18" fmla="*/ 10077 h 1990348"/>
              <a:gd name="csX0" fmla="*/ 1033299 w 2626556"/>
              <a:gd name="csY0" fmla="*/ 10077 h 1990348"/>
              <a:gd name="csX1" fmla="*/ 1922664 w 2626556"/>
              <a:gd name="csY1" fmla="*/ 188950 h 1990348"/>
              <a:gd name="csX2" fmla="*/ 2348115 w 2626556"/>
              <a:gd name="csY2" fmla="*/ 595349 h 1990348"/>
              <a:gd name="csX3" fmla="*/ 2558115 w 2626556"/>
              <a:gd name="csY3" fmla="*/ 799807 h 1990348"/>
              <a:gd name="csX4" fmla="*/ 2405438 w 2626556"/>
              <a:gd name="csY4" fmla="*/ 1073063 h 1990348"/>
              <a:gd name="csX5" fmla="*/ 2504386 w 2626556"/>
              <a:gd name="csY5" fmla="*/ 1306885 h 1990348"/>
              <a:gd name="csX6" fmla="*/ 2465309 w 2626556"/>
              <a:gd name="csY6" fmla="*/ 1594884 h 1990348"/>
              <a:gd name="csX7" fmla="*/ 2626556 w 2626556"/>
              <a:gd name="csY7" fmla="*/ 1934228 h 1990348"/>
              <a:gd name="csX8" fmla="*/ 2315874 w 2626556"/>
              <a:gd name="csY8" fmla="*/ 1967568 h 1990348"/>
              <a:gd name="csX9" fmla="*/ 1958413 w 2626556"/>
              <a:gd name="csY9" fmla="*/ 1960057 h 1990348"/>
              <a:gd name="csX10" fmla="*/ 1861452 w 2626556"/>
              <a:gd name="csY10" fmla="*/ 1868448 h 1990348"/>
              <a:gd name="csX11" fmla="*/ 1745200 w 2626556"/>
              <a:gd name="csY11" fmla="*/ 1618040 h 1990348"/>
              <a:gd name="csX12" fmla="*/ 1529771 w 2626556"/>
              <a:gd name="csY12" fmla="*/ 1453395 h 1990348"/>
              <a:gd name="csX13" fmla="*/ 1378526 w 2626556"/>
              <a:gd name="csY13" fmla="*/ 1444039 h 1990348"/>
              <a:gd name="csX14" fmla="*/ 839412 w 2626556"/>
              <a:gd name="csY14" fmla="*/ 1668835 h 1990348"/>
              <a:gd name="csX15" fmla="*/ 266905 w 2626556"/>
              <a:gd name="csY15" fmla="*/ 1599859 h 1990348"/>
              <a:gd name="csX16" fmla="*/ 2893 w 2626556"/>
              <a:gd name="csY16" fmla="*/ 1159278 h 1990348"/>
              <a:gd name="csX17" fmla="*/ 238771 w 2626556"/>
              <a:gd name="csY17" fmla="*/ 437896 h 1990348"/>
              <a:gd name="csX18" fmla="*/ 1033299 w 2626556"/>
              <a:gd name="csY18" fmla="*/ 10077 h 1990348"/>
              <a:gd name="csX0" fmla="*/ 1033299 w 2626556"/>
              <a:gd name="csY0" fmla="*/ 10077 h 2053338"/>
              <a:gd name="csX1" fmla="*/ 1922664 w 2626556"/>
              <a:gd name="csY1" fmla="*/ 188950 h 2053338"/>
              <a:gd name="csX2" fmla="*/ 2348115 w 2626556"/>
              <a:gd name="csY2" fmla="*/ 595349 h 2053338"/>
              <a:gd name="csX3" fmla="*/ 2558115 w 2626556"/>
              <a:gd name="csY3" fmla="*/ 799807 h 2053338"/>
              <a:gd name="csX4" fmla="*/ 2405438 w 2626556"/>
              <a:gd name="csY4" fmla="*/ 1073063 h 2053338"/>
              <a:gd name="csX5" fmla="*/ 2504386 w 2626556"/>
              <a:gd name="csY5" fmla="*/ 1306885 h 2053338"/>
              <a:gd name="csX6" fmla="*/ 2465309 w 2626556"/>
              <a:gd name="csY6" fmla="*/ 1594884 h 2053338"/>
              <a:gd name="csX7" fmla="*/ 2626556 w 2626556"/>
              <a:gd name="csY7" fmla="*/ 1934228 h 2053338"/>
              <a:gd name="csX8" fmla="*/ 2457170 w 2626556"/>
              <a:gd name="csY8" fmla="*/ 2043772 h 2053338"/>
              <a:gd name="csX9" fmla="*/ 1958413 w 2626556"/>
              <a:gd name="csY9" fmla="*/ 1960057 h 2053338"/>
              <a:gd name="csX10" fmla="*/ 1861452 w 2626556"/>
              <a:gd name="csY10" fmla="*/ 1868448 h 2053338"/>
              <a:gd name="csX11" fmla="*/ 1745200 w 2626556"/>
              <a:gd name="csY11" fmla="*/ 1618040 h 2053338"/>
              <a:gd name="csX12" fmla="*/ 1529771 w 2626556"/>
              <a:gd name="csY12" fmla="*/ 1453395 h 2053338"/>
              <a:gd name="csX13" fmla="*/ 1378526 w 2626556"/>
              <a:gd name="csY13" fmla="*/ 1444039 h 2053338"/>
              <a:gd name="csX14" fmla="*/ 839412 w 2626556"/>
              <a:gd name="csY14" fmla="*/ 1668835 h 2053338"/>
              <a:gd name="csX15" fmla="*/ 266905 w 2626556"/>
              <a:gd name="csY15" fmla="*/ 1599859 h 2053338"/>
              <a:gd name="csX16" fmla="*/ 2893 w 2626556"/>
              <a:gd name="csY16" fmla="*/ 1159278 h 2053338"/>
              <a:gd name="csX17" fmla="*/ 238771 w 2626556"/>
              <a:gd name="csY17" fmla="*/ 437896 h 2053338"/>
              <a:gd name="csX18" fmla="*/ 1033299 w 2626556"/>
              <a:gd name="csY18" fmla="*/ 10077 h 2053338"/>
              <a:gd name="csX0" fmla="*/ 1033299 w 2558163"/>
              <a:gd name="csY0" fmla="*/ 10077 h 2054083"/>
              <a:gd name="csX1" fmla="*/ 1922664 w 2558163"/>
              <a:gd name="csY1" fmla="*/ 188950 h 2054083"/>
              <a:gd name="csX2" fmla="*/ 2348115 w 2558163"/>
              <a:gd name="csY2" fmla="*/ 595349 h 2054083"/>
              <a:gd name="csX3" fmla="*/ 2558115 w 2558163"/>
              <a:gd name="csY3" fmla="*/ 799807 h 2054083"/>
              <a:gd name="csX4" fmla="*/ 2405438 w 2558163"/>
              <a:gd name="csY4" fmla="*/ 1073063 h 2054083"/>
              <a:gd name="csX5" fmla="*/ 2504386 w 2558163"/>
              <a:gd name="csY5" fmla="*/ 1306885 h 2054083"/>
              <a:gd name="csX6" fmla="*/ 2465309 w 2558163"/>
              <a:gd name="csY6" fmla="*/ 1594884 h 2054083"/>
              <a:gd name="csX7" fmla="*/ 2474093 w 2558163"/>
              <a:gd name="csY7" fmla="*/ 1943019 h 2054083"/>
              <a:gd name="csX8" fmla="*/ 2457170 w 2558163"/>
              <a:gd name="csY8" fmla="*/ 2043772 h 2054083"/>
              <a:gd name="csX9" fmla="*/ 1958413 w 2558163"/>
              <a:gd name="csY9" fmla="*/ 1960057 h 2054083"/>
              <a:gd name="csX10" fmla="*/ 1861452 w 2558163"/>
              <a:gd name="csY10" fmla="*/ 1868448 h 2054083"/>
              <a:gd name="csX11" fmla="*/ 1745200 w 2558163"/>
              <a:gd name="csY11" fmla="*/ 1618040 h 2054083"/>
              <a:gd name="csX12" fmla="*/ 1529771 w 2558163"/>
              <a:gd name="csY12" fmla="*/ 1453395 h 2054083"/>
              <a:gd name="csX13" fmla="*/ 1378526 w 2558163"/>
              <a:gd name="csY13" fmla="*/ 1444039 h 2054083"/>
              <a:gd name="csX14" fmla="*/ 839412 w 2558163"/>
              <a:gd name="csY14" fmla="*/ 1668835 h 2054083"/>
              <a:gd name="csX15" fmla="*/ 266905 w 2558163"/>
              <a:gd name="csY15" fmla="*/ 1599859 h 2054083"/>
              <a:gd name="csX16" fmla="*/ 2893 w 2558163"/>
              <a:gd name="csY16" fmla="*/ 1159278 h 2054083"/>
              <a:gd name="csX17" fmla="*/ 238771 w 2558163"/>
              <a:gd name="csY17" fmla="*/ 437896 h 2054083"/>
              <a:gd name="csX18" fmla="*/ 1033299 w 2558163"/>
              <a:gd name="csY18" fmla="*/ 10077 h 2054083"/>
              <a:gd name="csX0" fmla="*/ 1033299 w 2558163"/>
              <a:gd name="csY0" fmla="*/ 10077 h 2054083"/>
              <a:gd name="csX1" fmla="*/ 1922664 w 2558163"/>
              <a:gd name="csY1" fmla="*/ 188950 h 2054083"/>
              <a:gd name="csX2" fmla="*/ 2348115 w 2558163"/>
              <a:gd name="csY2" fmla="*/ 595349 h 2054083"/>
              <a:gd name="csX3" fmla="*/ 2558115 w 2558163"/>
              <a:gd name="csY3" fmla="*/ 799807 h 2054083"/>
              <a:gd name="csX4" fmla="*/ 2405438 w 2558163"/>
              <a:gd name="csY4" fmla="*/ 1073063 h 2054083"/>
              <a:gd name="csX5" fmla="*/ 2504386 w 2558163"/>
              <a:gd name="csY5" fmla="*/ 1306885 h 2054083"/>
              <a:gd name="csX6" fmla="*/ 2465309 w 2558163"/>
              <a:gd name="csY6" fmla="*/ 1594884 h 2054083"/>
              <a:gd name="csX7" fmla="*/ 2520577 w 2558163"/>
              <a:gd name="csY7" fmla="*/ 1900946 h 2054083"/>
              <a:gd name="csX8" fmla="*/ 2474093 w 2558163"/>
              <a:gd name="csY8" fmla="*/ 1943019 h 2054083"/>
              <a:gd name="csX9" fmla="*/ 2457170 w 2558163"/>
              <a:gd name="csY9" fmla="*/ 2043772 h 2054083"/>
              <a:gd name="csX10" fmla="*/ 1958413 w 2558163"/>
              <a:gd name="csY10" fmla="*/ 1960057 h 2054083"/>
              <a:gd name="csX11" fmla="*/ 1861452 w 2558163"/>
              <a:gd name="csY11" fmla="*/ 1868448 h 2054083"/>
              <a:gd name="csX12" fmla="*/ 1745200 w 2558163"/>
              <a:gd name="csY12" fmla="*/ 1618040 h 2054083"/>
              <a:gd name="csX13" fmla="*/ 1529771 w 2558163"/>
              <a:gd name="csY13" fmla="*/ 1453395 h 2054083"/>
              <a:gd name="csX14" fmla="*/ 1378526 w 2558163"/>
              <a:gd name="csY14" fmla="*/ 1444039 h 2054083"/>
              <a:gd name="csX15" fmla="*/ 839412 w 2558163"/>
              <a:gd name="csY15" fmla="*/ 1668835 h 2054083"/>
              <a:gd name="csX16" fmla="*/ 266905 w 2558163"/>
              <a:gd name="csY16" fmla="*/ 1599859 h 2054083"/>
              <a:gd name="csX17" fmla="*/ 2893 w 2558163"/>
              <a:gd name="csY17" fmla="*/ 1159278 h 2054083"/>
              <a:gd name="csX18" fmla="*/ 238771 w 2558163"/>
              <a:gd name="csY18" fmla="*/ 437896 h 2054083"/>
              <a:gd name="csX19" fmla="*/ 1033299 w 2558163"/>
              <a:gd name="csY19" fmla="*/ 10077 h 2054083"/>
              <a:gd name="csX0" fmla="*/ 1033299 w 2669266"/>
              <a:gd name="csY0" fmla="*/ 10077 h 2054083"/>
              <a:gd name="csX1" fmla="*/ 1922664 w 2669266"/>
              <a:gd name="csY1" fmla="*/ 188950 h 2054083"/>
              <a:gd name="csX2" fmla="*/ 2348115 w 2669266"/>
              <a:gd name="csY2" fmla="*/ 595349 h 2054083"/>
              <a:gd name="csX3" fmla="*/ 2558115 w 2669266"/>
              <a:gd name="csY3" fmla="*/ 799807 h 2054083"/>
              <a:gd name="csX4" fmla="*/ 2405438 w 2669266"/>
              <a:gd name="csY4" fmla="*/ 1073063 h 2054083"/>
              <a:gd name="csX5" fmla="*/ 2504386 w 2669266"/>
              <a:gd name="csY5" fmla="*/ 1306885 h 2054083"/>
              <a:gd name="csX6" fmla="*/ 2465309 w 2669266"/>
              <a:gd name="csY6" fmla="*/ 1594884 h 2054083"/>
              <a:gd name="csX7" fmla="*/ 2668868 w 2669266"/>
              <a:gd name="csY7" fmla="*/ 1850778 h 2054083"/>
              <a:gd name="csX8" fmla="*/ 2520577 w 2669266"/>
              <a:gd name="csY8" fmla="*/ 1900946 h 2054083"/>
              <a:gd name="csX9" fmla="*/ 2474093 w 2669266"/>
              <a:gd name="csY9" fmla="*/ 1943019 h 2054083"/>
              <a:gd name="csX10" fmla="*/ 2457170 w 2669266"/>
              <a:gd name="csY10" fmla="*/ 2043772 h 2054083"/>
              <a:gd name="csX11" fmla="*/ 1958413 w 2669266"/>
              <a:gd name="csY11" fmla="*/ 1960057 h 2054083"/>
              <a:gd name="csX12" fmla="*/ 1861452 w 2669266"/>
              <a:gd name="csY12" fmla="*/ 1868448 h 2054083"/>
              <a:gd name="csX13" fmla="*/ 1745200 w 2669266"/>
              <a:gd name="csY13" fmla="*/ 1618040 h 2054083"/>
              <a:gd name="csX14" fmla="*/ 1529771 w 2669266"/>
              <a:gd name="csY14" fmla="*/ 1453395 h 2054083"/>
              <a:gd name="csX15" fmla="*/ 1378526 w 2669266"/>
              <a:gd name="csY15" fmla="*/ 1444039 h 2054083"/>
              <a:gd name="csX16" fmla="*/ 839412 w 2669266"/>
              <a:gd name="csY16" fmla="*/ 1668835 h 2054083"/>
              <a:gd name="csX17" fmla="*/ 266905 w 2669266"/>
              <a:gd name="csY17" fmla="*/ 1599859 h 2054083"/>
              <a:gd name="csX18" fmla="*/ 2893 w 2669266"/>
              <a:gd name="csY18" fmla="*/ 1159278 h 2054083"/>
              <a:gd name="csX19" fmla="*/ 238771 w 2669266"/>
              <a:gd name="csY19" fmla="*/ 437896 h 2054083"/>
              <a:gd name="csX20" fmla="*/ 1033299 w 2669266"/>
              <a:gd name="csY20" fmla="*/ 10077 h 2054083"/>
              <a:gd name="csX0" fmla="*/ 1033299 w 2669266"/>
              <a:gd name="csY0" fmla="*/ 10077 h 2054083"/>
              <a:gd name="csX1" fmla="*/ 1922664 w 2669266"/>
              <a:gd name="csY1" fmla="*/ 188950 h 2054083"/>
              <a:gd name="csX2" fmla="*/ 2348115 w 2669266"/>
              <a:gd name="csY2" fmla="*/ 595349 h 2054083"/>
              <a:gd name="csX3" fmla="*/ 2558115 w 2669266"/>
              <a:gd name="csY3" fmla="*/ 799807 h 2054083"/>
              <a:gd name="csX4" fmla="*/ 2405438 w 2669266"/>
              <a:gd name="csY4" fmla="*/ 1073063 h 2054083"/>
              <a:gd name="csX5" fmla="*/ 2504386 w 2669266"/>
              <a:gd name="csY5" fmla="*/ 1306885 h 2054083"/>
              <a:gd name="csX6" fmla="*/ 2632969 w 2669266"/>
              <a:gd name="csY6" fmla="*/ 1470404 h 2054083"/>
              <a:gd name="csX7" fmla="*/ 2668868 w 2669266"/>
              <a:gd name="csY7" fmla="*/ 1850778 h 2054083"/>
              <a:gd name="csX8" fmla="*/ 2520577 w 2669266"/>
              <a:gd name="csY8" fmla="*/ 1900946 h 2054083"/>
              <a:gd name="csX9" fmla="*/ 2474093 w 2669266"/>
              <a:gd name="csY9" fmla="*/ 1943019 h 2054083"/>
              <a:gd name="csX10" fmla="*/ 2457170 w 2669266"/>
              <a:gd name="csY10" fmla="*/ 2043772 h 2054083"/>
              <a:gd name="csX11" fmla="*/ 1958413 w 2669266"/>
              <a:gd name="csY11" fmla="*/ 1960057 h 2054083"/>
              <a:gd name="csX12" fmla="*/ 1861452 w 2669266"/>
              <a:gd name="csY12" fmla="*/ 1868448 h 2054083"/>
              <a:gd name="csX13" fmla="*/ 1745200 w 2669266"/>
              <a:gd name="csY13" fmla="*/ 1618040 h 2054083"/>
              <a:gd name="csX14" fmla="*/ 1529771 w 2669266"/>
              <a:gd name="csY14" fmla="*/ 1453395 h 2054083"/>
              <a:gd name="csX15" fmla="*/ 1378526 w 2669266"/>
              <a:gd name="csY15" fmla="*/ 1444039 h 2054083"/>
              <a:gd name="csX16" fmla="*/ 839412 w 2669266"/>
              <a:gd name="csY16" fmla="*/ 1668835 h 2054083"/>
              <a:gd name="csX17" fmla="*/ 266905 w 2669266"/>
              <a:gd name="csY17" fmla="*/ 1599859 h 2054083"/>
              <a:gd name="csX18" fmla="*/ 2893 w 2669266"/>
              <a:gd name="csY18" fmla="*/ 1159278 h 2054083"/>
              <a:gd name="csX19" fmla="*/ 238771 w 2669266"/>
              <a:gd name="csY19" fmla="*/ 437896 h 2054083"/>
              <a:gd name="csX20" fmla="*/ 1033299 w 2669266"/>
              <a:gd name="csY20" fmla="*/ 10077 h 2054083"/>
              <a:gd name="csX0" fmla="*/ 1033299 w 2669266"/>
              <a:gd name="csY0" fmla="*/ 10077 h 2054083"/>
              <a:gd name="csX1" fmla="*/ 1922664 w 2669266"/>
              <a:gd name="csY1" fmla="*/ 188950 h 2054083"/>
              <a:gd name="csX2" fmla="*/ 2348115 w 2669266"/>
              <a:gd name="csY2" fmla="*/ 595349 h 2054083"/>
              <a:gd name="csX3" fmla="*/ 2558115 w 2669266"/>
              <a:gd name="csY3" fmla="*/ 799807 h 2054083"/>
              <a:gd name="csX4" fmla="*/ 2405438 w 2669266"/>
              <a:gd name="csY4" fmla="*/ 1073063 h 2054083"/>
              <a:gd name="csX5" fmla="*/ 2507882 w 2669266"/>
              <a:gd name="csY5" fmla="*/ 1079181 h 2054083"/>
              <a:gd name="csX6" fmla="*/ 2632969 w 2669266"/>
              <a:gd name="csY6" fmla="*/ 1470404 h 2054083"/>
              <a:gd name="csX7" fmla="*/ 2668868 w 2669266"/>
              <a:gd name="csY7" fmla="*/ 1850778 h 2054083"/>
              <a:gd name="csX8" fmla="*/ 2520577 w 2669266"/>
              <a:gd name="csY8" fmla="*/ 1900946 h 2054083"/>
              <a:gd name="csX9" fmla="*/ 2474093 w 2669266"/>
              <a:gd name="csY9" fmla="*/ 1943019 h 2054083"/>
              <a:gd name="csX10" fmla="*/ 2457170 w 2669266"/>
              <a:gd name="csY10" fmla="*/ 2043772 h 2054083"/>
              <a:gd name="csX11" fmla="*/ 1958413 w 2669266"/>
              <a:gd name="csY11" fmla="*/ 1960057 h 2054083"/>
              <a:gd name="csX12" fmla="*/ 1861452 w 2669266"/>
              <a:gd name="csY12" fmla="*/ 1868448 h 2054083"/>
              <a:gd name="csX13" fmla="*/ 1745200 w 2669266"/>
              <a:gd name="csY13" fmla="*/ 1618040 h 2054083"/>
              <a:gd name="csX14" fmla="*/ 1529771 w 2669266"/>
              <a:gd name="csY14" fmla="*/ 1453395 h 2054083"/>
              <a:gd name="csX15" fmla="*/ 1378526 w 2669266"/>
              <a:gd name="csY15" fmla="*/ 1444039 h 2054083"/>
              <a:gd name="csX16" fmla="*/ 839412 w 2669266"/>
              <a:gd name="csY16" fmla="*/ 1668835 h 2054083"/>
              <a:gd name="csX17" fmla="*/ 266905 w 2669266"/>
              <a:gd name="csY17" fmla="*/ 1599859 h 2054083"/>
              <a:gd name="csX18" fmla="*/ 2893 w 2669266"/>
              <a:gd name="csY18" fmla="*/ 1159278 h 2054083"/>
              <a:gd name="csX19" fmla="*/ 238771 w 2669266"/>
              <a:gd name="csY19" fmla="*/ 437896 h 2054083"/>
              <a:gd name="csX20" fmla="*/ 1033299 w 2669266"/>
              <a:gd name="csY20" fmla="*/ 10077 h 2054083"/>
              <a:gd name="csX0" fmla="*/ 1033299 w 2669266"/>
              <a:gd name="csY0" fmla="*/ 10077 h 2054083"/>
              <a:gd name="csX1" fmla="*/ 1922664 w 2669266"/>
              <a:gd name="csY1" fmla="*/ 188950 h 2054083"/>
              <a:gd name="csX2" fmla="*/ 2348115 w 2669266"/>
              <a:gd name="csY2" fmla="*/ 595349 h 2054083"/>
              <a:gd name="csX3" fmla="*/ 2558115 w 2669266"/>
              <a:gd name="csY3" fmla="*/ 799807 h 2054083"/>
              <a:gd name="csX4" fmla="*/ 2393356 w 2669266"/>
              <a:gd name="csY4" fmla="*/ 927373 h 2054083"/>
              <a:gd name="csX5" fmla="*/ 2507882 w 2669266"/>
              <a:gd name="csY5" fmla="*/ 1079181 h 2054083"/>
              <a:gd name="csX6" fmla="*/ 2632969 w 2669266"/>
              <a:gd name="csY6" fmla="*/ 1470404 h 2054083"/>
              <a:gd name="csX7" fmla="*/ 2668868 w 2669266"/>
              <a:gd name="csY7" fmla="*/ 1850778 h 2054083"/>
              <a:gd name="csX8" fmla="*/ 2520577 w 2669266"/>
              <a:gd name="csY8" fmla="*/ 1900946 h 2054083"/>
              <a:gd name="csX9" fmla="*/ 2474093 w 2669266"/>
              <a:gd name="csY9" fmla="*/ 1943019 h 2054083"/>
              <a:gd name="csX10" fmla="*/ 2457170 w 2669266"/>
              <a:gd name="csY10" fmla="*/ 2043772 h 2054083"/>
              <a:gd name="csX11" fmla="*/ 1958413 w 2669266"/>
              <a:gd name="csY11" fmla="*/ 1960057 h 2054083"/>
              <a:gd name="csX12" fmla="*/ 1861452 w 2669266"/>
              <a:gd name="csY12" fmla="*/ 1868448 h 2054083"/>
              <a:gd name="csX13" fmla="*/ 1745200 w 2669266"/>
              <a:gd name="csY13" fmla="*/ 1618040 h 2054083"/>
              <a:gd name="csX14" fmla="*/ 1529771 w 2669266"/>
              <a:gd name="csY14" fmla="*/ 1453395 h 2054083"/>
              <a:gd name="csX15" fmla="*/ 1378526 w 2669266"/>
              <a:gd name="csY15" fmla="*/ 1444039 h 2054083"/>
              <a:gd name="csX16" fmla="*/ 839412 w 2669266"/>
              <a:gd name="csY16" fmla="*/ 1668835 h 2054083"/>
              <a:gd name="csX17" fmla="*/ 266905 w 2669266"/>
              <a:gd name="csY17" fmla="*/ 1599859 h 2054083"/>
              <a:gd name="csX18" fmla="*/ 2893 w 2669266"/>
              <a:gd name="csY18" fmla="*/ 1159278 h 2054083"/>
              <a:gd name="csX19" fmla="*/ 238771 w 2669266"/>
              <a:gd name="csY19" fmla="*/ 437896 h 2054083"/>
              <a:gd name="csX20" fmla="*/ 1033299 w 2669266"/>
              <a:gd name="csY20" fmla="*/ 10077 h 2054083"/>
              <a:gd name="csX0" fmla="*/ 1033299 w 2669266"/>
              <a:gd name="csY0" fmla="*/ 10077 h 2054083"/>
              <a:gd name="csX1" fmla="*/ 1922664 w 2669266"/>
              <a:gd name="csY1" fmla="*/ 188950 h 2054083"/>
              <a:gd name="csX2" fmla="*/ 2348115 w 2669266"/>
              <a:gd name="csY2" fmla="*/ 595349 h 2054083"/>
              <a:gd name="csX3" fmla="*/ 2557287 w 2669266"/>
              <a:gd name="csY3" fmla="*/ 696425 h 2054083"/>
              <a:gd name="csX4" fmla="*/ 2393356 w 2669266"/>
              <a:gd name="csY4" fmla="*/ 927373 h 2054083"/>
              <a:gd name="csX5" fmla="*/ 2507882 w 2669266"/>
              <a:gd name="csY5" fmla="*/ 1079181 h 2054083"/>
              <a:gd name="csX6" fmla="*/ 2632969 w 2669266"/>
              <a:gd name="csY6" fmla="*/ 1470404 h 2054083"/>
              <a:gd name="csX7" fmla="*/ 2668868 w 2669266"/>
              <a:gd name="csY7" fmla="*/ 1850778 h 2054083"/>
              <a:gd name="csX8" fmla="*/ 2520577 w 2669266"/>
              <a:gd name="csY8" fmla="*/ 1900946 h 2054083"/>
              <a:gd name="csX9" fmla="*/ 2474093 w 2669266"/>
              <a:gd name="csY9" fmla="*/ 1943019 h 2054083"/>
              <a:gd name="csX10" fmla="*/ 2457170 w 2669266"/>
              <a:gd name="csY10" fmla="*/ 2043772 h 2054083"/>
              <a:gd name="csX11" fmla="*/ 1958413 w 2669266"/>
              <a:gd name="csY11" fmla="*/ 1960057 h 2054083"/>
              <a:gd name="csX12" fmla="*/ 1861452 w 2669266"/>
              <a:gd name="csY12" fmla="*/ 1868448 h 2054083"/>
              <a:gd name="csX13" fmla="*/ 1745200 w 2669266"/>
              <a:gd name="csY13" fmla="*/ 1618040 h 2054083"/>
              <a:gd name="csX14" fmla="*/ 1529771 w 2669266"/>
              <a:gd name="csY14" fmla="*/ 1453395 h 2054083"/>
              <a:gd name="csX15" fmla="*/ 1378526 w 2669266"/>
              <a:gd name="csY15" fmla="*/ 1444039 h 2054083"/>
              <a:gd name="csX16" fmla="*/ 839412 w 2669266"/>
              <a:gd name="csY16" fmla="*/ 1668835 h 2054083"/>
              <a:gd name="csX17" fmla="*/ 266905 w 2669266"/>
              <a:gd name="csY17" fmla="*/ 1599859 h 2054083"/>
              <a:gd name="csX18" fmla="*/ 2893 w 2669266"/>
              <a:gd name="csY18" fmla="*/ 1159278 h 2054083"/>
              <a:gd name="csX19" fmla="*/ 238771 w 2669266"/>
              <a:gd name="csY19" fmla="*/ 437896 h 2054083"/>
              <a:gd name="csX20" fmla="*/ 1033299 w 2669266"/>
              <a:gd name="csY20" fmla="*/ 10077 h 2054083"/>
              <a:gd name="csX0" fmla="*/ 1033299 w 2669266"/>
              <a:gd name="csY0" fmla="*/ 10077 h 2054083"/>
              <a:gd name="csX1" fmla="*/ 1922664 w 2669266"/>
              <a:gd name="csY1" fmla="*/ 188950 h 2054083"/>
              <a:gd name="csX2" fmla="*/ 2472366 w 2669266"/>
              <a:gd name="csY2" fmla="*/ 563638 h 2054083"/>
              <a:gd name="csX3" fmla="*/ 2557287 w 2669266"/>
              <a:gd name="csY3" fmla="*/ 696425 h 2054083"/>
              <a:gd name="csX4" fmla="*/ 2393356 w 2669266"/>
              <a:gd name="csY4" fmla="*/ 927373 h 2054083"/>
              <a:gd name="csX5" fmla="*/ 2507882 w 2669266"/>
              <a:gd name="csY5" fmla="*/ 1079181 h 2054083"/>
              <a:gd name="csX6" fmla="*/ 2632969 w 2669266"/>
              <a:gd name="csY6" fmla="*/ 1470404 h 2054083"/>
              <a:gd name="csX7" fmla="*/ 2668868 w 2669266"/>
              <a:gd name="csY7" fmla="*/ 1850778 h 2054083"/>
              <a:gd name="csX8" fmla="*/ 2520577 w 2669266"/>
              <a:gd name="csY8" fmla="*/ 1900946 h 2054083"/>
              <a:gd name="csX9" fmla="*/ 2474093 w 2669266"/>
              <a:gd name="csY9" fmla="*/ 1943019 h 2054083"/>
              <a:gd name="csX10" fmla="*/ 2457170 w 2669266"/>
              <a:gd name="csY10" fmla="*/ 2043772 h 2054083"/>
              <a:gd name="csX11" fmla="*/ 1958413 w 2669266"/>
              <a:gd name="csY11" fmla="*/ 1960057 h 2054083"/>
              <a:gd name="csX12" fmla="*/ 1861452 w 2669266"/>
              <a:gd name="csY12" fmla="*/ 1868448 h 2054083"/>
              <a:gd name="csX13" fmla="*/ 1745200 w 2669266"/>
              <a:gd name="csY13" fmla="*/ 1618040 h 2054083"/>
              <a:gd name="csX14" fmla="*/ 1529771 w 2669266"/>
              <a:gd name="csY14" fmla="*/ 1453395 h 2054083"/>
              <a:gd name="csX15" fmla="*/ 1378526 w 2669266"/>
              <a:gd name="csY15" fmla="*/ 1444039 h 2054083"/>
              <a:gd name="csX16" fmla="*/ 839412 w 2669266"/>
              <a:gd name="csY16" fmla="*/ 1668835 h 2054083"/>
              <a:gd name="csX17" fmla="*/ 266905 w 2669266"/>
              <a:gd name="csY17" fmla="*/ 1599859 h 2054083"/>
              <a:gd name="csX18" fmla="*/ 2893 w 2669266"/>
              <a:gd name="csY18" fmla="*/ 1159278 h 2054083"/>
              <a:gd name="csX19" fmla="*/ 238771 w 2669266"/>
              <a:gd name="csY19" fmla="*/ 437896 h 2054083"/>
              <a:gd name="csX20" fmla="*/ 1033299 w 2669266"/>
              <a:gd name="csY20" fmla="*/ 10077 h 2054083"/>
              <a:gd name="csX0" fmla="*/ 1033299 w 2669266"/>
              <a:gd name="csY0" fmla="*/ 35097 h 2079103"/>
              <a:gd name="csX1" fmla="*/ 1880769 w 2669266"/>
              <a:gd name="csY1" fmla="*/ 112398 h 2079103"/>
              <a:gd name="csX2" fmla="*/ 2472366 w 2669266"/>
              <a:gd name="csY2" fmla="*/ 588658 h 2079103"/>
              <a:gd name="csX3" fmla="*/ 2557287 w 2669266"/>
              <a:gd name="csY3" fmla="*/ 721445 h 2079103"/>
              <a:gd name="csX4" fmla="*/ 2393356 w 2669266"/>
              <a:gd name="csY4" fmla="*/ 952393 h 2079103"/>
              <a:gd name="csX5" fmla="*/ 2507882 w 2669266"/>
              <a:gd name="csY5" fmla="*/ 1104201 h 2079103"/>
              <a:gd name="csX6" fmla="*/ 2632969 w 2669266"/>
              <a:gd name="csY6" fmla="*/ 1495424 h 2079103"/>
              <a:gd name="csX7" fmla="*/ 2668868 w 2669266"/>
              <a:gd name="csY7" fmla="*/ 1875798 h 2079103"/>
              <a:gd name="csX8" fmla="*/ 2520577 w 2669266"/>
              <a:gd name="csY8" fmla="*/ 1925966 h 2079103"/>
              <a:gd name="csX9" fmla="*/ 2474093 w 2669266"/>
              <a:gd name="csY9" fmla="*/ 1968039 h 2079103"/>
              <a:gd name="csX10" fmla="*/ 2457170 w 2669266"/>
              <a:gd name="csY10" fmla="*/ 2068792 h 2079103"/>
              <a:gd name="csX11" fmla="*/ 1958413 w 2669266"/>
              <a:gd name="csY11" fmla="*/ 1985077 h 2079103"/>
              <a:gd name="csX12" fmla="*/ 1861452 w 2669266"/>
              <a:gd name="csY12" fmla="*/ 1893468 h 2079103"/>
              <a:gd name="csX13" fmla="*/ 1745200 w 2669266"/>
              <a:gd name="csY13" fmla="*/ 1643060 h 2079103"/>
              <a:gd name="csX14" fmla="*/ 1529771 w 2669266"/>
              <a:gd name="csY14" fmla="*/ 1478415 h 2079103"/>
              <a:gd name="csX15" fmla="*/ 1378526 w 2669266"/>
              <a:gd name="csY15" fmla="*/ 1469059 h 2079103"/>
              <a:gd name="csX16" fmla="*/ 839412 w 2669266"/>
              <a:gd name="csY16" fmla="*/ 1693855 h 2079103"/>
              <a:gd name="csX17" fmla="*/ 266905 w 2669266"/>
              <a:gd name="csY17" fmla="*/ 1624879 h 2079103"/>
              <a:gd name="csX18" fmla="*/ 2893 w 2669266"/>
              <a:gd name="csY18" fmla="*/ 1184298 h 2079103"/>
              <a:gd name="csX19" fmla="*/ 238771 w 2669266"/>
              <a:gd name="csY19" fmla="*/ 462916 h 2079103"/>
              <a:gd name="csX20" fmla="*/ 1033299 w 2669266"/>
              <a:gd name="csY20" fmla="*/ 35097 h 2079103"/>
              <a:gd name="csX0" fmla="*/ 1033299 w 2669266"/>
              <a:gd name="csY0" fmla="*/ 22430 h 2066436"/>
              <a:gd name="csX1" fmla="*/ 1880769 w 2669266"/>
              <a:gd name="csY1" fmla="*/ 99731 h 2066436"/>
              <a:gd name="csX2" fmla="*/ 2472366 w 2669266"/>
              <a:gd name="csY2" fmla="*/ 575991 h 2066436"/>
              <a:gd name="csX3" fmla="*/ 2557287 w 2669266"/>
              <a:gd name="csY3" fmla="*/ 708778 h 2066436"/>
              <a:gd name="csX4" fmla="*/ 2393356 w 2669266"/>
              <a:gd name="csY4" fmla="*/ 939726 h 2066436"/>
              <a:gd name="csX5" fmla="*/ 2507882 w 2669266"/>
              <a:gd name="csY5" fmla="*/ 1091534 h 2066436"/>
              <a:gd name="csX6" fmla="*/ 2632969 w 2669266"/>
              <a:gd name="csY6" fmla="*/ 1482757 h 2066436"/>
              <a:gd name="csX7" fmla="*/ 2668868 w 2669266"/>
              <a:gd name="csY7" fmla="*/ 1863131 h 2066436"/>
              <a:gd name="csX8" fmla="*/ 2520577 w 2669266"/>
              <a:gd name="csY8" fmla="*/ 1913299 h 2066436"/>
              <a:gd name="csX9" fmla="*/ 2474093 w 2669266"/>
              <a:gd name="csY9" fmla="*/ 1955372 h 2066436"/>
              <a:gd name="csX10" fmla="*/ 2457170 w 2669266"/>
              <a:gd name="csY10" fmla="*/ 2056125 h 2066436"/>
              <a:gd name="csX11" fmla="*/ 1958413 w 2669266"/>
              <a:gd name="csY11" fmla="*/ 1972410 h 2066436"/>
              <a:gd name="csX12" fmla="*/ 1861452 w 2669266"/>
              <a:gd name="csY12" fmla="*/ 1880801 h 2066436"/>
              <a:gd name="csX13" fmla="*/ 1745200 w 2669266"/>
              <a:gd name="csY13" fmla="*/ 1630393 h 2066436"/>
              <a:gd name="csX14" fmla="*/ 1529771 w 2669266"/>
              <a:gd name="csY14" fmla="*/ 1465748 h 2066436"/>
              <a:gd name="csX15" fmla="*/ 1378526 w 2669266"/>
              <a:gd name="csY15" fmla="*/ 1456392 h 2066436"/>
              <a:gd name="csX16" fmla="*/ 839412 w 2669266"/>
              <a:gd name="csY16" fmla="*/ 1681188 h 2066436"/>
              <a:gd name="csX17" fmla="*/ 266905 w 2669266"/>
              <a:gd name="csY17" fmla="*/ 1612212 h 2066436"/>
              <a:gd name="csX18" fmla="*/ 2893 w 2669266"/>
              <a:gd name="csY18" fmla="*/ 1171631 h 2066436"/>
              <a:gd name="csX19" fmla="*/ 238771 w 2669266"/>
              <a:gd name="csY19" fmla="*/ 450249 h 2066436"/>
              <a:gd name="csX20" fmla="*/ 1033299 w 2669266"/>
              <a:gd name="csY20" fmla="*/ 22430 h 206643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472366 w 2669266"/>
              <a:gd name="csY2" fmla="*/ 553561 h 2044006"/>
              <a:gd name="csX3" fmla="*/ 2557287 w 2669266"/>
              <a:gd name="csY3" fmla="*/ 686348 h 2044006"/>
              <a:gd name="csX4" fmla="*/ 2393356 w 2669266"/>
              <a:gd name="csY4" fmla="*/ 917296 h 2044006"/>
              <a:gd name="csX5" fmla="*/ 2507882 w 2669266"/>
              <a:gd name="csY5" fmla="*/ 1069104 h 2044006"/>
              <a:gd name="csX6" fmla="*/ 2632969 w 2669266"/>
              <a:gd name="csY6" fmla="*/ 1460327 h 2044006"/>
              <a:gd name="csX7" fmla="*/ 2668868 w 2669266"/>
              <a:gd name="csY7" fmla="*/ 1840701 h 2044006"/>
              <a:gd name="csX8" fmla="*/ 2520577 w 2669266"/>
              <a:gd name="csY8" fmla="*/ 1890869 h 2044006"/>
              <a:gd name="csX9" fmla="*/ 2474093 w 2669266"/>
              <a:gd name="csY9" fmla="*/ 1932942 h 2044006"/>
              <a:gd name="csX10" fmla="*/ 2457170 w 2669266"/>
              <a:gd name="csY10" fmla="*/ 2033695 h 2044006"/>
              <a:gd name="csX11" fmla="*/ 1958413 w 2669266"/>
              <a:gd name="csY11" fmla="*/ 1949980 h 2044006"/>
              <a:gd name="csX12" fmla="*/ 1861452 w 2669266"/>
              <a:gd name="csY12" fmla="*/ 1858371 h 2044006"/>
              <a:gd name="csX13" fmla="*/ 1745200 w 2669266"/>
              <a:gd name="csY13" fmla="*/ 1607963 h 2044006"/>
              <a:gd name="csX14" fmla="*/ 1529771 w 2669266"/>
              <a:gd name="csY14" fmla="*/ 1443318 h 2044006"/>
              <a:gd name="csX15" fmla="*/ 1378526 w 2669266"/>
              <a:gd name="csY15" fmla="*/ 1433962 h 2044006"/>
              <a:gd name="csX16" fmla="*/ 839412 w 2669266"/>
              <a:gd name="csY16" fmla="*/ 1658758 h 2044006"/>
              <a:gd name="csX17" fmla="*/ 266905 w 2669266"/>
              <a:gd name="csY17" fmla="*/ 1589782 h 2044006"/>
              <a:gd name="csX18" fmla="*/ 2893 w 2669266"/>
              <a:gd name="csY18" fmla="*/ 1149201 h 2044006"/>
              <a:gd name="csX19" fmla="*/ 238771 w 2669266"/>
              <a:gd name="csY19" fmla="*/ 427819 h 2044006"/>
              <a:gd name="csX20" fmla="*/ 1033299 w 2669266"/>
              <a:gd name="csY20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472366 w 2669266"/>
              <a:gd name="csY2" fmla="*/ 553561 h 2044006"/>
              <a:gd name="csX3" fmla="*/ 2557287 w 2669266"/>
              <a:gd name="csY3" fmla="*/ 686348 h 2044006"/>
              <a:gd name="csX4" fmla="*/ 2393356 w 2669266"/>
              <a:gd name="csY4" fmla="*/ 917296 h 2044006"/>
              <a:gd name="csX5" fmla="*/ 2507882 w 2669266"/>
              <a:gd name="csY5" fmla="*/ 1069104 h 2044006"/>
              <a:gd name="csX6" fmla="*/ 2632969 w 2669266"/>
              <a:gd name="csY6" fmla="*/ 1460327 h 2044006"/>
              <a:gd name="csX7" fmla="*/ 2668868 w 2669266"/>
              <a:gd name="csY7" fmla="*/ 1840701 h 2044006"/>
              <a:gd name="csX8" fmla="*/ 2520577 w 2669266"/>
              <a:gd name="csY8" fmla="*/ 1890869 h 2044006"/>
              <a:gd name="csX9" fmla="*/ 2474093 w 2669266"/>
              <a:gd name="csY9" fmla="*/ 1932942 h 2044006"/>
              <a:gd name="csX10" fmla="*/ 2457170 w 2669266"/>
              <a:gd name="csY10" fmla="*/ 2033695 h 2044006"/>
              <a:gd name="csX11" fmla="*/ 1958413 w 2669266"/>
              <a:gd name="csY11" fmla="*/ 1949980 h 2044006"/>
              <a:gd name="csX12" fmla="*/ 1861452 w 2669266"/>
              <a:gd name="csY12" fmla="*/ 1858371 h 2044006"/>
              <a:gd name="csX13" fmla="*/ 1745200 w 2669266"/>
              <a:gd name="csY13" fmla="*/ 1607963 h 2044006"/>
              <a:gd name="csX14" fmla="*/ 1529771 w 2669266"/>
              <a:gd name="csY14" fmla="*/ 1443318 h 2044006"/>
              <a:gd name="csX15" fmla="*/ 1378526 w 2669266"/>
              <a:gd name="csY15" fmla="*/ 1433962 h 2044006"/>
              <a:gd name="csX16" fmla="*/ 839412 w 2669266"/>
              <a:gd name="csY16" fmla="*/ 1658758 h 2044006"/>
              <a:gd name="csX17" fmla="*/ 266905 w 2669266"/>
              <a:gd name="csY17" fmla="*/ 1589782 h 2044006"/>
              <a:gd name="csX18" fmla="*/ 2893 w 2669266"/>
              <a:gd name="csY18" fmla="*/ 1149201 h 2044006"/>
              <a:gd name="csX19" fmla="*/ 238771 w 2669266"/>
              <a:gd name="csY19" fmla="*/ 427819 h 2044006"/>
              <a:gd name="csX20" fmla="*/ 1033299 w 2669266"/>
              <a:gd name="csY20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72366 w 2669266"/>
              <a:gd name="csY3" fmla="*/ 553561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72366 w 2669266"/>
              <a:gd name="csY3" fmla="*/ 553561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72366 w 2669266"/>
              <a:gd name="csY3" fmla="*/ 553561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848 w 2669266"/>
              <a:gd name="csY7" fmla="*/ 1479525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848 w 2669266"/>
              <a:gd name="csY7" fmla="*/ 1479525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848 w 2669266"/>
              <a:gd name="csY7" fmla="*/ 1479525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848 w 2669266"/>
              <a:gd name="csY7" fmla="*/ 1479525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848 w 2669266"/>
              <a:gd name="csY7" fmla="*/ 1479525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618"/>
              <a:gd name="csY0" fmla="*/ 0 h 2044006"/>
              <a:gd name="csX1" fmla="*/ 1880769 w 2669618"/>
              <a:gd name="csY1" fmla="*/ 77301 h 2044006"/>
              <a:gd name="csX2" fmla="*/ 2290026 w 2669618"/>
              <a:gd name="csY2" fmla="*/ 409946 h 2044006"/>
              <a:gd name="csX3" fmla="*/ 2492374 w 2669618"/>
              <a:gd name="csY3" fmla="*/ 565796 h 2044006"/>
              <a:gd name="csX4" fmla="*/ 2557287 w 2669618"/>
              <a:gd name="csY4" fmla="*/ 686348 h 2044006"/>
              <a:gd name="csX5" fmla="*/ 2393356 w 2669618"/>
              <a:gd name="csY5" fmla="*/ 917296 h 2044006"/>
              <a:gd name="csX6" fmla="*/ 2507882 w 2669618"/>
              <a:gd name="csY6" fmla="*/ 1069104 h 2044006"/>
              <a:gd name="csX7" fmla="*/ 2632848 w 2669618"/>
              <a:gd name="csY7" fmla="*/ 1479525 h 2044006"/>
              <a:gd name="csX8" fmla="*/ 2668868 w 2669618"/>
              <a:gd name="csY8" fmla="*/ 1840701 h 2044006"/>
              <a:gd name="csX9" fmla="*/ 2520577 w 2669618"/>
              <a:gd name="csY9" fmla="*/ 1890869 h 2044006"/>
              <a:gd name="csX10" fmla="*/ 2474093 w 2669618"/>
              <a:gd name="csY10" fmla="*/ 1932942 h 2044006"/>
              <a:gd name="csX11" fmla="*/ 2457170 w 2669618"/>
              <a:gd name="csY11" fmla="*/ 2033695 h 2044006"/>
              <a:gd name="csX12" fmla="*/ 1958413 w 2669618"/>
              <a:gd name="csY12" fmla="*/ 1949980 h 2044006"/>
              <a:gd name="csX13" fmla="*/ 1861452 w 2669618"/>
              <a:gd name="csY13" fmla="*/ 1858371 h 2044006"/>
              <a:gd name="csX14" fmla="*/ 1745200 w 2669618"/>
              <a:gd name="csY14" fmla="*/ 1607963 h 2044006"/>
              <a:gd name="csX15" fmla="*/ 1529771 w 2669618"/>
              <a:gd name="csY15" fmla="*/ 1443318 h 2044006"/>
              <a:gd name="csX16" fmla="*/ 1378526 w 2669618"/>
              <a:gd name="csY16" fmla="*/ 1433962 h 2044006"/>
              <a:gd name="csX17" fmla="*/ 839412 w 2669618"/>
              <a:gd name="csY17" fmla="*/ 1658758 h 2044006"/>
              <a:gd name="csX18" fmla="*/ 266905 w 2669618"/>
              <a:gd name="csY18" fmla="*/ 1589782 h 2044006"/>
              <a:gd name="csX19" fmla="*/ 2893 w 2669618"/>
              <a:gd name="csY19" fmla="*/ 1149201 h 2044006"/>
              <a:gd name="csX20" fmla="*/ 238771 w 2669618"/>
              <a:gd name="csY20" fmla="*/ 427819 h 2044006"/>
              <a:gd name="csX21" fmla="*/ 1033299 w 2669618"/>
              <a:gd name="csY21" fmla="*/ 0 h 2044006"/>
              <a:gd name="csX0" fmla="*/ 1033299 w 2670084"/>
              <a:gd name="csY0" fmla="*/ 0 h 2044006"/>
              <a:gd name="csX1" fmla="*/ 1880769 w 2670084"/>
              <a:gd name="csY1" fmla="*/ 77301 h 2044006"/>
              <a:gd name="csX2" fmla="*/ 2290026 w 2670084"/>
              <a:gd name="csY2" fmla="*/ 409946 h 2044006"/>
              <a:gd name="csX3" fmla="*/ 2492374 w 2670084"/>
              <a:gd name="csY3" fmla="*/ 565796 h 2044006"/>
              <a:gd name="csX4" fmla="*/ 2557287 w 2670084"/>
              <a:gd name="csY4" fmla="*/ 686348 h 2044006"/>
              <a:gd name="csX5" fmla="*/ 2393356 w 2670084"/>
              <a:gd name="csY5" fmla="*/ 917296 h 2044006"/>
              <a:gd name="csX6" fmla="*/ 2507882 w 2670084"/>
              <a:gd name="csY6" fmla="*/ 1069104 h 2044006"/>
              <a:gd name="csX7" fmla="*/ 2632848 w 2670084"/>
              <a:gd name="csY7" fmla="*/ 1479525 h 2044006"/>
              <a:gd name="csX8" fmla="*/ 2668868 w 2670084"/>
              <a:gd name="csY8" fmla="*/ 1840701 h 2044006"/>
              <a:gd name="csX9" fmla="*/ 2520577 w 2670084"/>
              <a:gd name="csY9" fmla="*/ 1890869 h 2044006"/>
              <a:gd name="csX10" fmla="*/ 2474093 w 2670084"/>
              <a:gd name="csY10" fmla="*/ 1932942 h 2044006"/>
              <a:gd name="csX11" fmla="*/ 2457170 w 2670084"/>
              <a:gd name="csY11" fmla="*/ 2033695 h 2044006"/>
              <a:gd name="csX12" fmla="*/ 1958413 w 2670084"/>
              <a:gd name="csY12" fmla="*/ 1949980 h 2044006"/>
              <a:gd name="csX13" fmla="*/ 1861452 w 2670084"/>
              <a:gd name="csY13" fmla="*/ 1858371 h 2044006"/>
              <a:gd name="csX14" fmla="*/ 1745200 w 2670084"/>
              <a:gd name="csY14" fmla="*/ 1607963 h 2044006"/>
              <a:gd name="csX15" fmla="*/ 1529771 w 2670084"/>
              <a:gd name="csY15" fmla="*/ 1443318 h 2044006"/>
              <a:gd name="csX16" fmla="*/ 1378526 w 2670084"/>
              <a:gd name="csY16" fmla="*/ 1433962 h 2044006"/>
              <a:gd name="csX17" fmla="*/ 839412 w 2670084"/>
              <a:gd name="csY17" fmla="*/ 1658758 h 2044006"/>
              <a:gd name="csX18" fmla="*/ 266905 w 2670084"/>
              <a:gd name="csY18" fmla="*/ 1589782 h 2044006"/>
              <a:gd name="csX19" fmla="*/ 2893 w 2670084"/>
              <a:gd name="csY19" fmla="*/ 1149201 h 2044006"/>
              <a:gd name="csX20" fmla="*/ 238771 w 2670084"/>
              <a:gd name="csY20" fmla="*/ 427819 h 2044006"/>
              <a:gd name="csX21" fmla="*/ 1033299 w 2670084"/>
              <a:gd name="csY21" fmla="*/ 0 h 2044006"/>
              <a:gd name="csX0" fmla="*/ 1033299 w 2670084"/>
              <a:gd name="csY0" fmla="*/ 0 h 2044006"/>
              <a:gd name="csX1" fmla="*/ 1880769 w 2670084"/>
              <a:gd name="csY1" fmla="*/ 77301 h 2044006"/>
              <a:gd name="csX2" fmla="*/ 2290026 w 2670084"/>
              <a:gd name="csY2" fmla="*/ 409946 h 2044006"/>
              <a:gd name="csX3" fmla="*/ 2492374 w 2670084"/>
              <a:gd name="csY3" fmla="*/ 565796 h 2044006"/>
              <a:gd name="csX4" fmla="*/ 2557287 w 2670084"/>
              <a:gd name="csY4" fmla="*/ 686348 h 2044006"/>
              <a:gd name="csX5" fmla="*/ 2393356 w 2670084"/>
              <a:gd name="csY5" fmla="*/ 917296 h 2044006"/>
              <a:gd name="csX6" fmla="*/ 2507882 w 2670084"/>
              <a:gd name="csY6" fmla="*/ 1069104 h 2044006"/>
              <a:gd name="csX7" fmla="*/ 2632848 w 2670084"/>
              <a:gd name="csY7" fmla="*/ 1479525 h 2044006"/>
              <a:gd name="csX8" fmla="*/ 2668868 w 2670084"/>
              <a:gd name="csY8" fmla="*/ 1840701 h 2044006"/>
              <a:gd name="csX9" fmla="*/ 2520577 w 2670084"/>
              <a:gd name="csY9" fmla="*/ 1890869 h 2044006"/>
              <a:gd name="csX10" fmla="*/ 2474093 w 2670084"/>
              <a:gd name="csY10" fmla="*/ 1932942 h 2044006"/>
              <a:gd name="csX11" fmla="*/ 2457170 w 2670084"/>
              <a:gd name="csY11" fmla="*/ 2033695 h 2044006"/>
              <a:gd name="csX12" fmla="*/ 1958413 w 2670084"/>
              <a:gd name="csY12" fmla="*/ 1949980 h 2044006"/>
              <a:gd name="csX13" fmla="*/ 1861452 w 2670084"/>
              <a:gd name="csY13" fmla="*/ 1858371 h 2044006"/>
              <a:gd name="csX14" fmla="*/ 1745200 w 2670084"/>
              <a:gd name="csY14" fmla="*/ 1607963 h 2044006"/>
              <a:gd name="csX15" fmla="*/ 1529771 w 2670084"/>
              <a:gd name="csY15" fmla="*/ 1443318 h 2044006"/>
              <a:gd name="csX16" fmla="*/ 1378526 w 2670084"/>
              <a:gd name="csY16" fmla="*/ 1433962 h 2044006"/>
              <a:gd name="csX17" fmla="*/ 839412 w 2670084"/>
              <a:gd name="csY17" fmla="*/ 1658758 h 2044006"/>
              <a:gd name="csX18" fmla="*/ 266905 w 2670084"/>
              <a:gd name="csY18" fmla="*/ 1589782 h 2044006"/>
              <a:gd name="csX19" fmla="*/ 2893 w 2670084"/>
              <a:gd name="csY19" fmla="*/ 1149201 h 2044006"/>
              <a:gd name="csX20" fmla="*/ 238771 w 2670084"/>
              <a:gd name="csY20" fmla="*/ 427819 h 2044006"/>
              <a:gd name="csX21" fmla="*/ 1033299 w 2670084"/>
              <a:gd name="csY21" fmla="*/ 0 h 2044006"/>
              <a:gd name="csX0" fmla="*/ 1033299 w 2670084"/>
              <a:gd name="csY0" fmla="*/ 0 h 2045699"/>
              <a:gd name="csX1" fmla="*/ 1880769 w 2670084"/>
              <a:gd name="csY1" fmla="*/ 77301 h 2045699"/>
              <a:gd name="csX2" fmla="*/ 2290026 w 2670084"/>
              <a:gd name="csY2" fmla="*/ 409946 h 2045699"/>
              <a:gd name="csX3" fmla="*/ 2492374 w 2670084"/>
              <a:gd name="csY3" fmla="*/ 565796 h 2045699"/>
              <a:gd name="csX4" fmla="*/ 2557287 w 2670084"/>
              <a:gd name="csY4" fmla="*/ 686348 h 2045699"/>
              <a:gd name="csX5" fmla="*/ 2393356 w 2670084"/>
              <a:gd name="csY5" fmla="*/ 917296 h 2045699"/>
              <a:gd name="csX6" fmla="*/ 2507882 w 2670084"/>
              <a:gd name="csY6" fmla="*/ 1069104 h 2045699"/>
              <a:gd name="csX7" fmla="*/ 2632848 w 2670084"/>
              <a:gd name="csY7" fmla="*/ 1479525 h 2045699"/>
              <a:gd name="csX8" fmla="*/ 2668868 w 2670084"/>
              <a:gd name="csY8" fmla="*/ 1840701 h 2045699"/>
              <a:gd name="csX9" fmla="*/ 2520577 w 2670084"/>
              <a:gd name="csY9" fmla="*/ 1890869 h 2045699"/>
              <a:gd name="csX10" fmla="*/ 2474093 w 2670084"/>
              <a:gd name="csY10" fmla="*/ 1932942 h 2045699"/>
              <a:gd name="csX11" fmla="*/ 2457170 w 2670084"/>
              <a:gd name="csY11" fmla="*/ 2033695 h 2045699"/>
              <a:gd name="csX12" fmla="*/ 1958413 w 2670084"/>
              <a:gd name="csY12" fmla="*/ 1949980 h 2045699"/>
              <a:gd name="csX13" fmla="*/ 1861452 w 2670084"/>
              <a:gd name="csY13" fmla="*/ 1858371 h 2045699"/>
              <a:gd name="csX14" fmla="*/ 1745200 w 2670084"/>
              <a:gd name="csY14" fmla="*/ 1607963 h 2045699"/>
              <a:gd name="csX15" fmla="*/ 1529771 w 2670084"/>
              <a:gd name="csY15" fmla="*/ 1443318 h 2045699"/>
              <a:gd name="csX16" fmla="*/ 1378526 w 2670084"/>
              <a:gd name="csY16" fmla="*/ 1433962 h 2045699"/>
              <a:gd name="csX17" fmla="*/ 839412 w 2670084"/>
              <a:gd name="csY17" fmla="*/ 1658758 h 2045699"/>
              <a:gd name="csX18" fmla="*/ 266905 w 2670084"/>
              <a:gd name="csY18" fmla="*/ 1589782 h 2045699"/>
              <a:gd name="csX19" fmla="*/ 2893 w 2670084"/>
              <a:gd name="csY19" fmla="*/ 1149201 h 2045699"/>
              <a:gd name="csX20" fmla="*/ 238771 w 2670084"/>
              <a:gd name="csY20" fmla="*/ 427819 h 2045699"/>
              <a:gd name="csX21" fmla="*/ 1033299 w 2670084"/>
              <a:gd name="csY21" fmla="*/ 0 h 2045699"/>
              <a:gd name="csX0" fmla="*/ 1033299 w 2670084"/>
              <a:gd name="csY0" fmla="*/ 0 h 2059174"/>
              <a:gd name="csX1" fmla="*/ 1880769 w 2670084"/>
              <a:gd name="csY1" fmla="*/ 77301 h 2059174"/>
              <a:gd name="csX2" fmla="*/ 2290026 w 2670084"/>
              <a:gd name="csY2" fmla="*/ 409946 h 2059174"/>
              <a:gd name="csX3" fmla="*/ 2492374 w 2670084"/>
              <a:gd name="csY3" fmla="*/ 565796 h 2059174"/>
              <a:gd name="csX4" fmla="*/ 2557287 w 2670084"/>
              <a:gd name="csY4" fmla="*/ 686348 h 2059174"/>
              <a:gd name="csX5" fmla="*/ 2393356 w 2670084"/>
              <a:gd name="csY5" fmla="*/ 917296 h 2059174"/>
              <a:gd name="csX6" fmla="*/ 2507882 w 2670084"/>
              <a:gd name="csY6" fmla="*/ 1069104 h 2059174"/>
              <a:gd name="csX7" fmla="*/ 2632848 w 2670084"/>
              <a:gd name="csY7" fmla="*/ 1479525 h 2059174"/>
              <a:gd name="csX8" fmla="*/ 2668868 w 2670084"/>
              <a:gd name="csY8" fmla="*/ 1840701 h 2059174"/>
              <a:gd name="csX9" fmla="*/ 2520577 w 2670084"/>
              <a:gd name="csY9" fmla="*/ 1890869 h 2059174"/>
              <a:gd name="csX10" fmla="*/ 2474093 w 2670084"/>
              <a:gd name="csY10" fmla="*/ 1932942 h 2059174"/>
              <a:gd name="csX11" fmla="*/ 2407159 w 2670084"/>
              <a:gd name="csY11" fmla="*/ 2048740 h 2059174"/>
              <a:gd name="csX12" fmla="*/ 1958413 w 2670084"/>
              <a:gd name="csY12" fmla="*/ 1949980 h 2059174"/>
              <a:gd name="csX13" fmla="*/ 1861452 w 2670084"/>
              <a:gd name="csY13" fmla="*/ 1858371 h 2059174"/>
              <a:gd name="csX14" fmla="*/ 1745200 w 2670084"/>
              <a:gd name="csY14" fmla="*/ 1607963 h 2059174"/>
              <a:gd name="csX15" fmla="*/ 1529771 w 2670084"/>
              <a:gd name="csY15" fmla="*/ 1443318 h 2059174"/>
              <a:gd name="csX16" fmla="*/ 1378526 w 2670084"/>
              <a:gd name="csY16" fmla="*/ 1433962 h 2059174"/>
              <a:gd name="csX17" fmla="*/ 839412 w 2670084"/>
              <a:gd name="csY17" fmla="*/ 1658758 h 2059174"/>
              <a:gd name="csX18" fmla="*/ 266905 w 2670084"/>
              <a:gd name="csY18" fmla="*/ 1589782 h 2059174"/>
              <a:gd name="csX19" fmla="*/ 2893 w 2670084"/>
              <a:gd name="csY19" fmla="*/ 1149201 h 2059174"/>
              <a:gd name="csX20" fmla="*/ 238771 w 2670084"/>
              <a:gd name="csY20" fmla="*/ 427819 h 2059174"/>
              <a:gd name="csX21" fmla="*/ 1033299 w 2670084"/>
              <a:gd name="csY21" fmla="*/ 0 h 2059174"/>
              <a:gd name="csX0" fmla="*/ 1033299 w 2670084"/>
              <a:gd name="csY0" fmla="*/ 0 h 2048764"/>
              <a:gd name="csX1" fmla="*/ 1880769 w 2670084"/>
              <a:gd name="csY1" fmla="*/ 77301 h 2048764"/>
              <a:gd name="csX2" fmla="*/ 2290026 w 2670084"/>
              <a:gd name="csY2" fmla="*/ 409946 h 2048764"/>
              <a:gd name="csX3" fmla="*/ 2492374 w 2670084"/>
              <a:gd name="csY3" fmla="*/ 565796 h 2048764"/>
              <a:gd name="csX4" fmla="*/ 2557287 w 2670084"/>
              <a:gd name="csY4" fmla="*/ 686348 h 2048764"/>
              <a:gd name="csX5" fmla="*/ 2393356 w 2670084"/>
              <a:gd name="csY5" fmla="*/ 917296 h 2048764"/>
              <a:gd name="csX6" fmla="*/ 2507882 w 2670084"/>
              <a:gd name="csY6" fmla="*/ 1069104 h 2048764"/>
              <a:gd name="csX7" fmla="*/ 2632848 w 2670084"/>
              <a:gd name="csY7" fmla="*/ 1479525 h 2048764"/>
              <a:gd name="csX8" fmla="*/ 2668868 w 2670084"/>
              <a:gd name="csY8" fmla="*/ 1840701 h 2048764"/>
              <a:gd name="csX9" fmla="*/ 2520577 w 2670084"/>
              <a:gd name="csY9" fmla="*/ 1890869 h 2048764"/>
              <a:gd name="csX10" fmla="*/ 2474093 w 2670084"/>
              <a:gd name="csY10" fmla="*/ 1932942 h 2048764"/>
              <a:gd name="csX11" fmla="*/ 2407159 w 2670084"/>
              <a:gd name="csY11" fmla="*/ 2048740 h 2048764"/>
              <a:gd name="csX12" fmla="*/ 1958413 w 2670084"/>
              <a:gd name="csY12" fmla="*/ 1949980 h 2048764"/>
              <a:gd name="csX13" fmla="*/ 1861452 w 2670084"/>
              <a:gd name="csY13" fmla="*/ 1858371 h 2048764"/>
              <a:gd name="csX14" fmla="*/ 1745200 w 2670084"/>
              <a:gd name="csY14" fmla="*/ 1607963 h 2048764"/>
              <a:gd name="csX15" fmla="*/ 1529771 w 2670084"/>
              <a:gd name="csY15" fmla="*/ 1443318 h 2048764"/>
              <a:gd name="csX16" fmla="*/ 1378526 w 2670084"/>
              <a:gd name="csY16" fmla="*/ 1433962 h 2048764"/>
              <a:gd name="csX17" fmla="*/ 839412 w 2670084"/>
              <a:gd name="csY17" fmla="*/ 1658758 h 2048764"/>
              <a:gd name="csX18" fmla="*/ 266905 w 2670084"/>
              <a:gd name="csY18" fmla="*/ 1589782 h 2048764"/>
              <a:gd name="csX19" fmla="*/ 2893 w 2670084"/>
              <a:gd name="csY19" fmla="*/ 1149201 h 2048764"/>
              <a:gd name="csX20" fmla="*/ 238771 w 2670084"/>
              <a:gd name="csY20" fmla="*/ 427819 h 2048764"/>
              <a:gd name="csX21" fmla="*/ 1033299 w 2670084"/>
              <a:gd name="csY21" fmla="*/ 0 h 2048764"/>
              <a:gd name="csX0" fmla="*/ 1033299 w 2670084"/>
              <a:gd name="csY0" fmla="*/ 0 h 2049007"/>
              <a:gd name="csX1" fmla="*/ 1880769 w 2670084"/>
              <a:gd name="csY1" fmla="*/ 77301 h 2049007"/>
              <a:gd name="csX2" fmla="*/ 2290026 w 2670084"/>
              <a:gd name="csY2" fmla="*/ 409946 h 2049007"/>
              <a:gd name="csX3" fmla="*/ 2492374 w 2670084"/>
              <a:gd name="csY3" fmla="*/ 565796 h 2049007"/>
              <a:gd name="csX4" fmla="*/ 2557287 w 2670084"/>
              <a:gd name="csY4" fmla="*/ 686348 h 2049007"/>
              <a:gd name="csX5" fmla="*/ 2393356 w 2670084"/>
              <a:gd name="csY5" fmla="*/ 917296 h 2049007"/>
              <a:gd name="csX6" fmla="*/ 2507882 w 2670084"/>
              <a:gd name="csY6" fmla="*/ 1069104 h 2049007"/>
              <a:gd name="csX7" fmla="*/ 2632848 w 2670084"/>
              <a:gd name="csY7" fmla="*/ 1479525 h 2049007"/>
              <a:gd name="csX8" fmla="*/ 2668868 w 2670084"/>
              <a:gd name="csY8" fmla="*/ 1840701 h 2049007"/>
              <a:gd name="csX9" fmla="*/ 2520577 w 2670084"/>
              <a:gd name="csY9" fmla="*/ 1890869 h 2049007"/>
              <a:gd name="csX10" fmla="*/ 2474093 w 2670084"/>
              <a:gd name="csY10" fmla="*/ 1932942 h 2049007"/>
              <a:gd name="csX11" fmla="*/ 2407159 w 2670084"/>
              <a:gd name="csY11" fmla="*/ 2048740 h 2049007"/>
              <a:gd name="csX12" fmla="*/ 1958413 w 2670084"/>
              <a:gd name="csY12" fmla="*/ 1949980 h 2049007"/>
              <a:gd name="csX13" fmla="*/ 1861452 w 2670084"/>
              <a:gd name="csY13" fmla="*/ 1858371 h 2049007"/>
              <a:gd name="csX14" fmla="*/ 1745200 w 2670084"/>
              <a:gd name="csY14" fmla="*/ 1607963 h 2049007"/>
              <a:gd name="csX15" fmla="*/ 1529771 w 2670084"/>
              <a:gd name="csY15" fmla="*/ 1443318 h 2049007"/>
              <a:gd name="csX16" fmla="*/ 1378526 w 2670084"/>
              <a:gd name="csY16" fmla="*/ 1433962 h 2049007"/>
              <a:gd name="csX17" fmla="*/ 839412 w 2670084"/>
              <a:gd name="csY17" fmla="*/ 1658758 h 2049007"/>
              <a:gd name="csX18" fmla="*/ 266905 w 2670084"/>
              <a:gd name="csY18" fmla="*/ 1589782 h 2049007"/>
              <a:gd name="csX19" fmla="*/ 2893 w 2670084"/>
              <a:gd name="csY19" fmla="*/ 1149201 h 2049007"/>
              <a:gd name="csX20" fmla="*/ 238771 w 2670084"/>
              <a:gd name="csY20" fmla="*/ 427819 h 2049007"/>
              <a:gd name="csX21" fmla="*/ 1033299 w 2670084"/>
              <a:gd name="csY21" fmla="*/ 0 h 2049007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8413 w 2670084"/>
              <a:gd name="csY13" fmla="*/ 1949980 h 2050639"/>
              <a:gd name="csX14" fmla="*/ 1861452 w 2670084"/>
              <a:gd name="csY14" fmla="*/ 1858371 h 2050639"/>
              <a:gd name="csX15" fmla="*/ 1745200 w 2670084"/>
              <a:gd name="csY15" fmla="*/ 1607963 h 2050639"/>
              <a:gd name="csX16" fmla="*/ 1529771 w 2670084"/>
              <a:gd name="csY16" fmla="*/ 1443318 h 2050639"/>
              <a:gd name="csX17" fmla="*/ 1378526 w 2670084"/>
              <a:gd name="csY17" fmla="*/ 1433962 h 2050639"/>
              <a:gd name="csX18" fmla="*/ 839412 w 2670084"/>
              <a:gd name="csY18" fmla="*/ 1658758 h 2050639"/>
              <a:gd name="csX19" fmla="*/ 266905 w 2670084"/>
              <a:gd name="csY19" fmla="*/ 1589782 h 2050639"/>
              <a:gd name="csX20" fmla="*/ 2893 w 2670084"/>
              <a:gd name="csY20" fmla="*/ 1149201 h 2050639"/>
              <a:gd name="csX21" fmla="*/ 238771 w 2670084"/>
              <a:gd name="csY21" fmla="*/ 427819 h 2050639"/>
              <a:gd name="csX22" fmla="*/ 1033299 w 2670084"/>
              <a:gd name="csY22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8413 w 2670084"/>
              <a:gd name="csY13" fmla="*/ 1949980 h 2050639"/>
              <a:gd name="csX14" fmla="*/ 1861452 w 2670084"/>
              <a:gd name="csY14" fmla="*/ 1858371 h 2050639"/>
              <a:gd name="csX15" fmla="*/ 1745200 w 2670084"/>
              <a:gd name="csY15" fmla="*/ 1607963 h 2050639"/>
              <a:gd name="csX16" fmla="*/ 1529771 w 2670084"/>
              <a:gd name="csY16" fmla="*/ 1443318 h 2050639"/>
              <a:gd name="csX17" fmla="*/ 1378526 w 2670084"/>
              <a:gd name="csY17" fmla="*/ 1433962 h 2050639"/>
              <a:gd name="csX18" fmla="*/ 839412 w 2670084"/>
              <a:gd name="csY18" fmla="*/ 1658758 h 2050639"/>
              <a:gd name="csX19" fmla="*/ 266905 w 2670084"/>
              <a:gd name="csY19" fmla="*/ 1589782 h 2050639"/>
              <a:gd name="csX20" fmla="*/ 2893 w 2670084"/>
              <a:gd name="csY20" fmla="*/ 1149201 h 2050639"/>
              <a:gd name="csX21" fmla="*/ 238771 w 2670084"/>
              <a:gd name="csY21" fmla="*/ 427819 h 2050639"/>
              <a:gd name="csX22" fmla="*/ 1033299 w 2670084"/>
              <a:gd name="csY22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45200 w 2670084"/>
              <a:gd name="csY15" fmla="*/ 1607963 h 2050639"/>
              <a:gd name="csX16" fmla="*/ 1529771 w 2670084"/>
              <a:gd name="csY16" fmla="*/ 1443318 h 2050639"/>
              <a:gd name="csX17" fmla="*/ 1378526 w 2670084"/>
              <a:gd name="csY17" fmla="*/ 1433962 h 2050639"/>
              <a:gd name="csX18" fmla="*/ 839412 w 2670084"/>
              <a:gd name="csY18" fmla="*/ 1658758 h 2050639"/>
              <a:gd name="csX19" fmla="*/ 266905 w 2670084"/>
              <a:gd name="csY19" fmla="*/ 1589782 h 2050639"/>
              <a:gd name="csX20" fmla="*/ 2893 w 2670084"/>
              <a:gd name="csY20" fmla="*/ 1149201 h 2050639"/>
              <a:gd name="csX21" fmla="*/ 238771 w 2670084"/>
              <a:gd name="csY21" fmla="*/ 427819 h 2050639"/>
              <a:gd name="csX22" fmla="*/ 1033299 w 2670084"/>
              <a:gd name="csY22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91589 w 2670084"/>
              <a:gd name="csY15" fmla="*/ 1754271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78526 w 2670084"/>
              <a:gd name="csY18" fmla="*/ 1433962 h 2050639"/>
              <a:gd name="csX19" fmla="*/ 839412 w 2670084"/>
              <a:gd name="csY19" fmla="*/ 1658758 h 2050639"/>
              <a:gd name="csX20" fmla="*/ 266905 w 2670084"/>
              <a:gd name="csY20" fmla="*/ 1589782 h 2050639"/>
              <a:gd name="csX21" fmla="*/ 2893 w 2670084"/>
              <a:gd name="csY21" fmla="*/ 1149201 h 2050639"/>
              <a:gd name="csX22" fmla="*/ 238771 w 2670084"/>
              <a:gd name="csY22" fmla="*/ 427819 h 2050639"/>
              <a:gd name="csX23" fmla="*/ 1033299 w 2670084"/>
              <a:gd name="csY23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91589 w 2670084"/>
              <a:gd name="csY15" fmla="*/ 1754271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78526 w 2670084"/>
              <a:gd name="csY18" fmla="*/ 1433962 h 2050639"/>
              <a:gd name="csX19" fmla="*/ 839412 w 2670084"/>
              <a:gd name="csY19" fmla="*/ 1658758 h 2050639"/>
              <a:gd name="csX20" fmla="*/ 266905 w 2670084"/>
              <a:gd name="csY20" fmla="*/ 1589782 h 2050639"/>
              <a:gd name="csX21" fmla="*/ 2893 w 2670084"/>
              <a:gd name="csY21" fmla="*/ 1149201 h 2050639"/>
              <a:gd name="csX22" fmla="*/ 238771 w 2670084"/>
              <a:gd name="csY22" fmla="*/ 427819 h 2050639"/>
              <a:gd name="csX23" fmla="*/ 1033299 w 2670084"/>
              <a:gd name="csY23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78526 w 2670084"/>
              <a:gd name="csY18" fmla="*/ 1433962 h 2050639"/>
              <a:gd name="csX19" fmla="*/ 839412 w 2670084"/>
              <a:gd name="csY19" fmla="*/ 1658758 h 2050639"/>
              <a:gd name="csX20" fmla="*/ 266905 w 2670084"/>
              <a:gd name="csY20" fmla="*/ 1589782 h 2050639"/>
              <a:gd name="csX21" fmla="*/ 2893 w 2670084"/>
              <a:gd name="csY21" fmla="*/ 1149201 h 2050639"/>
              <a:gd name="csX22" fmla="*/ 238771 w 2670084"/>
              <a:gd name="csY22" fmla="*/ 427819 h 2050639"/>
              <a:gd name="csX23" fmla="*/ 1033299 w 2670084"/>
              <a:gd name="csY23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78526 w 2670084"/>
              <a:gd name="csY18" fmla="*/ 1433962 h 2050639"/>
              <a:gd name="csX19" fmla="*/ 839412 w 2670084"/>
              <a:gd name="csY19" fmla="*/ 1658758 h 2050639"/>
              <a:gd name="csX20" fmla="*/ 266905 w 2670084"/>
              <a:gd name="csY20" fmla="*/ 1589782 h 2050639"/>
              <a:gd name="csX21" fmla="*/ 2893 w 2670084"/>
              <a:gd name="csY21" fmla="*/ 1149201 h 2050639"/>
              <a:gd name="csX22" fmla="*/ 238771 w 2670084"/>
              <a:gd name="csY22" fmla="*/ 427819 h 2050639"/>
              <a:gd name="csX23" fmla="*/ 1033299 w 2670084"/>
              <a:gd name="csY23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78526 w 2670084"/>
              <a:gd name="csY18" fmla="*/ 1433962 h 2050639"/>
              <a:gd name="csX19" fmla="*/ 839412 w 2670084"/>
              <a:gd name="csY19" fmla="*/ 1658758 h 2050639"/>
              <a:gd name="csX20" fmla="*/ 266905 w 2670084"/>
              <a:gd name="csY20" fmla="*/ 1589782 h 2050639"/>
              <a:gd name="csX21" fmla="*/ 2893 w 2670084"/>
              <a:gd name="csY21" fmla="*/ 1149201 h 2050639"/>
              <a:gd name="csX22" fmla="*/ 238771 w 2670084"/>
              <a:gd name="csY22" fmla="*/ 427819 h 2050639"/>
              <a:gd name="csX23" fmla="*/ 1033299 w 2670084"/>
              <a:gd name="csY23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78526 w 2670084"/>
              <a:gd name="csY18" fmla="*/ 1433962 h 2050639"/>
              <a:gd name="csX19" fmla="*/ 839412 w 2670084"/>
              <a:gd name="csY19" fmla="*/ 1658758 h 2050639"/>
              <a:gd name="csX20" fmla="*/ 266905 w 2670084"/>
              <a:gd name="csY20" fmla="*/ 1589782 h 2050639"/>
              <a:gd name="csX21" fmla="*/ 2893 w 2670084"/>
              <a:gd name="csY21" fmla="*/ 1149201 h 2050639"/>
              <a:gd name="csX22" fmla="*/ 238771 w 2670084"/>
              <a:gd name="csY22" fmla="*/ 427819 h 2050639"/>
              <a:gd name="csX23" fmla="*/ 1033299 w 2670084"/>
              <a:gd name="csY23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839412 w 2670084"/>
              <a:gd name="csY19" fmla="*/ 1658758 h 2050639"/>
              <a:gd name="csX20" fmla="*/ 266905 w 2670084"/>
              <a:gd name="csY20" fmla="*/ 1589782 h 2050639"/>
              <a:gd name="csX21" fmla="*/ 2893 w 2670084"/>
              <a:gd name="csY21" fmla="*/ 1149201 h 2050639"/>
              <a:gd name="csX22" fmla="*/ 238771 w 2670084"/>
              <a:gd name="csY22" fmla="*/ 427819 h 2050639"/>
              <a:gd name="csX23" fmla="*/ 1033299 w 2670084"/>
              <a:gd name="csY23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839412 w 2670084"/>
              <a:gd name="csY19" fmla="*/ 1658758 h 2050639"/>
              <a:gd name="csX20" fmla="*/ 266905 w 2670084"/>
              <a:gd name="csY20" fmla="*/ 1589782 h 2050639"/>
              <a:gd name="csX21" fmla="*/ 2893 w 2670084"/>
              <a:gd name="csY21" fmla="*/ 1149201 h 2050639"/>
              <a:gd name="csX22" fmla="*/ 238771 w 2670084"/>
              <a:gd name="csY22" fmla="*/ 427819 h 2050639"/>
              <a:gd name="csX23" fmla="*/ 1033299 w 2670084"/>
              <a:gd name="csY23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839412 w 2670084"/>
              <a:gd name="csY19" fmla="*/ 1658758 h 2050639"/>
              <a:gd name="csX20" fmla="*/ 266905 w 2670084"/>
              <a:gd name="csY20" fmla="*/ 1589782 h 2050639"/>
              <a:gd name="csX21" fmla="*/ 2893 w 2670084"/>
              <a:gd name="csY21" fmla="*/ 1149201 h 2050639"/>
              <a:gd name="csX22" fmla="*/ 238771 w 2670084"/>
              <a:gd name="csY22" fmla="*/ 427819 h 2050639"/>
              <a:gd name="csX23" fmla="*/ 1033299 w 2670084"/>
              <a:gd name="csY23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97468 w 2670084"/>
              <a:gd name="csY19" fmla="*/ 1541724 h 2050639"/>
              <a:gd name="csX20" fmla="*/ 839412 w 2670084"/>
              <a:gd name="csY20" fmla="*/ 1658758 h 2050639"/>
              <a:gd name="csX21" fmla="*/ 266905 w 2670084"/>
              <a:gd name="csY21" fmla="*/ 1589782 h 2050639"/>
              <a:gd name="csX22" fmla="*/ 2893 w 2670084"/>
              <a:gd name="csY22" fmla="*/ 1149201 h 2050639"/>
              <a:gd name="csX23" fmla="*/ 238771 w 2670084"/>
              <a:gd name="csY23" fmla="*/ 427819 h 2050639"/>
              <a:gd name="csX24" fmla="*/ 1033299 w 2670084"/>
              <a:gd name="csY24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97468 w 2670084"/>
              <a:gd name="csY19" fmla="*/ 1541724 h 2050639"/>
              <a:gd name="csX20" fmla="*/ 839412 w 2670084"/>
              <a:gd name="csY20" fmla="*/ 1658758 h 2050639"/>
              <a:gd name="csX21" fmla="*/ 266905 w 2670084"/>
              <a:gd name="csY21" fmla="*/ 1589782 h 2050639"/>
              <a:gd name="csX22" fmla="*/ 2893 w 2670084"/>
              <a:gd name="csY22" fmla="*/ 1149201 h 2050639"/>
              <a:gd name="csX23" fmla="*/ 238771 w 2670084"/>
              <a:gd name="csY23" fmla="*/ 427819 h 2050639"/>
              <a:gd name="csX24" fmla="*/ 1033299 w 2670084"/>
              <a:gd name="csY24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97468 w 2670084"/>
              <a:gd name="csY19" fmla="*/ 1541724 h 2050639"/>
              <a:gd name="csX20" fmla="*/ 839412 w 2670084"/>
              <a:gd name="csY20" fmla="*/ 1658758 h 2050639"/>
              <a:gd name="csX21" fmla="*/ 266905 w 2670084"/>
              <a:gd name="csY21" fmla="*/ 1589782 h 2050639"/>
              <a:gd name="csX22" fmla="*/ 2893 w 2670084"/>
              <a:gd name="csY22" fmla="*/ 1149201 h 2050639"/>
              <a:gd name="csX23" fmla="*/ 238771 w 2670084"/>
              <a:gd name="csY23" fmla="*/ 427819 h 2050639"/>
              <a:gd name="csX24" fmla="*/ 1033299 w 2670084"/>
              <a:gd name="csY24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97468 w 2670084"/>
              <a:gd name="csY19" fmla="*/ 1541724 h 2050639"/>
              <a:gd name="csX20" fmla="*/ 1044524 w 2670084"/>
              <a:gd name="csY20" fmla="*/ 1627306 h 2050639"/>
              <a:gd name="csX21" fmla="*/ 839412 w 2670084"/>
              <a:gd name="csY21" fmla="*/ 1658758 h 2050639"/>
              <a:gd name="csX22" fmla="*/ 266905 w 2670084"/>
              <a:gd name="csY22" fmla="*/ 1589782 h 2050639"/>
              <a:gd name="csX23" fmla="*/ 2893 w 2670084"/>
              <a:gd name="csY23" fmla="*/ 1149201 h 2050639"/>
              <a:gd name="csX24" fmla="*/ 238771 w 2670084"/>
              <a:gd name="csY24" fmla="*/ 427819 h 2050639"/>
              <a:gd name="csX25" fmla="*/ 1033299 w 2670084"/>
              <a:gd name="csY25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97468 w 2670084"/>
              <a:gd name="csY19" fmla="*/ 1541724 h 2050639"/>
              <a:gd name="csX20" fmla="*/ 1044524 w 2670084"/>
              <a:gd name="csY20" fmla="*/ 1627306 h 2050639"/>
              <a:gd name="csX21" fmla="*/ 839412 w 2670084"/>
              <a:gd name="csY21" fmla="*/ 1658758 h 2050639"/>
              <a:gd name="csX22" fmla="*/ 266905 w 2670084"/>
              <a:gd name="csY22" fmla="*/ 1589782 h 2050639"/>
              <a:gd name="csX23" fmla="*/ 2893 w 2670084"/>
              <a:gd name="csY23" fmla="*/ 1149201 h 2050639"/>
              <a:gd name="csX24" fmla="*/ 238771 w 2670084"/>
              <a:gd name="csY24" fmla="*/ 427819 h 2050639"/>
              <a:gd name="csX25" fmla="*/ 1033299 w 2670084"/>
              <a:gd name="csY25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97468 w 2670084"/>
              <a:gd name="csY19" fmla="*/ 1541724 h 2050639"/>
              <a:gd name="csX20" fmla="*/ 1044524 w 2670084"/>
              <a:gd name="csY20" fmla="*/ 1627306 h 2050639"/>
              <a:gd name="csX21" fmla="*/ 839412 w 2670084"/>
              <a:gd name="csY21" fmla="*/ 1658758 h 2050639"/>
              <a:gd name="csX22" fmla="*/ 266905 w 2670084"/>
              <a:gd name="csY22" fmla="*/ 1589782 h 2050639"/>
              <a:gd name="csX23" fmla="*/ 2893 w 2670084"/>
              <a:gd name="csY23" fmla="*/ 1149201 h 2050639"/>
              <a:gd name="csX24" fmla="*/ 238771 w 2670084"/>
              <a:gd name="csY24" fmla="*/ 427819 h 2050639"/>
              <a:gd name="csX25" fmla="*/ 1033299 w 2670084"/>
              <a:gd name="csY25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75599 w 2670084"/>
              <a:gd name="csY19" fmla="*/ 1543654 h 2050639"/>
              <a:gd name="csX20" fmla="*/ 1044524 w 2670084"/>
              <a:gd name="csY20" fmla="*/ 1627306 h 2050639"/>
              <a:gd name="csX21" fmla="*/ 839412 w 2670084"/>
              <a:gd name="csY21" fmla="*/ 1658758 h 2050639"/>
              <a:gd name="csX22" fmla="*/ 266905 w 2670084"/>
              <a:gd name="csY22" fmla="*/ 1589782 h 2050639"/>
              <a:gd name="csX23" fmla="*/ 2893 w 2670084"/>
              <a:gd name="csY23" fmla="*/ 1149201 h 2050639"/>
              <a:gd name="csX24" fmla="*/ 238771 w 2670084"/>
              <a:gd name="csY24" fmla="*/ 427819 h 2050639"/>
              <a:gd name="csX25" fmla="*/ 1033299 w 2670084"/>
              <a:gd name="csY25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75599 w 2670084"/>
              <a:gd name="csY19" fmla="*/ 1543654 h 2050639"/>
              <a:gd name="csX20" fmla="*/ 1044524 w 2670084"/>
              <a:gd name="csY20" fmla="*/ 1627306 h 2050639"/>
              <a:gd name="csX21" fmla="*/ 839412 w 2670084"/>
              <a:gd name="csY21" fmla="*/ 1658758 h 2050639"/>
              <a:gd name="csX22" fmla="*/ 266905 w 2670084"/>
              <a:gd name="csY22" fmla="*/ 1589782 h 2050639"/>
              <a:gd name="csX23" fmla="*/ 2893 w 2670084"/>
              <a:gd name="csY23" fmla="*/ 1149201 h 2050639"/>
              <a:gd name="csX24" fmla="*/ 238771 w 2670084"/>
              <a:gd name="csY24" fmla="*/ 427819 h 2050639"/>
              <a:gd name="csX25" fmla="*/ 1033299 w 2670084"/>
              <a:gd name="csY25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75599 w 2670084"/>
              <a:gd name="csY19" fmla="*/ 1543654 h 2050639"/>
              <a:gd name="csX20" fmla="*/ 1044524 w 2670084"/>
              <a:gd name="csY20" fmla="*/ 1627306 h 2050639"/>
              <a:gd name="csX21" fmla="*/ 839412 w 2670084"/>
              <a:gd name="csY21" fmla="*/ 1658758 h 2050639"/>
              <a:gd name="csX22" fmla="*/ 266905 w 2670084"/>
              <a:gd name="csY22" fmla="*/ 1589782 h 2050639"/>
              <a:gd name="csX23" fmla="*/ 2893 w 2670084"/>
              <a:gd name="csY23" fmla="*/ 1149201 h 2050639"/>
              <a:gd name="csX24" fmla="*/ 238771 w 2670084"/>
              <a:gd name="csY24" fmla="*/ 427819 h 2050639"/>
              <a:gd name="csX25" fmla="*/ 1033299 w 2670084"/>
              <a:gd name="csY25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75599 w 2670084"/>
              <a:gd name="csY19" fmla="*/ 1543654 h 2050639"/>
              <a:gd name="csX20" fmla="*/ 1044524 w 2670084"/>
              <a:gd name="csY20" fmla="*/ 1627306 h 2050639"/>
              <a:gd name="csX21" fmla="*/ 839412 w 2670084"/>
              <a:gd name="csY21" fmla="*/ 1658758 h 2050639"/>
              <a:gd name="csX22" fmla="*/ 266905 w 2670084"/>
              <a:gd name="csY22" fmla="*/ 1589782 h 2050639"/>
              <a:gd name="csX23" fmla="*/ 2893 w 2670084"/>
              <a:gd name="csY23" fmla="*/ 1149201 h 2050639"/>
              <a:gd name="csX24" fmla="*/ 238771 w 2670084"/>
              <a:gd name="csY24" fmla="*/ 427819 h 2050639"/>
              <a:gd name="csX25" fmla="*/ 1033299 w 2670084"/>
              <a:gd name="csY25" fmla="*/ 0 h 2050639"/>
              <a:gd name="csX0" fmla="*/ 1030406 w 2667191"/>
              <a:gd name="csY0" fmla="*/ 0 h 2050639"/>
              <a:gd name="csX1" fmla="*/ 1877876 w 2667191"/>
              <a:gd name="csY1" fmla="*/ 77301 h 2050639"/>
              <a:gd name="csX2" fmla="*/ 2287133 w 2667191"/>
              <a:gd name="csY2" fmla="*/ 409946 h 2050639"/>
              <a:gd name="csX3" fmla="*/ 2489481 w 2667191"/>
              <a:gd name="csY3" fmla="*/ 565796 h 2050639"/>
              <a:gd name="csX4" fmla="*/ 2554394 w 2667191"/>
              <a:gd name="csY4" fmla="*/ 686348 h 2050639"/>
              <a:gd name="csX5" fmla="*/ 2390463 w 2667191"/>
              <a:gd name="csY5" fmla="*/ 917296 h 2050639"/>
              <a:gd name="csX6" fmla="*/ 2504989 w 2667191"/>
              <a:gd name="csY6" fmla="*/ 1069104 h 2050639"/>
              <a:gd name="csX7" fmla="*/ 2629955 w 2667191"/>
              <a:gd name="csY7" fmla="*/ 1479525 h 2050639"/>
              <a:gd name="csX8" fmla="*/ 2665975 w 2667191"/>
              <a:gd name="csY8" fmla="*/ 1840701 h 2050639"/>
              <a:gd name="csX9" fmla="*/ 2517684 w 2667191"/>
              <a:gd name="csY9" fmla="*/ 1890869 h 2050639"/>
              <a:gd name="csX10" fmla="*/ 2471200 w 2667191"/>
              <a:gd name="csY10" fmla="*/ 1932942 h 2050639"/>
              <a:gd name="csX11" fmla="*/ 2404266 w 2667191"/>
              <a:gd name="csY11" fmla="*/ 2048740 h 2050639"/>
              <a:gd name="csX12" fmla="*/ 2085163 w 2667191"/>
              <a:gd name="csY12" fmla="*/ 2002168 h 2050639"/>
              <a:gd name="csX13" fmla="*/ 1948437 w 2667191"/>
              <a:gd name="csY13" fmla="*/ 1949049 h 2050639"/>
              <a:gd name="csX14" fmla="*/ 1858559 w 2667191"/>
              <a:gd name="csY14" fmla="*/ 1858371 h 2050639"/>
              <a:gd name="csX15" fmla="*/ 1766948 w 2667191"/>
              <a:gd name="csY15" fmla="*/ 1737003 h 2050639"/>
              <a:gd name="csX16" fmla="*/ 1742307 w 2667191"/>
              <a:gd name="csY16" fmla="*/ 1607963 h 2050639"/>
              <a:gd name="csX17" fmla="*/ 1526878 w 2667191"/>
              <a:gd name="csY17" fmla="*/ 1443318 h 2050639"/>
              <a:gd name="csX18" fmla="*/ 1352024 w 2667191"/>
              <a:gd name="csY18" fmla="*/ 1430860 h 2050639"/>
              <a:gd name="csX19" fmla="*/ 1172706 w 2667191"/>
              <a:gd name="csY19" fmla="*/ 1543654 h 2050639"/>
              <a:gd name="csX20" fmla="*/ 1041631 w 2667191"/>
              <a:gd name="csY20" fmla="*/ 1627306 h 2050639"/>
              <a:gd name="csX21" fmla="*/ 836519 w 2667191"/>
              <a:gd name="csY21" fmla="*/ 1658758 h 2050639"/>
              <a:gd name="csX22" fmla="*/ 264012 w 2667191"/>
              <a:gd name="csY22" fmla="*/ 1589782 h 2050639"/>
              <a:gd name="csX23" fmla="*/ 0 w 2667191"/>
              <a:gd name="csY23" fmla="*/ 1149201 h 2050639"/>
              <a:gd name="csX24" fmla="*/ 235878 w 2667191"/>
              <a:gd name="csY24" fmla="*/ 427819 h 2050639"/>
              <a:gd name="csX25" fmla="*/ 1030406 w 2667191"/>
              <a:gd name="csY25" fmla="*/ 0 h 2050639"/>
              <a:gd name="csX0" fmla="*/ 1030406 w 2667191"/>
              <a:gd name="csY0" fmla="*/ 0 h 2050639"/>
              <a:gd name="csX1" fmla="*/ 1877876 w 2667191"/>
              <a:gd name="csY1" fmla="*/ 77301 h 2050639"/>
              <a:gd name="csX2" fmla="*/ 2287133 w 2667191"/>
              <a:gd name="csY2" fmla="*/ 409946 h 2050639"/>
              <a:gd name="csX3" fmla="*/ 2489481 w 2667191"/>
              <a:gd name="csY3" fmla="*/ 565796 h 2050639"/>
              <a:gd name="csX4" fmla="*/ 2554394 w 2667191"/>
              <a:gd name="csY4" fmla="*/ 686348 h 2050639"/>
              <a:gd name="csX5" fmla="*/ 2390463 w 2667191"/>
              <a:gd name="csY5" fmla="*/ 917296 h 2050639"/>
              <a:gd name="csX6" fmla="*/ 2504989 w 2667191"/>
              <a:gd name="csY6" fmla="*/ 1069104 h 2050639"/>
              <a:gd name="csX7" fmla="*/ 2629955 w 2667191"/>
              <a:gd name="csY7" fmla="*/ 1479525 h 2050639"/>
              <a:gd name="csX8" fmla="*/ 2665975 w 2667191"/>
              <a:gd name="csY8" fmla="*/ 1840701 h 2050639"/>
              <a:gd name="csX9" fmla="*/ 2517684 w 2667191"/>
              <a:gd name="csY9" fmla="*/ 1890869 h 2050639"/>
              <a:gd name="csX10" fmla="*/ 2471200 w 2667191"/>
              <a:gd name="csY10" fmla="*/ 1932942 h 2050639"/>
              <a:gd name="csX11" fmla="*/ 2404266 w 2667191"/>
              <a:gd name="csY11" fmla="*/ 2048740 h 2050639"/>
              <a:gd name="csX12" fmla="*/ 2085163 w 2667191"/>
              <a:gd name="csY12" fmla="*/ 2002168 h 2050639"/>
              <a:gd name="csX13" fmla="*/ 1948437 w 2667191"/>
              <a:gd name="csY13" fmla="*/ 1949049 h 2050639"/>
              <a:gd name="csX14" fmla="*/ 1858559 w 2667191"/>
              <a:gd name="csY14" fmla="*/ 1858371 h 2050639"/>
              <a:gd name="csX15" fmla="*/ 1766948 w 2667191"/>
              <a:gd name="csY15" fmla="*/ 1737003 h 2050639"/>
              <a:gd name="csX16" fmla="*/ 1742307 w 2667191"/>
              <a:gd name="csY16" fmla="*/ 1607963 h 2050639"/>
              <a:gd name="csX17" fmla="*/ 1526878 w 2667191"/>
              <a:gd name="csY17" fmla="*/ 1443318 h 2050639"/>
              <a:gd name="csX18" fmla="*/ 1352024 w 2667191"/>
              <a:gd name="csY18" fmla="*/ 1430860 h 2050639"/>
              <a:gd name="csX19" fmla="*/ 1172706 w 2667191"/>
              <a:gd name="csY19" fmla="*/ 1543654 h 2050639"/>
              <a:gd name="csX20" fmla="*/ 1041631 w 2667191"/>
              <a:gd name="csY20" fmla="*/ 1627306 h 2050639"/>
              <a:gd name="csX21" fmla="*/ 836519 w 2667191"/>
              <a:gd name="csY21" fmla="*/ 1658758 h 2050639"/>
              <a:gd name="csX22" fmla="*/ 264012 w 2667191"/>
              <a:gd name="csY22" fmla="*/ 1589782 h 2050639"/>
              <a:gd name="csX23" fmla="*/ 0 w 2667191"/>
              <a:gd name="csY23" fmla="*/ 1149201 h 2050639"/>
              <a:gd name="csX24" fmla="*/ 235878 w 2667191"/>
              <a:gd name="csY24" fmla="*/ 427819 h 2050639"/>
              <a:gd name="csX25" fmla="*/ 1030406 w 2667191"/>
              <a:gd name="csY25" fmla="*/ 0 h 2050639"/>
              <a:gd name="csX0" fmla="*/ 1030406 w 2667191"/>
              <a:gd name="csY0" fmla="*/ 0 h 2050639"/>
              <a:gd name="csX1" fmla="*/ 1877876 w 2667191"/>
              <a:gd name="csY1" fmla="*/ 77301 h 2050639"/>
              <a:gd name="csX2" fmla="*/ 2287133 w 2667191"/>
              <a:gd name="csY2" fmla="*/ 409946 h 2050639"/>
              <a:gd name="csX3" fmla="*/ 2489481 w 2667191"/>
              <a:gd name="csY3" fmla="*/ 565796 h 2050639"/>
              <a:gd name="csX4" fmla="*/ 2554394 w 2667191"/>
              <a:gd name="csY4" fmla="*/ 686348 h 2050639"/>
              <a:gd name="csX5" fmla="*/ 2390463 w 2667191"/>
              <a:gd name="csY5" fmla="*/ 917296 h 2050639"/>
              <a:gd name="csX6" fmla="*/ 2504989 w 2667191"/>
              <a:gd name="csY6" fmla="*/ 1069104 h 2050639"/>
              <a:gd name="csX7" fmla="*/ 2629955 w 2667191"/>
              <a:gd name="csY7" fmla="*/ 1479525 h 2050639"/>
              <a:gd name="csX8" fmla="*/ 2665975 w 2667191"/>
              <a:gd name="csY8" fmla="*/ 1840701 h 2050639"/>
              <a:gd name="csX9" fmla="*/ 2517684 w 2667191"/>
              <a:gd name="csY9" fmla="*/ 1890869 h 2050639"/>
              <a:gd name="csX10" fmla="*/ 2471200 w 2667191"/>
              <a:gd name="csY10" fmla="*/ 1932942 h 2050639"/>
              <a:gd name="csX11" fmla="*/ 2404266 w 2667191"/>
              <a:gd name="csY11" fmla="*/ 2048740 h 2050639"/>
              <a:gd name="csX12" fmla="*/ 2085163 w 2667191"/>
              <a:gd name="csY12" fmla="*/ 2002168 h 2050639"/>
              <a:gd name="csX13" fmla="*/ 1948437 w 2667191"/>
              <a:gd name="csY13" fmla="*/ 1949049 h 2050639"/>
              <a:gd name="csX14" fmla="*/ 1858559 w 2667191"/>
              <a:gd name="csY14" fmla="*/ 1858371 h 2050639"/>
              <a:gd name="csX15" fmla="*/ 1766948 w 2667191"/>
              <a:gd name="csY15" fmla="*/ 1737003 h 2050639"/>
              <a:gd name="csX16" fmla="*/ 1742307 w 2667191"/>
              <a:gd name="csY16" fmla="*/ 1607963 h 2050639"/>
              <a:gd name="csX17" fmla="*/ 1526878 w 2667191"/>
              <a:gd name="csY17" fmla="*/ 1443318 h 2050639"/>
              <a:gd name="csX18" fmla="*/ 1352024 w 2667191"/>
              <a:gd name="csY18" fmla="*/ 1430860 h 2050639"/>
              <a:gd name="csX19" fmla="*/ 1172706 w 2667191"/>
              <a:gd name="csY19" fmla="*/ 1543654 h 2050639"/>
              <a:gd name="csX20" fmla="*/ 1041631 w 2667191"/>
              <a:gd name="csY20" fmla="*/ 1627306 h 2050639"/>
              <a:gd name="csX21" fmla="*/ 836519 w 2667191"/>
              <a:gd name="csY21" fmla="*/ 1658758 h 2050639"/>
              <a:gd name="csX22" fmla="*/ 264012 w 2667191"/>
              <a:gd name="csY22" fmla="*/ 1589782 h 2050639"/>
              <a:gd name="csX23" fmla="*/ 0 w 2667191"/>
              <a:gd name="csY23" fmla="*/ 1149201 h 2050639"/>
              <a:gd name="csX24" fmla="*/ 235878 w 2667191"/>
              <a:gd name="csY24" fmla="*/ 427819 h 2050639"/>
              <a:gd name="csX25" fmla="*/ 1030406 w 2667191"/>
              <a:gd name="csY25" fmla="*/ 0 h 2050639"/>
              <a:gd name="csX0" fmla="*/ 1030406 w 2667191"/>
              <a:gd name="csY0" fmla="*/ 0 h 2050639"/>
              <a:gd name="csX1" fmla="*/ 1877876 w 2667191"/>
              <a:gd name="csY1" fmla="*/ 77301 h 2050639"/>
              <a:gd name="csX2" fmla="*/ 2287133 w 2667191"/>
              <a:gd name="csY2" fmla="*/ 409946 h 2050639"/>
              <a:gd name="csX3" fmla="*/ 2489481 w 2667191"/>
              <a:gd name="csY3" fmla="*/ 565796 h 2050639"/>
              <a:gd name="csX4" fmla="*/ 2554394 w 2667191"/>
              <a:gd name="csY4" fmla="*/ 686348 h 2050639"/>
              <a:gd name="csX5" fmla="*/ 2390463 w 2667191"/>
              <a:gd name="csY5" fmla="*/ 917296 h 2050639"/>
              <a:gd name="csX6" fmla="*/ 2504989 w 2667191"/>
              <a:gd name="csY6" fmla="*/ 1069104 h 2050639"/>
              <a:gd name="csX7" fmla="*/ 2629955 w 2667191"/>
              <a:gd name="csY7" fmla="*/ 1479525 h 2050639"/>
              <a:gd name="csX8" fmla="*/ 2665975 w 2667191"/>
              <a:gd name="csY8" fmla="*/ 1840701 h 2050639"/>
              <a:gd name="csX9" fmla="*/ 2517684 w 2667191"/>
              <a:gd name="csY9" fmla="*/ 1890869 h 2050639"/>
              <a:gd name="csX10" fmla="*/ 2471200 w 2667191"/>
              <a:gd name="csY10" fmla="*/ 1932942 h 2050639"/>
              <a:gd name="csX11" fmla="*/ 2404266 w 2667191"/>
              <a:gd name="csY11" fmla="*/ 2048740 h 2050639"/>
              <a:gd name="csX12" fmla="*/ 2085163 w 2667191"/>
              <a:gd name="csY12" fmla="*/ 2002168 h 2050639"/>
              <a:gd name="csX13" fmla="*/ 1948437 w 2667191"/>
              <a:gd name="csY13" fmla="*/ 1949049 h 2050639"/>
              <a:gd name="csX14" fmla="*/ 1858559 w 2667191"/>
              <a:gd name="csY14" fmla="*/ 1858371 h 2050639"/>
              <a:gd name="csX15" fmla="*/ 1766948 w 2667191"/>
              <a:gd name="csY15" fmla="*/ 1737003 h 2050639"/>
              <a:gd name="csX16" fmla="*/ 1742307 w 2667191"/>
              <a:gd name="csY16" fmla="*/ 1607963 h 2050639"/>
              <a:gd name="csX17" fmla="*/ 1526878 w 2667191"/>
              <a:gd name="csY17" fmla="*/ 1443318 h 2050639"/>
              <a:gd name="csX18" fmla="*/ 1352024 w 2667191"/>
              <a:gd name="csY18" fmla="*/ 1430860 h 2050639"/>
              <a:gd name="csX19" fmla="*/ 1172706 w 2667191"/>
              <a:gd name="csY19" fmla="*/ 1543654 h 2050639"/>
              <a:gd name="csX20" fmla="*/ 1041631 w 2667191"/>
              <a:gd name="csY20" fmla="*/ 1627306 h 2050639"/>
              <a:gd name="csX21" fmla="*/ 836519 w 2667191"/>
              <a:gd name="csY21" fmla="*/ 1658758 h 2050639"/>
              <a:gd name="csX22" fmla="*/ 264012 w 2667191"/>
              <a:gd name="csY22" fmla="*/ 1589782 h 2050639"/>
              <a:gd name="csX23" fmla="*/ 0 w 2667191"/>
              <a:gd name="csY23" fmla="*/ 1149201 h 2050639"/>
              <a:gd name="csX24" fmla="*/ 235878 w 2667191"/>
              <a:gd name="csY24" fmla="*/ 427819 h 2050639"/>
              <a:gd name="csX25" fmla="*/ 1030406 w 2667191"/>
              <a:gd name="csY25" fmla="*/ 0 h 2050639"/>
              <a:gd name="csX0" fmla="*/ 1030406 w 2667191"/>
              <a:gd name="csY0" fmla="*/ 9115 h 2059754"/>
              <a:gd name="csX1" fmla="*/ 1877876 w 2667191"/>
              <a:gd name="csY1" fmla="*/ 86416 h 2059754"/>
              <a:gd name="csX2" fmla="*/ 2287133 w 2667191"/>
              <a:gd name="csY2" fmla="*/ 419061 h 2059754"/>
              <a:gd name="csX3" fmla="*/ 2489481 w 2667191"/>
              <a:gd name="csY3" fmla="*/ 574911 h 2059754"/>
              <a:gd name="csX4" fmla="*/ 2554394 w 2667191"/>
              <a:gd name="csY4" fmla="*/ 695463 h 2059754"/>
              <a:gd name="csX5" fmla="*/ 2390463 w 2667191"/>
              <a:gd name="csY5" fmla="*/ 926411 h 2059754"/>
              <a:gd name="csX6" fmla="*/ 2504989 w 2667191"/>
              <a:gd name="csY6" fmla="*/ 1078219 h 2059754"/>
              <a:gd name="csX7" fmla="*/ 2629955 w 2667191"/>
              <a:gd name="csY7" fmla="*/ 1488640 h 2059754"/>
              <a:gd name="csX8" fmla="*/ 2665975 w 2667191"/>
              <a:gd name="csY8" fmla="*/ 1849816 h 2059754"/>
              <a:gd name="csX9" fmla="*/ 2517684 w 2667191"/>
              <a:gd name="csY9" fmla="*/ 1899984 h 2059754"/>
              <a:gd name="csX10" fmla="*/ 2471200 w 2667191"/>
              <a:gd name="csY10" fmla="*/ 1942057 h 2059754"/>
              <a:gd name="csX11" fmla="*/ 2404266 w 2667191"/>
              <a:gd name="csY11" fmla="*/ 2057855 h 2059754"/>
              <a:gd name="csX12" fmla="*/ 2085163 w 2667191"/>
              <a:gd name="csY12" fmla="*/ 2011283 h 2059754"/>
              <a:gd name="csX13" fmla="*/ 1948437 w 2667191"/>
              <a:gd name="csY13" fmla="*/ 1958164 h 2059754"/>
              <a:gd name="csX14" fmla="*/ 1858559 w 2667191"/>
              <a:gd name="csY14" fmla="*/ 1867486 h 2059754"/>
              <a:gd name="csX15" fmla="*/ 1766948 w 2667191"/>
              <a:gd name="csY15" fmla="*/ 1746118 h 2059754"/>
              <a:gd name="csX16" fmla="*/ 1742307 w 2667191"/>
              <a:gd name="csY16" fmla="*/ 1617078 h 2059754"/>
              <a:gd name="csX17" fmla="*/ 1526878 w 2667191"/>
              <a:gd name="csY17" fmla="*/ 1452433 h 2059754"/>
              <a:gd name="csX18" fmla="*/ 1352024 w 2667191"/>
              <a:gd name="csY18" fmla="*/ 1439975 h 2059754"/>
              <a:gd name="csX19" fmla="*/ 1172706 w 2667191"/>
              <a:gd name="csY19" fmla="*/ 1552769 h 2059754"/>
              <a:gd name="csX20" fmla="*/ 1041631 w 2667191"/>
              <a:gd name="csY20" fmla="*/ 1636421 h 2059754"/>
              <a:gd name="csX21" fmla="*/ 836519 w 2667191"/>
              <a:gd name="csY21" fmla="*/ 1667873 h 2059754"/>
              <a:gd name="csX22" fmla="*/ 264012 w 2667191"/>
              <a:gd name="csY22" fmla="*/ 1598897 h 2059754"/>
              <a:gd name="csX23" fmla="*/ 0 w 2667191"/>
              <a:gd name="csY23" fmla="*/ 1158316 h 2059754"/>
              <a:gd name="csX24" fmla="*/ 235878 w 2667191"/>
              <a:gd name="csY24" fmla="*/ 436934 h 2059754"/>
              <a:gd name="csX25" fmla="*/ 1030406 w 2667191"/>
              <a:gd name="csY25" fmla="*/ 9115 h 20597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2667191" h="2059754">
                <a:moveTo>
                  <a:pt x="1030406" y="9115"/>
                </a:moveTo>
                <a:cubicBezTo>
                  <a:pt x="1251459" y="3824"/>
                  <a:pt x="1644252" y="-31778"/>
                  <a:pt x="1877876" y="86416"/>
                </a:cubicBezTo>
                <a:cubicBezTo>
                  <a:pt x="2093646" y="152368"/>
                  <a:pt x="2237994" y="365396"/>
                  <a:pt x="2287133" y="419061"/>
                </a:cubicBezTo>
                <a:cubicBezTo>
                  <a:pt x="2401468" y="579762"/>
                  <a:pt x="2447963" y="533245"/>
                  <a:pt x="2489481" y="574911"/>
                </a:cubicBezTo>
                <a:cubicBezTo>
                  <a:pt x="2546005" y="611666"/>
                  <a:pt x="2527470" y="615287"/>
                  <a:pt x="2554394" y="695463"/>
                </a:cubicBezTo>
                <a:cubicBezTo>
                  <a:pt x="2565783" y="783399"/>
                  <a:pt x="2461238" y="771518"/>
                  <a:pt x="2390463" y="926411"/>
                </a:cubicBezTo>
                <a:cubicBezTo>
                  <a:pt x="2411561" y="1015599"/>
                  <a:pt x="2466814" y="1027616"/>
                  <a:pt x="2504989" y="1078219"/>
                </a:cubicBezTo>
                <a:cubicBezTo>
                  <a:pt x="2528167" y="1162167"/>
                  <a:pt x="2573052" y="1351286"/>
                  <a:pt x="2629955" y="1488640"/>
                </a:cubicBezTo>
                <a:cubicBezTo>
                  <a:pt x="2665661" y="1567970"/>
                  <a:pt x="2606837" y="1612119"/>
                  <a:pt x="2665975" y="1849816"/>
                </a:cubicBezTo>
                <a:cubicBezTo>
                  <a:pt x="2678857" y="1927727"/>
                  <a:pt x="2586757" y="1910635"/>
                  <a:pt x="2517684" y="1899984"/>
                </a:cubicBezTo>
                <a:cubicBezTo>
                  <a:pt x="2504224" y="1923058"/>
                  <a:pt x="2472944" y="1912290"/>
                  <a:pt x="2471200" y="1942057"/>
                </a:cubicBezTo>
                <a:cubicBezTo>
                  <a:pt x="2434368" y="2021818"/>
                  <a:pt x="2525838" y="2058981"/>
                  <a:pt x="2404266" y="2057855"/>
                </a:cubicBezTo>
                <a:cubicBezTo>
                  <a:pt x="2349577" y="2069059"/>
                  <a:pt x="2159954" y="2027743"/>
                  <a:pt x="2085163" y="2011283"/>
                </a:cubicBezTo>
                <a:cubicBezTo>
                  <a:pt x="2010372" y="1994823"/>
                  <a:pt x="1995855" y="1981797"/>
                  <a:pt x="1948437" y="1958164"/>
                </a:cubicBezTo>
                <a:cubicBezTo>
                  <a:pt x="1951936" y="1912694"/>
                  <a:pt x="1958959" y="1915880"/>
                  <a:pt x="1858559" y="1867486"/>
                </a:cubicBezTo>
                <a:cubicBezTo>
                  <a:pt x="1842879" y="1824853"/>
                  <a:pt x="1924861" y="1738806"/>
                  <a:pt x="1766948" y="1746118"/>
                </a:cubicBezTo>
                <a:cubicBezTo>
                  <a:pt x="1677675" y="1687996"/>
                  <a:pt x="1796886" y="1658733"/>
                  <a:pt x="1742307" y="1617078"/>
                </a:cubicBezTo>
                <a:cubicBezTo>
                  <a:pt x="1518252" y="1531598"/>
                  <a:pt x="1654571" y="1536586"/>
                  <a:pt x="1526878" y="1452433"/>
                </a:cubicBezTo>
                <a:cubicBezTo>
                  <a:pt x="1447503" y="1415391"/>
                  <a:pt x="1469633" y="1485809"/>
                  <a:pt x="1352024" y="1439975"/>
                </a:cubicBezTo>
                <a:cubicBezTo>
                  <a:pt x="1289135" y="1467799"/>
                  <a:pt x="1340896" y="1583236"/>
                  <a:pt x="1172706" y="1552769"/>
                </a:cubicBezTo>
                <a:cubicBezTo>
                  <a:pt x="1181354" y="1643877"/>
                  <a:pt x="1126677" y="1716317"/>
                  <a:pt x="1041631" y="1636421"/>
                </a:cubicBezTo>
                <a:cubicBezTo>
                  <a:pt x="981955" y="1655927"/>
                  <a:pt x="966909" y="1674231"/>
                  <a:pt x="836519" y="1667873"/>
                </a:cubicBezTo>
                <a:cubicBezTo>
                  <a:pt x="599681" y="1600265"/>
                  <a:pt x="877981" y="1715702"/>
                  <a:pt x="264012" y="1598897"/>
                </a:cubicBezTo>
                <a:cubicBezTo>
                  <a:pt x="132643" y="1482092"/>
                  <a:pt x="82982" y="1445524"/>
                  <a:pt x="0" y="1158316"/>
                </a:cubicBezTo>
                <a:cubicBezTo>
                  <a:pt x="12566" y="882062"/>
                  <a:pt x="55633" y="623210"/>
                  <a:pt x="235878" y="436934"/>
                </a:cubicBezTo>
                <a:cubicBezTo>
                  <a:pt x="428909" y="189894"/>
                  <a:pt x="720205" y="53128"/>
                  <a:pt x="1030406" y="9115"/>
                </a:cubicBezTo>
                <a:close/>
              </a:path>
            </a:pathLst>
          </a:custGeom>
          <a:solidFill>
            <a:srgbClr val="ED7D31">
              <a:alpha val="2196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37018C-088B-94E7-279C-C661A2658BE4}"/>
              </a:ext>
            </a:extLst>
          </p:cNvPr>
          <p:cNvSpPr txBox="1"/>
          <p:nvPr/>
        </p:nvSpPr>
        <p:spPr>
          <a:xfrm>
            <a:off x="12779037" y="2804325"/>
            <a:ext cx="2281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7"/>
              </a:rPr>
              <a:t>Homo heidelbergensis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8135FF-EA3A-DEA2-6A86-9A02D96DF2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-5627298" y="583994"/>
            <a:ext cx="3250086" cy="206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95B3E3-9A01-EA19-C571-A2596F8FB63A}"/>
              </a:ext>
            </a:extLst>
          </p:cNvPr>
          <p:cNvSpPr txBox="1"/>
          <p:nvPr/>
        </p:nvSpPr>
        <p:spPr>
          <a:xfrm>
            <a:off x="-5672089" y="2754905"/>
            <a:ext cx="32948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dnalc.cshl.edu/view/15857-Homo-habilis-skull-side-view.html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E82CAF9-96A8-8A87-35F3-5DEC42063F86}"/>
              </a:ext>
            </a:extLst>
          </p:cNvPr>
          <p:cNvSpPr/>
          <p:nvPr/>
        </p:nvSpPr>
        <p:spPr>
          <a:xfrm rot="266392">
            <a:off x="-5561287" y="4646805"/>
            <a:ext cx="3162824" cy="1828023"/>
          </a:xfrm>
          <a:custGeom>
            <a:avLst/>
            <a:gdLst>
              <a:gd name="csX0" fmla="*/ 1442907 w 3370383"/>
              <a:gd name="csY0" fmla="*/ 0 h 1744448"/>
              <a:gd name="csX1" fmla="*/ 2885814 w 3370383"/>
              <a:gd name="csY1" fmla="*/ 675314 h 1744448"/>
              <a:gd name="csX2" fmla="*/ 2772423 w 3370383"/>
              <a:gd name="csY2" fmla="*/ 938177 h 1744448"/>
              <a:gd name="csX3" fmla="*/ 2747119 w 3370383"/>
              <a:gd name="csY3" fmla="*/ 959996 h 1744448"/>
              <a:gd name="csX4" fmla="*/ 2829245 w 3370383"/>
              <a:gd name="csY4" fmla="*/ 964807 h 1744448"/>
              <a:gd name="csX5" fmla="*/ 3370383 w 3370383"/>
              <a:gd name="csY5" fmla="*/ 1350627 h 1744448"/>
              <a:gd name="csX6" fmla="*/ 2692660 w 3370383"/>
              <a:gd name="csY6" fmla="*/ 1744448 h 1744448"/>
              <a:gd name="csX7" fmla="*/ 2014937 w 3370383"/>
              <a:gd name="csY7" fmla="*/ 1350627 h 1744448"/>
              <a:gd name="csX8" fmla="*/ 2025047 w 3370383"/>
              <a:gd name="csY8" fmla="*/ 1292352 h 1744448"/>
              <a:gd name="csX9" fmla="*/ 2004552 w 3370383"/>
              <a:gd name="csY9" fmla="*/ 1297559 h 1744448"/>
              <a:gd name="csX10" fmla="*/ 1442907 w 3370383"/>
              <a:gd name="csY10" fmla="*/ 1350628 h 1744448"/>
              <a:gd name="csX11" fmla="*/ 0 w 3370383"/>
              <a:gd name="csY11" fmla="*/ 675314 h 1744448"/>
              <a:gd name="csX12" fmla="*/ 1442907 w 3370383"/>
              <a:gd name="csY12" fmla="*/ 0 h 1744448"/>
              <a:gd name="csX0" fmla="*/ 1493788 w 3370464"/>
              <a:gd name="csY0" fmla="*/ 0 h 1922248"/>
              <a:gd name="csX1" fmla="*/ 2885895 w 3370464"/>
              <a:gd name="csY1" fmla="*/ 853114 h 1922248"/>
              <a:gd name="csX2" fmla="*/ 2772504 w 3370464"/>
              <a:gd name="csY2" fmla="*/ 1115977 h 1922248"/>
              <a:gd name="csX3" fmla="*/ 2747200 w 3370464"/>
              <a:gd name="csY3" fmla="*/ 1137796 h 1922248"/>
              <a:gd name="csX4" fmla="*/ 2829326 w 3370464"/>
              <a:gd name="csY4" fmla="*/ 1142607 h 1922248"/>
              <a:gd name="csX5" fmla="*/ 3370464 w 3370464"/>
              <a:gd name="csY5" fmla="*/ 1528427 h 1922248"/>
              <a:gd name="csX6" fmla="*/ 2692741 w 3370464"/>
              <a:gd name="csY6" fmla="*/ 1922248 h 1922248"/>
              <a:gd name="csX7" fmla="*/ 2015018 w 3370464"/>
              <a:gd name="csY7" fmla="*/ 1528427 h 1922248"/>
              <a:gd name="csX8" fmla="*/ 2025128 w 3370464"/>
              <a:gd name="csY8" fmla="*/ 1470152 h 1922248"/>
              <a:gd name="csX9" fmla="*/ 2004633 w 3370464"/>
              <a:gd name="csY9" fmla="*/ 1475359 h 1922248"/>
              <a:gd name="csX10" fmla="*/ 1442988 w 3370464"/>
              <a:gd name="csY10" fmla="*/ 1528428 h 1922248"/>
              <a:gd name="csX11" fmla="*/ 81 w 3370464"/>
              <a:gd name="csY11" fmla="*/ 853114 h 1922248"/>
              <a:gd name="csX12" fmla="*/ 1493788 w 3370464"/>
              <a:gd name="csY12" fmla="*/ 0 h 1922248"/>
              <a:gd name="csX0" fmla="*/ 1341413 w 3218089"/>
              <a:gd name="csY0" fmla="*/ 78 h 1922326"/>
              <a:gd name="csX1" fmla="*/ 2733520 w 3218089"/>
              <a:gd name="csY1" fmla="*/ 853192 h 1922326"/>
              <a:gd name="csX2" fmla="*/ 2620129 w 3218089"/>
              <a:gd name="csY2" fmla="*/ 1116055 h 1922326"/>
              <a:gd name="csX3" fmla="*/ 2594825 w 3218089"/>
              <a:gd name="csY3" fmla="*/ 1137874 h 1922326"/>
              <a:gd name="csX4" fmla="*/ 2676951 w 3218089"/>
              <a:gd name="csY4" fmla="*/ 1142685 h 1922326"/>
              <a:gd name="csX5" fmla="*/ 3218089 w 3218089"/>
              <a:gd name="csY5" fmla="*/ 1528505 h 1922326"/>
              <a:gd name="csX6" fmla="*/ 2540366 w 3218089"/>
              <a:gd name="csY6" fmla="*/ 1922326 h 1922326"/>
              <a:gd name="csX7" fmla="*/ 1862643 w 3218089"/>
              <a:gd name="csY7" fmla="*/ 1528505 h 1922326"/>
              <a:gd name="csX8" fmla="*/ 1872753 w 3218089"/>
              <a:gd name="csY8" fmla="*/ 1470230 h 1922326"/>
              <a:gd name="csX9" fmla="*/ 1852258 w 3218089"/>
              <a:gd name="csY9" fmla="*/ 1475437 h 1922326"/>
              <a:gd name="csX10" fmla="*/ 1290613 w 3218089"/>
              <a:gd name="csY10" fmla="*/ 1528506 h 1922326"/>
              <a:gd name="csX11" fmla="*/ 106 w 3218089"/>
              <a:gd name="csY11" fmla="*/ 903992 h 1922326"/>
              <a:gd name="csX12" fmla="*/ 1341413 w 3218089"/>
              <a:gd name="csY12" fmla="*/ 78 h 1922326"/>
              <a:gd name="csX0" fmla="*/ 1480745 w 3357421"/>
              <a:gd name="csY0" fmla="*/ 78 h 1922326"/>
              <a:gd name="csX1" fmla="*/ 2872852 w 3357421"/>
              <a:gd name="csY1" fmla="*/ 853192 h 1922326"/>
              <a:gd name="csX2" fmla="*/ 2759461 w 3357421"/>
              <a:gd name="csY2" fmla="*/ 1116055 h 1922326"/>
              <a:gd name="csX3" fmla="*/ 2734157 w 3357421"/>
              <a:gd name="csY3" fmla="*/ 1137874 h 1922326"/>
              <a:gd name="csX4" fmla="*/ 2816283 w 3357421"/>
              <a:gd name="csY4" fmla="*/ 1142685 h 1922326"/>
              <a:gd name="csX5" fmla="*/ 3357421 w 3357421"/>
              <a:gd name="csY5" fmla="*/ 1528505 h 1922326"/>
              <a:gd name="csX6" fmla="*/ 2679698 w 3357421"/>
              <a:gd name="csY6" fmla="*/ 1922326 h 1922326"/>
              <a:gd name="csX7" fmla="*/ 2001975 w 3357421"/>
              <a:gd name="csY7" fmla="*/ 1528505 h 1922326"/>
              <a:gd name="csX8" fmla="*/ 2012085 w 3357421"/>
              <a:gd name="csY8" fmla="*/ 1470230 h 1922326"/>
              <a:gd name="csX9" fmla="*/ 1991590 w 3357421"/>
              <a:gd name="csY9" fmla="*/ 1475437 h 1922326"/>
              <a:gd name="csX10" fmla="*/ 1429945 w 3357421"/>
              <a:gd name="csY10" fmla="*/ 1528506 h 1922326"/>
              <a:gd name="csX11" fmla="*/ 187559 w 3357421"/>
              <a:gd name="csY11" fmla="*/ 1654399 h 1922326"/>
              <a:gd name="csX12" fmla="*/ 139438 w 3357421"/>
              <a:gd name="csY12" fmla="*/ 903992 h 1922326"/>
              <a:gd name="csX13" fmla="*/ 1480745 w 3357421"/>
              <a:gd name="csY13" fmla="*/ 78 h 192232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01975 w 3357421"/>
              <a:gd name="csY7" fmla="*/ 1528505 h 1928556"/>
              <a:gd name="csX8" fmla="*/ 2012085 w 3357421"/>
              <a:gd name="csY8" fmla="*/ 1470230 h 1928556"/>
              <a:gd name="csX9" fmla="*/ 1991590 w 3357421"/>
              <a:gd name="csY9" fmla="*/ 1475437 h 1928556"/>
              <a:gd name="csX10" fmla="*/ 1245795 w 3357421"/>
              <a:gd name="csY10" fmla="*/ 1928556 h 1928556"/>
              <a:gd name="csX11" fmla="*/ 187559 w 3357421"/>
              <a:gd name="csY11" fmla="*/ 1654399 h 1928556"/>
              <a:gd name="csX12" fmla="*/ 139438 w 3357421"/>
              <a:gd name="csY12" fmla="*/ 903992 h 1928556"/>
              <a:gd name="csX13" fmla="*/ 1480745 w 3357421"/>
              <a:gd name="csY13" fmla="*/ 78 h 192855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01975 w 3357421"/>
              <a:gd name="csY7" fmla="*/ 1528505 h 1928556"/>
              <a:gd name="csX8" fmla="*/ 2012085 w 3357421"/>
              <a:gd name="csY8" fmla="*/ 1470230 h 1928556"/>
              <a:gd name="csX9" fmla="*/ 1245795 w 3357421"/>
              <a:gd name="csY9" fmla="*/ 1928556 h 1928556"/>
              <a:gd name="csX10" fmla="*/ 187559 w 3357421"/>
              <a:gd name="csY10" fmla="*/ 1654399 h 1928556"/>
              <a:gd name="csX11" fmla="*/ 139438 w 3357421"/>
              <a:gd name="csY11" fmla="*/ 903992 h 1928556"/>
              <a:gd name="csX12" fmla="*/ 1480745 w 3357421"/>
              <a:gd name="csY12" fmla="*/ 78 h 192855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01975 w 3357421"/>
              <a:gd name="csY7" fmla="*/ 1528505 h 1928556"/>
              <a:gd name="csX8" fmla="*/ 1859685 w 3357421"/>
              <a:gd name="csY8" fmla="*/ 1730580 h 1928556"/>
              <a:gd name="csX9" fmla="*/ 1245795 w 3357421"/>
              <a:gd name="csY9" fmla="*/ 1928556 h 1928556"/>
              <a:gd name="csX10" fmla="*/ 187559 w 3357421"/>
              <a:gd name="csY10" fmla="*/ 1654399 h 1928556"/>
              <a:gd name="csX11" fmla="*/ 139438 w 3357421"/>
              <a:gd name="csY11" fmla="*/ 903992 h 1928556"/>
              <a:gd name="csX12" fmla="*/ 1480745 w 3357421"/>
              <a:gd name="csY12" fmla="*/ 78 h 192855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46425 w 3357421"/>
              <a:gd name="csY7" fmla="*/ 1611055 h 1928556"/>
              <a:gd name="csX8" fmla="*/ 1859685 w 3357421"/>
              <a:gd name="csY8" fmla="*/ 1730580 h 1928556"/>
              <a:gd name="csX9" fmla="*/ 1245795 w 3357421"/>
              <a:gd name="csY9" fmla="*/ 1928556 h 1928556"/>
              <a:gd name="csX10" fmla="*/ 187559 w 3357421"/>
              <a:gd name="csY10" fmla="*/ 1654399 h 1928556"/>
              <a:gd name="csX11" fmla="*/ 139438 w 3357421"/>
              <a:gd name="csY11" fmla="*/ 903992 h 1928556"/>
              <a:gd name="csX12" fmla="*/ 1480745 w 3357421"/>
              <a:gd name="csY12" fmla="*/ 78 h 1928556"/>
              <a:gd name="csX0" fmla="*/ 1480745 w 3230421"/>
              <a:gd name="csY0" fmla="*/ 78 h 1928556"/>
              <a:gd name="csX1" fmla="*/ 2872852 w 3230421"/>
              <a:gd name="csY1" fmla="*/ 853192 h 1928556"/>
              <a:gd name="csX2" fmla="*/ 2759461 w 3230421"/>
              <a:gd name="csY2" fmla="*/ 1116055 h 1928556"/>
              <a:gd name="csX3" fmla="*/ 2734157 w 3230421"/>
              <a:gd name="csY3" fmla="*/ 1137874 h 1928556"/>
              <a:gd name="csX4" fmla="*/ 2816283 w 3230421"/>
              <a:gd name="csY4" fmla="*/ 1142685 h 1928556"/>
              <a:gd name="csX5" fmla="*/ 3230421 w 3230421"/>
              <a:gd name="csY5" fmla="*/ 1585655 h 1928556"/>
              <a:gd name="csX6" fmla="*/ 2679698 w 3230421"/>
              <a:gd name="csY6" fmla="*/ 1922326 h 1928556"/>
              <a:gd name="csX7" fmla="*/ 2046425 w 3230421"/>
              <a:gd name="csY7" fmla="*/ 1611055 h 1928556"/>
              <a:gd name="csX8" fmla="*/ 1859685 w 3230421"/>
              <a:gd name="csY8" fmla="*/ 1730580 h 1928556"/>
              <a:gd name="csX9" fmla="*/ 1245795 w 3230421"/>
              <a:gd name="csY9" fmla="*/ 1928556 h 1928556"/>
              <a:gd name="csX10" fmla="*/ 187559 w 3230421"/>
              <a:gd name="csY10" fmla="*/ 1654399 h 1928556"/>
              <a:gd name="csX11" fmla="*/ 139438 w 3230421"/>
              <a:gd name="csY11" fmla="*/ 903992 h 1928556"/>
              <a:gd name="csX12" fmla="*/ 1480745 w 3230421"/>
              <a:gd name="csY12" fmla="*/ 78 h 1928556"/>
              <a:gd name="csX0" fmla="*/ 1480745 w 3366119"/>
              <a:gd name="csY0" fmla="*/ 78 h 1928556"/>
              <a:gd name="csX1" fmla="*/ 2872852 w 3366119"/>
              <a:gd name="csY1" fmla="*/ 853192 h 1928556"/>
              <a:gd name="csX2" fmla="*/ 2759461 w 3366119"/>
              <a:gd name="csY2" fmla="*/ 1116055 h 1928556"/>
              <a:gd name="csX3" fmla="*/ 2734157 w 3366119"/>
              <a:gd name="csY3" fmla="*/ 1137874 h 1928556"/>
              <a:gd name="csX4" fmla="*/ 2816283 w 3366119"/>
              <a:gd name="csY4" fmla="*/ 1142685 h 1928556"/>
              <a:gd name="csX5" fmla="*/ 3230421 w 3366119"/>
              <a:gd name="csY5" fmla="*/ 1585655 h 1928556"/>
              <a:gd name="csX6" fmla="*/ 3330809 w 3366119"/>
              <a:gd name="csY6" fmla="*/ 1781399 h 1928556"/>
              <a:gd name="csX7" fmla="*/ 2679698 w 3366119"/>
              <a:gd name="csY7" fmla="*/ 1922326 h 1928556"/>
              <a:gd name="csX8" fmla="*/ 2046425 w 3366119"/>
              <a:gd name="csY8" fmla="*/ 1611055 h 1928556"/>
              <a:gd name="csX9" fmla="*/ 1859685 w 3366119"/>
              <a:gd name="csY9" fmla="*/ 1730580 h 1928556"/>
              <a:gd name="csX10" fmla="*/ 1245795 w 3366119"/>
              <a:gd name="csY10" fmla="*/ 1928556 h 1928556"/>
              <a:gd name="csX11" fmla="*/ 187559 w 3366119"/>
              <a:gd name="csY11" fmla="*/ 1654399 h 1928556"/>
              <a:gd name="csX12" fmla="*/ 139438 w 3366119"/>
              <a:gd name="csY12" fmla="*/ 903992 h 1928556"/>
              <a:gd name="csX13" fmla="*/ 1480745 w 3366119"/>
              <a:gd name="csY13" fmla="*/ 78 h 1928556"/>
              <a:gd name="csX0" fmla="*/ 1480745 w 3366119"/>
              <a:gd name="csY0" fmla="*/ 78 h 1928556"/>
              <a:gd name="csX1" fmla="*/ 2872852 w 3366119"/>
              <a:gd name="csY1" fmla="*/ 853192 h 1928556"/>
              <a:gd name="csX2" fmla="*/ 2759461 w 3366119"/>
              <a:gd name="csY2" fmla="*/ 1116055 h 1928556"/>
              <a:gd name="csX3" fmla="*/ 2734157 w 3366119"/>
              <a:gd name="csY3" fmla="*/ 1137874 h 1928556"/>
              <a:gd name="csX4" fmla="*/ 2816283 w 3366119"/>
              <a:gd name="csY4" fmla="*/ 1142685 h 1928556"/>
              <a:gd name="csX5" fmla="*/ 3230421 w 3366119"/>
              <a:gd name="csY5" fmla="*/ 1585655 h 1928556"/>
              <a:gd name="csX6" fmla="*/ 3330809 w 3366119"/>
              <a:gd name="csY6" fmla="*/ 1781399 h 1928556"/>
              <a:gd name="csX7" fmla="*/ 2311398 w 3366119"/>
              <a:gd name="csY7" fmla="*/ 1890576 h 1928556"/>
              <a:gd name="csX8" fmla="*/ 2046425 w 3366119"/>
              <a:gd name="csY8" fmla="*/ 1611055 h 1928556"/>
              <a:gd name="csX9" fmla="*/ 1859685 w 3366119"/>
              <a:gd name="csY9" fmla="*/ 1730580 h 1928556"/>
              <a:gd name="csX10" fmla="*/ 1245795 w 3366119"/>
              <a:gd name="csY10" fmla="*/ 1928556 h 1928556"/>
              <a:gd name="csX11" fmla="*/ 187559 w 3366119"/>
              <a:gd name="csY11" fmla="*/ 1654399 h 1928556"/>
              <a:gd name="csX12" fmla="*/ 139438 w 3366119"/>
              <a:gd name="csY12" fmla="*/ 903992 h 1928556"/>
              <a:gd name="csX13" fmla="*/ 1480745 w 3366119"/>
              <a:gd name="csY13" fmla="*/ 78 h 1928556"/>
              <a:gd name="csX0" fmla="*/ 1480745 w 3346074"/>
              <a:gd name="csY0" fmla="*/ 78 h 1933099"/>
              <a:gd name="csX1" fmla="*/ 2872852 w 3346074"/>
              <a:gd name="csY1" fmla="*/ 853192 h 1933099"/>
              <a:gd name="csX2" fmla="*/ 2759461 w 3346074"/>
              <a:gd name="csY2" fmla="*/ 1116055 h 1933099"/>
              <a:gd name="csX3" fmla="*/ 2734157 w 3346074"/>
              <a:gd name="csY3" fmla="*/ 1137874 h 1933099"/>
              <a:gd name="csX4" fmla="*/ 2816283 w 3346074"/>
              <a:gd name="csY4" fmla="*/ 1142685 h 1933099"/>
              <a:gd name="csX5" fmla="*/ 3230421 w 3346074"/>
              <a:gd name="csY5" fmla="*/ 1585655 h 1933099"/>
              <a:gd name="csX6" fmla="*/ 3330809 w 3346074"/>
              <a:gd name="csY6" fmla="*/ 1781399 h 1933099"/>
              <a:gd name="csX7" fmla="*/ 3114909 w 3346074"/>
              <a:gd name="csY7" fmla="*/ 1921099 h 1933099"/>
              <a:gd name="csX8" fmla="*/ 2311398 w 3346074"/>
              <a:gd name="csY8" fmla="*/ 1890576 h 1933099"/>
              <a:gd name="csX9" fmla="*/ 2046425 w 3346074"/>
              <a:gd name="csY9" fmla="*/ 1611055 h 1933099"/>
              <a:gd name="csX10" fmla="*/ 1859685 w 3346074"/>
              <a:gd name="csY10" fmla="*/ 1730580 h 1933099"/>
              <a:gd name="csX11" fmla="*/ 1245795 w 3346074"/>
              <a:gd name="csY11" fmla="*/ 1928556 h 1933099"/>
              <a:gd name="csX12" fmla="*/ 187559 w 3346074"/>
              <a:gd name="csY12" fmla="*/ 1654399 h 1933099"/>
              <a:gd name="csX13" fmla="*/ 139438 w 3346074"/>
              <a:gd name="csY13" fmla="*/ 903992 h 1933099"/>
              <a:gd name="csX14" fmla="*/ 1480745 w 3346074"/>
              <a:gd name="csY14" fmla="*/ 78 h 1933099"/>
              <a:gd name="csX0" fmla="*/ 1480745 w 3342488"/>
              <a:gd name="csY0" fmla="*/ 78 h 1933099"/>
              <a:gd name="csX1" fmla="*/ 2872852 w 3342488"/>
              <a:gd name="csY1" fmla="*/ 853192 h 1933099"/>
              <a:gd name="csX2" fmla="*/ 2759461 w 3342488"/>
              <a:gd name="csY2" fmla="*/ 1116055 h 1933099"/>
              <a:gd name="csX3" fmla="*/ 2734157 w 3342488"/>
              <a:gd name="csY3" fmla="*/ 1137874 h 1933099"/>
              <a:gd name="csX4" fmla="*/ 3025833 w 3342488"/>
              <a:gd name="csY4" fmla="*/ 1250635 h 1933099"/>
              <a:gd name="csX5" fmla="*/ 3230421 w 3342488"/>
              <a:gd name="csY5" fmla="*/ 1585655 h 1933099"/>
              <a:gd name="csX6" fmla="*/ 3330809 w 3342488"/>
              <a:gd name="csY6" fmla="*/ 1781399 h 1933099"/>
              <a:gd name="csX7" fmla="*/ 3114909 w 3342488"/>
              <a:gd name="csY7" fmla="*/ 1921099 h 1933099"/>
              <a:gd name="csX8" fmla="*/ 2311398 w 3342488"/>
              <a:gd name="csY8" fmla="*/ 1890576 h 1933099"/>
              <a:gd name="csX9" fmla="*/ 2046425 w 3342488"/>
              <a:gd name="csY9" fmla="*/ 1611055 h 1933099"/>
              <a:gd name="csX10" fmla="*/ 1859685 w 3342488"/>
              <a:gd name="csY10" fmla="*/ 1730580 h 1933099"/>
              <a:gd name="csX11" fmla="*/ 1245795 w 3342488"/>
              <a:gd name="csY11" fmla="*/ 1928556 h 1933099"/>
              <a:gd name="csX12" fmla="*/ 187559 w 3342488"/>
              <a:gd name="csY12" fmla="*/ 1654399 h 1933099"/>
              <a:gd name="csX13" fmla="*/ 139438 w 3342488"/>
              <a:gd name="csY13" fmla="*/ 903992 h 1933099"/>
              <a:gd name="csX14" fmla="*/ 1480745 w 3342488"/>
              <a:gd name="csY14" fmla="*/ 78 h 1933099"/>
              <a:gd name="csX0" fmla="*/ 1480745 w 3342488"/>
              <a:gd name="csY0" fmla="*/ 78 h 1933099"/>
              <a:gd name="csX1" fmla="*/ 2872852 w 3342488"/>
              <a:gd name="csY1" fmla="*/ 853192 h 1933099"/>
              <a:gd name="csX2" fmla="*/ 2759461 w 3342488"/>
              <a:gd name="csY2" fmla="*/ 1116055 h 1933099"/>
              <a:gd name="csX3" fmla="*/ 3077057 w 3342488"/>
              <a:gd name="csY3" fmla="*/ 1055324 h 1933099"/>
              <a:gd name="csX4" fmla="*/ 3025833 w 3342488"/>
              <a:gd name="csY4" fmla="*/ 1250635 h 1933099"/>
              <a:gd name="csX5" fmla="*/ 3230421 w 3342488"/>
              <a:gd name="csY5" fmla="*/ 1585655 h 1933099"/>
              <a:gd name="csX6" fmla="*/ 3330809 w 3342488"/>
              <a:gd name="csY6" fmla="*/ 1781399 h 1933099"/>
              <a:gd name="csX7" fmla="*/ 3114909 w 3342488"/>
              <a:gd name="csY7" fmla="*/ 1921099 h 1933099"/>
              <a:gd name="csX8" fmla="*/ 2311398 w 3342488"/>
              <a:gd name="csY8" fmla="*/ 1890576 h 1933099"/>
              <a:gd name="csX9" fmla="*/ 2046425 w 3342488"/>
              <a:gd name="csY9" fmla="*/ 1611055 h 1933099"/>
              <a:gd name="csX10" fmla="*/ 1859685 w 3342488"/>
              <a:gd name="csY10" fmla="*/ 1730580 h 1933099"/>
              <a:gd name="csX11" fmla="*/ 1245795 w 3342488"/>
              <a:gd name="csY11" fmla="*/ 1928556 h 1933099"/>
              <a:gd name="csX12" fmla="*/ 187559 w 3342488"/>
              <a:gd name="csY12" fmla="*/ 1654399 h 1933099"/>
              <a:gd name="csX13" fmla="*/ 139438 w 3342488"/>
              <a:gd name="csY13" fmla="*/ 903992 h 1933099"/>
              <a:gd name="csX14" fmla="*/ 1480745 w 3342488"/>
              <a:gd name="csY14" fmla="*/ 78 h 1933099"/>
              <a:gd name="csX0" fmla="*/ 1480745 w 3342488"/>
              <a:gd name="csY0" fmla="*/ 12861 h 1945882"/>
              <a:gd name="csX1" fmla="*/ 2809352 w 3342488"/>
              <a:gd name="csY1" fmla="*/ 434175 h 1945882"/>
              <a:gd name="csX2" fmla="*/ 2759461 w 3342488"/>
              <a:gd name="csY2" fmla="*/ 1128838 h 1945882"/>
              <a:gd name="csX3" fmla="*/ 3077057 w 3342488"/>
              <a:gd name="csY3" fmla="*/ 1068107 h 1945882"/>
              <a:gd name="csX4" fmla="*/ 3025833 w 3342488"/>
              <a:gd name="csY4" fmla="*/ 1263418 h 1945882"/>
              <a:gd name="csX5" fmla="*/ 3230421 w 3342488"/>
              <a:gd name="csY5" fmla="*/ 1598438 h 1945882"/>
              <a:gd name="csX6" fmla="*/ 3330809 w 3342488"/>
              <a:gd name="csY6" fmla="*/ 1794182 h 1945882"/>
              <a:gd name="csX7" fmla="*/ 3114909 w 3342488"/>
              <a:gd name="csY7" fmla="*/ 1933882 h 1945882"/>
              <a:gd name="csX8" fmla="*/ 2311398 w 3342488"/>
              <a:gd name="csY8" fmla="*/ 1903359 h 1945882"/>
              <a:gd name="csX9" fmla="*/ 2046425 w 3342488"/>
              <a:gd name="csY9" fmla="*/ 1623838 h 1945882"/>
              <a:gd name="csX10" fmla="*/ 1859685 w 3342488"/>
              <a:gd name="csY10" fmla="*/ 1743363 h 1945882"/>
              <a:gd name="csX11" fmla="*/ 1245795 w 3342488"/>
              <a:gd name="csY11" fmla="*/ 1941339 h 1945882"/>
              <a:gd name="csX12" fmla="*/ 187559 w 3342488"/>
              <a:gd name="csY12" fmla="*/ 1667182 h 1945882"/>
              <a:gd name="csX13" fmla="*/ 139438 w 3342488"/>
              <a:gd name="csY13" fmla="*/ 916775 h 1945882"/>
              <a:gd name="csX14" fmla="*/ 1480745 w 3342488"/>
              <a:gd name="csY14" fmla="*/ 12861 h 1945882"/>
              <a:gd name="csX0" fmla="*/ 1480745 w 3342488"/>
              <a:gd name="csY0" fmla="*/ 11887 h 1944908"/>
              <a:gd name="csX1" fmla="*/ 2809352 w 3342488"/>
              <a:gd name="csY1" fmla="*/ 433201 h 1944908"/>
              <a:gd name="csX2" fmla="*/ 2791211 w 3342488"/>
              <a:gd name="csY2" fmla="*/ 931014 h 1944908"/>
              <a:gd name="csX3" fmla="*/ 3077057 w 3342488"/>
              <a:gd name="csY3" fmla="*/ 1067133 h 1944908"/>
              <a:gd name="csX4" fmla="*/ 3025833 w 3342488"/>
              <a:gd name="csY4" fmla="*/ 1262444 h 1944908"/>
              <a:gd name="csX5" fmla="*/ 3230421 w 3342488"/>
              <a:gd name="csY5" fmla="*/ 1597464 h 1944908"/>
              <a:gd name="csX6" fmla="*/ 3330809 w 3342488"/>
              <a:gd name="csY6" fmla="*/ 1793208 h 1944908"/>
              <a:gd name="csX7" fmla="*/ 3114909 w 3342488"/>
              <a:gd name="csY7" fmla="*/ 1932908 h 1944908"/>
              <a:gd name="csX8" fmla="*/ 2311398 w 3342488"/>
              <a:gd name="csY8" fmla="*/ 1902385 h 1944908"/>
              <a:gd name="csX9" fmla="*/ 2046425 w 3342488"/>
              <a:gd name="csY9" fmla="*/ 1622864 h 1944908"/>
              <a:gd name="csX10" fmla="*/ 1859685 w 3342488"/>
              <a:gd name="csY10" fmla="*/ 1742389 h 1944908"/>
              <a:gd name="csX11" fmla="*/ 1245795 w 3342488"/>
              <a:gd name="csY11" fmla="*/ 1940365 h 1944908"/>
              <a:gd name="csX12" fmla="*/ 187559 w 3342488"/>
              <a:gd name="csY12" fmla="*/ 1666208 h 1944908"/>
              <a:gd name="csX13" fmla="*/ 139438 w 3342488"/>
              <a:gd name="csY13" fmla="*/ 915801 h 1944908"/>
              <a:gd name="csX14" fmla="*/ 1480745 w 3342488"/>
              <a:gd name="csY14" fmla="*/ 11887 h 1944908"/>
              <a:gd name="csX0" fmla="*/ 1480745 w 3342488"/>
              <a:gd name="csY0" fmla="*/ 62459 h 1995480"/>
              <a:gd name="csX1" fmla="*/ 2289409 w 3342488"/>
              <a:gd name="csY1" fmla="*/ 122930 h 1995480"/>
              <a:gd name="csX2" fmla="*/ 2809352 w 3342488"/>
              <a:gd name="csY2" fmla="*/ 483773 h 1995480"/>
              <a:gd name="csX3" fmla="*/ 2791211 w 3342488"/>
              <a:gd name="csY3" fmla="*/ 981586 h 1995480"/>
              <a:gd name="csX4" fmla="*/ 3077057 w 3342488"/>
              <a:gd name="csY4" fmla="*/ 1117705 h 1995480"/>
              <a:gd name="csX5" fmla="*/ 3025833 w 3342488"/>
              <a:gd name="csY5" fmla="*/ 1313016 h 1995480"/>
              <a:gd name="csX6" fmla="*/ 3230421 w 3342488"/>
              <a:gd name="csY6" fmla="*/ 1648036 h 1995480"/>
              <a:gd name="csX7" fmla="*/ 3330809 w 3342488"/>
              <a:gd name="csY7" fmla="*/ 1843780 h 1995480"/>
              <a:gd name="csX8" fmla="*/ 3114909 w 3342488"/>
              <a:gd name="csY8" fmla="*/ 1983480 h 1995480"/>
              <a:gd name="csX9" fmla="*/ 2311398 w 3342488"/>
              <a:gd name="csY9" fmla="*/ 1952957 h 1995480"/>
              <a:gd name="csX10" fmla="*/ 2046425 w 3342488"/>
              <a:gd name="csY10" fmla="*/ 1673436 h 1995480"/>
              <a:gd name="csX11" fmla="*/ 1859685 w 3342488"/>
              <a:gd name="csY11" fmla="*/ 1792961 h 1995480"/>
              <a:gd name="csX12" fmla="*/ 1245795 w 3342488"/>
              <a:gd name="csY12" fmla="*/ 1990937 h 1995480"/>
              <a:gd name="csX13" fmla="*/ 187559 w 3342488"/>
              <a:gd name="csY13" fmla="*/ 1716780 h 1995480"/>
              <a:gd name="csX14" fmla="*/ 139438 w 3342488"/>
              <a:gd name="csY14" fmla="*/ 966373 h 1995480"/>
              <a:gd name="csX15" fmla="*/ 1480745 w 3342488"/>
              <a:gd name="csY15" fmla="*/ 62459 h 1995480"/>
              <a:gd name="csX0" fmla="*/ 1429266 w 3291009"/>
              <a:gd name="csY0" fmla="*/ 10484 h 1943505"/>
              <a:gd name="csX1" fmla="*/ 2237930 w 3291009"/>
              <a:gd name="csY1" fmla="*/ 70955 h 1943505"/>
              <a:gd name="csX2" fmla="*/ 2757873 w 3291009"/>
              <a:gd name="csY2" fmla="*/ 431798 h 1943505"/>
              <a:gd name="csX3" fmla="*/ 2739732 w 3291009"/>
              <a:gd name="csY3" fmla="*/ 929611 h 1943505"/>
              <a:gd name="csX4" fmla="*/ 3025578 w 3291009"/>
              <a:gd name="csY4" fmla="*/ 1065730 h 1943505"/>
              <a:gd name="csX5" fmla="*/ 2974354 w 3291009"/>
              <a:gd name="csY5" fmla="*/ 1261041 h 1943505"/>
              <a:gd name="csX6" fmla="*/ 3178942 w 3291009"/>
              <a:gd name="csY6" fmla="*/ 1596061 h 1943505"/>
              <a:gd name="csX7" fmla="*/ 3279330 w 3291009"/>
              <a:gd name="csY7" fmla="*/ 1791805 h 1943505"/>
              <a:gd name="csX8" fmla="*/ 3063430 w 3291009"/>
              <a:gd name="csY8" fmla="*/ 1931505 h 1943505"/>
              <a:gd name="csX9" fmla="*/ 2259919 w 3291009"/>
              <a:gd name="csY9" fmla="*/ 1900982 h 1943505"/>
              <a:gd name="csX10" fmla="*/ 1994946 w 3291009"/>
              <a:gd name="csY10" fmla="*/ 1621461 h 1943505"/>
              <a:gd name="csX11" fmla="*/ 1808206 w 3291009"/>
              <a:gd name="csY11" fmla="*/ 1740986 h 1943505"/>
              <a:gd name="csX12" fmla="*/ 1194316 w 3291009"/>
              <a:gd name="csY12" fmla="*/ 1938962 h 1943505"/>
              <a:gd name="csX13" fmla="*/ 136080 w 3291009"/>
              <a:gd name="csY13" fmla="*/ 1664805 h 1943505"/>
              <a:gd name="csX14" fmla="*/ 87959 w 3291009"/>
              <a:gd name="csY14" fmla="*/ 914398 h 1943505"/>
              <a:gd name="csX15" fmla="*/ 631380 w 3291009"/>
              <a:gd name="csY15" fmla="*/ 210655 h 1943505"/>
              <a:gd name="csX16" fmla="*/ 1429266 w 3291009"/>
              <a:gd name="csY16" fmla="*/ 10484 h 1943505"/>
              <a:gd name="csX0" fmla="*/ 1438385 w 3300128"/>
              <a:gd name="csY0" fmla="*/ 10484 h 1943505"/>
              <a:gd name="csX1" fmla="*/ 2247049 w 3300128"/>
              <a:gd name="csY1" fmla="*/ 70955 h 1943505"/>
              <a:gd name="csX2" fmla="*/ 2766992 w 3300128"/>
              <a:gd name="csY2" fmla="*/ 431798 h 1943505"/>
              <a:gd name="csX3" fmla="*/ 2748851 w 3300128"/>
              <a:gd name="csY3" fmla="*/ 929611 h 1943505"/>
              <a:gd name="csX4" fmla="*/ 3034697 w 3300128"/>
              <a:gd name="csY4" fmla="*/ 1065730 h 1943505"/>
              <a:gd name="csX5" fmla="*/ 2983473 w 3300128"/>
              <a:gd name="csY5" fmla="*/ 1261041 h 1943505"/>
              <a:gd name="csX6" fmla="*/ 3188061 w 3300128"/>
              <a:gd name="csY6" fmla="*/ 1596061 h 1943505"/>
              <a:gd name="csX7" fmla="*/ 3288449 w 3300128"/>
              <a:gd name="csY7" fmla="*/ 1791805 h 1943505"/>
              <a:gd name="csX8" fmla="*/ 3072549 w 3300128"/>
              <a:gd name="csY8" fmla="*/ 1931505 h 1943505"/>
              <a:gd name="csX9" fmla="*/ 2269038 w 3300128"/>
              <a:gd name="csY9" fmla="*/ 1900982 h 1943505"/>
              <a:gd name="csX10" fmla="*/ 2004065 w 3300128"/>
              <a:gd name="csY10" fmla="*/ 1621461 h 1943505"/>
              <a:gd name="csX11" fmla="*/ 1817325 w 3300128"/>
              <a:gd name="csY11" fmla="*/ 1740986 h 1943505"/>
              <a:gd name="csX12" fmla="*/ 1203435 w 3300128"/>
              <a:gd name="csY12" fmla="*/ 1938962 h 1943505"/>
              <a:gd name="csX13" fmla="*/ 145199 w 3300128"/>
              <a:gd name="csY13" fmla="*/ 1664805 h 1943505"/>
              <a:gd name="csX14" fmla="*/ 78028 w 3300128"/>
              <a:gd name="csY14" fmla="*/ 914398 h 1943505"/>
              <a:gd name="csX15" fmla="*/ 640499 w 3300128"/>
              <a:gd name="csY15" fmla="*/ 210655 h 1943505"/>
              <a:gd name="csX16" fmla="*/ 1438385 w 3300128"/>
              <a:gd name="csY16" fmla="*/ 10484 h 1943505"/>
              <a:gd name="csX0" fmla="*/ 1436025 w 3297768"/>
              <a:gd name="csY0" fmla="*/ 10484 h 1943505"/>
              <a:gd name="csX1" fmla="*/ 2244689 w 3297768"/>
              <a:gd name="csY1" fmla="*/ 70955 h 1943505"/>
              <a:gd name="csX2" fmla="*/ 2764632 w 3297768"/>
              <a:gd name="csY2" fmla="*/ 431798 h 1943505"/>
              <a:gd name="csX3" fmla="*/ 2746491 w 3297768"/>
              <a:gd name="csY3" fmla="*/ 929611 h 1943505"/>
              <a:gd name="csX4" fmla="*/ 3032337 w 3297768"/>
              <a:gd name="csY4" fmla="*/ 1065730 h 1943505"/>
              <a:gd name="csX5" fmla="*/ 2981113 w 3297768"/>
              <a:gd name="csY5" fmla="*/ 1261041 h 1943505"/>
              <a:gd name="csX6" fmla="*/ 3185701 w 3297768"/>
              <a:gd name="csY6" fmla="*/ 1596061 h 1943505"/>
              <a:gd name="csX7" fmla="*/ 3286089 w 3297768"/>
              <a:gd name="csY7" fmla="*/ 1791805 h 1943505"/>
              <a:gd name="csX8" fmla="*/ 3070189 w 3297768"/>
              <a:gd name="csY8" fmla="*/ 1931505 h 1943505"/>
              <a:gd name="csX9" fmla="*/ 2266678 w 3297768"/>
              <a:gd name="csY9" fmla="*/ 1900982 h 1943505"/>
              <a:gd name="csX10" fmla="*/ 2001705 w 3297768"/>
              <a:gd name="csY10" fmla="*/ 1621461 h 1943505"/>
              <a:gd name="csX11" fmla="*/ 1814965 w 3297768"/>
              <a:gd name="csY11" fmla="*/ 1740986 h 1943505"/>
              <a:gd name="csX12" fmla="*/ 1201075 w 3297768"/>
              <a:gd name="csY12" fmla="*/ 1938962 h 1943505"/>
              <a:gd name="csX13" fmla="*/ 142839 w 3297768"/>
              <a:gd name="csY13" fmla="*/ 1664805 h 1943505"/>
              <a:gd name="csX14" fmla="*/ 75668 w 3297768"/>
              <a:gd name="csY14" fmla="*/ 914398 h 1943505"/>
              <a:gd name="csX15" fmla="*/ 638139 w 3297768"/>
              <a:gd name="csY15" fmla="*/ 210655 h 1943505"/>
              <a:gd name="csX16" fmla="*/ 1436025 w 3297768"/>
              <a:gd name="csY16" fmla="*/ 10484 h 1943505"/>
              <a:gd name="csX0" fmla="*/ 1436025 w 3297768"/>
              <a:gd name="csY0" fmla="*/ 10484 h 1943505"/>
              <a:gd name="csX1" fmla="*/ 2244689 w 3297768"/>
              <a:gd name="csY1" fmla="*/ 70955 h 1943505"/>
              <a:gd name="csX2" fmla="*/ 2764632 w 3297768"/>
              <a:gd name="csY2" fmla="*/ 431798 h 1943505"/>
              <a:gd name="csX3" fmla="*/ 2746491 w 3297768"/>
              <a:gd name="csY3" fmla="*/ 929611 h 1943505"/>
              <a:gd name="csX4" fmla="*/ 3032337 w 3297768"/>
              <a:gd name="csY4" fmla="*/ 1065730 h 1943505"/>
              <a:gd name="csX5" fmla="*/ 2981113 w 3297768"/>
              <a:gd name="csY5" fmla="*/ 1261041 h 1943505"/>
              <a:gd name="csX6" fmla="*/ 3185701 w 3297768"/>
              <a:gd name="csY6" fmla="*/ 1596061 h 1943505"/>
              <a:gd name="csX7" fmla="*/ 3286089 w 3297768"/>
              <a:gd name="csY7" fmla="*/ 1791805 h 1943505"/>
              <a:gd name="csX8" fmla="*/ 3070189 w 3297768"/>
              <a:gd name="csY8" fmla="*/ 1931505 h 1943505"/>
              <a:gd name="csX9" fmla="*/ 2266678 w 3297768"/>
              <a:gd name="csY9" fmla="*/ 1900982 h 1943505"/>
              <a:gd name="csX10" fmla="*/ 2001705 w 3297768"/>
              <a:gd name="csY10" fmla="*/ 1621461 h 1943505"/>
              <a:gd name="csX11" fmla="*/ 1814965 w 3297768"/>
              <a:gd name="csY11" fmla="*/ 1740986 h 1943505"/>
              <a:gd name="csX12" fmla="*/ 1201075 w 3297768"/>
              <a:gd name="csY12" fmla="*/ 1938962 h 1943505"/>
              <a:gd name="csX13" fmla="*/ 142839 w 3297768"/>
              <a:gd name="csY13" fmla="*/ 1664805 h 1943505"/>
              <a:gd name="csX14" fmla="*/ 75668 w 3297768"/>
              <a:gd name="csY14" fmla="*/ 914398 h 1943505"/>
              <a:gd name="csX15" fmla="*/ 638139 w 3297768"/>
              <a:gd name="csY15" fmla="*/ 210655 h 1943505"/>
              <a:gd name="csX16" fmla="*/ 1436025 w 3297768"/>
              <a:gd name="csY16" fmla="*/ 10484 h 1943505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5143"/>
              <a:gd name="csY0" fmla="*/ 10484 h 1945723"/>
              <a:gd name="csX1" fmla="*/ 2244689 w 3295143"/>
              <a:gd name="csY1" fmla="*/ 70955 h 1945723"/>
              <a:gd name="csX2" fmla="*/ 2764632 w 3295143"/>
              <a:gd name="csY2" fmla="*/ 431798 h 1945723"/>
              <a:gd name="csX3" fmla="*/ 2746491 w 3295143"/>
              <a:gd name="csY3" fmla="*/ 929611 h 1945723"/>
              <a:gd name="csX4" fmla="*/ 3032337 w 3295143"/>
              <a:gd name="csY4" fmla="*/ 1065730 h 1945723"/>
              <a:gd name="csX5" fmla="*/ 2981113 w 3295143"/>
              <a:gd name="csY5" fmla="*/ 1261041 h 1945723"/>
              <a:gd name="csX6" fmla="*/ 3222589 w 3295143"/>
              <a:gd name="csY6" fmla="*/ 1474305 h 1945723"/>
              <a:gd name="csX7" fmla="*/ 3185701 w 3295143"/>
              <a:gd name="csY7" fmla="*/ 1596061 h 1945723"/>
              <a:gd name="csX8" fmla="*/ 3286089 w 3295143"/>
              <a:gd name="csY8" fmla="*/ 1791805 h 1945723"/>
              <a:gd name="csX9" fmla="*/ 3070189 w 3295143"/>
              <a:gd name="csY9" fmla="*/ 1931505 h 1945723"/>
              <a:gd name="csX10" fmla="*/ 2266678 w 3295143"/>
              <a:gd name="csY10" fmla="*/ 1900982 h 1945723"/>
              <a:gd name="csX11" fmla="*/ 2001705 w 3295143"/>
              <a:gd name="csY11" fmla="*/ 1621461 h 1945723"/>
              <a:gd name="csX12" fmla="*/ 1814965 w 3295143"/>
              <a:gd name="csY12" fmla="*/ 1740986 h 1945723"/>
              <a:gd name="csX13" fmla="*/ 1201075 w 3295143"/>
              <a:gd name="csY13" fmla="*/ 1938962 h 1945723"/>
              <a:gd name="csX14" fmla="*/ 142839 w 3295143"/>
              <a:gd name="csY14" fmla="*/ 1664805 h 1945723"/>
              <a:gd name="csX15" fmla="*/ 75668 w 3295143"/>
              <a:gd name="csY15" fmla="*/ 914398 h 1945723"/>
              <a:gd name="csX16" fmla="*/ 638139 w 3295143"/>
              <a:gd name="csY16" fmla="*/ 210655 h 1945723"/>
              <a:gd name="csX17" fmla="*/ 1436025 w 3295143"/>
              <a:gd name="csY17" fmla="*/ 10484 h 1945723"/>
              <a:gd name="csX0" fmla="*/ 1436025 w 3295973"/>
              <a:gd name="csY0" fmla="*/ 10484 h 1945723"/>
              <a:gd name="csX1" fmla="*/ 2244689 w 3295973"/>
              <a:gd name="csY1" fmla="*/ 70955 h 1945723"/>
              <a:gd name="csX2" fmla="*/ 2764632 w 3295973"/>
              <a:gd name="csY2" fmla="*/ 431798 h 1945723"/>
              <a:gd name="csX3" fmla="*/ 2746491 w 3295973"/>
              <a:gd name="csY3" fmla="*/ 929611 h 1945723"/>
              <a:gd name="csX4" fmla="*/ 3032337 w 3295973"/>
              <a:gd name="csY4" fmla="*/ 1065730 h 1945723"/>
              <a:gd name="csX5" fmla="*/ 2981113 w 3295973"/>
              <a:gd name="csY5" fmla="*/ 1261041 h 1945723"/>
              <a:gd name="csX6" fmla="*/ 3133689 w 3295973"/>
              <a:gd name="csY6" fmla="*/ 1467955 h 1945723"/>
              <a:gd name="csX7" fmla="*/ 3185701 w 3295973"/>
              <a:gd name="csY7" fmla="*/ 1596061 h 1945723"/>
              <a:gd name="csX8" fmla="*/ 3286089 w 3295973"/>
              <a:gd name="csY8" fmla="*/ 1791805 h 1945723"/>
              <a:gd name="csX9" fmla="*/ 3070189 w 3295973"/>
              <a:gd name="csY9" fmla="*/ 1931505 h 1945723"/>
              <a:gd name="csX10" fmla="*/ 2266678 w 3295973"/>
              <a:gd name="csY10" fmla="*/ 1900982 h 1945723"/>
              <a:gd name="csX11" fmla="*/ 2001705 w 3295973"/>
              <a:gd name="csY11" fmla="*/ 1621461 h 1945723"/>
              <a:gd name="csX12" fmla="*/ 1814965 w 3295973"/>
              <a:gd name="csY12" fmla="*/ 1740986 h 1945723"/>
              <a:gd name="csX13" fmla="*/ 1201075 w 3295973"/>
              <a:gd name="csY13" fmla="*/ 1938962 h 1945723"/>
              <a:gd name="csX14" fmla="*/ 142839 w 3295973"/>
              <a:gd name="csY14" fmla="*/ 1664805 h 1945723"/>
              <a:gd name="csX15" fmla="*/ 75668 w 3295973"/>
              <a:gd name="csY15" fmla="*/ 914398 h 1945723"/>
              <a:gd name="csX16" fmla="*/ 638139 w 3295973"/>
              <a:gd name="csY16" fmla="*/ 210655 h 1945723"/>
              <a:gd name="csX17" fmla="*/ 1436025 w 3295973"/>
              <a:gd name="csY17" fmla="*/ 10484 h 1945723"/>
              <a:gd name="csX0" fmla="*/ 1436025 w 3359977"/>
              <a:gd name="csY0" fmla="*/ 10484 h 1945723"/>
              <a:gd name="csX1" fmla="*/ 2244689 w 3359977"/>
              <a:gd name="csY1" fmla="*/ 70955 h 1945723"/>
              <a:gd name="csX2" fmla="*/ 2764632 w 3359977"/>
              <a:gd name="csY2" fmla="*/ 431798 h 1945723"/>
              <a:gd name="csX3" fmla="*/ 2746491 w 3359977"/>
              <a:gd name="csY3" fmla="*/ 929611 h 1945723"/>
              <a:gd name="csX4" fmla="*/ 3032337 w 3359977"/>
              <a:gd name="csY4" fmla="*/ 1065730 h 1945723"/>
              <a:gd name="csX5" fmla="*/ 2981113 w 3359977"/>
              <a:gd name="csY5" fmla="*/ 1261041 h 1945723"/>
              <a:gd name="csX6" fmla="*/ 3355939 w 3359977"/>
              <a:gd name="csY6" fmla="*/ 1360005 h 1945723"/>
              <a:gd name="csX7" fmla="*/ 3185701 w 3359977"/>
              <a:gd name="csY7" fmla="*/ 1596061 h 1945723"/>
              <a:gd name="csX8" fmla="*/ 3286089 w 3359977"/>
              <a:gd name="csY8" fmla="*/ 1791805 h 1945723"/>
              <a:gd name="csX9" fmla="*/ 3070189 w 3359977"/>
              <a:gd name="csY9" fmla="*/ 1931505 h 1945723"/>
              <a:gd name="csX10" fmla="*/ 2266678 w 3359977"/>
              <a:gd name="csY10" fmla="*/ 1900982 h 1945723"/>
              <a:gd name="csX11" fmla="*/ 2001705 w 3359977"/>
              <a:gd name="csY11" fmla="*/ 1621461 h 1945723"/>
              <a:gd name="csX12" fmla="*/ 1814965 w 3359977"/>
              <a:gd name="csY12" fmla="*/ 1740986 h 1945723"/>
              <a:gd name="csX13" fmla="*/ 1201075 w 3359977"/>
              <a:gd name="csY13" fmla="*/ 1938962 h 1945723"/>
              <a:gd name="csX14" fmla="*/ 142839 w 3359977"/>
              <a:gd name="csY14" fmla="*/ 1664805 h 1945723"/>
              <a:gd name="csX15" fmla="*/ 75668 w 3359977"/>
              <a:gd name="csY15" fmla="*/ 914398 h 1945723"/>
              <a:gd name="csX16" fmla="*/ 638139 w 3359977"/>
              <a:gd name="csY16" fmla="*/ 210655 h 1945723"/>
              <a:gd name="csX17" fmla="*/ 1436025 w 3359977"/>
              <a:gd name="csY17" fmla="*/ 10484 h 1945723"/>
              <a:gd name="csX0" fmla="*/ 1436025 w 3355939"/>
              <a:gd name="csY0" fmla="*/ 10484 h 1945723"/>
              <a:gd name="csX1" fmla="*/ 2244689 w 3355939"/>
              <a:gd name="csY1" fmla="*/ 70955 h 1945723"/>
              <a:gd name="csX2" fmla="*/ 2764632 w 3355939"/>
              <a:gd name="csY2" fmla="*/ 431798 h 1945723"/>
              <a:gd name="csX3" fmla="*/ 2746491 w 3355939"/>
              <a:gd name="csY3" fmla="*/ 929611 h 1945723"/>
              <a:gd name="csX4" fmla="*/ 3032337 w 3355939"/>
              <a:gd name="csY4" fmla="*/ 1065730 h 1945723"/>
              <a:gd name="csX5" fmla="*/ 2981113 w 3355939"/>
              <a:gd name="csY5" fmla="*/ 1261041 h 1945723"/>
              <a:gd name="csX6" fmla="*/ 3355939 w 3355939"/>
              <a:gd name="csY6" fmla="*/ 1360005 h 1945723"/>
              <a:gd name="csX7" fmla="*/ 3185701 w 3355939"/>
              <a:gd name="csY7" fmla="*/ 1596061 h 1945723"/>
              <a:gd name="csX8" fmla="*/ 3286089 w 3355939"/>
              <a:gd name="csY8" fmla="*/ 1791805 h 1945723"/>
              <a:gd name="csX9" fmla="*/ 3070189 w 3355939"/>
              <a:gd name="csY9" fmla="*/ 1931505 h 1945723"/>
              <a:gd name="csX10" fmla="*/ 2266678 w 3355939"/>
              <a:gd name="csY10" fmla="*/ 1900982 h 1945723"/>
              <a:gd name="csX11" fmla="*/ 2001705 w 3355939"/>
              <a:gd name="csY11" fmla="*/ 1621461 h 1945723"/>
              <a:gd name="csX12" fmla="*/ 1814965 w 3355939"/>
              <a:gd name="csY12" fmla="*/ 1740986 h 1945723"/>
              <a:gd name="csX13" fmla="*/ 1201075 w 3355939"/>
              <a:gd name="csY13" fmla="*/ 1938962 h 1945723"/>
              <a:gd name="csX14" fmla="*/ 142839 w 3355939"/>
              <a:gd name="csY14" fmla="*/ 1664805 h 1945723"/>
              <a:gd name="csX15" fmla="*/ 75668 w 3355939"/>
              <a:gd name="csY15" fmla="*/ 914398 h 1945723"/>
              <a:gd name="csX16" fmla="*/ 638139 w 3355939"/>
              <a:gd name="csY16" fmla="*/ 210655 h 1945723"/>
              <a:gd name="csX17" fmla="*/ 1436025 w 3355939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2981113 w 3294877"/>
              <a:gd name="csY5" fmla="*/ 12610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2981113 w 3294877"/>
              <a:gd name="csY5" fmla="*/ 12610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562190 w 3294877"/>
              <a:gd name="csY2" fmla="*/ 363055 h 1945723"/>
              <a:gd name="csX3" fmla="*/ 2764632 w 3294877"/>
              <a:gd name="csY3" fmla="*/ 431798 h 1945723"/>
              <a:gd name="csX4" fmla="*/ 2746491 w 3294877"/>
              <a:gd name="csY4" fmla="*/ 929611 h 1945723"/>
              <a:gd name="csX5" fmla="*/ 3019637 w 3294877"/>
              <a:gd name="csY5" fmla="*/ 1046680 h 1945723"/>
              <a:gd name="csX6" fmla="*/ 3044613 w 3294877"/>
              <a:gd name="csY6" fmla="*/ 1299141 h 1945723"/>
              <a:gd name="csX7" fmla="*/ 3254339 w 3294877"/>
              <a:gd name="csY7" fmla="*/ 1467955 h 1945723"/>
              <a:gd name="csX8" fmla="*/ 3185701 w 3294877"/>
              <a:gd name="csY8" fmla="*/ 1596061 h 1945723"/>
              <a:gd name="csX9" fmla="*/ 3286089 w 3294877"/>
              <a:gd name="csY9" fmla="*/ 1791805 h 1945723"/>
              <a:gd name="csX10" fmla="*/ 3070189 w 3294877"/>
              <a:gd name="csY10" fmla="*/ 1931505 h 1945723"/>
              <a:gd name="csX11" fmla="*/ 2266678 w 3294877"/>
              <a:gd name="csY11" fmla="*/ 1900982 h 1945723"/>
              <a:gd name="csX12" fmla="*/ 2001705 w 3294877"/>
              <a:gd name="csY12" fmla="*/ 1621461 h 1945723"/>
              <a:gd name="csX13" fmla="*/ 1814965 w 3294877"/>
              <a:gd name="csY13" fmla="*/ 1740986 h 1945723"/>
              <a:gd name="csX14" fmla="*/ 1201075 w 3294877"/>
              <a:gd name="csY14" fmla="*/ 1938962 h 1945723"/>
              <a:gd name="csX15" fmla="*/ 142839 w 3294877"/>
              <a:gd name="csY15" fmla="*/ 1664805 h 1945723"/>
              <a:gd name="csX16" fmla="*/ 75668 w 3294877"/>
              <a:gd name="csY16" fmla="*/ 914398 h 1945723"/>
              <a:gd name="csX17" fmla="*/ 638139 w 3294877"/>
              <a:gd name="csY17" fmla="*/ 210655 h 1945723"/>
              <a:gd name="csX18" fmla="*/ 1436025 w 3294877"/>
              <a:gd name="csY18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562190 w 3294877"/>
              <a:gd name="csY2" fmla="*/ 363055 h 1945723"/>
              <a:gd name="csX3" fmla="*/ 2764632 w 3294877"/>
              <a:gd name="csY3" fmla="*/ 431798 h 1945723"/>
              <a:gd name="csX4" fmla="*/ 2746491 w 3294877"/>
              <a:gd name="csY4" fmla="*/ 929611 h 1945723"/>
              <a:gd name="csX5" fmla="*/ 3019637 w 3294877"/>
              <a:gd name="csY5" fmla="*/ 1046680 h 1945723"/>
              <a:gd name="csX6" fmla="*/ 3044613 w 3294877"/>
              <a:gd name="csY6" fmla="*/ 1299141 h 1945723"/>
              <a:gd name="csX7" fmla="*/ 3254339 w 3294877"/>
              <a:gd name="csY7" fmla="*/ 1467955 h 1945723"/>
              <a:gd name="csX8" fmla="*/ 3185701 w 3294877"/>
              <a:gd name="csY8" fmla="*/ 1596061 h 1945723"/>
              <a:gd name="csX9" fmla="*/ 3286089 w 3294877"/>
              <a:gd name="csY9" fmla="*/ 1791805 h 1945723"/>
              <a:gd name="csX10" fmla="*/ 3070189 w 3294877"/>
              <a:gd name="csY10" fmla="*/ 1931505 h 1945723"/>
              <a:gd name="csX11" fmla="*/ 2266678 w 3294877"/>
              <a:gd name="csY11" fmla="*/ 1900982 h 1945723"/>
              <a:gd name="csX12" fmla="*/ 2001705 w 3294877"/>
              <a:gd name="csY12" fmla="*/ 1621461 h 1945723"/>
              <a:gd name="csX13" fmla="*/ 1814965 w 3294877"/>
              <a:gd name="csY13" fmla="*/ 1740986 h 1945723"/>
              <a:gd name="csX14" fmla="*/ 1201075 w 3294877"/>
              <a:gd name="csY14" fmla="*/ 1938962 h 1945723"/>
              <a:gd name="csX15" fmla="*/ 142839 w 3294877"/>
              <a:gd name="csY15" fmla="*/ 1664805 h 1945723"/>
              <a:gd name="csX16" fmla="*/ 75668 w 3294877"/>
              <a:gd name="csY16" fmla="*/ 914398 h 1945723"/>
              <a:gd name="csX17" fmla="*/ 638139 w 3294877"/>
              <a:gd name="csY17" fmla="*/ 210655 h 1945723"/>
              <a:gd name="csX18" fmla="*/ 1436025 w 3294877"/>
              <a:gd name="csY18" fmla="*/ 10484 h 1945723"/>
              <a:gd name="csX0" fmla="*/ 1388917 w 3247769"/>
              <a:gd name="csY0" fmla="*/ 10484 h 1945723"/>
              <a:gd name="csX1" fmla="*/ 2197581 w 3247769"/>
              <a:gd name="csY1" fmla="*/ 70955 h 1945723"/>
              <a:gd name="csX2" fmla="*/ 2515082 w 3247769"/>
              <a:gd name="csY2" fmla="*/ 363055 h 1945723"/>
              <a:gd name="csX3" fmla="*/ 2717524 w 3247769"/>
              <a:gd name="csY3" fmla="*/ 431798 h 1945723"/>
              <a:gd name="csX4" fmla="*/ 2699383 w 3247769"/>
              <a:gd name="csY4" fmla="*/ 929611 h 1945723"/>
              <a:gd name="csX5" fmla="*/ 2972529 w 3247769"/>
              <a:gd name="csY5" fmla="*/ 1046680 h 1945723"/>
              <a:gd name="csX6" fmla="*/ 2997505 w 3247769"/>
              <a:gd name="csY6" fmla="*/ 1299141 h 1945723"/>
              <a:gd name="csX7" fmla="*/ 3207231 w 3247769"/>
              <a:gd name="csY7" fmla="*/ 1467955 h 1945723"/>
              <a:gd name="csX8" fmla="*/ 3138593 w 3247769"/>
              <a:gd name="csY8" fmla="*/ 1596061 h 1945723"/>
              <a:gd name="csX9" fmla="*/ 3238981 w 3247769"/>
              <a:gd name="csY9" fmla="*/ 1791805 h 1945723"/>
              <a:gd name="csX10" fmla="*/ 3023081 w 3247769"/>
              <a:gd name="csY10" fmla="*/ 1931505 h 1945723"/>
              <a:gd name="csX11" fmla="*/ 2219570 w 3247769"/>
              <a:gd name="csY11" fmla="*/ 1900982 h 1945723"/>
              <a:gd name="csX12" fmla="*/ 1954597 w 3247769"/>
              <a:gd name="csY12" fmla="*/ 1621461 h 1945723"/>
              <a:gd name="csX13" fmla="*/ 1767857 w 3247769"/>
              <a:gd name="csY13" fmla="*/ 1740986 h 1945723"/>
              <a:gd name="csX14" fmla="*/ 1153967 w 3247769"/>
              <a:gd name="csY14" fmla="*/ 1938962 h 1945723"/>
              <a:gd name="csX15" fmla="*/ 95731 w 3247769"/>
              <a:gd name="csY15" fmla="*/ 1664805 h 1945723"/>
              <a:gd name="csX16" fmla="*/ 155087 w 3247769"/>
              <a:gd name="csY16" fmla="*/ 897634 h 1945723"/>
              <a:gd name="csX17" fmla="*/ 591031 w 3247769"/>
              <a:gd name="csY17" fmla="*/ 210655 h 1945723"/>
              <a:gd name="csX18" fmla="*/ 1388917 w 3247769"/>
              <a:gd name="csY18" fmla="*/ 10484 h 1945723"/>
              <a:gd name="csX0" fmla="*/ 1350145 w 3208997"/>
              <a:gd name="csY0" fmla="*/ 10484 h 1946834"/>
              <a:gd name="csX1" fmla="*/ 2158809 w 3208997"/>
              <a:gd name="csY1" fmla="*/ 70955 h 1946834"/>
              <a:gd name="csX2" fmla="*/ 2476310 w 3208997"/>
              <a:gd name="csY2" fmla="*/ 363055 h 1946834"/>
              <a:gd name="csX3" fmla="*/ 2678752 w 3208997"/>
              <a:gd name="csY3" fmla="*/ 431798 h 1946834"/>
              <a:gd name="csX4" fmla="*/ 2660611 w 3208997"/>
              <a:gd name="csY4" fmla="*/ 929611 h 1946834"/>
              <a:gd name="csX5" fmla="*/ 2933757 w 3208997"/>
              <a:gd name="csY5" fmla="*/ 1046680 h 1946834"/>
              <a:gd name="csX6" fmla="*/ 2958733 w 3208997"/>
              <a:gd name="csY6" fmla="*/ 1299141 h 1946834"/>
              <a:gd name="csX7" fmla="*/ 3168459 w 3208997"/>
              <a:gd name="csY7" fmla="*/ 1467955 h 1946834"/>
              <a:gd name="csX8" fmla="*/ 3099821 w 3208997"/>
              <a:gd name="csY8" fmla="*/ 1596061 h 1946834"/>
              <a:gd name="csX9" fmla="*/ 3200209 w 3208997"/>
              <a:gd name="csY9" fmla="*/ 1791805 h 1946834"/>
              <a:gd name="csX10" fmla="*/ 2984309 w 3208997"/>
              <a:gd name="csY10" fmla="*/ 1931505 h 1946834"/>
              <a:gd name="csX11" fmla="*/ 2180798 w 3208997"/>
              <a:gd name="csY11" fmla="*/ 1900982 h 1946834"/>
              <a:gd name="csX12" fmla="*/ 1915825 w 3208997"/>
              <a:gd name="csY12" fmla="*/ 1621461 h 1946834"/>
              <a:gd name="csX13" fmla="*/ 1729085 w 3208997"/>
              <a:gd name="csY13" fmla="*/ 1740986 h 1946834"/>
              <a:gd name="csX14" fmla="*/ 1115195 w 3208997"/>
              <a:gd name="csY14" fmla="*/ 1938962 h 1946834"/>
              <a:gd name="csX15" fmla="*/ 108962 w 3208997"/>
              <a:gd name="csY15" fmla="*/ 1691696 h 1946834"/>
              <a:gd name="csX16" fmla="*/ 116315 w 3208997"/>
              <a:gd name="csY16" fmla="*/ 897634 h 1946834"/>
              <a:gd name="csX17" fmla="*/ 552259 w 3208997"/>
              <a:gd name="csY17" fmla="*/ 210655 h 1946834"/>
              <a:gd name="csX18" fmla="*/ 1350145 w 3208997"/>
              <a:gd name="csY18" fmla="*/ 10484 h 1946834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180798 w 3208997"/>
              <a:gd name="csY11" fmla="*/ 1900982 h 1991373"/>
              <a:gd name="csX12" fmla="*/ 1915825 w 3208997"/>
              <a:gd name="csY12" fmla="*/ 1621461 h 1991373"/>
              <a:gd name="csX13" fmla="*/ 1729085 w 3208997"/>
              <a:gd name="csY13" fmla="*/ 1740986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180798 w 3208997"/>
              <a:gd name="csY11" fmla="*/ 1900982 h 1991373"/>
              <a:gd name="csX12" fmla="*/ 1915825 w 3208997"/>
              <a:gd name="csY12" fmla="*/ 1621461 h 1991373"/>
              <a:gd name="csX13" fmla="*/ 1651224 w 3208997"/>
              <a:gd name="csY13" fmla="*/ 1576663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180798 w 3208997"/>
              <a:gd name="csY11" fmla="*/ 1900982 h 1991373"/>
              <a:gd name="csX12" fmla="*/ 1843078 w 3208997"/>
              <a:gd name="csY12" fmla="*/ 1534219 h 1991373"/>
              <a:gd name="csX13" fmla="*/ 1651224 w 3208997"/>
              <a:gd name="csY13" fmla="*/ 1576663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180798 w 3208997"/>
              <a:gd name="csY11" fmla="*/ 1900982 h 1991373"/>
              <a:gd name="csX12" fmla="*/ 1843078 w 3208997"/>
              <a:gd name="csY12" fmla="*/ 1534219 h 1991373"/>
              <a:gd name="csX13" fmla="*/ 1398203 w 3208997"/>
              <a:gd name="csY13" fmla="*/ 1721090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055692 w 3208997"/>
              <a:gd name="csY11" fmla="*/ 1813029 h 1991373"/>
              <a:gd name="csX12" fmla="*/ 1843078 w 3208997"/>
              <a:gd name="csY12" fmla="*/ 1534219 h 1991373"/>
              <a:gd name="csX13" fmla="*/ 1398203 w 3208997"/>
              <a:gd name="csY13" fmla="*/ 1721090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314864 w 3208997"/>
              <a:gd name="csY11" fmla="*/ 1972590 h 1991373"/>
              <a:gd name="csX12" fmla="*/ 2055692 w 3208997"/>
              <a:gd name="csY12" fmla="*/ 1813029 h 1991373"/>
              <a:gd name="csX13" fmla="*/ 1843078 w 3208997"/>
              <a:gd name="csY13" fmla="*/ 1534219 h 1991373"/>
              <a:gd name="csX14" fmla="*/ 1398203 w 3208997"/>
              <a:gd name="csY14" fmla="*/ 1721090 h 1991373"/>
              <a:gd name="csX15" fmla="*/ 780334 w 3208997"/>
              <a:gd name="csY15" fmla="*/ 1985243 h 1991373"/>
              <a:gd name="csX16" fmla="*/ 108962 w 3208997"/>
              <a:gd name="csY16" fmla="*/ 1691696 h 1991373"/>
              <a:gd name="csX17" fmla="*/ 116315 w 3208997"/>
              <a:gd name="csY17" fmla="*/ 897634 h 1991373"/>
              <a:gd name="csX18" fmla="*/ 552259 w 3208997"/>
              <a:gd name="csY18" fmla="*/ 210655 h 1991373"/>
              <a:gd name="csX19" fmla="*/ 1350145 w 3208997"/>
              <a:gd name="csY19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64311 w 3208997"/>
              <a:gd name="csY10" fmla="*/ 1929693 h 1991373"/>
              <a:gd name="csX11" fmla="*/ 2314864 w 3208997"/>
              <a:gd name="csY11" fmla="*/ 1972590 h 1991373"/>
              <a:gd name="csX12" fmla="*/ 2055692 w 3208997"/>
              <a:gd name="csY12" fmla="*/ 1813029 h 1991373"/>
              <a:gd name="csX13" fmla="*/ 1843078 w 3208997"/>
              <a:gd name="csY13" fmla="*/ 1534219 h 1991373"/>
              <a:gd name="csX14" fmla="*/ 1398203 w 3208997"/>
              <a:gd name="csY14" fmla="*/ 1721090 h 1991373"/>
              <a:gd name="csX15" fmla="*/ 780334 w 3208997"/>
              <a:gd name="csY15" fmla="*/ 1985243 h 1991373"/>
              <a:gd name="csX16" fmla="*/ 108962 w 3208997"/>
              <a:gd name="csY16" fmla="*/ 1691696 h 1991373"/>
              <a:gd name="csX17" fmla="*/ 116315 w 3208997"/>
              <a:gd name="csY17" fmla="*/ 897634 h 1991373"/>
              <a:gd name="csX18" fmla="*/ 552259 w 3208997"/>
              <a:gd name="csY18" fmla="*/ 210655 h 1991373"/>
              <a:gd name="csX19" fmla="*/ 1350145 w 3208997"/>
              <a:gd name="csY19" fmla="*/ 10484 h 1991373"/>
              <a:gd name="csX0" fmla="*/ 1350145 w 3168459"/>
              <a:gd name="csY0" fmla="*/ 10484 h 1991373"/>
              <a:gd name="csX1" fmla="*/ 2158809 w 3168459"/>
              <a:gd name="csY1" fmla="*/ 70955 h 1991373"/>
              <a:gd name="csX2" fmla="*/ 2476310 w 3168459"/>
              <a:gd name="csY2" fmla="*/ 363055 h 1991373"/>
              <a:gd name="csX3" fmla="*/ 2678752 w 3168459"/>
              <a:gd name="csY3" fmla="*/ 431798 h 1991373"/>
              <a:gd name="csX4" fmla="*/ 2660611 w 3168459"/>
              <a:gd name="csY4" fmla="*/ 929611 h 1991373"/>
              <a:gd name="csX5" fmla="*/ 2933757 w 3168459"/>
              <a:gd name="csY5" fmla="*/ 1046680 h 1991373"/>
              <a:gd name="csX6" fmla="*/ 2958733 w 3168459"/>
              <a:gd name="csY6" fmla="*/ 1299141 h 1991373"/>
              <a:gd name="csX7" fmla="*/ 3168459 w 3168459"/>
              <a:gd name="csY7" fmla="*/ 1467955 h 1991373"/>
              <a:gd name="csX8" fmla="*/ 3099821 w 3168459"/>
              <a:gd name="csY8" fmla="*/ 1596061 h 1991373"/>
              <a:gd name="csX9" fmla="*/ 3110765 w 3168459"/>
              <a:gd name="csY9" fmla="*/ 1799832 h 1991373"/>
              <a:gd name="csX10" fmla="*/ 2964311 w 3168459"/>
              <a:gd name="csY10" fmla="*/ 1929693 h 1991373"/>
              <a:gd name="csX11" fmla="*/ 2314864 w 3168459"/>
              <a:gd name="csY11" fmla="*/ 1972590 h 1991373"/>
              <a:gd name="csX12" fmla="*/ 2055692 w 3168459"/>
              <a:gd name="csY12" fmla="*/ 1813029 h 1991373"/>
              <a:gd name="csX13" fmla="*/ 1843078 w 3168459"/>
              <a:gd name="csY13" fmla="*/ 1534219 h 1991373"/>
              <a:gd name="csX14" fmla="*/ 1398203 w 3168459"/>
              <a:gd name="csY14" fmla="*/ 1721090 h 1991373"/>
              <a:gd name="csX15" fmla="*/ 780334 w 3168459"/>
              <a:gd name="csY15" fmla="*/ 1985243 h 1991373"/>
              <a:gd name="csX16" fmla="*/ 108962 w 3168459"/>
              <a:gd name="csY16" fmla="*/ 1691696 h 1991373"/>
              <a:gd name="csX17" fmla="*/ 116315 w 3168459"/>
              <a:gd name="csY17" fmla="*/ 897634 h 1991373"/>
              <a:gd name="csX18" fmla="*/ 552259 w 3168459"/>
              <a:gd name="csY18" fmla="*/ 210655 h 1991373"/>
              <a:gd name="csX19" fmla="*/ 1350145 w 3168459"/>
              <a:gd name="csY19" fmla="*/ 10484 h 1991373"/>
              <a:gd name="csX0" fmla="*/ 1350145 w 3168459"/>
              <a:gd name="csY0" fmla="*/ 10484 h 1991373"/>
              <a:gd name="csX1" fmla="*/ 2158809 w 3168459"/>
              <a:gd name="csY1" fmla="*/ 70955 h 1991373"/>
              <a:gd name="csX2" fmla="*/ 2476310 w 3168459"/>
              <a:gd name="csY2" fmla="*/ 363055 h 1991373"/>
              <a:gd name="csX3" fmla="*/ 2678752 w 3168459"/>
              <a:gd name="csY3" fmla="*/ 431798 h 1991373"/>
              <a:gd name="csX4" fmla="*/ 2660611 w 3168459"/>
              <a:gd name="csY4" fmla="*/ 929611 h 1991373"/>
              <a:gd name="csX5" fmla="*/ 2933757 w 3168459"/>
              <a:gd name="csY5" fmla="*/ 1046680 h 1991373"/>
              <a:gd name="csX6" fmla="*/ 2958733 w 3168459"/>
              <a:gd name="csY6" fmla="*/ 1299141 h 1991373"/>
              <a:gd name="csX7" fmla="*/ 3168459 w 3168459"/>
              <a:gd name="csY7" fmla="*/ 1467955 h 1991373"/>
              <a:gd name="csX8" fmla="*/ 2935074 w 3168459"/>
              <a:gd name="csY8" fmla="*/ 1478306 h 1991373"/>
              <a:gd name="csX9" fmla="*/ 3110765 w 3168459"/>
              <a:gd name="csY9" fmla="*/ 1799832 h 1991373"/>
              <a:gd name="csX10" fmla="*/ 2964311 w 3168459"/>
              <a:gd name="csY10" fmla="*/ 1929693 h 1991373"/>
              <a:gd name="csX11" fmla="*/ 2314864 w 3168459"/>
              <a:gd name="csY11" fmla="*/ 1972590 h 1991373"/>
              <a:gd name="csX12" fmla="*/ 2055692 w 3168459"/>
              <a:gd name="csY12" fmla="*/ 1813029 h 1991373"/>
              <a:gd name="csX13" fmla="*/ 1843078 w 3168459"/>
              <a:gd name="csY13" fmla="*/ 1534219 h 1991373"/>
              <a:gd name="csX14" fmla="*/ 1398203 w 3168459"/>
              <a:gd name="csY14" fmla="*/ 1721090 h 1991373"/>
              <a:gd name="csX15" fmla="*/ 780334 w 3168459"/>
              <a:gd name="csY15" fmla="*/ 1985243 h 1991373"/>
              <a:gd name="csX16" fmla="*/ 108962 w 3168459"/>
              <a:gd name="csY16" fmla="*/ 1691696 h 1991373"/>
              <a:gd name="csX17" fmla="*/ 116315 w 3168459"/>
              <a:gd name="csY17" fmla="*/ 897634 h 1991373"/>
              <a:gd name="csX18" fmla="*/ 552259 w 3168459"/>
              <a:gd name="csY18" fmla="*/ 210655 h 1991373"/>
              <a:gd name="csX19" fmla="*/ 1350145 w 3168459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78752 w 3118346"/>
              <a:gd name="csY3" fmla="*/ 431798 h 1991373"/>
              <a:gd name="csX4" fmla="*/ 2660611 w 3118346"/>
              <a:gd name="csY4" fmla="*/ 929611 h 1991373"/>
              <a:gd name="csX5" fmla="*/ 2933757 w 3118346"/>
              <a:gd name="csY5" fmla="*/ 1046680 h 1991373"/>
              <a:gd name="csX6" fmla="*/ 2958733 w 3118346"/>
              <a:gd name="csY6" fmla="*/ 129914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78752 w 3118346"/>
              <a:gd name="csY3" fmla="*/ 431798 h 1991373"/>
              <a:gd name="csX4" fmla="*/ 2660611 w 3118346"/>
              <a:gd name="csY4" fmla="*/ 929611 h 1991373"/>
              <a:gd name="csX5" fmla="*/ 2933757 w 3118346"/>
              <a:gd name="csY5" fmla="*/ 1046680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78752 w 3118346"/>
              <a:gd name="csY3" fmla="*/ 431798 h 1991373"/>
              <a:gd name="csX4" fmla="*/ 2660611 w 3118346"/>
              <a:gd name="csY4" fmla="*/ 929611 h 1991373"/>
              <a:gd name="csX5" fmla="*/ 2792311 w 3118346"/>
              <a:gd name="csY5" fmla="*/ 1027816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78752 w 3118346"/>
              <a:gd name="csY3" fmla="*/ 431798 h 1991373"/>
              <a:gd name="csX4" fmla="*/ 2634043 w 3118346"/>
              <a:gd name="csY4" fmla="*/ 844537 h 1991373"/>
              <a:gd name="csX5" fmla="*/ 2792311 w 3118346"/>
              <a:gd name="csY5" fmla="*/ 1027816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57366 w 3118346"/>
              <a:gd name="csY3" fmla="*/ 645601 h 1991373"/>
              <a:gd name="csX4" fmla="*/ 2634043 w 3118346"/>
              <a:gd name="csY4" fmla="*/ 844537 h 1991373"/>
              <a:gd name="csX5" fmla="*/ 2792311 w 3118346"/>
              <a:gd name="csY5" fmla="*/ 1027816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503235 w 3118346"/>
              <a:gd name="csY2" fmla="*/ 421949 h 1991373"/>
              <a:gd name="csX3" fmla="*/ 2657366 w 3118346"/>
              <a:gd name="csY3" fmla="*/ 645601 h 1991373"/>
              <a:gd name="csX4" fmla="*/ 2634043 w 3118346"/>
              <a:gd name="csY4" fmla="*/ 844537 h 1991373"/>
              <a:gd name="csX5" fmla="*/ 2792311 w 3118346"/>
              <a:gd name="csY5" fmla="*/ 1027816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49 h 1980938"/>
              <a:gd name="csX1" fmla="*/ 2266117 w 3118346"/>
              <a:gd name="csY1" fmla="*/ 211381 h 1980938"/>
              <a:gd name="csX2" fmla="*/ 2503235 w 3118346"/>
              <a:gd name="csY2" fmla="*/ 411514 h 1980938"/>
              <a:gd name="csX3" fmla="*/ 2657366 w 3118346"/>
              <a:gd name="csY3" fmla="*/ 635166 h 1980938"/>
              <a:gd name="csX4" fmla="*/ 2634043 w 3118346"/>
              <a:gd name="csY4" fmla="*/ 834102 h 1980938"/>
              <a:gd name="csX5" fmla="*/ 2792311 w 3118346"/>
              <a:gd name="csY5" fmla="*/ 1017381 h 1980938"/>
              <a:gd name="csX6" fmla="*/ 2734346 w 3118346"/>
              <a:gd name="csY6" fmla="*/ 1139336 h 1980938"/>
              <a:gd name="csX7" fmla="*/ 2777547 w 3118346"/>
              <a:gd name="csY7" fmla="*/ 1321290 h 1980938"/>
              <a:gd name="csX8" fmla="*/ 2935074 w 3118346"/>
              <a:gd name="csY8" fmla="*/ 1467871 h 1980938"/>
              <a:gd name="csX9" fmla="*/ 3110765 w 3118346"/>
              <a:gd name="csY9" fmla="*/ 1789397 h 1980938"/>
              <a:gd name="csX10" fmla="*/ 2964311 w 3118346"/>
              <a:gd name="csY10" fmla="*/ 1919258 h 1980938"/>
              <a:gd name="csX11" fmla="*/ 2314864 w 3118346"/>
              <a:gd name="csY11" fmla="*/ 1962155 h 1980938"/>
              <a:gd name="csX12" fmla="*/ 2055692 w 3118346"/>
              <a:gd name="csY12" fmla="*/ 1802594 h 1980938"/>
              <a:gd name="csX13" fmla="*/ 1843078 w 3118346"/>
              <a:gd name="csY13" fmla="*/ 1523784 h 1980938"/>
              <a:gd name="csX14" fmla="*/ 1398203 w 3118346"/>
              <a:gd name="csY14" fmla="*/ 1710655 h 1980938"/>
              <a:gd name="csX15" fmla="*/ 780334 w 3118346"/>
              <a:gd name="csY15" fmla="*/ 1974808 h 1980938"/>
              <a:gd name="csX16" fmla="*/ 108962 w 3118346"/>
              <a:gd name="csY16" fmla="*/ 1681261 h 1980938"/>
              <a:gd name="csX17" fmla="*/ 116315 w 3118346"/>
              <a:gd name="csY17" fmla="*/ 887199 h 1980938"/>
              <a:gd name="csX18" fmla="*/ 552259 w 3118346"/>
              <a:gd name="csY18" fmla="*/ 200220 h 1980938"/>
              <a:gd name="csX19" fmla="*/ 1350145 w 3118346"/>
              <a:gd name="csY19" fmla="*/ 49 h 1980938"/>
              <a:gd name="csX0" fmla="*/ 1350145 w 3118346"/>
              <a:gd name="csY0" fmla="*/ 45474 h 2026363"/>
              <a:gd name="csX1" fmla="*/ 1793574 w 3118346"/>
              <a:gd name="csY1" fmla="*/ 16666 h 2026363"/>
              <a:gd name="csX2" fmla="*/ 2266117 w 3118346"/>
              <a:gd name="csY2" fmla="*/ 256806 h 2026363"/>
              <a:gd name="csX3" fmla="*/ 2503235 w 3118346"/>
              <a:gd name="csY3" fmla="*/ 456939 h 2026363"/>
              <a:gd name="csX4" fmla="*/ 2657366 w 3118346"/>
              <a:gd name="csY4" fmla="*/ 680591 h 2026363"/>
              <a:gd name="csX5" fmla="*/ 2634043 w 3118346"/>
              <a:gd name="csY5" fmla="*/ 879527 h 2026363"/>
              <a:gd name="csX6" fmla="*/ 2792311 w 3118346"/>
              <a:gd name="csY6" fmla="*/ 1062806 h 2026363"/>
              <a:gd name="csX7" fmla="*/ 2734346 w 3118346"/>
              <a:gd name="csY7" fmla="*/ 1184761 h 2026363"/>
              <a:gd name="csX8" fmla="*/ 2777547 w 3118346"/>
              <a:gd name="csY8" fmla="*/ 1366715 h 2026363"/>
              <a:gd name="csX9" fmla="*/ 2935074 w 3118346"/>
              <a:gd name="csY9" fmla="*/ 1513296 h 2026363"/>
              <a:gd name="csX10" fmla="*/ 3110765 w 3118346"/>
              <a:gd name="csY10" fmla="*/ 1834822 h 2026363"/>
              <a:gd name="csX11" fmla="*/ 2964311 w 3118346"/>
              <a:gd name="csY11" fmla="*/ 1964683 h 2026363"/>
              <a:gd name="csX12" fmla="*/ 2314864 w 3118346"/>
              <a:gd name="csY12" fmla="*/ 2007580 h 2026363"/>
              <a:gd name="csX13" fmla="*/ 2055692 w 3118346"/>
              <a:gd name="csY13" fmla="*/ 1848019 h 2026363"/>
              <a:gd name="csX14" fmla="*/ 1843078 w 3118346"/>
              <a:gd name="csY14" fmla="*/ 1569209 h 2026363"/>
              <a:gd name="csX15" fmla="*/ 1398203 w 3118346"/>
              <a:gd name="csY15" fmla="*/ 1756080 h 2026363"/>
              <a:gd name="csX16" fmla="*/ 780334 w 3118346"/>
              <a:gd name="csY16" fmla="*/ 2020233 h 2026363"/>
              <a:gd name="csX17" fmla="*/ 108962 w 3118346"/>
              <a:gd name="csY17" fmla="*/ 1726686 h 2026363"/>
              <a:gd name="csX18" fmla="*/ 116315 w 3118346"/>
              <a:gd name="csY18" fmla="*/ 932624 h 2026363"/>
              <a:gd name="csX19" fmla="*/ 552259 w 3118346"/>
              <a:gd name="csY19" fmla="*/ 245645 h 2026363"/>
              <a:gd name="csX20" fmla="*/ 1350145 w 3118346"/>
              <a:gd name="csY20" fmla="*/ 45474 h 2026363"/>
              <a:gd name="csX0" fmla="*/ 1351134 w 3119335"/>
              <a:gd name="csY0" fmla="*/ 45772 h 2026661"/>
              <a:gd name="csX1" fmla="*/ 1794563 w 3119335"/>
              <a:gd name="csY1" fmla="*/ 16964 h 2026661"/>
              <a:gd name="csX2" fmla="*/ 2267106 w 3119335"/>
              <a:gd name="csY2" fmla="*/ 257104 h 2026661"/>
              <a:gd name="csX3" fmla="*/ 2504224 w 3119335"/>
              <a:gd name="csY3" fmla="*/ 457237 h 2026661"/>
              <a:gd name="csX4" fmla="*/ 2658355 w 3119335"/>
              <a:gd name="csY4" fmla="*/ 680889 h 2026661"/>
              <a:gd name="csX5" fmla="*/ 2635032 w 3119335"/>
              <a:gd name="csY5" fmla="*/ 879825 h 2026661"/>
              <a:gd name="csX6" fmla="*/ 2793300 w 3119335"/>
              <a:gd name="csY6" fmla="*/ 1063104 h 2026661"/>
              <a:gd name="csX7" fmla="*/ 2735335 w 3119335"/>
              <a:gd name="csY7" fmla="*/ 1185059 h 2026661"/>
              <a:gd name="csX8" fmla="*/ 2778536 w 3119335"/>
              <a:gd name="csY8" fmla="*/ 1367013 h 2026661"/>
              <a:gd name="csX9" fmla="*/ 2936063 w 3119335"/>
              <a:gd name="csY9" fmla="*/ 1513594 h 2026661"/>
              <a:gd name="csX10" fmla="*/ 3111754 w 3119335"/>
              <a:gd name="csY10" fmla="*/ 1835120 h 2026661"/>
              <a:gd name="csX11" fmla="*/ 2965300 w 3119335"/>
              <a:gd name="csY11" fmla="*/ 1964981 h 2026661"/>
              <a:gd name="csX12" fmla="*/ 2315853 w 3119335"/>
              <a:gd name="csY12" fmla="*/ 2007878 h 2026661"/>
              <a:gd name="csX13" fmla="*/ 2056681 w 3119335"/>
              <a:gd name="csY13" fmla="*/ 1848317 h 2026661"/>
              <a:gd name="csX14" fmla="*/ 1844067 w 3119335"/>
              <a:gd name="csY14" fmla="*/ 1569507 h 2026661"/>
              <a:gd name="csX15" fmla="*/ 1399192 w 3119335"/>
              <a:gd name="csY15" fmla="*/ 1756378 h 2026661"/>
              <a:gd name="csX16" fmla="*/ 781323 w 3119335"/>
              <a:gd name="csY16" fmla="*/ 2020531 h 2026661"/>
              <a:gd name="csX17" fmla="*/ 109951 w 3119335"/>
              <a:gd name="csY17" fmla="*/ 1726984 h 2026661"/>
              <a:gd name="csX18" fmla="*/ 117304 w 3119335"/>
              <a:gd name="csY18" fmla="*/ 932922 h 2026661"/>
              <a:gd name="csX19" fmla="*/ 574703 w 3119335"/>
              <a:gd name="csY19" fmla="*/ 253936 h 2026661"/>
              <a:gd name="csX20" fmla="*/ 1351134 w 3119335"/>
              <a:gd name="csY20" fmla="*/ 45772 h 2026661"/>
              <a:gd name="csX0" fmla="*/ 1351134 w 3119335"/>
              <a:gd name="csY0" fmla="*/ 45772 h 2026661"/>
              <a:gd name="csX1" fmla="*/ 1794563 w 3119335"/>
              <a:gd name="csY1" fmla="*/ 16964 h 2026661"/>
              <a:gd name="csX2" fmla="*/ 2267106 w 3119335"/>
              <a:gd name="csY2" fmla="*/ 257104 h 2026661"/>
              <a:gd name="csX3" fmla="*/ 2504224 w 3119335"/>
              <a:gd name="csY3" fmla="*/ 457237 h 2026661"/>
              <a:gd name="csX4" fmla="*/ 2658355 w 3119335"/>
              <a:gd name="csY4" fmla="*/ 680889 h 2026661"/>
              <a:gd name="csX5" fmla="*/ 2635032 w 3119335"/>
              <a:gd name="csY5" fmla="*/ 879825 h 2026661"/>
              <a:gd name="csX6" fmla="*/ 2793300 w 3119335"/>
              <a:gd name="csY6" fmla="*/ 1063104 h 2026661"/>
              <a:gd name="csX7" fmla="*/ 2735335 w 3119335"/>
              <a:gd name="csY7" fmla="*/ 1185059 h 2026661"/>
              <a:gd name="csX8" fmla="*/ 2778536 w 3119335"/>
              <a:gd name="csY8" fmla="*/ 1367013 h 2026661"/>
              <a:gd name="csX9" fmla="*/ 2936063 w 3119335"/>
              <a:gd name="csY9" fmla="*/ 1513594 h 2026661"/>
              <a:gd name="csX10" fmla="*/ 3111754 w 3119335"/>
              <a:gd name="csY10" fmla="*/ 1835120 h 2026661"/>
              <a:gd name="csX11" fmla="*/ 2965300 w 3119335"/>
              <a:gd name="csY11" fmla="*/ 1964981 h 2026661"/>
              <a:gd name="csX12" fmla="*/ 2315853 w 3119335"/>
              <a:gd name="csY12" fmla="*/ 2007878 h 2026661"/>
              <a:gd name="csX13" fmla="*/ 2056681 w 3119335"/>
              <a:gd name="csY13" fmla="*/ 1848317 h 2026661"/>
              <a:gd name="csX14" fmla="*/ 1844067 w 3119335"/>
              <a:gd name="csY14" fmla="*/ 1569507 h 2026661"/>
              <a:gd name="csX15" fmla="*/ 1399192 w 3119335"/>
              <a:gd name="csY15" fmla="*/ 1756378 h 2026661"/>
              <a:gd name="csX16" fmla="*/ 781323 w 3119335"/>
              <a:gd name="csY16" fmla="*/ 2020531 h 2026661"/>
              <a:gd name="csX17" fmla="*/ 109951 w 3119335"/>
              <a:gd name="csY17" fmla="*/ 1726984 h 2026661"/>
              <a:gd name="csX18" fmla="*/ 117304 w 3119335"/>
              <a:gd name="csY18" fmla="*/ 932922 h 2026661"/>
              <a:gd name="csX19" fmla="*/ 574703 w 3119335"/>
              <a:gd name="csY19" fmla="*/ 253936 h 2026661"/>
              <a:gd name="csX20" fmla="*/ 1351134 w 3119335"/>
              <a:gd name="csY20" fmla="*/ 45772 h 2026661"/>
              <a:gd name="csX0" fmla="*/ 1302851 w 3071052"/>
              <a:gd name="csY0" fmla="*/ 45772 h 2026661"/>
              <a:gd name="csX1" fmla="*/ 1746280 w 3071052"/>
              <a:gd name="csY1" fmla="*/ 16964 h 2026661"/>
              <a:gd name="csX2" fmla="*/ 2218823 w 3071052"/>
              <a:gd name="csY2" fmla="*/ 257104 h 2026661"/>
              <a:gd name="csX3" fmla="*/ 2455941 w 3071052"/>
              <a:gd name="csY3" fmla="*/ 457237 h 2026661"/>
              <a:gd name="csX4" fmla="*/ 2610072 w 3071052"/>
              <a:gd name="csY4" fmla="*/ 680889 h 2026661"/>
              <a:gd name="csX5" fmla="*/ 2586749 w 3071052"/>
              <a:gd name="csY5" fmla="*/ 879825 h 2026661"/>
              <a:gd name="csX6" fmla="*/ 2745017 w 3071052"/>
              <a:gd name="csY6" fmla="*/ 1063104 h 2026661"/>
              <a:gd name="csX7" fmla="*/ 2687052 w 3071052"/>
              <a:gd name="csY7" fmla="*/ 1185059 h 2026661"/>
              <a:gd name="csX8" fmla="*/ 2730253 w 3071052"/>
              <a:gd name="csY8" fmla="*/ 1367013 h 2026661"/>
              <a:gd name="csX9" fmla="*/ 2887780 w 3071052"/>
              <a:gd name="csY9" fmla="*/ 1513594 h 2026661"/>
              <a:gd name="csX10" fmla="*/ 3063471 w 3071052"/>
              <a:gd name="csY10" fmla="*/ 1835120 h 2026661"/>
              <a:gd name="csX11" fmla="*/ 2917017 w 3071052"/>
              <a:gd name="csY11" fmla="*/ 1964981 h 2026661"/>
              <a:gd name="csX12" fmla="*/ 2267570 w 3071052"/>
              <a:gd name="csY12" fmla="*/ 2007878 h 2026661"/>
              <a:gd name="csX13" fmla="*/ 2008398 w 3071052"/>
              <a:gd name="csY13" fmla="*/ 1848317 h 2026661"/>
              <a:gd name="csX14" fmla="*/ 1795784 w 3071052"/>
              <a:gd name="csY14" fmla="*/ 1569507 h 2026661"/>
              <a:gd name="csX15" fmla="*/ 1350909 w 3071052"/>
              <a:gd name="csY15" fmla="*/ 1756378 h 2026661"/>
              <a:gd name="csX16" fmla="*/ 733040 w 3071052"/>
              <a:gd name="csY16" fmla="*/ 2020531 h 2026661"/>
              <a:gd name="csX17" fmla="*/ 61668 w 3071052"/>
              <a:gd name="csY17" fmla="*/ 1726984 h 2026661"/>
              <a:gd name="csX18" fmla="*/ 69021 w 3071052"/>
              <a:gd name="csY18" fmla="*/ 932922 h 2026661"/>
              <a:gd name="csX19" fmla="*/ 526420 w 3071052"/>
              <a:gd name="csY19" fmla="*/ 253936 h 2026661"/>
              <a:gd name="csX20" fmla="*/ 1302851 w 3071052"/>
              <a:gd name="csY20" fmla="*/ 45772 h 2026661"/>
              <a:gd name="csX0" fmla="*/ 1302851 w 3071052"/>
              <a:gd name="csY0" fmla="*/ 45772 h 2025059"/>
              <a:gd name="csX1" fmla="*/ 1746280 w 3071052"/>
              <a:gd name="csY1" fmla="*/ 16964 h 2025059"/>
              <a:gd name="csX2" fmla="*/ 2218823 w 3071052"/>
              <a:gd name="csY2" fmla="*/ 257104 h 2025059"/>
              <a:gd name="csX3" fmla="*/ 2455941 w 3071052"/>
              <a:gd name="csY3" fmla="*/ 457237 h 2025059"/>
              <a:gd name="csX4" fmla="*/ 2610072 w 3071052"/>
              <a:gd name="csY4" fmla="*/ 680889 h 2025059"/>
              <a:gd name="csX5" fmla="*/ 2586749 w 3071052"/>
              <a:gd name="csY5" fmla="*/ 879825 h 2025059"/>
              <a:gd name="csX6" fmla="*/ 2745017 w 3071052"/>
              <a:gd name="csY6" fmla="*/ 1063104 h 2025059"/>
              <a:gd name="csX7" fmla="*/ 2687052 w 3071052"/>
              <a:gd name="csY7" fmla="*/ 1185059 h 2025059"/>
              <a:gd name="csX8" fmla="*/ 2730253 w 3071052"/>
              <a:gd name="csY8" fmla="*/ 1367013 h 2025059"/>
              <a:gd name="csX9" fmla="*/ 2887780 w 3071052"/>
              <a:gd name="csY9" fmla="*/ 1513594 h 2025059"/>
              <a:gd name="csX10" fmla="*/ 3063471 w 3071052"/>
              <a:gd name="csY10" fmla="*/ 1835120 h 2025059"/>
              <a:gd name="csX11" fmla="*/ 2917017 w 3071052"/>
              <a:gd name="csY11" fmla="*/ 1964981 h 2025059"/>
              <a:gd name="csX12" fmla="*/ 2267570 w 3071052"/>
              <a:gd name="csY12" fmla="*/ 2007878 h 2025059"/>
              <a:gd name="csX13" fmla="*/ 2008398 w 3071052"/>
              <a:gd name="csY13" fmla="*/ 1848317 h 2025059"/>
              <a:gd name="csX14" fmla="*/ 1795784 w 3071052"/>
              <a:gd name="csY14" fmla="*/ 1569507 h 2025059"/>
              <a:gd name="csX15" fmla="*/ 1350909 w 3071052"/>
              <a:gd name="csY15" fmla="*/ 1756378 h 2025059"/>
              <a:gd name="csX16" fmla="*/ 733040 w 3071052"/>
              <a:gd name="csY16" fmla="*/ 2020531 h 2025059"/>
              <a:gd name="csX17" fmla="*/ 61668 w 3071052"/>
              <a:gd name="csY17" fmla="*/ 1726984 h 2025059"/>
              <a:gd name="csX18" fmla="*/ 69021 w 3071052"/>
              <a:gd name="csY18" fmla="*/ 932922 h 2025059"/>
              <a:gd name="csX19" fmla="*/ 526420 w 3071052"/>
              <a:gd name="csY19" fmla="*/ 253936 h 2025059"/>
              <a:gd name="csX20" fmla="*/ 1302851 w 3071052"/>
              <a:gd name="csY20" fmla="*/ 45772 h 2025059"/>
              <a:gd name="csX0" fmla="*/ 1302851 w 3071052"/>
              <a:gd name="csY0" fmla="*/ 45772 h 2023029"/>
              <a:gd name="csX1" fmla="*/ 1746280 w 3071052"/>
              <a:gd name="csY1" fmla="*/ 16964 h 2023029"/>
              <a:gd name="csX2" fmla="*/ 2218823 w 3071052"/>
              <a:gd name="csY2" fmla="*/ 257104 h 2023029"/>
              <a:gd name="csX3" fmla="*/ 2455941 w 3071052"/>
              <a:gd name="csY3" fmla="*/ 457237 h 2023029"/>
              <a:gd name="csX4" fmla="*/ 2610072 w 3071052"/>
              <a:gd name="csY4" fmla="*/ 680889 h 2023029"/>
              <a:gd name="csX5" fmla="*/ 2586749 w 3071052"/>
              <a:gd name="csY5" fmla="*/ 879825 h 2023029"/>
              <a:gd name="csX6" fmla="*/ 2745017 w 3071052"/>
              <a:gd name="csY6" fmla="*/ 1063104 h 2023029"/>
              <a:gd name="csX7" fmla="*/ 2687052 w 3071052"/>
              <a:gd name="csY7" fmla="*/ 1185059 h 2023029"/>
              <a:gd name="csX8" fmla="*/ 2730253 w 3071052"/>
              <a:gd name="csY8" fmla="*/ 1367013 h 2023029"/>
              <a:gd name="csX9" fmla="*/ 2887780 w 3071052"/>
              <a:gd name="csY9" fmla="*/ 1513594 h 2023029"/>
              <a:gd name="csX10" fmla="*/ 3063471 w 3071052"/>
              <a:gd name="csY10" fmla="*/ 1835120 h 2023029"/>
              <a:gd name="csX11" fmla="*/ 2917017 w 3071052"/>
              <a:gd name="csY11" fmla="*/ 1964981 h 2023029"/>
              <a:gd name="csX12" fmla="*/ 2267570 w 3071052"/>
              <a:gd name="csY12" fmla="*/ 2007878 h 2023029"/>
              <a:gd name="csX13" fmla="*/ 2008398 w 3071052"/>
              <a:gd name="csY13" fmla="*/ 1848317 h 2023029"/>
              <a:gd name="csX14" fmla="*/ 1795784 w 3071052"/>
              <a:gd name="csY14" fmla="*/ 1569507 h 2023029"/>
              <a:gd name="csX15" fmla="*/ 1350909 w 3071052"/>
              <a:gd name="csY15" fmla="*/ 1756378 h 2023029"/>
              <a:gd name="csX16" fmla="*/ 733040 w 3071052"/>
              <a:gd name="csY16" fmla="*/ 2020531 h 2023029"/>
              <a:gd name="csX17" fmla="*/ 280981 w 3071052"/>
              <a:gd name="csY17" fmla="*/ 1813782 h 2023029"/>
              <a:gd name="csX18" fmla="*/ 61668 w 3071052"/>
              <a:gd name="csY18" fmla="*/ 1726984 h 2023029"/>
              <a:gd name="csX19" fmla="*/ 69021 w 3071052"/>
              <a:gd name="csY19" fmla="*/ 932922 h 2023029"/>
              <a:gd name="csX20" fmla="*/ 526420 w 3071052"/>
              <a:gd name="csY20" fmla="*/ 253936 h 2023029"/>
              <a:gd name="csX21" fmla="*/ 1302851 w 3071052"/>
              <a:gd name="csY21" fmla="*/ 45772 h 2023029"/>
              <a:gd name="csX0" fmla="*/ 1302851 w 3071052"/>
              <a:gd name="csY0" fmla="*/ 45772 h 2023029"/>
              <a:gd name="csX1" fmla="*/ 1746280 w 3071052"/>
              <a:gd name="csY1" fmla="*/ 16964 h 2023029"/>
              <a:gd name="csX2" fmla="*/ 2218823 w 3071052"/>
              <a:gd name="csY2" fmla="*/ 257104 h 2023029"/>
              <a:gd name="csX3" fmla="*/ 2455941 w 3071052"/>
              <a:gd name="csY3" fmla="*/ 457237 h 2023029"/>
              <a:gd name="csX4" fmla="*/ 2610072 w 3071052"/>
              <a:gd name="csY4" fmla="*/ 680889 h 2023029"/>
              <a:gd name="csX5" fmla="*/ 2586749 w 3071052"/>
              <a:gd name="csY5" fmla="*/ 879825 h 2023029"/>
              <a:gd name="csX6" fmla="*/ 2745017 w 3071052"/>
              <a:gd name="csY6" fmla="*/ 1063104 h 2023029"/>
              <a:gd name="csX7" fmla="*/ 2687052 w 3071052"/>
              <a:gd name="csY7" fmla="*/ 1185059 h 2023029"/>
              <a:gd name="csX8" fmla="*/ 2730253 w 3071052"/>
              <a:gd name="csY8" fmla="*/ 1367013 h 2023029"/>
              <a:gd name="csX9" fmla="*/ 2887780 w 3071052"/>
              <a:gd name="csY9" fmla="*/ 1513594 h 2023029"/>
              <a:gd name="csX10" fmla="*/ 3063471 w 3071052"/>
              <a:gd name="csY10" fmla="*/ 1835120 h 2023029"/>
              <a:gd name="csX11" fmla="*/ 2917017 w 3071052"/>
              <a:gd name="csY11" fmla="*/ 1964981 h 2023029"/>
              <a:gd name="csX12" fmla="*/ 2267570 w 3071052"/>
              <a:gd name="csY12" fmla="*/ 2007878 h 2023029"/>
              <a:gd name="csX13" fmla="*/ 2008398 w 3071052"/>
              <a:gd name="csY13" fmla="*/ 1848317 h 2023029"/>
              <a:gd name="csX14" fmla="*/ 1795784 w 3071052"/>
              <a:gd name="csY14" fmla="*/ 1569507 h 2023029"/>
              <a:gd name="csX15" fmla="*/ 1350909 w 3071052"/>
              <a:gd name="csY15" fmla="*/ 1756378 h 2023029"/>
              <a:gd name="csX16" fmla="*/ 733040 w 3071052"/>
              <a:gd name="csY16" fmla="*/ 2020531 h 2023029"/>
              <a:gd name="csX17" fmla="*/ 280981 w 3071052"/>
              <a:gd name="csY17" fmla="*/ 1813782 h 2023029"/>
              <a:gd name="csX18" fmla="*/ 61668 w 3071052"/>
              <a:gd name="csY18" fmla="*/ 1726984 h 2023029"/>
              <a:gd name="csX19" fmla="*/ 69021 w 3071052"/>
              <a:gd name="csY19" fmla="*/ 932922 h 2023029"/>
              <a:gd name="csX20" fmla="*/ 526420 w 3071052"/>
              <a:gd name="csY20" fmla="*/ 253936 h 2023029"/>
              <a:gd name="csX21" fmla="*/ 1302851 w 3071052"/>
              <a:gd name="csY21" fmla="*/ 45772 h 2023029"/>
              <a:gd name="csX0" fmla="*/ 1302851 w 3071052"/>
              <a:gd name="csY0" fmla="*/ 45772 h 2023029"/>
              <a:gd name="csX1" fmla="*/ 1746280 w 3071052"/>
              <a:gd name="csY1" fmla="*/ 16964 h 2023029"/>
              <a:gd name="csX2" fmla="*/ 2218823 w 3071052"/>
              <a:gd name="csY2" fmla="*/ 257104 h 2023029"/>
              <a:gd name="csX3" fmla="*/ 2455941 w 3071052"/>
              <a:gd name="csY3" fmla="*/ 457237 h 2023029"/>
              <a:gd name="csX4" fmla="*/ 2610072 w 3071052"/>
              <a:gd name="csY4" fmla="*/ 680889 h 2023029"/>
              <a:gd name="csX5" fmla="*/ 2586749 w 3071052"/>
              <a:gd name="csY5" fmla="*/ 879825 h 2023029"/>
              <a:gd name="csX6" fmla="*/ 2745017 w 3071052"/>
              <a:gd name="csY6" fmla="*/ 1063104 h 2023029"/>
              <a:gd name="csX7" fmla="*/ 2687052 w 3071052"/>
              <a:gd name="csY7" fmla="*/ 1185059 h 2023029"/>
              <a:gd name="csX8" fmla="*/ 2730253 w 3071052"/>
              <a:gd name="csY8" fmla="*/ 1367013 h 2023029"/>
              <a:gd name="csX9" fmla="*/ 2887780 w 3071052"/>
              <a:gd name="csY9" fmla="*/ 1513594 h 2023029"/>
              <a:gd name="csX10" fmla="*/ 3063471 w 3071052"/>
              <a:gd name="csY10" fmla="*/ 1835120 h 2023029"/>
              <a:gd name="csX11" fmla="*/ 2917017 w 3071052"/>
              <a:gd name="csY11" fmla="*/ 1964981 h 2023029"/>
              <a:gd name="csX12" fmla="*/ 2267570 w 3071052"/>
              <a:gd name="csY12" fmla="*/ 2007878 h 2023029"/>
              <a:gd name="csX13" fmla="*/ 2008398 w 3071052"/>
              <a:gd name="csY13" fmla="*/ 1848317 h 2023029"/>
              <a:gd name="csX14" fmla="*/ 1795784 w 3071052"/>
              <a:gd name="csY14" fmla="*/ 1569507 h 2023029"/>
              <a:gd name="csX15" fmla="*/ 1350909 w 3071052"/>
              <a:gd name="csY15" fmla="*/ 1756378 h 2023029"/>
              <a:gd name="csX16" fmla="*/ 733040 w 3071052"/>
              <a:gd name="csY16" fmla="*/ 2020531 h 2023029"/>
              <a:gd name="csX17" fmla="*/ 280981 w 3071052"/>
              <a:gd name="csY17" fmla="*/ 1813782 h 2023029"/>
              <a:gd name="csX18" fmla="*/ 61668 w 3071052"/>
              <a:gd name="csY18" fmla="*/ 1726984 h 2023029"/>
              <a:gd name="csX19" fmla="*/ 69021 w 3071052"/>
              <a:gd name="csY19" fmla="*/ 932922 h 2023029"/>
              <a:gd name="csX20" fmla="*/ 526420 w 3071052"/>
              <a:gd name="csY20" fmla="*/ 253936 h 2023029"/>
              <a:gd name="csX21" fmla="*/ 1302851 w 3071052"/>
              <a:gd name="csY21" fmla="*/ 45772 h 2023029"/>
              <a:gd name="csX0" fmla="*/ 1302851 w 3071052"/>
              <a:gd name="csY0" fmla="*/ 45772 h 2023775"/>
              <a:gd name="csX1" fmla="*/ 1746280 w 3071052"/>
              <a:gd name="csY1" fmla="*/ 16964 h 2023775"/>
              <a:gd name="csX2" fmla="*/ 2218823 w 3071052"/>
              <a:gd name="csY2" fmla="*/ 257104 h 2023775"/>
              <a:gd name="csX3" fmla="*/ 2455941 w 3071052"/>
              <a:gd name="csY3" fmla="*/ 457237 h 2023775"/>
              <a:gd name="csX4" fmla="*/ 2610072 w 3071052"/>
              <a:gd name="csY4" fmla="*/ 680889 h 2023775"/>
              <a:gd name="csX5" fmla="*/ 2586749 w 3071052"/>
              <a:gd name="csY5" fmla="*/ 879825 h 2023775"/>
              <a:gd name="csX6" fmla="*/ 2745017 w 3071052"/>
              <a:gd name="csY6" fmla="*/ 1063104 h 2023775"/>
              <a:gd name="csX7" fmla="*/ 2687052 w 3071052"/>
              <a:gd name="csY7" fmla="*/ 1185059 h 2023775"/>
              <a:gd name="csX8" fmla="*/ 2730253 w 3071052"/>
              <a:gd name="csY8" fmla="*/ 1367013 h 2023775"/>
              <a:gd name="csX9" fmla="*/ 2887780 w 3071052"/>
              <a:gd name="csY9" fmla="*/ 1513594 h 2023775"/>
              <a:gd name="csX10" fmla="*/ 3063471 w 3071052"/>
              <a:gd name="csY10" fmla="*/ 1835120 h 2023775"/>
              <a:gd name="csX11" fmla="*/ 2917017 w 3071052"/>
              <a:gd name="csY11" fmla="*/ 1964981 h 2023775"/>
              <a:gd name="csX12" fmla="*/ 2267570 w 3071052"/>
              <a:gd name="csY12" fmla="*/ 2007878 h 2023775"/>
              <a:gd name="csX13" fmla="*/ 2008398 w 3071052"/>
              <a:gd name="csY13" fmla="*/ 1848317 h 2023775"/>
              <a:gd name="csX14" fmla="*/ 1795784 w 3071052"/>
              <a:gd name="csY14" fmla="*/ 1569507 h 2023775"/>
              <a:gd name="csX15" fmla="*/ 1350909 w 3071052"/>
              <a:gd name="csY15" fmla="*/ 1756378 h 2023775"/>
              <a:gd name="csX16" fmla="*/ 733040 w 3071052"/>
              <a:gd name="csY16" fmla="*/ 2020531 h 2023775"/>
              <a:gd name="csX17" fmla="*/ 280981 w 3071052"/>
              <a:gd name="csY17" fmla="*/ 1813782 h 2023775"/>
              <a:gd name="csX18" fmla="*/ 61668 w 3071052"/>
              <a:gd name="csY18" fmla="*/ 1726984 h 2023775"/>
              <a:gd name="csX19" fmla="*/ 69021 w 3071052"/>
              <a:gd name="csY19" fmla="*/ 932922 h 2023775"/>
              <a:gd name="csX20" fmla="*/ 526420 w 3071052"/>
              <a:gd name="csY20" fmla="*/ 253936 h 2023775"/>
              <a:gd name="csX21" fmla="*/ 1302851 w 3071052"/>
              <a:gd name="csY21" fmla="*/ 45772 h 2023775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28808 h 1990914"/>
              <a:gd name="csX1" fmla="*/ 1746280 w 3071052"/>
              <a:gd name="csY1" fmla="*/ 0 h 1990914"/>
              <a:gd name="csX2" fmla="*/ 2218823 w 3071052"/>
              <a:gd name="csY2" fmla="*/ 240140 h 1990914"/>
              <a:gd name="csX3" fmla="*/ 2455941 w 3071052"/>
              <a:gd name="csY3" fmla="*/ 440273 h 1990914"/>
              <a:gd name="csX4" fmla="*/ 2610072 w 3071052"/>
              <a:gd name="csY4" fmla="*/ 663925 h 1990914"/>
              <a:gd name="csX5" fmla="*/ 2586749 w 3071052"/>
              <a:gd name="csY5" fmla="*/ 862861 h 1990914"/>
              <a:gd name="csX6" fmla="*/ 2745922 w 3071052"/>
              <a:gd name="csY6" fmla="*/ 1036141 h 1990914"/>
              <a:gd name="csX7" fmla="*/ 2687052 w 3071052"/>
              <a:gd name="csY7" fmla="*/ 1168095 h 1990914"/>
              <a:gd name="csX8" fmla="*/ 2730253 w 3071052"/>
              <a:gd name="csY8" fmla="*/ 1350049 h 1990914"/>
              <a:gd name="csX9" fmla="*/ 2887780 w 3071052"/>
              <a:gd name="csY9" fmla="*/ 1496630 h 1990914"/>
              <a:gd name="csX10" fmla="*/ 3063471 w 3071052"/>
              <a:gd name="csY10" fmla="*/ 1818156 h 1990914"/>
              <a:gd name="csX11" fmla="*/ 2917017 w 3071052"/>
              <a:gd name="csY11" fmla="*/ 1948017 h 1990914"/>
              <a:gd name="csX12" fmla="*/ 2267570 w 3071052"/>
              <a:gd name="csY12" fmla="*/ 1990914 h 1990914"/>
              <a:gd name="csX13" fmla="*/ 2008398 w 3071052"/>
              <a:gd name="csY13" fmla="*/ 1831353 h 1990914"/>
              <a:gd name="csX14" fmla="*/ 1795784 w 3071052"/>
              <a:gd name="csY14" fmla="*/ 1552543 h 1990914"/>
              <a:gd name="csX15" fmla="*/ 1350909 w 3071052"/>
              <a:gd name="csY15" fmla="*/ 1739414 h 1990914"/>
              <a:gd name="csX16" fmla="*/ 742667 w 3071052"/>
              <a:gd name="csY16" fmla="*/ 1975203 h 1990914"/>
              <a:gd name="csX17" fmla="*/ 280981 w 3071052"/>
              <a:gd name="csY17" fmla="*/ 1796818 h 1990914"/>
              <a:gd name="csX18" fmla="*/ 61668 w 3071052"/>
              <a:gd name="csY18" fmla="*/ 1710020 h 1990914"/>
              <a:gd name="csX19" fmla="*/ 69021 w 3071052"/>
              <a:gd name="csY19" fmla="*/ 915958 h 1990914"/>
              <a:gd name="csX20" fmla="*/ 526420 w 3071052"/>
              <a:gd name="csY20" fmla="*/ 236972 h 1990914"/>
              <a:gd name="csX21" fmla="*/ 1302851 w 3071052"/>
              <a:gd name="csY21" fmla="*/ 28808 h 1990914"/>
              <a:gd name="csX0" fmla="*/ 1162878 w 3071052"/>
              <a:gd name="csY0" fmla="*/ 71574 h 1990914"/>
              <a:gd name="csX1" fmla="*/ 1746280 w 3071052"/>
              <a:gd name="csY1" fmla="*/ 0 h 1990914"/>
              <a:gd name="csX2" fmla="*/ 2218823 w 3071052"/>
              <a:gd name="csY2" fmla="*/ 240140 h 1990914"/>
              <a:gd name="csX3" fmla="*/ 2455941 w 3071052"/>
              <a:gd name="csY3" fmla="*/ 440273 h 1990914"/>
              <a:gd name="csX4" fmla="*/ 2610072 w 3071052"/>
              <a:gd name="csY4" fmla="*/ 663925 h 1990914"/>
              <a:gd name="csX5" fmla="*/ 2586749 w 3071052"/>
              <a:gd name="csY5" fmla="*/ 862861 h 1990914"/>
              <a:gd name="csX6" fmla="*/ 2745922 w 3071052"/>
              <a:gd name="csY6" fmla="*/ 1036141 h 1990914"/>
              <a:gd name="csX7" fmla="*/ 2687052 w 3071052"/>
              <a:gd name="csY7" fmla="*/ 1168095 h 1990914"/>
              <a:gd name="csX8" fmla="*/ 2730253 w 3071052"/>
              <a:gd name="csY8" fmla="*/ 1350049 h 1990914"/>
              <a:gd name="csX9" fmla="*/ 2887780 w 3071052"/>
              <a:gd name="csY9" fmla="*/ 1496630 h 1990914"/>
              <a:gd name="csX10" fmla="*/ 3063471 w 3071052"/>
              <a:gd name="csY10" fmla="*/ 1818156 h 1990914"/>
              <a:gd name="csX11" fmla="*/ 2917017 w 3071052"/>
              <a:gd name="csY11" fmla="*/ 1948017 h 1990914"/>
              <a:gd name="csX12" fmla="*/ 2267570 w 3071052"/>
              <a:gd name="csY12" fmla="*/ 1990914 h 1990914"/>
              <a:gd name="csX13" fmla="*/ 2008398 w 3071052"/>
              <a:gd name="csY13" fmla="*/ 1831353 h 1990914"/>
              <a:gd name="csX14" fmla="*/ 1795784 w 3071052"/>
              <a:gd name="csY14" fmla="*/ 1552543 h 1990914"/>
              <a:gd name="csX15" fmla="*/ 1350909 w 3071052"/>
              <a:gd name="csY15" fmla="*/ 1739414 h 1990914"/>
              <a:gd name="csX16" fmla="*/ 742667 w 3071052"/>
              <a:gd name="csY16" fmla="*/ 1975203 h 1990914"/>
              <a:gd name="csX17" fmla="*/ 280981 w 3071052"/>
              <a:gd name="csY17" fmla="*/ 1796818 h 1990914"/>
              <a:gd name="csX18" fmla="*/ 61668 w 3071052"/>
              <a:gd name="csY18" fmla="*/ 1710020 h 1990914"/>
              <a:gd name="csX19" fmla="*/ 69021 w 3071052"/>
              <a:gd name="csY19" fmla="*/ 915958 h 1990914"/>
              <a:gd name="csX20" fmla="*/ 526420 w 3071052"/>
              <a:gd name="csY20" fmla="*/ 236972 h 1990914"/>
              <a:gd name="csX21" fmla="*/ 1162878 w 3071052"/>
              <a:gd name="csY21" fmla="*/ 71574 h 1990914"/>
              <a:gd name="csX0" fmla="*/ 1162878 w 3071052"/>
              <a:gd name="csY0" fmla="*/ 71574 h 1990914"/>
              <a:gd name="csX1" fmla="*/ 1746280 w 3071052"/>
              <a:gd name="csY1" fmla="*/ 0 h 1990914"/>
              <a:gd name="csX2" fmla="*/ 2218823 w 3071052"/>
              <a:gd name="csY2" fmla="*/ 240140 h 1990914"/>
              <a:gd name="csX3" fmla="*/ 2455941 w 3071052"/>
              <a:gd name="csY3" fmla="*/ 440273 h 1990914"/>
              <a:gd name="csX4" fmla="*/ 2610072 w 3071052"/>
              <a:gd name="csY4" fmla="*/ 663925 h 1990914"/>
              <a:gd name="csX5" fmla="*/ 2586749 w 3071052"/>
              <a:gd name="csY5" fmla="*/ 862861 h 1990914"/>
              <a:gd name="csX6" fmla="*/ 2745922 w 3071052"/>
              <a:gd name="csY6" fmla="*/ 1036141 h 1990914"/>
              <a:gd name="csX7" fmla="*/ 2687052 w 3071052"/>
              <a:gd name="csY7" fmla="*/ 1168095 h 1990914"/>
              <a:gd name="csX8" fmla="*/ 2730253 w 3071052"/>
              <a:gd name="csY8" fmla="*/ 1350049 h 1990914"/>
              <a:gd name="csX9" fmla="*/ 2887780 w 3071052"/>
              <a:gd name="csY9" fmla="*/ 1496630 h 1990914"/>
              <a:gd name="csX10" fmla="*/ 3063471 w 3071052"/>
              <a:gd name="csY10" fmla="*/ 1818156 h 1990914"/>
              <a:gd name="csX11" fmla="*/ 2917017 w 3071052"/>
              <a:gd name="csY11" fmla="*/ 1948017 h 1990914"/>
              <a:gd name="csX12" fmla="*/ 2267570 w 3071052"/>
              <a:gd name="csY12" fmla="*/ 1990914 h 1990914"/>
              <a:gd name="csX13" fmla="*/ 2008398 w 3071052"/>
              <a:gd name="csY13" fmla="*/ 1831353 h 1990914"/>
              <a:gd name="csX14" fmla="*/ 1795784 w 3071052"/>
              <a:gd name="csY14" fmla="*/ 1552543 h 1990914"/>
              <a:gd name="csX15" fmla="*/ 1350909 w 3071052"/>
              <a:gd name="csY15" fmla="*/ 1739414 h 1990914"/>
              <a:gd name="csX16" fmla="*/ 742667 w 3071052"/>
              <a:gd name="csY16" fmla="*/ 1975203 h 1990914"/>
              <a:gd name="csX17" fmla="*/ 280981 w 3071052"/>
              <a:gd name="csY17" fmla="*/ 1796818 h 1990914"/>
              <a:gd name="csX18" fmla="*/ 61668 w 3071052"/>
              <a:gd name="csY18" fmla="*/ 1710020 h 1990914"/>
              <a:gd name="csX19" fmla="*/ 69021 w 3071052"/>
              <a:gd name="csY19" fmla="*/ 915958 h 1990914"/>
              <a:gd name="csX20" fmla="*/ 526420 w 3071052"/>
              <a:gd name="csY20" fmla="*/ 236972 h 1990914"/>
              <a:gd name="csX21" fmla="*/ 1162878 w 3071052"/>
              <a:gd name="csY21" fmla="*/ 71574 h 1990914"/>
              <a:gd name="csX0" fmla="*/ 1162878 w 3071052"/>
              <a:gd name="csY0" fmla="*/ 71574 h 1990914"/>
              <a:gd name="csX1" fmla="*/ 1746280 w 3071052"/>
              <a:gd name="csY1" fmla="*/ 0 h 1990914"/>
              <a:gd name="csX2" fmla="*/ 2218823 w 3071052"/>
              <a:gd name="csY2" fmla="*/ 240140 h 1990914"/>
              <a:gd name="csX3" fmla="*/ 2455941 w 3071052"/>
              <a:gd name="csY3" fmla="*/ 440273 h 1990914"/>
              <a:gd name="csX4" fmla="*/ 2610072 w 3071052"/>
              <a:gd name="csY4" fmla="*/ 663925 h 1990914"/>
              <a:gd name="csX5" fmla="*/ 2586749 w 3071052"/>
              <a:gd name="csY5" fmla="*/ 862861 h 1990914"/>
              <a:gd name="csX6" fmla="*/ 2745922 w 3071052"/>
              <a:gd name="csY6" fmla="*/ 1036141 h 1990914"/>
              <a:gd name="csX7" fmla="*/ 2687052 w 3071052"/>
              <a:gd name="csY7" fmla="*/ 1168095 h 1990914"/>
              <a:gd name="csX8" fmla="*/ 2730253 w 3071052"/>
              <a:gd name="csY8" fmla="*/ 1350049 h 1990914"/>
              <a:gd name="csX9" fmla="*/ 2887780 w 3071052"/>
              <a:gd name="csY9" fmla="*/ 1496630 h 1990914"/>
              <a:gd name="csX10" fmla="*/ 3063471 w 3071052"/>
              <a:gd name="csY10" fmla="*/ 1818156 h 1990914"/>
              <a:gd name="csX11" fmla="*/ 2917017 w 3071052"/>
              <a:gd name="csY11" fmla="*/ 1948017 h 1990914"/>
              <a:gd name="csX12" fmla="*/ 2267570 w 3071052"/>
              <a:gd name="csY12" fmla="*/ 1990914 h 1990914"/>
              <a:gd name="csX13" fmla="*/ 2008398 w 3071052"/>
              <a:gd name="csY13" fmla="*/ 1831353 h 1990914"/>
              <a:gd name="csX14" fmla="*/ 1795784 w 3071052"/>
              <a:gd name="csY14" fmla="*/ 1552543 h 1990914"/>
              <a:gd name="csX15" fmla="*/ 1350909 w 3071052"/>
              <a:gd name="csY15" fmla="*/ 1739414 h 1990914"/>
              <a:gd name="csX16" fmla="*/ 742667 w 3071052"/>
              <a:gd name="csY16" fmla="*/ 1975203 h 1990914"/>
              <a:gd name="csX17" fmla="*/ 280981 w 3071052"/>
              <a:gd name="csY17" fmla="*/ 1796818 h 1990914"/>
              <a:gd name="csX18" fmla="*/ 61668 w 3071052"/>
              <a:gd name="csY18" fmla="*/ 1710020 h 1990914"/>
              <a:gd name="csX19" fmla="*/ 69021 w 3071052"/>
              <a:gd name="csY19" fmla="*/ 915958 h 1990914"/>
              <a:gd name="csX20" fmla="*/ 526420 w 3071052"/>
              <a:gd name="csY20" fmla="*/ 236972 h 1990914"/>
              <a:gd name="csX21" fmla="*/ 1162878 w 3071052"/>
              <a:gd name="csY21" fmla="*/ 71574 h 1990914"/>
              <a:gd name="csX0" fmla="*/ 1221607 w 3129781"/>
              <a:gd name="csY0" fmla="*/ 71574 h 1990914"/>
              <a:gd name="csX1" fmla="*/ 1805009 w 3129781"/>
              <a:gd name="csY1" fmla="*/ 0 h 1990914"/>
              <a:gd name="csX2" fmla="*/ 2277552 w 3129781"/>
              <a:gd name="csY2" fmla="*/ 240140 h 1990914"/>
              <a:gd name="csX3" fmla="*/ 2514670 w 3129781"/>
              <a:gd name="csY3" fmla="*/ 440273 h 1990914"/>
              <a:gd name="csX4" fmla="*/ 2668801 w 3129781"/>
              <a:gd name="csY4" fmla="*/ 663925 h 1990914"/>
              <a:gd name="csX5" fmla="*/ 2645478 w 3129781"/>
              <a:gd name="csY5" fmla="*/ 862861 h 1990914"/>
              <a:gd name="csX6" fmla="*/ 2804651 w 3129781"/>
              <a:gd name="csY6" fmla="*/ 1036141 h 1990914"/>
              <a:gd name="csX7" fmla="*/ 2745781 w 3129781"/>
              <a:gd name="csY7" fmla="*/ 1168095 h 1990914"/>
              <a:gd name="csX8" fmla="*/ 2788982 w 3129781"/>
              <a:gd name="csY8" fmla="*/ 1350049 h 1990914"/>
              <a:gd name="csX9" fmla="*/ 2946509 w 3129781"/>
              <a:gd name="csY9" fmla="*/ 1496630 h 1990914"/>
              <a:gd name="csX10" fmla="*/ 3122200 w 3129781"/>
              <a:gd name="csY10" fmla="*/ 1818156 h 1990914"/>
              <a:gd name="csX11" fmla="*/ 2975746 w 3129781"/>
              <a:gd name="csY11" fmla="*/ 1948017 h 1990914"/>
              <a:gd name="csX12" fmla="*/ 2326299 w 3129781"/>
              <a:gd name="csY12" fmla="*/ 1990914 h 1990914"/>
              <a:gd name="csX13" fmla="*/ 2067127 w 3129781"/>
              <a:gd name="csY13" fmla="*/ 1831353 h 1990914"/>
              <a:gd name="csX14" fmla="*/ 1854513 w 3129781"/>
              <a:gd name="csY14" fmla="*/ 1552543 h 1990914"/>
              <a:gd name="csX15" fmla="*/ 1409638 w 3129781"/>
              <a:gd name="csY15" fmla="*/ 1739414 h 1990914"/>
              <a:gd name="csX16" fmla="*/ 801396 w 3129781"/>
              <a:gd name="csY16" fmla="*/ 1975203 h 1990914"/>
              <a:gd name="csX17" fmla="*/ 339710 w 3129781"/>
              <a:gd name="csY17" fmla="*/ 1796818 h 1990914"/>
              <a:gd name="csX18" fmla="*/ 37305 w 3129781"/>
              <a:gd name="csY18" fmla="*/ 1296110 h 1990914"/>
              <a:gd name="csX19" fmla="*/ 127750 w 3129781"/>
              <a:gd name="csY19" fmla="*/ 915958 h 1990914"/>
              <a:gd name="csX20" fmla="*/ 585149 w 3129781"/>
              <a:gd name="csY20" fmla="*/ 236972 h 1990914"/>
              <a:gd name="csX21" fmla="*/ 1221607 w 3129781"/>
              <a:gd name="csY21" fmla="*/ 71574 h 1990914"/>
              <a:gd name="csX0" fmla="*/ 1221607 w 3129781"/>
              <a:gd name="csY0" fmla="*/ 71574 h 1990914"/>
              <a:gd name="csX1" fmla="*/ 1805009 w 3129781"/>
              <a:gd name="csY1" fmla="*/ 0 h 1990914"/>
              <a:gd name="csX2" fmla="*/ 2277552 w 3129781"/>
              <a:gd name="csY2" fmla="*/ 240140 h 1990914"/>
              <a:gd name="csX3" fmla="*/ 2514670 w 3129781"/>
              <a:gd name="csY3" fmla="*/ 440273 h 1990914"/>
              <a:gd name="csX4" fmla="*/ 2668801 w 3129781"/>
              <a:gd name="csY4" fmla="*/ 663925 h 1990914"/>
              <a:gd name="csX5" fmla="*/ 2645478 w 3129781"/>
              <a:gd name="csY5" fmla="*/ 862861 h 1990914"/>
              <a:gd name="csX6" fmla="*/ 2804651 w 3129781"/>
              <a:gd name="csY6" fmla="*/ 1036141 h 1990914"/>
              <a:gd name="csX7" fmla="*/ 2745781 w 3129781"/>
              <a:gd name="csY7" fmla="*/ 1168095 h 1990914"/>
              <a:gd name="csX8" fmla="*/ 2788982 w 3129781"/>
              <a:gd name="csY8" fmla="*/ 1350049 h 1990914"/>
              <a:gd name="csX9" fmla="*/ 2946509 w 3129781"/>
              <a:gd name="csY9" fmla="*/ 1496630 h 1990914"/>
              <a:gd name="csX10" fmla="*/ 3122200 w 3129781"/>
              <a:gd name="csY10" fmla="*/ 1818156 h 1990914"/>
              <a:gd name="csX11" fmla="*/ 2975746 w 3129781"/>
              <a:gd name="csY11" fmla="*/ 1948017 h 1990914"/>
              <a:gd name="csX12" fmla="*/ 2326299 w 3129781"/>
              <a:gd name="csY12" fmla="*/ 1990914 h 1990914"/>
              <a:gd name="csX13" fmla="*/ 2067127 w 3129781"/>
              <a:gd name="csY13" fmla="*/ 1831353 h 1990914"/>
              <a:gd name="csX14" fmla="*/ 1854513 w 3129781"/>
              <a:gd name="csY14" fmla="*/ 1552543 h 1990914"/>
              <a:gd name="csX15" fmla="*/ 1409638 w 3129781"/>
              <a:gd name="csY15" fmla="*/ 1739414 h 1990914"/>
              <a:gd name="csX16" fmla="*/ 801396 w 3129781"/>
              <a:gd name="csY16" fmla="*/ 1975203 h 1990914"/>
              <a:gd name="csX17" fmla="*/ 303140 w 3129781"/>
              <a:gd name="csY17" fmla="*/ 1735966 h 1990914"/>
              <a:gd name="csX18" fmla="*/ 37305 w 3129781"/>
              <a:gd name="csY18" fmla="*/ 1296110 h 1990914"/>
              <a:gd name="csX19" fmla="*/ 127750 w 3129781"/>
              <a:gd name="csY19" fmla="*/ 915958 h 1990914"/>
              <a:gd name="csX20" fmla="*/ 585149 w 3129781"/>
              <a:gd name="csY20" fmla="*/ 236972 h 1990914"/>
              <a:gd name="csX21" fmla="*/ 1221607 w 3129781"/>
              <a:gd name="csY21" fmla="*/ 71574 h 1990914"/>
              <a:gd name="csX0" fmla="*/ 1221607 w 3129781"/>
              <a:gd name="csY0" fmla="*/ 71574 h 1990914"/>
              <a:gd name="csX1" fmla="*/ 1805009 w 3129781"/>
              <a:gd name="csY1" fmla="*/ 0 h 1990914"/>
              <a:gd name="csX2" fmla="*/ 2277552 w 3129781"/>
              <a:gd name="csY2" fmla="*/ 240140 h 1990914"/>
              <a:gd name="csX3" fmla="*/ 2514670 w 3129781"/>
              <a:gd name="csY3" fmla="*/ 440273 h 1990914"/>
              <a:gd name="csX4" fmla="*/ 2668801 w 3129781"/>
              <a:gd name="csY4" fmla="*/ 663925 h 1990914"/>
              <a:gd name="csX5" fmla="*/ 2645478 w 3129781"/>
              <a:gd name="csY5" fmla="*/ 862861 h 1990914"/>
              <a:gd name="csX6" fmla="*/ 2804651 w 3129781"/>
              <a:gd name="csY6" fmla="*/ 1036141 h 1990914"/>
              <a:gd name="csX7" fmla="*/ 2745781 w 3129781"/>
              <a:gd name="csY7" fmla="*/ 1168095 h 1990914"/>
              <a:gd name="csX8" fmla="*/ 2788982 w 3129781"/>
              <a:gd name="csY8" fmla="*/ 1350049 h 1990914"/>
              <a:gd name="csX9" fmla="*/ 2946509 w 3129781"/>
              <a:gd name="csY9" fmla="*/ 1496630 h 1990914"/>
              <a:gd name="csX10" fmla="*/ 3122200 w 3129781"/>
              <a:gd name="csY10" fmla="*/ 1818156 h 1990914"/>
              <a:gd name="csX11" fmla="*/ 2975746 w 3129781"/>
              <a:gd name="csY11" fmla="*/ 1948017 h 1990914"/>
              <a:gd name="csX12" fmla="*/ 2326299 w 3129781"/>
              <a:gd name="csY12" fmla="*/ 1990914 h 1990914"/>
              <a:gd name="csX13" fmla="*/ 2067127 w 3129781"/>
              <a:gd name="csY13" fmla="*/ 1831353 h 1990914"/>
              <a:gd name="csX14" fmla="*/ 1854513 w 3129781"/>
              <a:gd name="csY14" fmla="*/ 1552543 h 1990914"/>
              <a:gd name="csX15" fmla="*/ 1409638 w 3129781"/>
              <a:gd name="csY15" fmla="*/ 1739414 h 1990914"/>
              <a:gd name="csX16" fmla="*/ 822236 w 3129781"/>
              <a:gd name="csY16" fmla="*/ 1833465 h 1990914"/>
              <a:gd name="csX17" fmla="*/ 303140 w 3129781"/>
              <a:gd name="csY17" fmla="*/ 1735966 h 1990914"/>
              <a:gd name="csX18" fmla="*/ 37305 w 3129781"/>
              <a:gd name="csY18" fmla="*/ 1296110 h 1990914"/>
              <a:gd name="csX19" fmla="*/ 127750 w 3129781"/>
              <a:gd name="csY19" fmla="*/ 915958 h 1990914"/>
              <a:gd name="csX20" fmla="*/ 585149 w 3129781"/>
              <a:gd name="csY20" fmla="*/ 236972 h 1990914"/>
              <a:gd name="csX21" fmla="*/ 1221607 w 3129781"/>
              <a:gd name="csY21" fmla="*/ 71574 h 1990914"/>
              <a:gd name="csX0" fmla="*/ 1221607 w 3129781"/>
              <a:gd name="csY0" fmla="*/ 71574 h 1990914"/>
              <a:gd name="csX1" fmla="*/ 1805009 w 3129781"/>
              <a:gd name="csY1" fmla="*/ 0 h 1990914"/>
              <a:gd name="csX2" fmla="*/ 2277552 w 3129781"/>
              <a:gd name="csY2" fmla="*/ 240140 h 1990914"/>
              <a:gd name="csX3" fmla="*/ 2514670 w 3129781"/>
              <a:gd name="csY3" fmla="*/ 440273 h 1990914"/>
              <a:gd name="csX4" fmla="*/ 2668801 w 3129781"/>
              <a:gd name="csY4" fmla="*/ 663925 h 1990914"/>
              <a:gd name="csX5" fmla="*/ 2645478 w 3129781"/>
              <a:gd name="csY5" fmla="*/ 862861 h 1990914"/>
              <a:gd name="csX6" fmla="*/ 2804651 w 3129781"/>
              <a:gd name="csY6" fmla="*/ 1036141 h 1990914"/>
              <a:gd name="csX7" fmla="*/ 2745781 w 3129781"/>
              <a:gd name="csY7" fmla="*/ 1168095 h 1990914"/>
              <a:gd name="csX8" fmla="*/ 2788982 w 3129781"/>
              <a:gd name="csY8" fmla="*/ 1350049 h 1990914"/>
              <a:gd name="csX9" fmla="*/ 2946509 w 3129781"/>
              <a:gd name="csY9" fmla="*/ 1496630 h 1990914"/>
              <a:gd name="csX10" fmla="*/ 3122200 w 3129781"/>
              <a:gd name="csY10" fmla="*/ 1818156 h 1990914"/>
              <a:gd name="csX11" fmla="*/ 2975746 w 3129781"/>
              <a:gd name="csY11" fmla="*/ 1948017 h 1990914"/>
              <a:gd name="csX12" fmla="*/ 2326299 w 3129781"/>
              <a:gd name="csY12" fmla="*/ 1990914 h 1990914"/>
              <a:gd name="csX13" fmla="*/ 2067127 w 3129781"/>
              <a:gd name="csY13" fmla="*/ 1831353 h 1990914"/>
              <a:gd name="csX14" fmla="*/ 1854513 w 3129781"/>
              <a:gd name="csY14" fmla="*/ 1552543 h 1990914"/>
              <a:gd name="csX15" fmla="*/ 1459303 w 3129781"/>
              <a:gd name="csY15" fmla="*/ 1722820 h 1990914"/>
              <a:gd name="csX16" fmla="*/ 822236 w 3129781"/>
              <a:gd name="csY16" fmla="*/ 1833465 h 1990914"/>
              <a:gd name="csX17" fmla="*/ 303140 w 3129781"/>
              <a:gd name="csY17" fmla="*/ 1735966 h 1990914"/>
              <a:gd name="csX18" fmla="*/ 37305 w 3129781"/>
              <a:gd name="csY18" fmla="*/ 1296110 h 1990914"/>
              <a:gd name="csX19" fmla="*/ 127750 w 3129781"/>
              <a:gd name="csY19" fmla="*/ 915958 h 1990914"/>
              <a:gd name="csX20" fmla="*/ 585149 w 3129781"/>
              <a:gd name="csY20" fmla="*/ 236972 h 1990914"/>
              <a:gd name="csX21" fmla="*/ 1221607 w 3129781"/>
              <a:gd name="csY21" fmla="*/ 71574 h 1990914"/>
              <a:gd name="csX0" fmla="*/ 1221607 w 3129781"/>
              <a:gd name="csY0" fmla="*/ 71574 h 1990914"/>
              <a:gd name="csX1" fmla="*/ 1805009 w 3129781"/>
              <a:gd name="csY1" fmla="*/ 0 h 1990914"/>
              <a:gd name="csX2" fmla="*/ 2277552 w 3129781"/>
              <a:gd name="csY2" fmla="*/ 240140 h 1990914"/>
              <a:gd name="csX3" fmla="*/ 2514670 w 3129781"/>
              <a:gd name="csY3" fmla="*/ 440273 h 1990914"/>
              <a:gd name="csX4" fmla="*/ 2668801 w 3129781"/>
              <a:gd name="csY4" fmla="*/ 663925 h 1990914"/>
              <a:gd name="csX5" fmla="*/ 2645478 w 3129781"/>
              <a:gd name="csY5" fmla="*/ 862861 h 1990914"/>
              <a:gd name="csX6" fmla="*/ 2804651 w 3129781"/>
              <a:gd name="csY6" fmla="*/ 1036141 h 1990914"/>
              <a:gd name="csX7" fmla="*/ 2745781 w 3129781"/>
              <a:gd name="csY7" fmla="*/ 1168095 h 1990914"/>
              <a:gd name="csX8" fmla="*/ 2788982 w 3129781"/>
              <a:gd name="csY8" fmla="*/ 1350049 h 1990914"/>
              <a:gd name="csX9" fmla="*/ 2946509 w 3129781"/>
              <a:gd name="csY9" fmla="*/ 1496630 h 1990914"/>
              <a:gd name="csX10" fmla="*/ 3122200 w 3129781"/>
              <a:gd name="csY10" fmla="*/ 1818156 h 1990914"/>
              <a:gd name="csX11" fmla="*/ 2975746 w 3129781"/>
              <a:gd name="csY11" fmla="*/ 1948017 h 1990914"/>
              <a:gd name="csX12" fmla="*/ 2326299 w 3129781"/>
              <a:gd name="csY12" fmla="*/ 1990914 h 1990914"/>
              <a:gd name="csX13" fmla="*/ 2067127 w 3129781"/>
              <a:gd name="csY13" fmla="*/ 1831353 h 1990914"/>
              <a:gd name="csX14" fmla="*/ 1754633 w 3129781"/>
              <a:gd name="csY14" fmla="*/ 1496607 h 1990914"/>
              <a:gd name="csX15" fmla="*/ 1459303 w 3129781"/>
              <a:gd name="csY15" fmla="*/ 1722820 h 1990914"/>
              <a:gd name="csX16" fmla="*/ 822236 w 3129781"/>
              <a:gd name="csY16" fmla="*/ 1833465 h 1990914"/>
              <a:gd name="csX17" fmla="*/ 303140 w 3129781"/>
              <a:gd name="csY17" fmla="*/ 1735966 h 1990914"/>
              <a:gd name="csX18" fmla="*/ 37305 w 3129781"/>
              <a:gd name="csY18" fmla="*/ 1296110 h 1990914"/>
              <a:gd name="csX19" fmla="*/ 127750 w 3129781"/>
              <a:gd name="csY19" fmla="*/ 915958 h 1990914"/>
              <a:gd name="csX20" fmla="*/ 585149 w 3129781"/>
              <a:gd name="csY20" fmla="*/ 236972 h 1990914"/>
              <a:gd name="csX21" fmla="*/ 1221607 w 3129781"/>
              <a:gd name="csY21" fmla="*/ 71574 h 1990914"/>
              <a:gd name="csX0" fmla="*/ 1221607 w 3129781"/>
              <a:gd name="csY0" fmla="*/ 71574 h 1990914"/>
              <a:gd name="csX1" fmla="*/ 1805009 w 3129781"/>
              <a:gd name="csY1" fmla="*/ 0 h 1990914"/>
              <a:gd name="csX2" fmla="*/ 2277552 w 3129781"/>
              <a:gd name="csY2" fmla="*/ 240140 h 1990914"/>
              <a:gd name="csX3" fmla="*/ 2514670 w 3129781"/>
              <a:gd name="csY3" fmla="*/ 440273 h 1990914"/>
              <a:gd name="csX4" fmla="*/ 2668801 w 3129781"/>
              <a:gd name="csY4" fmla="*/ 663925 h 1990914"/>
              <a:gd name="csX5" fmla="*/ 2645478 w 3129781"/>
              <a:gd name="csY5" fmla="*/ 862861 h 1990914"/>
              <a:gd name="csX6" fmla="*/ 2804651 w 3129781"/>
              <a:gd name="csY6" fmla="*/ 1036141 h 1990914"/>
              <a:gd name="csX7" fmla="*/ 2745781 w 3129781"/>
              <a:gd name="csY7" fmla="*/ 1168095 h 1990914"/>
              <a:gd name="csX8" fmla="*/ 2788982 w 3129781"/>
              <a:gd name="csY8" fmla="*/ 1350049 h 1990914"/>
              <a:gd name="csX9" fmla="*/ 2946509 w 3129781"/>
              <a:gd name="csY9" fmla="*/ 1496630 h 1990914"/>
              <a:gd name="csX10" fmla="*/ 3122200 w 3129781"/>
              <a:gd name="csY10" fmla="*/ 1818156 h 1990914"/>
              <a:gd name="csX11" fmla="*/ 2975746 w 3129781"/>
              <a:gd name="csY11" fmla="*/ 1948017 h 1990914"/>
              <a:gd name="csX12" fmla="*/ 2326299 w 3129781"/>
              <a:gd name="csY12" fmla="*/ 1990914 h 1990914"/>
              <a:gd name="csX13" fmla="*/ 2038302 w 3129781"/>
              <a:gd name="csY13" fmla="*/ 1706209 h 1990914"/>
              <a:gd name="csX14" fmla="*/ 1754633 w 3129781"/>
              <a:gd name="csY14" fmla="*/ 1496607 h 1990914"/>
              <a:gd name="csX15" fmla="*/ 1459303 w 3129781"/>
              <a:gd name="csY15" fmla="*/ 1722820 h 1990914"/>
              <a:gd name="csX16" fmla="*/ 822236 w 3129781"/>
              <a:gd name="csY16" fmla="*/ 1833465 h 1990914"/>
              <a:gd name="csX17" fmla="*/ 303140 w 3129781"/>
              <a:gd name="csY17" fmla="*/ 1735966 h 1990914"/>
              <a:gd name="csX18" fmla="*/ 37305 w 3129781"/>
              <a:gd name="csY18" fmla="*/ 1296110 h 1990914"/>
              <a:gd name="csX19" fmla="*/ 127750 w 3129781"/>
              <a:gd name="csY19" fmla="*/ 915958 h 1990914"/>
              <a:gd name="csX20" fmla="*/ 585149 w 3129781"/>
              <a:gd name="csY20" fmla="*/ 236972 h 1990914"/>
              <a:gd name="csX21" fmla="*/ 1221607 w 3129781"/>
              <a:gd name="csY21" fmla="*/ 71574 h 1990914"/>
              <a:gd name="csX0" fmla="*/ 1221607 w 3129781"/>
              <a:gd name="csY0" fmla="*/ 71574 h 1950259"/>
              <a:gd name="csX1" fmla="*/ 1805009 w 3129781"/>
              <a:gd name="csY1" fmla="*/ 0 h 1950259"/>
              <a:gd name="csX2" fmla="*/ 2277552 w 3129781"/>
              <a:gd name="csY2" fmla="*/ 240140 h 1950259"/>
              <a:gd name="csX3" fmla="*/ 2514670 w 3129781"/>
              <a:gd name="csY3" fmla="*/ 440273 h 1950259"/>
              <a:gd name="csX4" fmla="*/ 2668801 w 3129781"/>
              <a:gd name="csY4" fmla="*/ 663925 h 1950259"/>
              <a:gd name="csX5" fmla="*/ 2645478 w 3129781"/>
              <a:gd name="csY5" fmla="*/ 862861 h 1950259"/>
              <a:gd name="csX6" fmla="*/ 2804651 w 3129781"/>
              <a:gd name="csY6" fmla="*/ 1036141 h 1950259"/>
              <a:gd name="csX7" fmla="*/ 2745781 w 3129781"/>
              <a:gd name="csY7" fmla="*/ 1168095 h 1950259"/>
              <a:gd name="csX8" fmla="*/ 2788982 w 3129781"/>
              <a:gd name="csY8" fmla="*/ 1350049 h 1950259"/>
              <a:gd name="csX9" fmla="*/ 2946509 w 3129781"/>
              <a:gd name="csY9" fmla="*/ 1496630 h 1950259"/>
              <a:gd name="csX10" fmla="*/ 3122200 w 3129781"/>
              <a:gd name="csY10" fmla="*/ 1818156 h 1950259"/>
              <a:gd name="csX11" fmla="*/ 2975746 w 3129781"/>
              <a:gd name="csY11" fmla="*/ 1948017 h 1950259"/>
              <a:gd name="csX12" fmla="*/ 2206443 w 3129781"/>
              <a:gd name="csY12" fmla="*/ 1923791 h 1950259"/>
              <a:gd name="csX13" fmla="*/ 2038302 w 3129781"/>
              <a:gd name="csY13" fmla="*/ 1706209 h 1950259"/>
              <a:gd name="csX14" fmla="*/ 1754633 w 3129781"/>
              <a:gd name="csY14" fmla="*/ 1496607 h 1950259"/>
              <a:gd name="csX15" fmla="*/ 1459303 w 3129781"/>
              <a:gd name="csY15" fmla="*/ 1722820 h 1950259"/>
              <a:gd name="csX16" fmla="*/ 822236 w 3129781"/>
              <a:gd name="csY16" fmla="*/ 1833465 h 1950259"/>
              <a:gd name="csX17" fmla="*/ 303140 w 3129781"/>
              <a:gd name="csY17" fmla="*/ 1735966 h 1950259"/>
              <a:gd name="csX18" fmla="*/ 37305 w 3129781"/>
              <a:gd name="csY18" fmla="*/ 1296110 h 1950259"/>
              <a:gd name="csX19" fmla="*/ 127750 w 3129781"/>
              <a:gd name="csY19" fmla="*/ 915958 h 1950259"/>
              <a:gd name="csX20" fmla="*/ 585149 w 3129781"/>
              <a:gd name="csY20" fmla="*/ 236972 h 1950259"/>
              <a:gd name="csX21" fmla="*/ 1221607 w 3129781"/>
              <a:gd name="csY21" fmla="*/ 71574 h 1950259"/>
              <a:gd name="csX0" fmla="*/ 1221607 w 3129781"/>
              <a:gd name="csY0" fmla="*/ 71574 h 1971462"/>
              <a:gd name="csX1" fmla="*/ 1805009 w 3129781"/>
              <a:gd name="csY1" fmla="*/ 0 h 1971462"/>
              <a:gd name="csX2" fmla="*/ 2277552 w 3129781"/>
              <a:gd name="csY2" fmla="*/ 240140 h 1971462"/>
              <a:gd name="csX3" fmla="*/ 2514670 w 3129781"/>
              <a:gd name="csY3" fmla="*/ 440273 h 1971462"/>
              <a:gd name="csX4" fmla="*/ 2668801 w 3129781"/>
              <a:gd name="csY4" fmla="*/ 663925 h 1971462"/>
              <a:gd name="csX5" fmla="*/ 2645478 w 3129781"/>
              <a:gd name="csY5" fmla="*/ 862861 h 1971462"/>
              <a:gd name="csX6" fmla="*/ 2804651 w 3129781"/>
              <a:gd name="csY6" fmla="*/ 1036141 h 1971462"/>
              <a:gd name="csX7" fmla="*/ 2745781 w 3129781"/>
              <a:gd name="csY7" fmla="*/ 1168095 h 1971462"/>
              <a:gd name="csX8" fmla="*/ 2788982 w 3129781"/>
              <a:gd name="csY8" fmla="*/ 1350049 h 1971462"/>
              <a:gd name="csX9" fmla="*/ 2946509 w 3129781"/>
              <a:gd name="csY9" fmla="*/ 1496630 h 1971462"/>
              <a:gd name="csX10" fmla="*/ 3122200 w 3129781"/>
              <a:gd name="csY10" fmla="*/ 1818156 h 1971462"/>
              <a:gd name="csX11" fmla="*/ 2614391 w 3129781"/>
              <a:gd name="csY11" fmla="*/ 1969706 h 1971462"/>
              <a:gd name="csX12" fmla="*/ 2206443 w 3129781"/>
              <a:gd name="csY12" fmla="*/ 1923791 h 1971462"/>
              <a:gd name="csX13" fmla="*/ 2038302 w 3129781"/>
              <a:gd name="csY13" fmla="*/ 1706209 h 1971462"/>
              <a:gd name="csX14" fmla="*/ 1754633 w 3129781"/>
              <a:gd name="csY14" fmla="*/ 1496607 h 1971462"/>
              <a:gd name="csX15" fmla="*/ 1459303 w 3129781"/>
              <a:gd name="csY15" fmla="*/ 1722820 h 1971462"/>
              <a:gd name="csX16" fmla="*/ 822236 w 3129781"/>
              <a:gd name="csY16" fmla="*/ 1833465 h 1971462"/>
              <a:gd name="csX17" fmla="*/ 303140 w 3129781"/>
              <a:gd name="csY17" fmla="*/ 1735966 h 1971462"/>
              <a:gd name="csX18" fmla="*/ 37305 w 3129781"/>
              <a:gd name="csY18" fmla="*/ 1296110 h 1971462"/>
              <a:gd name="csX19" fmla="*/ 127750 w 3129781"/>
              <a:gd name="csY19" fmla="*/ 915958 h 1971462"/>
              <a:gd name="csX20" fmla="*/ 585149 w 3129781"/>
              <a:gd name="csY20" fmla="*/ 236972 h 1971462"/>
              <a:gd name="csX21" fmla="*/ 1221607 w 3129781"/>
              <a:gd name="csY21" fmla="*/ 71574 h 1971462"/>
              <a:gd name="csX0" fmla="*/ 1221607 w 2953148"/>
              <a:gd name="csY0" fmla="*/ 71574 h 1971462"/>
              <a:gd name="csX1" fmla="*/ 1805009 w 2953148"/>
              <a:gd name="csY1" fmla="*/ 0 h 1971462"/>
              <a:gd name="csX2" fmla="*/ 2277552 w 2953148"/>
              <a:gd name="csY2" fmla="*/ 240140 h 1971462"/>
              <a:gd name="csX3" fmla="*/ 2514670 w 2953148"/>
              <a:gd name="csY3" fmla="*/ 440273 h 1971462"/>
              <a:gd name="csX4" fmla="*/ 2668801 w 2953148"/>
              <a:gd name="csY4" fmla="*/ 663925 h 1971462"/>
              <a:gd name="csX5" fmla="*/ 2645478 w 2953148"/>
              <a:gd name="csY5" fmla="*/ 862861 h 1971462"/>
              <a:gd name="csX6" fmla="*/ 2804651 w 2953148"/>
              <a:gd name="csY6" fmla="*/ 1036141 h 1971462"/>
              <a:gd name="csX7" fmla="*/ 2745781 w 2953148"/>
              <a:gd name="csY7" fmla="*/ 1168095 h 1971462"/>
              <a:gd name="csX8" fmla="*/ 2788982 w 2953148"/>
              <a:gd name="csY8" fmla="*/ 1350049 h 1971462"/>
              <a:gd name="csX9" fmla="*/ 2946509 w 2953148"/>
              <a:gd name="csY9" fmla="*/ 1496630 h 1971462"/>
              <a:gd name="csX10" fmla="*/ 2899201 w 2953148"/>
              <a:gd name="csY10" fmla="*/ 1899162 h 1971462"/>
              <a:gd name="csX11" fmla="*/ 2614391 w 2953148"/>
              <a:gd name="csY11" fmla="*/ 1969706 h 1971462"/>
              <a:gd name="csX12" fmla="*/ 2206443 w 2953148"/>
              <a:gd name="csY12" fmla="*/ 1923791 h 1971462"/>
              <a:gd name="csX13" fmla="*/ 2038302 w 2953148"/>
              <a:gd name="csY13" fmla="*/ 1706209 h 1971462"/>
              <a:gd name="csX14" fmla="*/ 1754633 w 2953148"/>
              <a:gd name="csY14" fmla="*/ 1496607 h 1971462"/>
              <a:gd name="csX15" fmla="*/ 1459303 w 2953148"/>
              <a:gd name="csY15" fmla="*/ 1722820 h 1971462"/>
              <a:gd name="csX16" fmla="*/ 822236 w 2953148"/>
              <a:gd name="csY16" fmla="*/ 1833465 h 1971462"/>
              <a:gd name="csX17" fmla="*/ 303140 w 2953148"/>
              <a:gd name="csY17" fmla="*/ 1735966 h 1971462"/>
              <a:gd name="csX18" fmla="*/ 37305 w 2953148"/>
              <a:gd name="csY18" fmla="*/ 1296110 h 1971462"/>
              <a:gd name="csX19" fmla="*/ 127750 w 2953148"/>
              <a:gd name="csY19" fmla="*/ 915958 h 1971462"/>
              <a:gd name="csX20" fmla="*/ 585149 w 2953148"/>
              <a:gd name="csY20" fmla="*/ 236972 h 1971462"/>
              <a:gd name="csX21" fmla="*/ 1221607 w 2953148"/>
              <a:gd name="csY21" fmla="*/ 71574 h 1971462"/>
              <a:gd name="csX0" fmla="*/ 1221607 w 3087485"/>
              <a:gd name="csY0" fmla="*/ 71574 h 1971462"/>
              <a:gd name="csX1" fmla="*/ 1805009 w 3087485"/>
              <a:gd name="csY1" fmla="*/ 0 h 1971462"/>
              <a:gd name="csX2" fmla="*/ 2277552 w 3087485"/>
              <a:gd name="csY2" fmla="*/ 240140 h 1971462"/>
              <a:gd name="csX3" fmla="*/ 2514670 w 3087485"/>
              <a:gd name="csY3" fmla="*/ 440273 h 1971462"/>
              <a:gd name="csX4" fmla="*/ 2668801 w 3087485"/>
              <a:gd name="csY4" fmla="*/ 663925 h 1971462"/>
              <a:gd name="csX5" fmla="*/ 2645478 w 3087485"/>
              <a:gd name="csY5" fmla="*/ 862861 h 1971462"/>
              <a:gd name="csX6" fmla="*/ 2804651 w 3087485"/>
              <a:gd name="csY6" fmla="*/ 1036141 h 1971462"/>
              <a:gd name="csX7" fmla="*/ 2745781 w 3087485"/>
              <a:gd name="csY7" fmla="*/ 1168095 h 1971462"/>
              <a:gd name="csX8" fmla="*/ 2788982 w 3087485"/>
              <a:gd name="csY8" fmla="*/ 1350049 h 1971462"/>
              <a:gd name="csX9" fmla="*/ 3086028 w 3087485"/>
              <a:gd name="csY9" fmla="*/ 1816990 h 1971462"/>
              <a:gd name="csX10" fmla="*/ 2899201 w 3087485"/>
              <a:gd name="csY10" fmla="*/ 1899162 h 1971462"/>
              <a:gd name="csX11" fmla="*/ 2614391 w 3087485"/>
              <a:gd name="csY11" fmla="*/ 1969706 h 1971462"/>
              <a:gd name="csX12" fmla="*/ 2206443 w 3087485"/>
              <a:gd name="csY12" fmla="*/ 1923791 h 1971462"/>
              <a:gd name="csX13" fmla="*/ 2038302 w 3087485"/>
              <a:gd name="csY13" fmla="*/ 1706209 h 1971462"/>
              <a:gd name="csX14" fmla="*/ 1754633 w 3087485"/>
              <a:gd name="csY14" fmla="*/ 1496607 h 1971462"/>
              <a:gd name="csX15" fmla="*/ 1459303 w 3087485"/>
              <a:gd name="csY15" fmla="*/ 1722820 h 1971462"/>
              <a:gd name="csX16" fmla="*/ 822236 w 3087485"/>
              <a:gd name="csY16" fmla="*/ 1833465 h 1971462"/>
              <a:gd name="csX17" fmla="*/ 303140 w 3087485"/>
              <a:gd name="csY17" fmla="*/ 1735966 h 1971462"/>
              <a:gd name="csX18" fmla="*/ 37305 w 3087485"/>
              <a:gd name="csY18" fmla="*/ 1296110 h 1971462"/>
              <a:gd name="csX19" fmla="*/ 127750 w 3087485"/>
              <a:gd name="csY19" fmla="*/ 915958 h 1971462"/>
              <a:gd name="csX20" fmla="*/ 585149 w 3087485"/>
              <a:gd name="csY20" fmla="*/ 236972 h 1971462"/>
              <a:gd name="csX21" fmla="*/ 1221607 w 3087485"/>
              <a:gd name="csY21" fmla="*/ 71574 h 1971462"/>
              <a:gd name="csX0" fmla="*/ 1221607 w 3175874"/>
              <a:gd name="csY0" fmla="*/ 71574 h 1971462"/>
              <a:gd name="csX1" fmla="*/ 1805009 w 3175874"/>
              <a:gd name="csY1" fmla="*/ 0 h 1971462"/>
              <a:gd name="csX2" fmla="*/ 2277552 w 3175874"/>
              <a:gd name="csY2" fmla="*/ 240140 h 1971462"/>
              <a:gd name="csX3" fmla="*/ 2514670 w 3175874"/>
              <a:gd name="csY3" fmla="*/ 440273 h 1971462"/>
              <a:gd name="csX4" fmla="*/ 2668801 w 3175874"/>
              <a:gd name="csY4" fmla="*/ 663925 h 1971462"/>
              <a:gd name="csX5" fmla="*/ 2645478 w 3175874"/>
              <a:gd name="csY5" fmla="*/ 862861 h 1971462"/>
              <a:gd name="csX6" fmla="*/ 2804651 w 3175874"/>
              <a:gd name="csY6" fmla="*/ 1036141 h 1971462"/>
              <a:gd name="csX7" fmla="*/ 2745781 w 3175874"/>
              <a:gd name="csY7" fmla="*/ 1168095 h 1971462"/>
              <a:gd name="csX8" fmla="*/ 3168525 w 3175874"/>
              <a:gd name="csY8" fmla="*/ 1562605 h 1971462"/>
              <a:gd name="csX9" fmla="*/ 3086028 w 3175874"/>
              <a:gd name="csY9" fmla="*/ 1816990 h 1971462"/>
              <a:gd name="csX10" fmla="*/ 2899201 w 3175874"/>
              <a:gd name="csY10" fmla="*/ 1899162 h 1971462"/>
              <a:gd name="csX11" fmla="*/ 2614391 w 3175874"/>
              <a:gd name="csY11" fmla="*/ 1969706 h 1971462"/>
              <a:gd name="csX12" fmla="*/ 2206443 w 3175874"/>
              <a:gd name="csY12" fmla="*/ 1923791 h 1971462"/>
              <a:gd name="csX13" fmla="*/ 2038302 w 3175874"/>
              <a:gd name="csY13" fmla="*/ 1706209 h 1971462"/>
              <a:gd name="csX14" fmla="*/ 1754633 w 3175874"/>
              <a:gd name="csY14" fmla="*/ 1496607 h 1971462"/>
              <a:gd name="csX15" fmla="*/ 1459303 w 3175874"/>
              <a:gd name="csY15" fmla="*/ 1722820 h 1971462"/>
              <a:gd name="csX16" fmla="*/ 822236 w 3175874"/>
              <a:gd name="csY16" fmla="*/ 1833465 h 1971462"/>
              <a:gd name="csX17" fmla="*/ 303140 w 3175874"/>
              <a:gd name="csY17" fmla="*/ 1735966 h 1971462"/>
              <a:gd name="csX18" fmla="*/ 37305 w 3175874"/>
              <a:gd name="csY18" fmla="*/ 1296110 h 1971462"/>
              <a:gd name="csX19" fmla="*/ 127750 w 3175874"/>
              <a:gd name="csY19" fmla="*/ 915958 h 1971462"/>
              <a:gd name="csX20" fmla="*/ 585149 w 3175874"/>
              <a:gd name="csY20" fmla="*/ 236972 h 1971462"/>
              <a:gd name="csX21" fmla="*/ 1221607 w 3175874"/>
              <a:gd name="csY21" fmla="*/ 71574 h 1971462"/>
              <a:gd name="csX0" fmla="*/ 1221607 w 3175874"/>
              <a:gd name="csY0" fmla="*/ 71574 h 1971462"/>
              <a:gd name="csX1" fmla="*/ 1805009 w 3175874"/>
              <a:gd name="csY1" fmla="*/ 0 h 1971462"/>
              <a:gd name="csX2" fmla="*/ 2277552 w 3175874"/>
              <a:gd name="csY2" fmla="*/ 240140 h 1971462"/>
              <a:gd name="csX3" fmla="*/ 2514670 w 3175874"/>
              <a:gd name="csY3" fmla="*/ 440273 h 1971462"/>
              <a:gd name="csX4" fmla="*/ 2668801 w 3175874"/>
              <a:gd name="csY4" fmla="*/ 663925 h 1971462"/>
              <a:gd name="csX5" fmla="*/ 2645478 w 3175874"/>
              <a:gd name="csY5" fmla="*/ 862861 h 1971462"/>
              <a:gd name="csX6" fmla="*/ 2804651 w 3175874"/>
              <a:gd name="csY6" fmla="*/ 1036141 h 1971462"/>
              <a:gd name="csX7" fmla="*/ 2682472 w 3175874"/>
              <a:gd name="csY7" fmla="*/ 1173010 h 1971462"/>
              <a:gd name="csX8" fmla="*/ 3168525 w 3175874"/>
              <a:gd name="csY8" fmla="*/ 1562605 h 1971462"/>
              <a:gd name="csX9" fmla="*/ 3086028 w 3175874"/>
              <a:gd name="csY9" fmla="*/ 1816990 h 1971462"/>
              <a:gd name="csX10" fmla="*/ 2899201 w 3175874"/>
              <a:gd name="csY10" fmla="*/ 1899162 h 1971462"/>
              <a:gd name="csX11" fmla="*/ 2614391 w 3175874"/>
              <a:gd name="csY11" fmla="*/ 1969706 h 1971462"/>
              <a:gd name="csX12" fmla="*/ 2206443 w 3175874"/>
              <a:gd name="csY12" fmla="*/ 1923791 h 1971462"/>
              <a:gd name="csX13" fmla="*/ 2038302 w 3175874"/>
              <a:gd name="csY13" fmla="*/ 1706209 h 1971462"/>
              <a:gd name="csX14" fmla="*/ 1754633 w 3175874"/>
              <a:gd name="csY14" fmla="*/ 1496607 h 1971462"/>
              <a:gd name="csX15" fmla="*/ 1459303 w 3175874"/>
              <a:gd name="csY15" fmla="*/ 1722820 h 1971462"/>
              <a:gd name="csX16" fmla="*/ 822236 w 3175874"/>
              <a:gd name="csY16" fmla="*/ 1833465 h 1971462"/>
              <a:gd name="csX17" fmla="*/ 303140 w 3175874"/>
              <a:gd name="csY17" fmla="*/ 1735966 h 1971462"/>
              <a:gd name="csX18" fmla="*/ 37305 w 3175874"/>
              <a:gd name="csY18" fmla="*/ 1296110 h 1971462"/>
              <a:gd name="csX19" fmla="*/ 127750 w 3175874"/>
              <a:gd name="csY19" fmla="*/ 915958 h 1971462"/>
              <a:gd name="csX20" fmla="*/ 585149 w 3175874"/>
              <a:gd name="csY20" fmla="*/ 236972 h 1971462"/>
              <a:gd name="csX21" fmla="*/ 1221607 w 3175874"/>
              <a:gd name="csY21" fmla="*/ 71574 h 1971462"/>
              <a:gd name="csX0" fmla="*/ 1221607 w 3175874"/>
              <a:gd name="csY0" fmla="*/ 71574 h 1971462"/>
              <a:gd name="csX1" fmla="*/ 1805009 w 3175874"/>
              <a:gd name="csY1" fmla="*/ 0 h 1971462"/>
              <a:gd name="csX2" fmla="*/ 2277552 w 3175874"/>
              <a:gd name="csY2" fmla="*/ 240140 h 1971462"/>
              <a:gd name="csX3" fmla="*/ 2514670 w 3175874"/>
              <a:gd name="csY3" fmla="*/ 440273 h 1971462"/>
              <a:gd name="csX4" fmla="*/ 2668801 w 3175874"/>
              <a:gd name="csY4" fmla="*/ 663925 h 1971462"/>
              <a:gd name="csX5" fmla="*/ 2645478 w 3175874"/>
              <a:gd name="csY5" fmla="*/ 862861 h 1971462"/>
              <a:gd name="csX6" fmla="*/ 2463152 w 3175874"/>
              <a:gd name="csY6" fmla="*/ 903429 h 1971462"/>
              <a:gd name="csX7" fmla="*/ 2682472 w 3175874"/>
              <a:gd name="csY7" fmla="*/ 1173010 h 1971462"/>
              <a:gd name="csX8" fmla="*/ 3168525 w 3175874"/>
              <a:gd name="csY8" fmla="*/ 1562605 h 1971462"/>
              <a:gd name="csX9" fmla="*/ 3086028 w 3175874"/>
              <a:gd name="csY9" fmla="*/ 1816990 h 1971462"/>
              <a:gd name="csX10" fmla="*/ 2899201 w 3175874"/>
              <a:gd name="csY10" fmla="*/ 1899162 h 1971462"/>
              <a:gd name="csX11" fmla="*/ 2614391 w 3175874"/>
              <a:gd name="csY11" fmla="*/ 1969706 h 1971462"/>
              <a:gd name="csX12" fmla="*/ 2206443 w 3175874"/>
              <a:gd name="csY12" fmla="*/ 1923791 h 1971462"/>
              <a:gd name="csX13" fmla="*/ 2038302 w 3175874"/>
              <a:gd name="csY13" fmla="*/ 1706209 h 1971462"/>
              <a:gd name="csX14" fmla="*/ 1754633 w 3175874"/>
              <a:gd name="csY14" fmla="*/ 1496607 h 1971462"/>
              <a:gd name="csX15" fmla="*/ 1459303 w 3175874"/>
              <a:gd name="csY15" fmla="*/ 1722820 h 1971462"/>
              <a:gd name="csX16" fmla="*/ 822236 w 3175874"/>
              <a:gd name="csY16" fmla="*/ 1833465 h 1971462"/>
              <a:gd name="csX17" fmla="*/ 303140 w 3175874"/>
              <a:gd name="csY17" fmla="*/ 1735966 h 1971462"/>
              <a:gd name="csX18" fmla="*/ 37305 w 3175874"/>
              <a:gd name="csY18" fmla="*/ 1296110 h 1971462"/>
              <a:gd name="csX19" fmla="*/ 127750 w 3175874"/>
              <a:gd name="csY19" fmla="*/ 915958 h 1971462"/>
              <a:gd name="csX20" fmla="*/ 585149 w 3175874"/>
              <a:gd name="csY20" fmla="*/ 236972 h 1971462"/>
              <a:gd name="csX21" fmla="*/ 1221607 w 3175874"/>
              <a:gd name="csY21" fmla="*/ 71574 h 1971462"/>
              <a:gd name="csX0" fmla="*/ 1221607 w 3175874"/>
              <a:gd name="csY0" fmla="*/ 71574 h 1971462"/>
              <a:gd name="csX1" fmla="*/ 1805009 w 3175874"/>
              <a:gd name="csY1" fmla="*/ 0 h 1971462"/>
              <a:gd name="csX2" fmla="*/ 2277552 w 3175874"/>
              <a:gd name="csY2" fmla="*/ 240140 h 1971462"/>
              <a:gd name="csX3" fmla="*/ 2514670 w 3175874"/>
              <a:gd name="csY3" fmla="*/ 440273 h 1971462"/>
              <a:gd name="csX4" fmla="*/ 2668801 w 3175874"/>
              <a:gd name="csY4" fmla="*/ 663925 h 1971462"/>
              <a:gd name="csX5" fmla="*/ 2417445 w 3175874"/>
              <a:gd name="csY5" fmla="*/ 714970 h 1971462"/>
              <a:gd name="csX6" fmla="*/ 2463152 w 3175874"/>
              <a:gd name="csY6" fmla="*/ 903429 h 1971462"/>
              <a:gd name="csX7" fmla="*/ 2682472 w 3175874"/>
              <a:gd name="csY7" fmla="*/ 1173010 h 1971462"/>
              <a:gd name="csX8" fmla="*/ 3168525 w 3175874"/>
              <a:gd name="csY8" fmla="*/ 1562605 h 1971462"/>
              <a:gd name="csX9" fmla="*/ 3086028 w 3175874"/>
              <a:gd name="csY9" fmla="*/ 1816990 h 1971462"/>
              <a:gd name="csX10" fmla="*/ 2899201 w 3175874"/>
              <a:gd name="csY10" fmla="*/ 1899162 h 1971462"/>
              <a:gd name="csX11" fmla="*/ 2614391 w 3175874"/>
              <a:gd name="csY11" fmla="*/ 1969706 h 1971462"/>
              <a:gd name="csX12" fmla="*/ 2206443 w 3175874"/>
              <a:gd name="csY12" fmla="*/ 1923791 h 1971462"/>
              <a:gd name="csX13" fmla="*/ 2038302 w 3175874"/>
              <a:gd name="csY13" fmla="*/ 1706209 h 1971462"/>
              <a:gd name="csX14" fmla="*/ 1754633 w 3175874"/>
              <a:gd name="csY14" fmla="*/ 1496607 h 1971462"/>
              <a:gd name="csX15" fmla="*/ 1459303 w 3175874"/>
              <a:gd name="csY15" fmla="*/ 1722820 h 1971462"/>
              <a:gd name="csX16" fmla="*/ 822236 w 3175874"/>
              <a:gd name="csY16" fmla="*/ 1833465 h 1971462"/>
              <a:gd name="csX17" fmla="*/ 303140 w 3175874"/>
              <a:gd name="csY17" fmla="*/ 1735966 h 1971462"/>
              <a:gd name="csX18" fmla="*/ 37305 w 3175874"/>
              <a:gd name="csY18" fmla="*/ 1296110 h 1971462"/>
              <a:gd name="csX19" fmla="*/ 127750 w 3175874"/>
              <a:gd name="csY19" fmla="*/ 915958 h 1971462"/>
              <a:gd name="csX20" fmla="*/ 585149 w 3175874"/>
              <a:gd name="csY20" fmla="*/ 236972 h 1971462"/>
              <a:gd name="csX21" fmla="*/ 1221607 w 3175874"/>
              <a:gd name="csY21" fmla="*/ 71574 h 1971462"/>
              <a:gd name="csX0" fmla="*/ 1233418 w 3187685"/>
              <a:gd name="csY0" fmla="*/ 71574 h 1971462"/>
              <a:gd name="csX1" fmla="*/ 1816820 w 3187685"/>
              <a:gd name="csY1" fmla="*/ 0 h 1971462"/>
              <a:gd name="csX2" fmla="*/ 2289363 w 3187685"/>
              <a:gd name="csY2" fmla="*/ 240140 h 1971462"/>
              <a:gd name="csX3" fmla="*/ 2526481 w 3187685"/>
              <a:gd name="csY3" fmla="*/ 440273 h 1971462"/>
              <a:gd name="csX4" fmla="*/ 2680612 w 3187685"/>
              <a:gd name="csY4" fmla="*/ 663925 h 1971462"/>
              <a:gd name="csX5" fmla="*/ 2429256 w 3187685"/>
              <a:gd name="csY5" fmla="*/ 714970 h 1971462"/>
              <a:gd name="csX6" fmla="*/ 2474963 w 3187685"/>
              <a:gd name="csY6" fmla="*/ 903429 h 1971462"/>
              <a:gd name="csX7" fmla="*/ 2694283 w 3187685"/>
              <a:gd name="csY7" fmla="*/ 1173010 h 1971462"/>
              <a:gd name="csX8" fmla="*/ 3180336 w 3187685"/>
              <a:gd name="csY8" fmla="*/ 1562605 h 1971462"/>
              <a:gd name="csX9" fmla="*/ 3097839 w 3187685"/>
              <a:gd name="csY9" fmla="*/ 1816990 h 1971462"/>
              <a:gd name="csX10" fmla="*/ 2911012 w 3187685"/>
              <a:gd name="csY10" fmla="*/ 1899162 h 1971462"/>
              <a:gd name="csX11" fmla="*/ 2626202 w 3187685"/>
              <a:gd name="csY11" fmla="*/ 1969706 h 1971462"/>
              <a:gd name="csX12" fmla="*/ 2218254 w 3187685"/>
              <a:gd name="csY12" fmla="*/ 1923791 h 1971462"/>
              <a:gd name="csX13" fmla="*/ 2050113 w 3187685"/>
              <a:gd name="csY13" fmla="*/ 1706209 h 1971462"/>
              <a:gd name="csX14" fmla="*/ 1766444 w 3187685"/>
              <a:gd name="csY14" fmla="*/ 1496607 h 1971462"/>
              <a:gd name="csX15" fmla="*/ 1471114 w 3187685"/>
              <a:gd name="csY15" fmla="*/ 1722820 h 1971462"/>
              <a:gd name="csX16" fmla="*/ 834047 w 3187685"/>
              <a:gd name="csY16" fmla="*/ 1833465 h 1971462"/>
              <a:gd name="csX17" fmla="*/ 314951 w 3187685"/>
              <a:gd name="csY17" fmla="*/ 1735966 h 1971462"/>
              <a:gd name="csX18" fmla="*/ 49116 w 3187685"/>
              <a:gd name="csY18" fmla="*/ 1296110 h 1971462"/>
              <a:gd name="csX19" fmla="*/ 90821 w 3187685"/>
              <a:gd name="csY19" fmla="*/ 862420 h 1971462"/>
              <a:gd name="csX20" fmla="*/ 596960 w 3187685"/>
              <a:gd name="csY20" fmla="*/ 236972 h 1971462"/>
              <a:gd name="csX21" fmla="*/ 1233418 w 3187685"/>
              <a:gd name="csY21" fmla="*/ 71574 h 1971462"/>
              <a:gd name="csX0" fmla="*/ 1233418 w 3187685"/>
              <a:gd name="csY0" fmla="*/ 71574 h 1971462"/>
              <a:gd name="csX1" fmla="*/ 1816820 w 3187685"/>
              <a:gd name="csY1" fmla="*/ 0 h 1971462"/>
              <a:gd name="csX2" fmla="*/ 2289363 w 3187685"/>
              <a:gd name="csY2" fmla="*/ 240140 h 1971462"/>
              <a:gd name="csX3" fmla="*/ 2526481 w 3187685"/>
              <a:gd name="csY3" fmla="*/ 440273 h 1971462"/>
              <a:gd name="csX4" fmla="*/ 2680612 w 3187685"/>
              <a:gd name="csY4" fmla="*/ 663925 h 1971462"/>
              <a:gd name="csX5" fmla="*/ 2429256 w 3187685"/>
              <a:gd name="csY5" fmla="*/ 714970 h 1971462"/>
              <a:gd name="csX6" fmla="*/ 2474963 w 3187685"/>
              <a:gd name="csY6" fmla="*/ 903429 h 1971462"/>
              <a:gd name="csX7" fmla="*/ 2694283 w 3187685"/>
              <a:gd name="csY7" fmla="*/ 1173010 h 1971462"/>
              <a:gd name="csX8" fmla="*/ 3180336 w 3187685"/>
              <a:gd name="csY8" fmla="*/ 1562605 h 1971462"/>
              <a:gd name="csX9" fmla="*/ 3097839 w 3187685"/>
              <a:gd name="csY9" fmla="*/ 1816990 h 1971462"/>
              <a:gd name="csX10" fmla="*/ 2911012 w 3187685"/>
              <a:gd name="csY10" fmla="*/ 1899162 h 1971462"/>
              <a:gd name="csX11" fmla="*/ 2626202 w 3187685"/>
              <a:gd name="csY11" fmla="*/ 1969706 h 1971462"/>
              <a:gd name="csX12" fmla="*/ 2218254 w 3187685"/>
              <a:gd name="csY12" fmla="*/ 1923791 h 1971462"/>
              <a:gd name="csX13" fmla="*/ 2050113 w 3187685"/>
              <a:gd name="csY13" fmla="*/ 1706209 h 1971462"/>
              <a:gd name="csX14" fmla="*/ 1766444 w 3187685"/>
              <a:gd name="csY14" fmla="*/ 1496607 h 1971462"/>
              <a:gd name="csX15" fmla="*/ 1471114 w 3187685"/>
              <a:gd name="csY15" fmla="*/ 1722820 h 1971462"/>
              <a:gd name="csX16" fmla="*/ 834047 w 3187685"/>
              <a:gd name="csY16" fmla="*/ 1833465 h 1971462"/>
              <a:gd name="csX17" fmla="*/ 314951 w 3187685"/>
              <a:gd name="csY17" fmla="*/ 1735966 h 1971462"/>
              <a:gd name="csX18" fmla="*/ 49116 w 3187685"/>
              <a:gd name="csY18" fmla="*/ 1296110 h 1971462"/>
              <a:gd name="csX19" fmla="*/ 90821 w 3187685"/>
              <a:gd name="csY19" fmla="*/ 862420 h 1971462"/>
              <a:gd name="csX20" fmla="*/ 623818 w 3187685"/>
              <a:gd name="csY20" fmla="*/ 336793 h 1971462"/>
              <a:gd name="csX21" fmla="*/ 1233418 w 3187685"/>
              <a:gd name="csY21" fmla="*/ 71574 h 1971462"/>
              <a:gd name="csX0" fmla="*/ 1227638 w 3187685"/>
              <a:gd name="csY0" fmla="*/ 161191 h 1971462"/>
              <a:gd name="csX1" fmla="*/ 1816820 w 3187685"/>
              <a:gd name="csY1" fmla="*/ 0 h 1971462"/>
              <a:gd name="csX2" fmla="*/ 2289363 w 3187685"/>
              <a:gd name="csY2" fmla="*/ 240140 h 1971462"/>
              <a:gd name="csX3" fmla="*/ 2526481 w 3187685"/>
              <a:gd name="csY3" fmla="*/ 440273 h 1971462"/>
              <a:gd name="csX4" fmla="*/ 2680612 w 3187685"/>
              <a:gd name="csY4" fmla="*/ 663925 h 1971462"/>
              <a:gd name="csX5" fmla="*/ 2429256 w 3187685"/>
              <a:gd name="csY5" fmla="*/ 714970 h 1971462"/>
              <a:gd name="csX6" fmla="*/ 2474963 w 3187685"/>
              <a:gd name="csY6" fmla="*/ 903429 h 1971462"/>
              <a:gd name="csX7" fmla="*/ 2694283 w 3187685"/>
              <a:gd name="csY7" fmla="*/ 1173010 h 1971462"/>
              <a:gd name="csX8" fmla="*/ 3180336 w 3187685"/>
              <a:gd name="csY8" fmla="*/ 1562605 h 1971462"/>
              <a:gd name="csX9" fmla="*/ 3097839 w 3187685"/>
              <a:gd name="csY9" fmla="*/ 1816990 h 1971462"/>
              <a:gd name="csX10" fmla="*/ 2911012 w 3187685"/>
              <a:gd name="csY10" fmla="*/ 1899162 h 1971462"/>
              <a:gd name="csX11" fmla="*/ 2626202 w 3187685"/>
              <a:gd name="csY11" fmla="*/ 1969706 h 1971462"/>
              <a:gd name="csX12" fmla="*/ 2218254 w 3187685"/>
              <a:gd name="csY12" fmla="*/ 1923791 h 1971462"/>
              <a:gd name="csX13" fmla="*/ 2050113 w 3187685"/>
              <a:gd name="csY13" fmla="*/ 1706209 h 1971462"/>
              <a:gd name="csX14" fmla="*/ 1766444 w 3187685"/>
              <a:gd name="csY14" fmla="*/ 1496607 h 1971462"/>
              <a:gd name="csX15" fmla="*/ 1471114 w 3187685"/>
              <a:gd name="csY15" fmla="*/ 1722820 h 1971462"/>
              <a:gd name="csX16" fmla="*/ 834047 w 3187685"/>
              <a:gd name="csY16" fmla="*/ 1833465 h 1971462"/>
              <a:gd name="csX17" fmla="*/ 314951 w 3187685"/>
              <a:gd name="csY17" fmla="*/ 1735966 h 1971462"/>
              <a:gd name="csX18" fmla="*/ 49116 w 3187685"/>
              <a:gd name="csY18" fmla="*/ 1296110 h 1971462"/>
              <a:gd name="csX19" fmla="*/ 90821 w 3187685"/>
              <a:gd name="csY19" fmla="*/ 862420 h 1971462"/>
              <a:gd name="csX20" fmla="*/ 623818 w 3187685"/>
              <a:gd name="csY20" fmla="*/ 336793 h 1971462"/>
              <a:gd name="csX21" fmla="*/ 1227638 w 3187685"/>
              <a:gd name="csY21" fmla="*/ 161191 h 1971462"/>
              <a:gd name="csX0" fmla="*/ 1227638 w 3187685"/>
              <a:gd name="csY0" fmla="*/ 28193 h 1838464"/>
              <a:gd name="csX1" fmla="*/ 1885164 w 3187685"/>
              <a:gd name="csY1" fmla="*/ 90984 h 1838464"/>
              <a:gd name="csX2" fmla="*/ 2289363 w 3187685"/>
              <a:gd name="csY2" fmla="*/ 107142 h 1838464"/>
              <a:gd name="csX3" fmla="*/ 2526481 w 3187685"/>
              <a:gd name="csY3" fmla="*/ 307275 h 1838464"/>
              <a:gd name="csX4" fmla="*/ 2680612 w 3187685"/>
              <a:gd name="csY4" fmla="*/ 530927 h 1838464"/>
              <a:gd name="csX5" fmla="*/ 2429256 w 3187685"/>
              <a:gd name="csY5" fmla="*/ 581972 h 1838464"/>
              <a:gd name="csX6" fmla="*/ 2474963 w 3187685"/>
              <a:gd name="csY6" fmla="*/ 770431 h 1838464"/>
              <a:gd name="csX7" fmla="*/ 2694283 w 3187685"/>
              <a:gd name="csY7" fmla="*/ 1040012 h 1838464"/>
              <a:gd name="csX8" fmla="*/ 3180336 w 3187685"/>
              <a:gd name="csY8" fmla="*/ 1429607 h 1838464"/>
              <a:gd name="csX9" fmla="*/ 3097839 w 3187685"/>
              <a:gd name="csY9" fmla="*/ 1683992 h 1838464"/>
              <a:gd name="csX10" fmla="*/ 2911012 w 3187685"/>
              <a:gd name="csY10" fmla="*/ 1766164 h 1838464"/>
              <a:gd name="csX11" fmla="*/ 2626202 w 3187685"/>
              <a:gd name="csY11" fmla="*/ 1836708 h 1838464"/>
              <a:gd name="csX12" fmla="*/ 2218254 w 3187685"/>
              <a:gd name="csY12" fmla="*/ 1790793 h 1838464"/>
              <a:gd name="csX13" fmla="*/ 2050113 w 3187685"/>
              <a:gd name="csY13" fmla="*/ 1573211 h 1838464"/>
              <a:gd name="csX14" fmla="*/ 1766444 w 3187685"/>
              <a:gd name="csY14" fmla="*/ 1363609 h 1838464"/>
              <a:gd name="csX15" fmla="*/ 1471114 w 3187685"/>
              <a:gd name="csY15" fmla="*/ 1589822 h 1838464"/>
              <a:gd name="csX16" fmla="*/ 834047 w 3187685"/>
              <a:gd name="csY16" fmla="*/ 1700467 h 1838464"/>
              <a:gd name="csX17" fmla="*/ 314951 w 3187685"/>
              <a:gd name="csY17" fmla="*/ 1602968 h 1838464"/>
              <a:gd name="csX18" fmla="*/ 49116 w 3187685"/>
              <a:gd name="csY18" fmla="*/ 1163112 h 1838464"/>
              <a:gd name="csX19" fmla="*/ 90821 w 3187685"/>
              <a:gd name="csY19" fmla="*/ 729422 h 1838464"/>
              <a:gd name="csX20" fmla="*/ 623818 w 3187685"/>
              <a:gd name="csY20" fmla="*/ 203795 h 1838464"/>
              <a:gd name="csX21" fmla="*/ 1227638 w 3187685"/>
              <a:gd name="csY21" fmla="*/ 28193 h 1838464"/>
              <a:gd name="csX0" fmla="*/ 1227638 w 3187685"/>
              <a:gd name="csY0" fmla="*/ 28193 h 1838464"/>
              <a:gd name="csX1" fmla="*/ 1885164 w 3187685"/>
              <a:gd name="csY1" fmla="*/ 90984 h 1838464"/>
              <a:gd name="csX2" fmla="*/ 2113690 w 3187685"/>
              <a:gd name="csY2" fmla="*/ 305486 h 1838464"/>
              <a:gd name="csX3" fmla="*/ 2526481 w 3187685"/>
              <a:gd name="csY3" fmla="*/ 307275 h 1838464"/>
              <a:gd name="csX4" fmla="*/ 2680612 w 3187685"/>
              <a:gd name="csY4" fmla="*/ 530927 h 1838464"/>
              <a:gd name="csX5" fmla="*/ 2429256 w 3187685"/>
              <a:gd name="csY5" fmla="*/ 581972 h 1838464"/>
              <a:gd name="csX6" fmla="*/ 2474963 w 3187685"/>
              <a:gd name="csY6" fmla="*/ 770431 h 1838464"/>
              <a:gd name="csX7" fmla="*/ 2694283 w 3187685"/>
              <a:gd name="csY7" fmla="*/ 1040012 h 1838464"/>
              <a:gd name="csX8" fmla="*/ 3180336 w 3187685"/>
              <a:gd name="csY8" fmla="*/ 1429607 h 1838464"/>
              <a:gd name="csX9" fmla="*/ 3097839 w 3187685"/>
              <a:gd name="csY9" fmla="*/ 1683992 h 1838464"/>
              <a:gd name="csX10" fmla="*/ 2911012 w 3187685"/>
              <a:gd name="csY10" fmla="*/ 1766164 h 1838464"/>
              <a:gd name="csX11" fmla="*/ 2626202 w 3187685"/>
              <a:gd name="csY11" fmla="*/ 1836708 h 1838464"/>
              <a:gd name="csX12" fmla="*/ 2218254 w 3187685"/>
              <a:gd name="csY12" fmla="*/ 1790793 h 1838464"/>
              <a:gd name="csX13" fmla="*/ 2050113 w 3187685"/>
              <a:gd name="csY13" fmla="*/ 1573211 h 1838464"/>
              <a:gd name="csX14" fmla="*/ 1766444 w 3187685"/>
              <a:gd name="csY14" fmla="*/ 1363609 h 1838464"/>
              <a:gd name="csX15" fmla="*/ 1471114 w 3187685"/>
              <a:gd name="csY15" fmla="*/ 1589822 h 1838464"/>
              <a:gd name="csX16" fmla="*/ 834047 w 3187685"/>
              <a:gd name="csY16" fmla="*/ 1700467 h 1838464"/>
              <a:gd name="csX17" fmla="*/ 314951 w 3187685"/>
              <a:gd name="csY17" fmla="*/ 1602968 h 1838464"/>
              <a:gd name="csX18" fmla="*/ 49116 w 3187685"/>
              <a:gd name="csY18" fmla="*/ 1163112 h 1838464"/>
              <a:gd name="csX19" fmla="*/ 90821 w 3187685"/>
              <a:gd name="csY19" fmla="*/ 729422 h 1838464"/>
              <a:gd name="csX20" fmla="*/ 623818 w 3187685"/>
              <a:gd name="csY20" fmla="*/ 203795 h 1838464"/>
              <a:gd name="csX21" fmla="*/ 1227638 w 3187685"/>
              <a:gd name="csY21" fmla="*/ 28193 h 1838464"/>
              <a:gd name="csX0" fmla="*/ 1227638 w 3187685"/>
              <a:gd name="csY0" fmla="*/ 28193 h 1838464"/>
              <a:gd name="csX1" fmla="*/ 1885164 w 3187685"/>
              <a:gd name="csY1" fmla="*/ 90984 h 1838464"/>
              <a:gd name="csX2" fmla="*/ 2113690 w 3187685"/>
              <a:gd name="csY2" fmla="*/ 305486 h 1838464"/>
              <a:gd name="csX3" fmla="*/ 2364826 w 3187685"/>
              <a:gd name="csY3" fmla="*/ 358042 h 1838464"/>
              <a:gd name="csX4" fmla="*/ 2680612 w 3187685"/>
              <a:gd name="csY4" fmla="*/ 530927 h 1838464"/>
              <a:gd name="csX5" fmla="*/ 2429256 w 3187685"/>
              <a:gd name="csY5" fmla="*/ 581972 h 1838464"/>
              <a:gd name="csX6" fmla="*/ 2474963 w 3187685"/>
              <a:gd name="csY6" fmla="*/ 770431 h 1838464"/>
              <a:gd name="csX7" fmla="*/ 2694283 w 3187685"/>
              <a:gd name="csY7" fmla="*/ 1040012 h 1838464"/>
              <a:gd name="csX8" fmla="*/ 3180336 w 3187685"/>
              <a:gd name="csY8" fmla="*/ 1429607 h 1838464"/>
              <a:gd name="csX9" fmla="*/ 3097839 w 3187685"/>
              <a:gd name="csY9" fmla="*/ 1683992 h 1838464"/>
              <a:gd name="csX10" fmla="*/ 2911012 w 3187685"/>
              <a:gd name="csY10" fmla="*/ 1766164 h 1838464"/>
              <a:gd name="csX11" fmla="*/ 2626202 w 3187685"/>
              <a:gd name="csY11" fmla="*/ 1836708 h 1838464"/>
              <a:gd name="csX12" fmla="*/ 2218254 w 3187685"/>
              <a:gd name="csY12" fmla="*/ 1790793 h 1838464"/>
              <a:gd name="csX13" fmla="*/ 2050113 w 3187685"/>
              <a:gd name="csY13" fmla="*/ 1573211 h 1838464"/>
              <a:gd name="csX14" fmla="*/ 1766444 w 3187685"/>
              <a:gd name="csY14" fmla="*/ 1363609 h 1838464"/>
              <a:gd name="csX15" fmla="*/ 1471114 w 3187685"/>
              <a:gd name="csY15" fmla="*/ 1589822 h 1838464"/>
              <a:gd name="csX16" fmla="*/ 834047 w 3187685"/>
              <a:gd name="csY16" fmla="*/ 1700467 h 1838464"/>
              <a:gd name="csX17" fmla="*/ 314951 w 3187685"/>
              <a:gd name="csY17" fmla="*/ 1602968 h 1838464"/>
              <a:gd name="csX18" fmla="*/ 49116 w 3187685"/>
              <a:gd name="csY18" fmla="*/ 1163112 h 1838464"/>
              <a:gd name="csX19" fmla="*/ 90821 w 3187685"/>
              <a:gd name="csY19" fmla="*/ 729422 h 1838464"/>
              <a:gd name="csX20" fmla="*/ 623818 w 3187685"/>
              <a:gd name="csY20" fmla="*/ 203795 h 1838464"/>
              <a:gd name="csX21" fmla="*/ 1227638 w 3187685"/>
              <a:gd name="csY21" fmla="*/ 28193 h 1838464"/>
              <a:gd name="csX0" fmla="*/ 1227638 w 3187685"/>
              <a:gd name="csY0" fmla="*/ 28193 h 1838464"/>
              <a:gd name="csX1" fmla="*/ 1885164 w 3187685"/>
              <a:gd name="csY1" fmla="*/ 90984 h 1838464"/>
              <a:gd name="csX2" fmla="*/ 2113690 w 3187685"/>
              <a:gd name="csY2" fmla="*/ 305486 h 1838464"/>
              <a:gd name="csX3" fmla="*/ 2364826 w 3187685"/>
              <a:gd name="csY3" fmla="*/ 358042 h 1838464"/>
              <a:gd name="csX4" fmla="*/ 2429256 w 3187685"/>
              <a:gd name="csY4" fmla="*/ 581972 h 1838464"/>
              <a:gd name="csX5" fmla="*/ 2474963 w 3187685"/>
              <a:gd name="csY5" fmla="*/ 770431 h 1838464"/>
              <a:gd name="csX6" fmla="*/ 2694283 w 3187685"/>
              <a:gd name="csY6" fmla="*/ 1040012 h 1838464"/>
              <a:gd name="csX7" fmla="*/ 3180336 w 3187685"/>
              <a:gd name="csY7" fmla="*/ 1429607 h 1838464"/>
              <a:gd name="csX8" fmla="*/ 3097839 w 3187685"/>
              <a:gd name="csY8" fmla="*/ 1683992 h 1838464"/>
              <a:gd name="csX9" fmla="*/ 2911012 w 3187685"/>
              <a:gd name="csY9" fmla="*/ 1766164 h 1838464"/>
              <a:gd name="csX10" fmla="*/ 2626202 w 3187685"/>
              <a:gd name="csY10" fmla="*/ 1836708 h 1838464"/>
              <a:gd name="csX11" fmla="*/ 2218254 w 3187685"/>
              <a:gd name="csY11" fmla="*/ 1790793 h 1838464"/>
              <a:gd name="csX12" fmla="*/ 2050113 w 3187685"/>
              <a:gd name="csY12" fmla="*/ 1573211 h 1838464"/>
              <a:gd name="csX13" fmla="*/ 1766444 w 3187685"/>
              <a:gd name="csY13" fmla="*/ 1363609 h 1838464"/>
              <a:gd name="csX14" fmla="*/ 1471114 w 3187685"/>
              <a:gd name="csY14" fmla="*/ 1589822 h 1838464"/>
              <a:gd name="csX15" fmla="*/ 834047 w 3187685"/>
              <a:gd name="csY15" fmla="*/ 1700467 h 1838464"/>
              <a:gd name="csX16" fmla="*/ 314951 w 3187685"/>
              <a:gd name="csY16" fmla="*/ 1602968 h 1838464"/>
              <a:gd name="csX17" fmla="*/ 49116 w 3187685"/>
              <a:gd name="csY17" fmla="*/ 1163112 h 1838464"/>
              <a:gd name="csX18" fmla="*/ 90821 w 3187685"/>
              <a:gd name="csY18" fmla="*/ 729422 h 1838464"/>
              <a:gd name="csX19" fmla="*/ 623818 w 3187685"/>
              <a:gd name="csY19" fmla="*/ 203795 h 1838464"/>
              <a:gd name="csX20" fmla="*/ 1227638 w 3187685"/>
              <a:gd name="csY20" fmla="*/ 28193 h 1838464"/>
              <a:gd name="csX0" fmla="*/ 1202485 w 3162532"/>
              <a:gd name="csY0" fmla="*/ 28193 h 1838464"/>
              <a:gd name="csX1" fmla="*/ 1860011 w 3162532"/>
              <a:gd name="csY1" fmla="*/ 90984 h 1838464"/>
              <a:gd name="csX2" fmla="*/ 2088537 w 3162532"/>
              <a:gd name="csY2" fmla="*/ 305486 h 1838464"/>
              <a:gd name="csX3" fmla="*/ 2339673 w 3162532"/>
              <a:gd name="csY3" fmla="*/ 358042 h 1838464"/>
              <a:gd name="csX4" fmla="*/ 2404103 w 3162532"/>
              <a:gd name="csY4" fmla="*/ 581972 h 1838464"/>
              <a:gd name="csX5" fmla="*/ 2449810 w 3162532"/>
              <a:gd name="csY5" fmla="*/ 770431 h 1838464"/>
              <a:gd name="csX6" fmla="*/ 2669130 w 3162532"/>
              <a:gd name="csY6" fmla="*/ 1040012 h 1838464"/>
              <a:gd name="csX7" fmla="*/ 3155183 w 3162532"/>
              <a:gd name="csY7" fmla="*/ 1429607 h 1838464"/>
              <a:gd name="csX8" fmla="*/ 3072686 w 3162532"/>
              <a:gd name="csY8" fmla="*/ 1683992 h 1838464"/>
              <a:gd name="csX9" fmla="*/ 2885859 w 3162532"/>
              <a:gd name="csY9" fmla="*/ 1766164 h 1838464"/>
              <a:gd name="csX10" fmla="*/ 2601049 w 3162532"/>
              <a:gd name="csY10" fmla="*/ 1836708 h 1838464"/>
              <a:gd name="csX11" fmla="*/ 2193101 w 3162532"/>
              <a:gd name="csY11" fmla="*/ 1790793 h 1838464"/>
              <a:gd name="csX12" fmla="*/ 2024960 w 3162532"/>
              <a:gd name="csY12" fmla="*/ 1573211 h 1838464"/>
              <a:gd name="csX13" fmla="*/ 1741291 w 3162532"/>
              <a:gd name="csY13" fmla="*/ 1363609 h 1838464"/>
              <a:gd name="csX14" fmla="*/ 1445961 w 3162532"/>
              <a:gd name="csY14" fmla="*/ 1589822 h 1838464"/>
              <a:gd name="csX15" fmla="*/ 808894 w 3162532"/>
              <a:gd name="csY15" fmla="*/ 1700467 h 1838464"/>
              <a:gd name="csX16" fmla="*/ 289798 w 3162532"/>
              <a:gd name="csY16" fmla="*/ 1602968 h 1838464"/>
              <a:gd name="csX17" fmla="*/ 23963 w 3162532"/>
              <a:gd name="csY17" fmla="*/ 1163112 h 1838464"/>
              <a:gd name="csX18" fmla="*/ 65668 w 3162532"/>
              <a:gd name="csY18" fmla="*/ 729422 h 1838464"/>
              <a:gd name="csX19" fmla="*/ 598665 w 3162532"/>
              <a:gd name="csY19" fmla="*/ 203795 h 1838464"/>
              <a:gd name="csX20" fmla="*/ 1202485 w 316253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453211 w 3169782"/>
              <a:gd name="csY14" fmla="*/ 1589822 h 1838464"/>
              <a:gd name="csX15" fmla="*/ 816144 w 3169782"/>
              <a:gd name="csY15" fmla="*/ 1700467 h 1838464"/>
              <a:gd name="csX16" fmla="*/ 297048 w 3169782"/>
              <a:gd name="csY16" fmla="*/ 1602968 h 1838464"/>
              <a:gd name="csX17" fmla="*/ 20518 w 3169782"/>
              <a:gd name="csY17" fmla="*/ 1189419 h 1838464"/>
              <a:gd name="csX18" fmla="*/ 72918 w 3169782"/>
              <a:gd name="csY18" fmla="*/ 729422 h 1838464"/>
              <a:gd name="csX19" fmla="*/ 605915 w 3169782"/>
              <a:gd name="csY19" fmla="*/ 203795 h 1838464"/>
              <a:gd name="csX20" fmla="*/ 1209735 w 316978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453211 w 3169782"/>
              <a:gd name="csY14" fmla="*/ 1589822 h 1838464"/>
              <a:gd name="csX15" fmla="*/ 848536 w 3169782"/>
              <a:gd name="csY15" fmla="*/ 1707506 h 1838464"/>
              <a:gd name="csX16" fmla="*/ 297048 w 3169782"/>
              <a:gd name="csY16" fmla="*/ 1602968 h 1838464"/>
              <a:gd name="csX17" fmla="*/ 20518 w 3169782"/>
              <a:gd name="csY17" fmla="*/ 1189419 h 1838464"/>
              <a:gd name="csX18" fmla="*/ 72918 w 3169782"/>
              <a:gd name="csY18" fmla="*/ 729422 h 1838464"/>
              <a:gd name="csX19" fmla="*/ 605915 w 3169782"/>
              <a:gd name="csY19" fmla="*/ 203795 h 1838464"/>
              <a:gd name="csX20" fmla="*/ 1209735 w 316978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453211 w 3169782"/>
              <a:gd name="csY14" fmla="*/ 1589822 h 1838464"/>
              <a:gd name="csX15" fmla="*/ 848536 w 3169782"/>
              <a:gd name="csY15" fmla="*/ 1707506 h 1838464"/>
              <a:gd name="csX16" fmla="*/ 297048 w 3169782"/>
              <a:gd name="csY16" fmla="*/ 1602968 h 1838464"/>
              <a:gd name="csX17" fmla="*/ 20518 w 3169782"/>
              <a:gd name="csY17" fmla="*/ 1189419 h 1838464"/>
              <a:gd name="csX18" fmla="*/ 72918 w 3169782"/>
              <a:gd name="csY18" fmla="*/ 729422 h 1838464"/>
              <a:gd name="csX19" fmla="*/ 605915 w 3169782"/>
              <a:gd name="csY19" fmla="*/ 203795 h 1838464"/>
              <a:gd name="csX20" fmla="*/ 1209735 w 316978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453211 w 3169782"/>
              <a:gd name="csY14" fmla="*/ 1589822 h 1838464"/>
              <a:gd name="csX15" fmla="*/ 848536 w 3169782"/>
              <a:gd name="csY15" fmla="*/ 1707506 h 1838464"/>
              <a:gd name="csX16" fmla="*/ 297048 w 3169782"/>
              <a:gd name="csY16" fmla="*/ 1602968 h 1838464"/>
              <a:gd name="csX17" fmla="*/ 20518 w 3169782"/>
              <a:gd name="csY17" fmla="*/ 1189419 h 1838464"/>
              <a:gd name="csX18" fmla="*/ 72918 w 3169782"/>
              <a:gd name="csY18" fmla="*/ 729422 h 1838464"/>
              <a:gd name="csX19" fmla="*/ 605915 w 3169782"/>
              <a:gd name="csY19" fmla="*/ 203795 h 1838464"/>
              <a:gd name="csX20" fmla="*/ 1209735 w 316978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453211 w 3169782"/>
              <a:gd name="csY14" fmla="*/ 1589822 h 1838464"/>
              <a:gd name="csX15" fmla="*/ 848536 w 3169782"/>
              <a:gd name="csY15" fmla="*/ 1707506 h 1838464"/>
              <a:gd name="csX16" fmla="*/ 297048 w 3169782"/>
              <a:gd name="csY16" fmla="*/ 1602968 h 1838464"/>
              <a:gd name="csX17" fmla="*/ 20518 w 3169782"/>
              <a:gd name="csY17" fmla="*/ 1189419 h 1838464"/>
              <a:gd name="csX18" fmla="*/ 72918 w 3169782"/>
              <a:gd name="csY18" fmla="*/ 729422 h 1838464"/>
              <a:gd name="csX19" fmla="*/ 605915 w 3169782"/>
              <a:gd name="csY19" fmla="*/ 203795 h 1838464"/>
              <a:gd name="csX20" fmla="*/ 1209735 w 316978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453211 w 3169782"/>
              <a:gd name="csY14" fmla="*/ 1589822 h 1838464"/>
              <a:gd name="csX15" fmla="*/ 848536 w 3169782"/>
              <a:gd name="csY15" fmla="*/ 1707506 h 1838464"/>
              <a:gd name="csX16" fmla="*/ 297048 w 3169782"/>
              <a:gd name="csY16" fmla="*/ 1602968 h 1838464"/>
              <a:gd name="csX17" fmla="*/ 20518 w 3169782"/>
              <a:gd name="csY17" fmla="*/ 1189419 h 1838464"/>
              <a:gd name="csX18" fmla="*/ 72918 w 3169782"/>
              <a:gd name="csY18" fmla="*/ 729422 h 1838464"/>
              <a:gd name="csX19" fmla="*/ 605915 w 3169782"/>
              <a:gd name="csY19" fmla="*/ 203795 h 1838464"/>
              <a:gd name="csX20" fmla="*/ 1209735 w 316978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324410 w 3169782"/>
              <a:gd name="csY14" fmla="*/ 1612561 h 1838464"/>
              <a:gd name="csX15" fmla="*/ 848536 w 3169782"/>
              <a:gd name="csY15" fmla="*/ 1707506 h 1838464"/>
              <a:gd name="csX16" fmla="*/ 297048 w 3169782"/>
              <a:gd name="csY16" fmla="*/ 1602968 h 1838464"/>
              <a:gd name="csX17" fmla="*/ 20518 w 3169782"/>
              <a:gd name="csY17" fmla="*/ 1189419 h 1838464"/>
              <a:gd name="csX18" fmla="*/ 72918 w 3169782"/>
              <a:gd name="csY18" fmla="*/ 729422 h 1838464"/>
              <a:gd name="csX19" fmla="*/ 605915 w 3169782"/>
              <a:gd name="csY19" fmla="*/ 203795 h 1838464"/>
              <a:gd name="csX20" fmla="*/ 1209735 w 316978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324410 w 3169782"/>
              <a:gd name="csY14" fmla="*/ 1612561 h 1838464"/>
              <a:gd name="csX15" fmla="*/ 848536 w 3169782"/>
              <a:gd name="csY15" fmla="*/ 1707506 h 1838464"/>
              <a:gd name="csX16" fmla="*/ 297048 w 3169782"/>
              <a:gd name="csY16" fmla="*/ 1602968 h 1838464"/>
              <a:gd name="csX17" fmla="*/ 20518 w 3169782"/>
              <a:gd name="csY17" fmla="*/ 1189419 h 1838464"/>
              <a:gd name="csX18" fmla="*/ 72918 w 3169782"/>
              <a:gd name="csY18" fmla="*/ 729422 h 1838464"/>
              <a:gd name="csX19" fmla="*/ 605915 w 3169782"/>
              <a:gd name="csY19" fmla="*/ 203795 h 1838464"/>
              <a:gd name="csX20" fmla="*/ 1209735 w 316978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324410 w 3169782"/>
              <a:gd name="csY14" fmla="*/ 1612561 h 1838464"/>
              <a:gd name="csX15" fmla="*/ 848536 w 3169782"/>
              <a:gd name="csY15" fmla="*/ 1707506 h 1838464"/>
              <a:gd name="csX16" fmla="*/ 297048 w 3169782"/>
              <a:gd name="csY16" fmla="*/ 1602968 h 1838464"/>
              <a:gd name="csX17" fmla="*/ 20518 w 3169782"/>
              <a:gd name="csY17" fmla="*/ 1189419 h 1838464"/>
              <a:gd name="csX18" fmla="*/ 72918 w 3169782"/>
              <a:gd name="csY18" fmla="*/ 729422 h 1838464"/>
              <a:gd name="csX19" fmla="*/ 605915 w 3169782"/>
              <a:gd name="csY19" fmla="*/ 203795 h 1838464"/>
              <a:gd name="csX20" fmla="*/ 1209735 w 316978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553183 w 3169782"/>
              <a:gd name="csY14" fmla="*/ 1483234 h 1838464"/>
              <a:gd name="csX15" fmla="*/ 1324410 w 3169782"/>
              <a:gd name="csY15" fmla="*/ 1612561 h 1838464"/>
              <a:gd name="csX16" fmla="*/ 848536 w 3169782"/>
              <a:gd name="csY16" fmla="*/ 1707506 h 1838464"/>
              <a:gd name="csX17" fmla="*/ 297048 w 3169782"/>
              <a:gd name="csY17" fmla="*/ 1602968 h 1838464"/>
              <a:gd name="csX18" fmla="*/ 20518 w 3169782"/>
              <a:gd name="csY18" fmla="*/ 1189419 h 1838464"/>
              <a:gd name="csX19" fmla="*/ 72918 w 3169782"/>
              <a:gd name="csY19" fmla="*/ 729422 h 1838464"/>
              <a:gd name="csX20" fmla="*/ 605915 w 3169782"/>
              <a:gd name="csY20" fmla="*/ 203795 h 1838464"/>
              <a:gd name="csX21" fmla="*/ 1209735 w 3169782"/>
              <a:gd name="csY21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553183 w 3169782"/>
              <a:gd name="csY14" fmla="*/ 1483234 h 1838464"/>
              <a:gd name="csX15" fmla="*/ 1324410 w 3169782"/>
              <a:gd name="csY15" fmla="*/ 1612561 h 1838464"/>
              <a:gd name="csX16" fmla="*/ 848536 w 3169782"/>
              <a:gd name="csY16" fmla="*/ 1707506 h 1838464"/>
              <a:gd name="csX17" fmla="*/ 297048 w 3169782"/>
              <a:gd name="csY17" fmla="*/ 1602968 h 1838464"/>
              <a:gd name="csX18" fmla="*/ 20518 w 3169782"/>
              <a:gd name="csY18" fmla="*/ 1189419 h 1838464"/>
              <a:gd name="csX19" fmla="*/ 72918 w 3169782"/>
              <a:gd name="csY19" fmla="*/ 729422 h 1838464"/>
              <a:gd name="csX20" fmla="*/ 605915 w 3169782"/>
              <a:gd name="csY20" fmla="*/ 203795 h 1838464"/>
              <a:gd name="csX21" fmla="*/ 1209735 w 3169782"/>
              <a:gd name="csY21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553183 w 3169782"/>
              <a:gd name="csY14" fmla="*/ 1483234 h 1838464"/>
              <a:gd name="csX15" fmla="*/ 1324410 w 3169782"/>
              <a:gd name="csY15" fmla="*/ 1612561 h 1838464"/>
              <a:gd name="csX16" fmla="*/ 848536 w 3169782"/>
              <a:gd name="csY16" fmla="*/ 1707506 h 1838464"/>
              <a:gd name="csX17" fmla="*/ 297048 w 3169782"/>
              <a:gd name="csY17" fmla="*/ 1602968 h 1838464"/>
              <a:gd name="csX18" fmla="*/ 20518 w 3169782"/>
              <a:gd name="csY18" fmla="*/ 1189419 h 1838464"/>
              <a:gd name="csX19" fmla="*/ 72918 w 3169782"/>
              <a:gd name="csY19" fmla="*/ 729422 h 1838464"/>
              <a:gd name="csX20" fmla="*/ 605915 w 3169782"/>
              <a:gd name="csY20" fmla="*/ 203795 h 1838464"/>
              <a:gd name="csX21" fmla="*/ 1209735 w 3169782"/>
              <a:gd name="csY21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553183 w 3169782"/>
              <a:gd name="csY14" fmla="*/ 1483234 h 1838464"/>
              <a:gd name="csX15" fmla="*/ 1324410 w 3169782"/>
              <a:gd name="csY15" fmla="*/ 1612561 h 1838464"/>
              <a:gd name="csX16" fmla="*/ 848536 w 3169782"/>
              <a:gd name="csY16" fmla="*/ 1707506 h 1838464"/>
              <a:gd name="csX17" fmla="*/ 297048 w 3169782"/>
              <a:gd name="csY17" fmla="*/ 1602968 h 1838464"/>
              <a:gd name="csX18" fmla="*/ 20518 w 3169782"/>
              <a:gd name="csY18" fmla="*/ 1189419 h 1838464"/>
              <a:gd name="csX19" fmla="*/ 72918 w 3169782"/>
              <a:gd name="csY19" fmla="*/ 729422 h 1838464"/>
              <a:gd name="csX20" fmla="*/ 605915 w 3169782"/>
              <a:gd name="csY20" fmla="*/ 203795 h 1838464"/>
              <a:gd name="csX21" fmla="*/ 1209735 w 3169782"/>
              <a:gd name="csY21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1892840 w 3169782"/>
              <a:gd name="csY12" fmla="*/ 1459835 h 1838464"/>
              <a:gd name="csX13" fmla="*/ 1748541 w 3169782"/>
              <a:gd name="csY13" fmla="*/ 1363609 h 1838464"/>
              <a:gd name="csX14" fmla="*/ 1553183 w 3169782"/>
              <a:gd name="csY14" fmla="*/ 1483234 h 1838464"/>
              <a:gd name="csX15" fmla="*/ 1324410 w 3169782"/>
              <a:gd name="csY15" fmla="*/ 1612561 h 1838464"/>
              <a:gd name="csX16" fmla="*/ 848536 w 3169782"/>
              <a:gd name="csY16" fmla="*/ 1707506 h 1838464"/>
              <a:gd name="csX17" fmla="*/ 297048 w 3169782"/>
              <a:gd name="csY17" fmla="*/ 1602968 h 1838464"/>
              <a:gd name="csX18" fmla="*/ 20518 w 3169782"/>
              <a:gd name="csY18" fmla="*/ 1189419 h 1838464"/>
              <a:gd name="csX19" fmla="*/ 72918 w 3169782"/>
              <a:gd name="csY19" fmla="*/ 729422 h 1838464"/>
              <a:gd name="csX20" fmla="*/ 605915 w 3169782"/>
              <a:gd name="csY20" fmla="*/ 203795 h 1838464"/>
              <a:gd name="csX21" fmla="*/ 1209735 w 3169782"/>
              <a:gd name="csY21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1892840 w 3169782"/>
              <a:gd name="csY12" fmla="*/ 1459835 h 1838464"/>
              <a:gd name="csX13" fmla="*/ 1748541 w 3169782"/>
              <a:gd name="csY13" fmla="*/ 1363609 h 1838464"/>
              <a:gd name="csX14" fmla="*/ 1553183 w 3169782"/>
              <a:gd name="csY14" fmla="*/ 1483234 h 1838464"/>
              <a:gd name="csX15" fmla="*/ 1324410 w 3169782"/>
              <a:gd name="csY15" fmla="*/ 1612561 h 1838464"/>
              <a:gd name="csX16" fmla="*/ 848536 w 3169782"/>
              <a:gd name="csY16" fmla="*/ 1707506 h 1838464"/>
              <a:gd name="csX17" fmla="*/ 297048 w 3169782"/>
              <a:gd name="csY17" fmla="*/ 1602968 h 1838464"/>
              <a:gd name="csX18" fmla="*/ 20518 w 3169782"/>
              <a:gd name="csY18" fmla="*/ 1189419 h 1838464"/>
              <a:gd name="csX19" fmla="*/ 72918 w 3169782"/>
              <a:gd name="csY19" fmla="*/ 729422 h 1838464"/>
              <a:gd name="csX20" fmla="*/ 605915 w 3169782"/>
              <a:gd name="csY20" fmla="*/ 203795 h 1838464"/>
              <a:gd name="csX21" fmla="*/ 1209735 w 3169782"/>
              <a:gd name="csY21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1892840 w 3169782"/>
              <a:gd name="csY12" fmla="*/ 1459835 h 1838464"/>
              <a:gd name="csX13" fmla="*/ 1748541 w 3169782"/>
              <a:gd name="csY13" fmla="*/ 1363609 h 1838464"/>
              <a:gd name="csX14" fmla="*/ 1553183 w 3169782"/>
              <a:gd name="csY14" fmla="*/ 1483234 h 1838464"/>
              <a:gd name="csX15" fmla="*/ 1324410 w 3169782"/>
              <a:gd name="csY15" fmla="*/ 1612561 h 1838464"/>
              <a:gd name="csX16" fmla="*/ 848536 w 3169782"/>
              <a:gd name="csY16" fmla="*/ 1707506 h 1838464"/>
              <a:gd name="csX17" fmla="*/ 297048 w 3169782"/>
              <a:gd name="csY17" fmla="*/ 1602968 h 1838464"/>
              <a:gd name="csX18" fmla="*/ 20518 w 3169782"/>
              <a:gd name="csY18" fmla="*/ 1189419 h 1838464"/>
              <a:gd name="csX19" fmla="*/ 72918 w 3169782"/>
              <a:gd name="csY19" fmla="*/ 729422 h 1838464"/>
              <a:gd name="csX20" fmla="*/ 605915 w 3169782"/>
              <a:gd name="csY20" fmla="*/ 203795 h 1838464"/>
              <a:gd name="csX21" fmla="*/ 1209735 w 3169782"/>
              <a:gd name="csY21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23482 w 3169782"/>
              <a:gd name="csY12" fmla="*/ 1593207 h 1838464"/>
              <a:gd name="csX13" fmla="*/ 1892840 w 3169782"/>
              <a:gd name="csY13" fmla="*/ 1459835 h 1838464"/>
              <a:gd name="csX14" fmla="*/ 1748541 w 3169782"/>
              <a:gd name="csY14" fmla="*/ 1363609 h 1838464"/>
              <a:gd name="csX15" fmla="*/ 1553183 w 3169782"/>
              <a:gd name="csY15" fmla="*/ 1483234 h 1838464"/>
              <a:gd name="csX16" fmla="*/ 1324410 w 3169782"/>
              <a:gd name="csY16" fmla="*/ 1612561 h 1838464"/>
              <a:gd name="csX17" fmla="*/ 848536 w 3169782"/>
              <a:gd name="csY17" fmla="*/ 1707506 h 1838464"/>
              <a:gd name="csX18" fmla="*/ 297048 w 3169782"/>
              <a:gd name="csY18" fmla="*/ 1602968 h 1838464"/>
              <a:gd name="csX19" fmla="*/ 20518 w 3169782"/>
              <a:gd name="csY19" fmla="*/ 1189419 h 1838464"/>
              <a:gd name="csX20" fmla="*/ 72918 w 3169782"/>
              <a:gd name="csY20" fmla="*/ 729422 h 1838464"/>
              <a:gd name="csX21" fmla="*/ 605915 w 3169782"/>
              <a:gd name="csY21" fmla="*/ 203795 h 1838464"/>
              <a:gd name="csX22" fmla="*/ 1209735 w 3169782"/>
              <a:gd name="csY22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27847 w 3169782"/>
              <a:gd name="csY12" fmla="*/ 1567391 h 1838464"/>
              <a:gd name="csX13" fmla="*/ 1892840 w 3169782"/>
              <a:gd name="csY13" fmla="*/ 1459835 h 1838464"/>
              <a:gd name="csX14" fmla="*/ 1748541 w 3169782"/>
              <a:gd name="csY14" fmla="*/ 1363609 h 1838464"/>
              <a:gd name="csX15" fmla="*/ 1553183 w 3169782"/>
              <a:gd name="csY15" fmla="*/ 1483234 h 1838464"/>
              <a:gd name="csX16" fmla="*/ 1324410 w 3169782"/>
              <a:gd name="csY16" fmla="*/ 1612561 h 1838464"/>
              <a:gd name="csX17" fmla="*/ 848536 w 3169782"/>
              <a:gd name="csY17" fmla="*/ 1707506 h 1838464"/>
              <a:gd name="csX18" fmla="*/ 297048 w 3169782"/>
              <a:gd name="csY18" fmla="*/ 1602968 h 1838464"/>
              <a:gd name="csX19" fmla="*/ 20518 w 3169782"/>
              <a:gd name="csY19" fmla="*/ 1189419 h 1838464"/>
              <a:gd name="csX20" fmla="*/ 72918 w 3169782"/>
              <a:gd name="csY20" fmla="*/ 729422 h 1838464"/>
              <a:gd name="csX21" fmla="*/ 605915 w 3169782"/>
              <a:gd name="csY21" fmla="*/ 203795 h 1838464"/>
              <a:gd name="csX22" fmla="*/ 1209735 w 3169782"/>
              <a:gd name="csY22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27847 w 3169782"/>
              <a:gd name="csY12" fmla="*/ 1567391 h 1838464"/>
              <a:gd name="csX13" fmla="*/ 1892840 w 3169782"/>
              <a:gd name="csY13" fmla="*/ 1459835 h 1838464"/>
              <a:gd name="csX14" fmla="*/ 1748541 w 3169782"/>
              <a:gd name="csY14" fmla="*/ 1363609 h 1838464"/>
              <a:gd name="csX15" fmla="*/ 1553183 w 3169782"/>
              <a:gd name="csY15" fmla="*/ 1483234 h 1838464"/>
              <a:gd name="csX16" fmla="*/ 1324410 w 3169782"/>
              <a:gd name="csY16" fmla="*/ 1612561 h 1838464"/>
              <a:gd name="csX17" fmla="*/ 848536 w 3169782"/>
              <a:gd name="csY17" fmla="*/ 1707506 h 1838464"/>
              <a:gd name="csX18" fmla="*/ 297048 w 3169782"/>
              <a:gd name="csY18" fmla="*/ 1602968 h 1838464"/>
              <a:gd name="csX19" fmla="*/ 20518 w 3169782"/>
              <a:gd name="csY19" fmla="*/ 1189419 h 1838464"/>
              <a:gd name="csX20" fmla="*/ 72918 w 3169782"/>
              <a:gd name="csY20" fmla="*/ 729422 h 1838464"/>
              <a:gd name="csX21" fmla="*/ 605915 w 3169782"/>
              <a:gd name="csY21" fmla="*/ 203795 h 1838464"/>
              <a:gd name="csX22" fmla="*/ 1209735 w 3169782"/>
              <a:gd name="csY22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27847 w 3169782"/>
              <a:gd name="csY12" fmla="*/ 1567391 h 1838464"/>
              <a:gd name="csX13" fmla="*/ 1892840 w 3169782"/>
              <a:gd name="csY13" fmla="*/ 1459835 h 1838464"/>
              <a:gd name="csX14" fmla="*/ 1748541 w 3169782"/>
              <a:gd name="csY14" fmla="*/ 1363609 h 1838464"/>
              <a:gd name="csX15" fmla="*/ 1553183 w 3169782"/>
              <a:gd name="csY15" fmla="*/ 1483234 h 1838464"/>
              <a:gd name="csX16" fmla="*/ 1324410 w 3169782"/>
              <a:gd name="csY16" fmla="*/ 1612561 h 1838464"/>
              <a:gd name="csX17" fmla="*/ 848536 w 3169782"/>
              <a:gd name="csY17" fmla="*/ 1707506 h 1838464"/>
              <a:gd name="csX18" fmla="*/ 297048 w 3169782"/>
              <a:gd name="csY18" fmla="*/ 1602968 h 1838464"/>
              <a:gd name="csX19" fmla="*/ 20518 w 3169782"/>
              <a:gd name="csY19" fmla="*/ 1189419 h 1838464"/>
              <a:gd name="csX20" fmla="*/ 72918 w 3169782"/>
              <a:gd name="csY20" fmla="*/ 729422 h 1838464"/>
              <a:gd name="csX21" fmla="*/ 605915 w 3169782"/>
              <a:gd name="csY21" fmla="*/ 203795 h 1838464"/>
              <a:gd name="csX22" fmla="*/ 1209735 w 3169782"/>
              <a:gd name="csY22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121210 w 3169782"/>
              <a:gd name="csY12" fmla="*/ 1703447 h 1838464"/>
              <a:gd name="csX13" fmla="*/ 2027847 w 3169782"/>
              <a:gd name="csY13" fmla="*/ 1567391 h 1838464"/>
              <a:gd name="csX14" fmla="*/ 1892840 w 3169782"/>
              <a:gd name="csY14" fmla="*/ 1459835 h 1838464"/>
              <a:gd name="csX15" fmla="*/ 1748541 w 3169782"/>
              <a:gd name="csY15" fmla="*/ 1363609 h 1838464"/>
              <a:gd name="csX16" fmla="*/ 1553183 w 3169782"/>
              <a:gd name="csY16" fmla="*/ 1483234 h 1838464"/>
              <a:gd name="csX17" fmla="*/ 1324410 w 3169782"/>
              <a:gd name="csY17" fmla="*/ 1612561 h 1838464"/>
              <a:gd name="csX18" fmla="*/ 848536 w 3169782"/>
              <a:gd name="csY18" fmla="*/ 1707506 h 1838464"/>
              <a:gd name="csX19" fmla="*/ 297048 w 3169782"/>
              <a:gd name="csY19" fmla="*/ 1602968 h 1838464"/>
              <a:gd name="csX20" fmla="*/ 20518 w 3169782"/>
              <a:gd name="csY20" fmla="*/ 1189419 h 1838464"/>
              <a:gd name="csX21" fmla="*/ 72918 w 3169782"/>
              <a:gd name="csY21" fmla="*/ 729422 h 1838464"/>
              <a:gd name="csX22" fmla="*/ 605915 w 3169782"/>
              <a:gd name="csY22" fmla="*/ 203795 h 1838464"/>
              <a:gd name="csX23" fmla="*/ 1209735 w 3169782"/>
              <a:gd name="csY23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121210 w 3169782"/>
              <a:gd name="csY12" fmla="*/ 1703447 h 1838464"/>
              <a:gd name="csX13" fmla="*/ 2027847 w 3169782"/>
              <a:gd name="csY13" fmla="*/ 1567391 h 1838464"/>
              <a:gd name="csX14" fmla="*/ 1892840 w 3169782"/>
              <a:gd name="csY14" fmla="*/ 1459835 h 1838464"/>
              <a:gd name="csX15" fmla="*/ 1748541 w 3169782"/>
              <a:gd name="csY15" fmla="*/ 1363609 h 1838464"/>
              <a:gd name="csX16" fmla="*/ 1553183 w 3169782"/>
              <a:gd name="csY16" fmla="*/ 1483234 h 1838464"/>
              <a:gd name="csX17" fmla="*/ 1324410 w 3169782"/>
              <a:gd name="csY17" fmla="*/ 1612561 h 1838464"/>
              <a:gd name="csX18" fmla="*/ 848536 w 3169782"/>
              <a:gd name="csY18" fmla="*/ 1707506 h 1838464"/>
              <a:gd name="csX19" fmla="*/ 297048 w 3169782"/>
              <a:gd name="csY19" fmla="*/ 1602968 h 1838464"/>
              <a:gd name="csX20" fmla="*/ 20518 w 3169782"/>
              <a:gd name="csY20" fmla="*/ 1189419 h 1838464"/>
              <a:gd name="csX21" fmla="*/ 72918 w 3169782"/>
              <a:gd name="csY21" fmla="*/ 729422 h 1838464"/>
              <a:gd name="csX22" fmla="*/ 605915 w 3169782"/>
              <a:gd name="csY22" fmla="*/ 203795 h 1838464"/>
              <a:gd name="csX23" fmla="*/ 1209735 w 3169782"/>
              <a:gd name="csY23" fmla="*/ 28193 h 1838464"/>
              <a:gd name="csX0" fmla="*/ 1209735 w 3169782"/>
              <a:gd name="csY0" fmla="*/ 28193 h 1839499"/>
              <a:gd name="csX1" fmla="*/ 1867261 w 3169782"/>
              <a:gd name="csY1" fmla="*/ 90984 h 1839499"/>
              <a:gd name="csX2" fmla="*/ 2095787 w 3169782"/>
              <a:gd name="csY2" fmla="*/ 305486 h 1839499"/>
              <a:gd name="csX3" fmla="*/ 2346923 w 3169782"/>
              <a:gd name="csY3" fmla="*/ 358042 h 1839499"/>
              <a:gd name="csX4" fmla="*/ 2411353 w 3169782"/>
              <a:gd name="csY4" fmla="*/ 581972 h 1839499"/>
              <a:gd name="csX5" fmla="*/ 2457060 w 3169782"/>
              <a:gd name="csY5" fmla="*/ 770431 h 1839499"/>
              <a:gd name="csX6" fmla="*/ 2676380 w 3169782"/>
              <a:gd name="csY6" fmla="*/ 1040012 h 1839499"/>
              <a:gd name="csX7" fmla="*/ 3162433 w 3169782"/>
              <a:gd name="csY7" fmla="*/ 1429607 h 1839499"/>
              <a:gd name="csX8" fmla="*/ 3079936 w 3169782"/>
              <a:gd name="csY8" fmla="*/ 1683992 h 1839499"/>
              <a:gd name="csX9" fmla="*/ 2893109 w 3169782"/>
              <a:gd name="csY9" fmla="*/ 1766164 h 1839499"/>
              <a:gd name="csX10" fmla="*/ 2608299 w 3169782"/>
              <a:gd name="csY10" fmla="*/ 1836708 h 1839499"/>
              <a:gd name="csX11" fmla="*/ 2215962 w 3169782"/>
              <a:gd name="csY11" fmla="*/ 1827795 h 1839499"/>
              <a:gd name="csX12" fmla="*/ 2121210 w 3169782"/>
              <a:gd name="csY12" fmla="*/ 1703447 h 1839499"/>
              <a:gd name="csX13" fmla="*/ 2027847 w 3169782"/>
              <a:gd name="csY13" fmla="*/ 1567391 h 1839499"/>
              <a:gd name="csX14" fmla="*/ 1892840 w 3169782"/>
              <a:gd name="csY14" fmla="*/ 1459835 h 1839499"/>
              <a:gd name="csX15" fmla="*/ 1748541 w 3169782"/>
              <a:gd name="csY15" fmla="*/ 1363609 h 1839499"/>
              <a:gd name="csX16" fmla="*/ 1553183 w 3169782"/>
              <a:gd name="csY16" fmla="*/ 1483234 h 1839499"/>
              <a:gd name="csX17" fmla="*/ 1324410 w 3169782"/>
              <a:gd name="csY17" fmla="*/ 1612561 h 1839499"/>
              <a:gd name="csX18" fmla="*/ 848536 w 3169782"/>
              <a:gd name="csY18" fmla="*/ 1707506 h 1839499"/>
              <a:gd name="csX19" fmla="*/ 297048 w 3169782"/>
              <a:gd name="csY19" fmla="*/ 1602968 h 1839499"/>
              <a:gd name="csX20" fmla="*/ 20518 w 3169782"/>
              <a:gd name="csY20" fmla="*/ 1189419 h 1839499"/>
              <a:gd name="csX21" fmla="*/ 72918 w 3169782"/>
              <a:gd name="csY21" fmla="*/ 729422 h 1839499"/>
              <a:gd name="csX22" fmla="*/ 605915 w 3169782"/>
              <a:gd name="csY22" fmla="*/ 203795 h 1839499"/>
              <a:gd name="csX23" fmla="*/ 1209735 w 3169782"/>
              <a:gd name="csY23" fmla="*/ 28193 h 1839499"/>
              <a:gd name="csX0" fmla="*/ 1209735 w 3169782"/>
              <a:gd name="csY0" fmla="*/ 28193 h 1839499"/>
              <a:gd name="csX1" fmla="*/ 1867261 w 3169782"/>
              <a:gd name="csY1" fmla="*/ 90984 h 1839499"/>
              <a:gd name="csX2" fmla="*/ 2095787 w 3169782"/>
              <a:gd name="csY2" fmla="*/ 305486 h 1839499"/>
              <a:gd name="csX3" fmla="*/ 2346923 w 3169782"/>
              <a:gd name="csY3" fmla="*/ 358042 h 1839499"/>
              <a:gd name="csX4" fmla="*/ 2411353 w 3169782"/>
              <a:gd name="csY4" fmla="*/ 581972 h 1839499"/>
              <a:gd name="csX5" fmla="*/ 2457060 w 3169782"/>
              <a:gd name="csY5" fmla="*/ 770431 h 1839499"/>
              <a:gd name="csX6" fmla="*/ 2676380 w 3169782"/>
              <a:gd name="csY6" fmla="*/ 1040012 h 1839499"/>
              <a:gd name="csX7" fmla="*/ 3162433 w 3169782"/>
              <a:gd name="csY7" fmla="*/ 1429607 h 1839499"/>
              <a:gd name="csX8" fmla="*/ 3079936 w 3169782"/>
              <a:gd name="csY8" fmla="*/ 1683992 h 1839499"/>
              <a:gd name="csX9" fmla="*/ 2893109 w 3169782"/>
              <a:gd name="csY9" fmla="*/ 1766164 h 1839499"/>
              <a:gd name="csX10" fmla="*/ 2608299 w 3169782"/>
              <a:gd name="csY10" fmla="*/ 1836708 h 1839499"/>
              <a:gd name="csX11" fmla="*/ 2215962 w 3169782"/>
              <a:gd name="csY11" fmla="*/ 1827795 h 1839499"/>
              <a:gd name="csX12" fmla="*/ 2121210 w 3169782"/>
              <a:gd name="csY12" fmla="*/ 1703447 h 1839499"/>
              <a:gd name="csX13" fmla="*/ 2027847 w 3169782"/>
              <a:gd name="csY13" fmla="*/ 1567391 h 1839499"/>
              <a:gd name="csX14" fmla="*/ 1892840 w 3169782"/>
              <a:gd name="csY14" fmla="*/ 1459835 h 1839499"/>
              <a:gd name="csX15" fmla="*/ 1748541 w 3169782"/>
              <a:gd name="csY15" fmla="*/ 1363609 h 1839499"/>
              <a:gd name="csX16" fmla="*/ 1553183 w 3169782"/>
              <a:gd name="csY16" fmla="*/ 1483234 h 1839499"/>
              <a:gd name="csX17" fmla="*/ 1324410 w 3169782"/>
              <a:gd name="csY17" fmla="*/ 1612561 h 1839499"/>
              <a:gd name="csX18" fmla="*/ 848536 w 3169782"/>
              <a:gd name="csY18" fmla="*/ 1707506 h 1839499"/>
              <a:gd name="csX19" fmla="*/ 297048 w 3169782"/>
              <a:gd name="csY19" fmla="*/ 1602968 h 1839499"/>
              <a:gd name="csX20" fmla="*/ 20518 w 3169782"/>
              <a:gd name="csY20" fmla="*/ 1189419 h 1839499"/>
              <a:gd name="csX21" fmla="*/ 72918 w 3169782"/>
              <a:gd name="csY21" fmla="*/ 729422 h 1839499"/>
              <a:gd name="csX22" fmla="*/ 605915 w 3169782"/>
              <a:gd name="csY22" fmla="*/ 203795 h 1839499"/>
              <a:gd name="csX23" fmla="*/ 1209735 w 3169782"/>
              <a:gd name="csY23" fmla="*/ 28193 h 1839499"/>
              <a:gd name="csX0" fmla="*/ 1209735 w 3169782"/>
              <a:gd name="csY0" fmla="*/ 28193 h 1838545"/>
              <a:gd name="csX1" fmla="*/ 1867261 w 3169782"/>
              <a:gd name="csY1" fmla="*/ 90984 h 1838545"/>
              <a:gd name="csX2" fmla="*/ 2095787 w 3169782"/>
              <a:gd name="csY2" fmla="*/ 305486 h 1838545"/>
              <a:gd name="csX3" fmla="*/ 2346923 w 3169782"/>
              <a:gd name="csY3" fmla="*/ 358042 h 1838545"/>
              <a:gd name="csX4" fmla="*/ 2411353 w 3169782"/>
              <a:gd name="csY4" fmla="*/ 581972 h 1838545"/>
              <a:gd name="csX5" fmla="*/ 2457060 w 3169782"/>
              <a:gd name="csY5" fmla="*/ 770431 h 1838545"/>
              <a:gd name="csX6" fmla="*/ 2676380 w 3169782"/>
              <a:gd name="csY6" fmla="*/ 1040012 h 1838545"/>
              <a:gd name="csX7" fmla="*/ 3162433 w 3169782"/>
              <a:gd name="csY7" fmla="*/ 1429607 h 1838545"/>
              <a:gd name="csX8" fmla="*/ 3079936 w 3169782"/>
              <a:gd name="csY8" fmla="*/ 1683992 h 1838545"/>
              <a:gd name="csX9" fmla="*/ 2893109 w 3169782"/>
              <a:gd name="csY9" fmla="*/ 1766164 h 1838545"/>
              <a:gd name="csX10" fmla="*/ 2608299 w 3169782"/>
              <a:gd name="csY10" fmla="*/ 1836708 h 1838545"/>
              <a:gd name="csX11" fmla="*/ 2184769 w 3169782"/>
              <a:gd name="csY11" fmla="*/ 1795186 h 1838545"/>
              <a:gd name="csX12" fmla="*/ 2121210 w 3169782"/>
              <a:gd name="csY12" fmla="*/ 1703447 h 1838545"/>
              <a:gd name="csX13" fmla="*/ 2027847 w 3169782"/>
              <a:gd name="csY13" fmla="*/ 1567391 h 1838545"/>
              <a:gd name="csX14" fmla="*/ 1892840 w 3169782"/>
              <a:gd name="csY14" fmla="*/ 1459835 h 1838545"/>
              <a:gd name="csX15" fmla="*/ 1748541 w 3169782"/>
              <a:gd name="csY15" fmla="*/ 1363609 h 1838545"/>
              <a:gd name="csX16" fmla="*/ 1553183 w 3169782"/>
              <a:gd name="csY16" fmla="*/ 1483234 h 1838545"/>
              <a:gd name="csX17" fmla="*/ 1324410 w 3169782"/>
              <a:gd name="csY17" fmla="*/ 1612561 h 1838545"/>
              <a:gd name="csX18" fmla="*/ 848536 w 3169782"/>
              <a:gd name="csY18" fmla="*/ 1707506 h 1838545"/>
              <a:gd name="csX19" fmla="*/ 297048 w 3169782"/>
              <a:gd name="csY19" fmla="*/ 1602968 h 1838545"/>
              <a:gd name="csX20" fmla="*/ 20518 w 3169782"/>
              <a:gd name="csY20" fmla="*/ 1189419 h 1838545"/>
              <a:gd name="csX21" fmla="*/ 72918 w 3169782"/>
              <a:gd name="csY21" fmla="*/ 729422 h 1838545"/>
              <a:gd name="csX22" fmla="*/ 605915 w 3169782"/>
              <a:gd name="csY22" fmla="*/ 203795 h 1838545"/>
              <a:gd name="csX23" fmla="*/ 1209735 w 3169782"/>
              <a:gd name="csY23" fmla="*/ 28193 h 1838545"/>
              <a:gd name="csX0" fmla="*/ 1209735 w 3169782"/>
              <a:gd name="csY0" fmla="*/ 28193 h 1846365"/>
              <a:gd name="csX1" fmla="*/ 1867261 w 3169782"/>
              <a:gd name="csY1" fmla="*/ 90984 h 1846365"/>
              <a:gd name="csX2" fmla="*/ 2095787 w 3169782"/>
              <a:gd name="csY2" fmla="*/ 305486 h 1846365"/>
              <a:gd name="csX3" fmla="*/ 2346923 w 3169782"/>
              <a:gd name="csY3" fmla="*/ 358042 h 1846365"/>
              <a:gd name="csX4" fmla="*/ 2411353 w 3169782"/>
              <a:gd name="csY4" fmla="*/ 581972 h 1846365"/>
              <a:gd name="csX5" fmla="*/ 2457060 w 3169782"/>
              <a:gd name="csY5" fmla="*/ 770431 h 1846365"/>
              <a:gd name="csX6" fmla="*/ 2676380 w 3169782"/>
              <a:gd name="csY6" fmla="*/ 1040012 h 1846365"/>
              <a:gd name="csX7" fmla="*/ 3162433 w 3169782"/>
              <a:gd name="csY7" fmla="*/ 1429607 h 1846365"/>
              <a:gd name="csX8" fmla="*/ 3079936 w 3169782"/>
              <a:gd name="csY8" fmla="*/ 1683992 h 1846365"/>
              <a:gd name="csX9" fmla="*/ 2893109 w 3169782"/>
              <a:gd name="csY9" fmla="*/ 1766164 h 1846365"/>
              <a:gd name="csX10" fmla="*/ 2608299 w 3169782"/>
              <a:gd name="csY10" fmla="*/ 1836708 h 1846365"/>
              <a:gd name="csX11" fmla="*/ 2184769 w 3169782"/>
              <a:gd name="csY11" fmla="*/ 1795186 h 1846365"/>
              <a:gd name="csX12" fmla="*/ 2121210 w 3169782"/>
              <a:gd name="csY12" fmla="*/ 1703447 h 1846365"/>
              <a:gd name="csX13" fmla="*/ 2027847 w 3169782"/>
              <a:gd name="csY13" fmla="*/ 1567391 h 1846365"/>
              <a:gd name="csX14" fmla="*/ 1892840 w 3169782"/>
              <a:gd name="csY14" fmla="*/ 1459835 h 1846365"/>
              <a:gd name="csX15" fmla="*/ 1748541 w 3169782"/>
              <a:gd name="csY15" fmla="*/ 1363609 h 1846365"/>
              <a:gd name="csX16" fmla="*/ 1553183 w 3169782"/>
              <a:gd name="csY16" fmla="*/ 1483234 h 1846365"/>
              <a:gd name="csX17" fmla="*/ 1324410 w 3169782"/>
              <a:gd name="csY17" fmla="*/ 1612561 h 1846365"/>
              <a:gd name="csX18" fmla="*/ 848536 w 3169782"/>
              <a:gd name="csY18" fmla="*/ 1707506 h 1846365"/>
              <a:gd name="csX19" fmla="*/ 297048 w 3169782"/>
              <a:gd name="csY19" fmla="*/ 1602968 h 1846365"/>
              <a:gd name="csX20" fmla="*/ 20518 w 3169782"/>
              <a:gd name="csY20" fmla="*/ 1189419 h 1846365"/>
              <a:gd name="csX21" fmla="*/ 72918 w 3169782"/>
              <a:gd name="csY21" fmla="*/ 729422 h 1846365"/>
              <a:gd name="csX22" fmla="*/ 605915 w 3169782"/>
              <a:gd name="csY22" fmla="*/ 203795 h 1846365"/>
              <a:gd name="csX23" fmla="*/ 1209735 w 3169782"/>
              <a:gd name="csY23" fmla="*/ 28193 h 1846365"/>
              <a:gd name="csX0" fmla="*/ 1209735 w 3169782"/>
              <a:gd name="csY0" fmla="*/ 28193 h 1838610"/>
              <a:gd name="csX1" fmla="*/ 1867261 w 3169782"/>
              <a:gd name="csY1" fmla="*/ 90984 h 1838610"/>
              <a:gd name="csX2" fmla="*/ 2095787 w 3169782"/>
              <a:gd name="csY2" fmla="*/ 305486 h 1838610"/>
              <a:gd name="csX3" fmla="*/ 2346923 w 3169782"/>
              <a:gd name="csY3" fmla="*/ 358042 h 1838610"/>
              <a:gd name="csX4" fmla="*/ 2411353 w 3169782"/>
              <a:gd name="csY4" fmla="*/ 581972 h 1838610"/>
              <a:gd name="csX5" fmla="*/ 2457060 w 3169782"/>
              <a:gd name="csY5" fmla="*/ 770431 h 1838610"/>
              <a:gd name="csX6" fmla="*/ 2676380 w 3169782"/>
              <a:gd name="csY6" fmla="*/ 1040012 h 1838610"/>
              <a:gd name="csX7" fmla="*/ 3162433 w 3169782"/>
              <a:gd name="csY7" fmla="*/ 1429607 h 1838610"/>
              <a:gd name="csX8" fmla="*/ 3079936 w 3169782"/>
              <a:gd name="csY8" fmla="*/ 1683992 h 1838610"/>
              <a:gd name="csX9" fmla="*/ 2893109 w 3169782"/>
              <a:gd name="csY9" fmla="*/ 1766164 h 1838610"/>
              <a:gd name="csX10" fmla="*/ 2608299 w 3169782"/>
              <a:gd name="csY10" fmla="*/ 1836708 h 1838610"/>
              <a:gd name="csX11" fmla="*/ 2398632 w 3169782"/>
              <a:gd name="csY11" fmla="*/ 1790183 h 1838610"/>
              <a:gd name="csX12" fmla="*/ 2184769 w 3169782"/>
              <a:gd name="csY12" fmla="*/ 1795186 h 1838610"/>
              <a:gd name="csX13" fmla="*/ 2121210 w 3169782"/>
              <a:gd name="csY13" fmla="*/ 1703447 h 1838610"/>
              <a:gd name="csX14" fmla="*/ 2027847 w 3169782"/>
              <a:gd name="csY14" fmla="*/ 1567391 h 1838610"/>
              <a:gd name="csX15" fmla="*/ 1892840 w 3169782"/>
              <a:gd name="csY15" fmla="*/ 1459835 h 1838610"/>
              <a:gd name="csX16" fmla="*/ 1748541 w 3169782"/>
              <a:gd name="csY16" fmla="*/ 1363609 h 1838610"/>
              <a:gd name="csX17" fmla="*/ 1553183 w 3169782"/>
              <a:gd name="csY17" fmla="*/ 1483234 h 1838610"/>
              <a:gd name="csX18" fmla="*/ 1324410 w 3169782"/>
              <a:gd name="csY18" fmla="*/ 1612561 h 1838610"/>
              <a:gd name="csX19" fmla="*/ 848536 w 3169782"/>
              <a:gd name="csY19" fmla="*/ 1707506 h 1838610"/>
              <a:gd name="csX20" fmla="*/ 297048 w 3169782"/>
              <a:gd name="csY20" fmla="*/ 1602968 h 1838610"/>
              <a:gd name="csX21" fmla="*/ 20518 w 3169782"/>
              <a:gd name="csY21" fmla="*/ 1189419 h 1838610"/>
              <a:gd name="csX22" fmla="*/ 72918 w 3169782"/>
              <a:gd name="csY22" fmla="*/ 729422 h 1838610"/>
              <a:gd name="csX23" fmla="*/ 605915 w 3169782"/>
              <a:gd name="csY23" fmla="*/ 203795 h 1838610"/>
              <a:gd name="csX24" fmla="*/ 1209735 w 3169782"/>
              <a:gd name="csY24" fmla="*/ 28193 h 1838610"/>
              <a:gd name="csX0" fmla="*/ 1209735 w 3169782"/>
              <a:gd name="csY0" fmla="*/ 28193 h 1838610"/>
              <a:gd name="csX1" fmla="*/ 1867261 w 3169782"/>
              <a:gd name="csY1" fmla="*/ 90984 h 1838610"/>
              <a:gd name="csX2" fmla="*/ 2095787 w 3169782"/>
              <a:gd name="csY2" fmla="*/ 305486 h 1838610"/>
              <a:gd name="csX3" fmla="*/ 2346923 w 3169782"/>
              <a:gd name="csY3" fmla="*/ 358042 h 1838610"/>
              <a:gd name="csX4" fmla="*/ 2411353 w 3169782"/>
              <a:gd name="csY4" fmla="*/ 581972 h 1838610"/>
              <a:gd name="csX5" fmla="*/ 2457060 w 3169782"/>
              <a:gd name="csY5" fmla="*/ 770431 h 1838610"/>
              <a:gd name="csX6" fmla="*/ 2676380 w 3169782"/>
              <a:gd name="csY6" fmla="*/ 1040012 h 1838610"/>
              <a:gd name="csX7" fmla="*/ 3162433 w 3169782"/>
              <a:gd name="csY7" fmla="*/ 1429607 h 1838610"/>
              <a:gd name="csX8" fmla="*/ 3079936 w 3169782"/>
              <a:gd name="csY8" fmla="*/ 1683992 h 1838610"/>
              <a:gd name="csX9" fmla="*/ 2893109 w 3169782"/>
              <a:gd name="csY9" fmla="*/ 1766164 h 1838610"/>
              <a:gd name="csX10" fmla="*/ 2608299 w 3169782"/>
              <a:gd name="csY10" fmla="*/ 1836708 h 1838610"/>
              <a:gd name="csX11" fmla="*/ 2398632 w 3169782"/>
              <a:gd name="csY11" fmla="*/ 1790183 h 1838610"/>
              <a:gd name="csX12" fmla="*/ 2184769 w 3169782"/>
              <a:gd name="csY12" fmla="*/ 1795186 h 1838610"/>
              <a:gd name="csX13" fmla="*/ 2121210 w 3169782"/>
              <a:gd name="csY13" fmla="*/ 1703447 h 1838610"/>
              <a:gd name="csX14" fmla="*/ 2027847 w 3169782"/>
              <a:gd name="csY14" fmla="*/ 1567391 h 1838610"/>
              <a:gd name="csX15" fmla="*/ 1892840 w 3169782"/>
              <a:gd name="csY15" fmla="*/ 1459835 h 1838610"/>
              <a:gd name="csX16" fmla="*/ 1748541 w 3169782"/>
              <a:gd name="csY16" fmla="*/ 1363609 h 1838610"/>
              <a:gd name="csX17" fmla="*/ 1553183 w 3169782"/>
              <a:gd name="csY17" fmla="*/ 1483234 h 1838610"/>
              <a:gd name="csX18" fmla="*/ 1324410 w 3169782"/>
              <a:gd name="csY18" fmla="*/ 1612561 h 1838610"/>
              <a:gd name="csX19" fmla="*/ 848536 w 3169782"/>
              <a:gd name="csY19" fmla="*/ 1707506 h 1838610"/>
              <a:gd name="csX20" fmla="*/ 297048 w 3169782"/>
              <a:gd name="csY20" fmla="*/ 1602968 h 1838610"/>
              <a:gd name="csX21" fmla="*/ 20518 w 3169782"/>
              <a:gd name="csY21" fmla="*/ 1189419 h 1838610"/>
              <a:gd name="csX22" fmla="*/ 72918 w 3169782"/>
              <a:gd name="csY22" fmla="*/ 729422 h 1838610"/>
              <a:gd name="csX23" fmla="*/ 605915 w 3169782"/>
              <a:gd name="csY23" fmla="*/ 203795 h 1838610"/>
              <a:gd name="csX24" fmla="*/ 1209735 w 3169782"/>
              <a:gd name="csY24" fmla="*/ 28193 h 1838610"/>
              <a:gd name="csX0" fmla="*/ 1209735 w 3169782"/>
              <a:gd name="csY0" fmla="*/ 28193 h 1838175"/>
              <a:gd name="csX1" fmla="*/ 1867261 w 3169782"/>
              <a:gd name="csY1" fmla="*/ 90984 h 1838175"/>
              <a:gd name="csX2" fmla="*/ 2095787 w 3169782"/>
              <a:gd name="csY2" fmla="*/ 305486 h 1838175"/>
              <a:gd name="csX3" fmla="*/ 2346923 w 3169782"/>
              <a:gd name="csY3" fmla="*/ 358042 h 1838175"/>
              <a:gd name="csX4" fmla="*/ 2411353 w 3169782"/>
              <a:gd name="csY4" fmla="*/ 581972 h 1838175"/>
              <a:gd name="csX5" fmla="*/ 2457060 w 3169782"/>
              <a:gd name="csY5" fmla="*/ 770431 h 1838175"/>
              <a:gd name="csX6" fmla="*/ 2676380 w 3169782"/>
              <a:gd name="csY6" fmla="*/ 1040012 h 1838175"/>
              <a:gd name="csX7" fmla="*/ 3162433 w 3169782"/>
              <a:gd name="csY7" fmla="*/ 1429607 h 1838175"/>
              <a:gd name="csX8" fmla="*/ 3079936 w 3169782"/>
              <a:gd name="csY8" fmla="*/ 1683992 h 1838175"/>
              <a:gd name="csX9" fmla="*/ 2893109 w 3169782"/>
              <a:gd name="csY9" fmla="*/ 1766164 h 1838175"/>
              <a:gd name="csX10" fmla="*/ 2608299 w 3169782"/>
              <a:gd name="csY10" fmla="*/ 1836708 h 1838175"/>
              <a:gd name="csX11" fmla="*/ 2398632 w 3169782"/>
              <a:gd name="csY11" fmla="*/ 1790183 h 1838175"/>
              <a:gd name="csX12" fmla="*/ 2184769 w 3169782"/>
              <a:gd name="csY12" fmla="*/ 1795186 h 1838175"/>
              <a:gd name="csX13" fmla="*/ 2121210 w 3169782"/>
              <a:gd name="csY13" fmla="*/ 1703447 h 1838175"/>
              <a:gd name="csX14" fmla="*/ 2027847 w 3169782"/>
              <a:gd name="csY14" fmla="*/ 1567391 h 1838175"/>
              <a:gd name="csX15" fmla="*/ 1892840 w 3169782"/>
              <a:gd name="csY15" fmla="*/ 1459835 h 1838175"/>
              <a:gd name="csX16" fmla="*/ 1748541 w 3169782"/>
              <a:gd name="csY16" fmla="*/ 1363609 h 1838175"/>
              <a:gd name="csX17" fmla="*/ 1553183 w 3169782"/>
              <a:gd name="csY17" fmla="*/ 1483234 h 1838175"/>
              <a:gd name="csX18" fmla="*/ 1324410 w 3169782"/>
              <a:gd name="csY18" fmla="*/ 1612561 h 1838175"/>
              <a:gd name="csX19" fmla="*/ 848536 w 3169782"/>
              <a:gd name="csY19" fmla="*/ 1707506 h 1838175"/>
              <a:gd name="csX20" fmla="*/ 297048 w 3169782"/>
              <a:gd name="csY20" fmla="*/ 1602968 h 1838175"/>
              <a:gd name="csX21" fmla="*/ 20518 w 3169782"/>
              <a:gd name="csY21" fmla="*/ 1189419 h 1838175"/>
              <a:gd name="csX22" fmla="*/ 72918 w 3169782"/>
              <a:gd name="csY22" fmla="*/ 729422 h 1838175"/>
              <a:gd name="csX23" fmla="*/ 605915 w 3169782"/>
              <a:gd name="csY23" fmla="*/ 203795 h 1838175"/>
              <a:gd name="csX24" fmla="*/ 1209735 w 3169782"/>
              <a:gd name="csY24" fmla="*/ 28193 h 1838175"/>
              <a:gd name="csX0" fmla="*/ 1209735 w 3169782"/>
              <a:gd name="csY0" fmla="*/ 28193 h 1838175"/>
              <a:gd name="csX1" fmla="*/ 1867261 w 3169782"/>
              <a:gd name="csY1" fmla="*/ 90984 h 1838175"/>
              <a:gd name="csX2" fmla="*/ 2095787 w 3169782"/>
              <a:gd name="csY2" fmla="*/ 305486 h 1838175"/>
              <a:gd name="csX3" fmla="*/ 2346923 w 3169782"/>
              <a:gd name="csY3" fmla="*/ 358042 h 1838175"/>
              <a:gd name="csX4" fmla="*/ 2411353 w 3169782"/>
              <a:gd name="csY4" fmla="*/ 581972 h 1838175"/>
              <a:gd name="csX5" fmla="*/ 2457060 w 3169782"/>
              <a:gd name="csY5" fmla="*/ 770431 h 1838175"/>
              <a:gd name="csX6" fmla="*/ 2676380 w 3169782"/>
              <a:gd name="csY6" fmla="*/ 1040012 h 1838175"/>
              <a:gd name="csX7" fmla="*/ 3162433 w 3169782"/>
              <a:gd name="csY7" fmla="*/ 1429607 h 1838175"/>
              <a:gd name="csX8" fmla="*/ 3079936 w 3169782"/>
              <a:gd name="csY8" fmla="*/ 1683992 h 1838175"/>
              <a:gd name="csX9" fmla="*/ 2893109 w 3169782"/>
              <a:gd name="csY9" fmla="*/ 1766164 h 1838175"/>
              <a:gd name="csX10" fmla="*/ 2608299 w 3169782"/>
              <a:gd name="csY10" fmla="*/ 1836708 h 1838175"/>
              <a:gd name="csX11" fmla="*/ 2398632 w 3169782"/>
              <a:gd name="csY11" fmla="*/ 1790183 h 1838175"/>
              <a:gd name="csX12" fmla="*/ 2184769 w 3169782"/>
              <a:gd name="csY12" fmla="*/ 1795186 h 1838175"/>
              <a:gd name="csX13" fmla="*/ 2121210 w 3169782"/>
              <a:gd name="csY13" fmla="*/ 1703447 h 1838175"/>
              <a:gd name="csX14" fmla="*/ 2027847 w 3169782"/>
              <a:gd name="csY14" fmla="*/ 1567391 h 1838175"/>
              <a:gd name="csX15" fmla="*/ 1892840 w 3169782"/>
              <a:gd name="csY15" fmla="*/ 1459835 h 1838175"/>
              <a:gd name="csX16" fmla="*/ 1748541 w 3169782"/>
              <a:gd name="csY16" fmla="*/ 1363609 h 1838175"/>
              <a:gd name="csX17" fmla="*/ 1553183 w 3169782"/>
              <a:gd name="csY17" fmla="*/ 1483234 h 1838175"/>
              <a:gd name="csX18" fmla="*/ 1324410 w 3169782"/>
              <a:gd name="csY18" fmla="*/ 1612561 h 1838175"/>
              <a:gd name="csX19" fmla="*/ 848536 w 3169782"/>
              <a:gd name="csY19" fmla="*/ 1707506 h 1838175"/>
              <a:gd name="csX20" fmla="*/ 297048 w 3169782"/>
              <a:gd name="csY20" fmla="*/ 1602968 h 1838175"/>
              <a:gd name="csX21" fmla="*/ 20518 w 3169782"/>
              <a:gd name="csY21" fmla="*/ 1189419 h 1838175"/>
              <a:gd name="csX22" fmla="*/ 72918 w 3169782"/>
              <a:gd name="csY22" fmla="*/ 729422 h 1838175"/>
              <a:gd name="csX23" fmla="*/ 605915 w 3169782"/>
              <a:gd name="csY23" fmla="*/ 203795 h 1838175"/>
              <a:gd name="csX24" fmla="*/ 1209735 w 3169782"/>
              <a:gd name="csY24" fmla="*/ 28193 h 1838175"/>
              <a:gd name="csX0" fmla="*/ 1209735 w 3169782"/>
              <a:gd name="csY0" fmla="*/ 28193 h 1838175"/>
              <a:gd name="csX1" fmla="*/ 1867261 w 3169782"/>
              <a:gd name="csY1" fmla="*/ 90984 h 1838175"/>
              <a:gd name="csX2" fmla="*/ 2095787 w 3169782"/>
              <a:gd name="csY2" fmla="*/ 305486 h 1838175"/>
              <a:gd name="csX3" fmla="*/ 2346923 w 3169782"/>
              <a:gd name="csY3" fmla="*/ 358042 h 1838175"/>
              <a:gd name="csX4" fmla="*/ 2411353 w 3169782"/>
              <a:gd name="csY4" fmla="*/ 581972 h 1838175"/>
              <a:gd name="csX5" fmla="*/ 2457060 w 3169782"/>
              <a:gd name="csY5" fmla="*/ 770431 h 1838175"/>
              <a:gd name="csX6" fmla="*/ 2676380 w 3169782"/>
              <a:gd name="csY6" fmla="*/ 1040012 h 1838175"/>
              <a:gd name="csX7" fmla="*/ 3162433 w 3169782"/>
              <a:gd name="csY7" fmla="*/ 1429607 h 1838175"/>
              <a:gd name="csX8" fmla="*/ 3079936 w 3169782"/>
              <a:gd name="csY8" fmla="*/ 1683992 h 1838175"/>
              <a:gd name="csX9" fmla="*/ 2893109 w 3169782"/>
              <a:gd name="csY9" fmla="*/ 1766164 h 1838175"/>
              <a:gd name="csX10" fmla="*/ 2608299 w 3169782"/>
              <a:gd name="csY10" fmla="*/ 1836708 h 1838175"/>
              <a:gd name="csX11" fmla="*/ 2398632 w 3169782"/>
              <a:gd name="csY11" fmla="*/ 1790183 h 1838175"/>
              <a:gd name="csX12" fmla="*/ 2184769 w 3169782"/>
              <a:gd name="csY12" fmla="*/ 1795186 h 1838175"/>
              <a:gd name="csX13" fmla="*/ 2121210 w 3169782"/>
              <a:gd name="csY13" fmla="*/ 1703447 h 1838175"/>
              <a:gd name="csX14" fmla="*/ 2027847 w 3169782"/>
              <a:gd name="csY14" fmla="*/ 1567391 h 1838175"/>
              <a:gd name="csX15" fmla="*/ 1892840 w 3169782"/>
              <a:gd name="csY15" fmla="*/ 1459835 h 1838175"/>
              <a:gd name="csX16" fmla="*/ 1748541 w 3169782"/>
              <a:gd name="csY16" fmla="*/ 1363609 h 1838175"/>
              <a:gd name="csX17" fmla="*/ 1553183 w 3169782"/>
              <a:gd name="csY17" fmla="*/ 1483234 h 1838175"/>
              <a:gd name="csX18" fmla="*/ 1324410 w 3169782"/>
              <a:gd name="csY18" fmla="*/ 1612561 h 1838175"/>
              <a:gd name="csX19" fmla="*/ 848536 w 3169782"/>
              <a:gd name="csY19" fmla="*/ 1707506 h 1838175"/>
              <a:gd name="csX20" fmla="*/ 297048 w 3169782"/>
              <a:gd name="csY20" fmla="*/ 1602968 h 1838175"/>
              <a:gd name="csX21" fmla="*/ 20518 w 3169782"/>
              <a:gd name="csY21" fmla="*/ 1189419 h 1838175"/>
              <a:gd name="csX22" fmla="*/ 72918 w 3169782"/>
              <a:gd name="csY22" fmla="*/ 729422 h 1838175"/>
              <a:gd name="csX23" fmla="*/ 605915 w 3169782"/>
              <a:gd name="csY23" fmla="*/ 203795 h 1838175"/>
              <a:gd name="csX24" fmla="*/ 1209735 w 3169782"/>
              <a:gd name="csY24" fmla="*/ 28193 h 1838175"/>
              <a:gd name="csX0" fmla="*/ 1209735 w 3170120"/>
              <a:gd name="csY0" fmla="*/ 28193 h 1838175"/>
              <a:gd name="csX1" fmla="*/ 1867261 w 3170120"/>
              <a:gd name="csY1" fmla="*/ 90984 h 1838175"/>
              <a:gd name="csX2" fmla="*/ 2095787 w 3170120"/>
              <a:gd name="csY2" fmla="*/ 305486 h 1838175"/>
              <a:gd name="csX3" fmla="*/ 2346923 w 3170120"/>
              <a:gd name="csY3" fmla="*/ 358042 h 1838175"/>
              <a:gd name="csX4" fmla="*/ 2411353 w 3170120"/>
              <a:gd name="csY4" fmla="*/ 581972 h 1838175"/>
              <a:gd name="csX5" fmla="*/ 2457060 w 3170120"/>
              <a:gd name="csY5" fmla="*/ 770431 h 1838175"/>
              <a:gd name="csX6" fmla="*/ 2676380 w 3170120"/>
              <a:gd name="csY6" fmla="*/ 1040012 h 1838175"/>
              <a:gd name="csX7" fmla="*/ 3162433 w 3170120"/>
              <a:gd name="csY7" fmla="*/ 1429607 h 1838175"/>
              <a:gd name="csX8" fmla="*/ 3079936 w 3170120"/>
              <a:gd name="csY8" fmla="*/ 1683992 h 1838175"/>
              <a:gd name="csX9" fmla="*/ 2866340 w 3170120"/>
              <a:gd name="csY9" fmla="*/ 1790535 h 1838175"/>
              <a:gd name="csX10" fmla="*/ 2608299 w 3170120"/>
              <a:gd name="csY10" fmla="*/ 1836708 h 1838175"/>
              <a:gd name="csX11" fmla="*/ 2398632 w 3170120"/>
              <a:gd name="csY11" fmla="*/ 1790183 h 1838175"/>
              <a:gd name="csX12" fmla="*/ 2184769 w 3170120"/>
              <a:gd name="csY12" fmla="*/ 1795186 h 1838175"/>
              <a:gd name="csX13" fmla="*/ 2121210 w 3170120"/>
              <a:gd name="csY13" fmla="*/ 1703447 h 1838175"/>
              <a:gd name="csX14" fmla="*/ 2027847 w 3170120"/>
              <a:gd name="csY14" fmla="*/ 1567391 h 1838175"/>
              <a:gd name="csX15" fmla="*/ 1892840 w 3170120"/>
              <a:gd name="csY15" fmla="*/ 1459835 h 1838175"/>
              <a:gd name="csX16" fmla="*/ 1748541 w 3170120"/>
              <a:gd name="csY16" fmla="*/ 1363609 h 1838175"/>
              <a:gd name="csX17" fmla="*/ 1553183 w 3170120"/>
              <a:gd name="csY17" fmla="*/ 1483234 h 1838175"/>
              <a:gd name="csX18" fmla="*/ 1324410 w 3170120"/>
              <a:gd name="csY18" fmla="*/ 1612561 h 1838175"/>
              <a:gd name="csX19" fmla="*/ 848536 w 3170120"/>
              <a:gd name="csY19" fmla="*/ 1707506 h 1838175"/>
              <a:gd name="csX20" fmla="*/ 297048 w 3170120"/>
              <a:gd name="csY20" fmla="*/ 1602968 h 1838175"/>
              <a:gd name="csX21" fmla="*/ 20518 w 3170120"/>
              <a:gd name="csY21" fmla="*/ 1189419 h 1838175"/>
              <a:gd name="csX22" fmla="*/ 72918 w 3170120"/>
              <a:gd name="csY22" fmla="*/ 729422 h 1838175"/>
              <a:gd name="csX23" fmla="*/ 605915 w 3170120"/>
              <a:gd name="csY23" fmla="*/ 203795 h 1838175"/>
              <a:gd name="csX24" fmla="*/ 1209735 w 3170120"/>
              <a:gd name="csY24" fmla="*/ 28193 h 1838175"/>
              <a:gd name="csX0" fmla="*/ 1209735 w 3170120"/>
              <a:gd name="csY0" fmla="*/ 28193 h 1838175"/>
              <a:gd name="csX1" fmla="*/ 1867261 w 3170120"/>
              <a:gd name="csY1" fmla="*/ 90984 h 1838175"/>
              <a:gd name="csX2" fmla="*/ 2095787 w 3170120"/>
              <a:gd name="csY2" fmla="*/ 305486 h 1838175"/>
              <a:gd name="csX3" fmla="*/ 2346923 w 3170120"/>
              <a:gd name="csY3" fmla="*/ 358042 h 1838175"/>
              <a:gd name="csX4" fmla="*/ 2411353 w 3170120"/>
              <a:gd name="csY4" fmla="*/ 581972 h 1838175"/>
              <a:gd name="csX5" fmla="*/ 2457060 w 3170120"/>
              <a:gd name="csY5" fmla="*/ 770431 h 1838175"/>
              <a:gd name="csX6" fmla="*/ 2676380 w 3170120"/>
              <a:gd name="csY6" fmla="*/ 1040012 h 1838175"/>
              <a:gd name="csX7" fmla="*/ 3162433 w 3170120"/>
              <a:gd name="csY7" fmla="*/ 1429607 h 1838175"/>
              <a:gd name="csX8" fmla="*/ 3079936 w 3170120"/>
              <a:gd name="csY8" fmla="*/ 1683992 h 1838175"/>
              <a:gd name="csX9" fmla="*/ 2866340 w 3170120"/>
              <a:gd name="csY9" fmla="*/ 1790535 h 1838175"/>
              <a:gd name="csX10" fmla="*/ 2608299 w 3170120"/>
              <a:gd name="csY10" fmla="*/ 1836708 h 1838175"/>
              <a:gd name="csX11" fmla="*/ 2398632 w 3170120"/>
              <a:gd name="csY11" fmla="*/ 1790183 h 1838175"/>
              <a:gd name="csX12" fmla="*/ 2184769 w 3170120"/>
              <a:gd name="csY12" fmla="*/ 1795186 h 1838175"/>
              <a:gd name="csX13" fmla="*/ 2121210 w 3170120"/>
              <a:gd name="csY13" fmla="*/ 1703447 h 1838175"/>
              <a:gd name="csX14" fmla="*/ 2027847 w 3170120"/>
              <a:gd name="csY14" fmla="*/ 1567391 h 1838175"/>
              <a:gd name="csX15" fmla="*/ 1892840 w 3170120"/>
              <a:gd name="csY15" fmla="*/ 1459835 h 1838175"/>
              <a:gd name="csX16" fmla="*/ 1748541 w 3170120"/>
              <a:gd name="csY16" fmla="*/ 1363609 h 1838175"/>
              <a:gd name="csX17" fmla="*/ 1553183 w 3170120"/>
              <a:gd name="csY17" fmla="*/ 1483234 h 1838175"/>
              <a:gd name="csX18" fmla="*/ 1324410 w 3170120"/>
              <a:gd name="csY18" fmla="*/ 1612561 h 1838175"/>
              <a:gd name="csX19" fmla="*/ 848536 w 3170120"/>
              <a:gd name="csY19" fmla="*/ 1707506 h 1838175"/>
              <a:gd name="csX20" fmla="*/ 297048 w 3170120"/>
              <a:gd name="csY20" fmla="*/ 1602968 h 1838175"/>
              <a:gd name="csX21" fmla="*/ 20518 w 3170120"/>
              <a:gd name="csY21" fmla="*/ 1189419 h 1838175"/>
              <a:gd name="csX22" fmla="*/ 72918 w 3170120"/>
              <a:gd name="csY22" fmla="*/ 729422 h 1838175"/>
              <a:gd name="csX23" fmla="*/ 605915 w 3170120"/>
              <a:gd name="csY23" fmla="*/ 203795 h 1838175"/>
              <a:gd name="csX24" fmla="*/ 1209735 w 3170120"/>
              <a:gd name="csY24" fmla="*/ 28193 h 1838175"/>
              <a:gd name="csX0" fmla="*/ 1209735 w 3170120"/>
              <a:gd name="csY0" fmla="*/ 28193 h 1838175"/>
              <a:gd name="csX1" fmla="*/ 1867261 w 3170120"/>
              <a:gd name="csY1" fmla="*/ 90984 h 1838175"/>
              <a:gd name="csX2" fmla="*/ 2095787 w 3170120"/>
              <a:gd name="csY2" fmla="*/ 305486 h 1838175"/>
              <a:gd name="csX3" fmla="*/ 2346923 w 3170120"/>
              <a:gd name="csY3" fmla="*/ 358042 h 1838175"/>
              <a:gd name="csX4" fmla="*/ 2411353 w 3170120"/>
              <a:gd name="csY4" fmla="*/ 581972 h 1838175"/>
              <a:gd name="csX5" fmla="*/ 2457060 w 3170120"/>
              <a:gd name="csY5" fmla="*/ 770431 h 1838175"/>
              <a:gd name="csX6" fmla="*/ 2676380 w 3170120"/>
              <a:gd name="csY6" fmla="*/ 1040012 h 1838175"/>
              <a:gd name="csX7" fmla="*/ 3162433 w 3170120"/>
              <a:gd name="csY7" fmla="*/ 1429607 h 1838175"/>
              <a:gd name="csX8" fmla="*/ 3079936 w 3170120"/>
              <a:gd name="csY8" fmla="*/ 1683992 h 1838175"/>
              <a:gd name="csX9" fmla="*/ 2866340 w 3170120"/>
              <a:gd name="csY9" fmla="*/ 1790535 h 1838175"/>
              <a:gd name="csX10" fmla="*/ 2608299 w 3170120"/>
              <a:gd name="csY10" fmla="*/ 1836708 h 1838175"/>
              <a:gd name="csX11" fmla="*/ 2398632 w 3170120"/>
              <a:gd name="csY11" fmla="*/ 1790183 h 1838175"/>
              <a:gd name="csX12" fmla="*/ 2184769 w 3170120"/>
              <a:gd name="csY12" fmla="*/ 1795186 h 1838175"/>
              <a:gd name="csX13" fmla="*/ 2121210 w 3170120"/>
              <a:gd name="csY13" fmla="*/ 1703447 h 1838175"/>
              <a:gd name="csX14" fmla="*/ 2027847 w 3170120"/>
              <a:gd name="csY14" fmla="*/ 1567391 h 1838175"/>
              <a:gd name="csX15" fmla="*/ 1892840 w 3170120"/>
              <a:gd name="csY15" fmla="*/ 1459835 h 1838175"/>
              <a:gd name="csX16" fmla="*/ 1748541 w 3170120"/>
              <a:gd name="csY16" fmla="*/ 1363609 h 1838175"/>
              <a:gd name="csX17" fmla="*/ 1553183 w 3170120"/>
              <a:gd name="csY17" fmla="*/ 1483234 h 1838175"/>
              <a:gd name="csX18" fmla="*/ 1324410 w 3170120"/>
              <a:gd name="csY18" fmla="*/ 1612561 h 1838175"/>
              <a:gd name="csX19" fmla="*/ 848536 w 3170120"/>
              <a:gd name="csY19" fmla="*/ 1707506 h 1838175"/>
              <a:gd name="csX20" fmla="*/ 297048 w 3170120"/>
              <a:gd name="csY20" fmla="*/ 1602968 h 1838175"/>
              <a:gd name="csX21" fmla="*/ 20518 w 3170120"/>
              <a:gd name="csY21" fmla="*/ 1189419 h 1838175"/>
              <a:gd name="csX22" fmla="*/ 72918 w 3170120"/>
              <a:gd name="csY22" fmla="*/ 729422 h 1838175"/>
              <a:gd name="csX23" fmla="*/ 605915 w 3170120"/>
              <a:gd name="csY23" fmla="*/ 203795 h 1838175"/>
              <a:gd name="csX24" fmla="*/ 1209735 w 3170120"/>
              <a:gd name="csY24" fmla="*/ 28193 h 1838175"/>
              <a:gd name="csX0" fmla="*/ 1209735 w 3165867"/>
              <a:gd name="csY0" fmla="*/ 28193 h 1838175"/>
              <a:gd name="csX1" fmla="*/ 1867261 w 3165867"/>
              <a:gd name="csY1" fmla="*/ 90984 h 1838175"/>
              <a:gd name="csX2" fmla="*/ 2095787 w 3165867"/>
              <a:gd name="csY2" fmla="*/ 305486 h 1838175"/>
              <a:gd name="csX3" fmla="*/ 2346923 w 3165867"/>
              <a:gd name="csY3" fmla="*/ 358042 h 1838175"/>
              <a:gd name="csX4" fmla="*/ 2411353 w 3165867"/>
              <a:gd name="csY4" fmla="*/ 581972 h 1838175"/>
              <a:gd name="csX5" fmla="*/ 2457060 w 3165867"/>
              <a:gd name="csY5" fmla="*/ 770431 h 1838175"/>
              <a:gd name="csX6" fmla="*/ 2676380 w 3165867"/>
              <a:gd name="csY6" fmla="*/ 1040012 h 1838175"/>
              <a:gd name="csX7" fmla="*/ 3162433 w 3165867"/>
              <a:gd name="csY7" fmla="*/ 1429607 h 1838175"/>
              <a:gd name="csX8" fmla="*/ 2970619 w 3165867"/>
              <a:gd name="csY8" fmla="*/ 1711588 h 1838175"/>
              <a:gd name="csX9" fmla="*/ 2866340 w 3165867"/>
              <a:gd name="csY9" fmla="*/ 1790535 h 1838175"/>
              <a:gd name="csX10" fmla="*/ 2608299 w 3165867"/>
              <a:gd name="csY10" fmla="*/ 1836708 h 1838175"/>
              <a:gd name="csX11" fmla="*/ 2398632 w 3165867"/>
              <a:gd name="csY11" fmla="*/ 1790183 h 1838175"/>
              <a:gd name="csX12" fmla="*/ 2184769 w 3165867"/>
              <a:gd name="csY12" fmla="*/ 1795186 h 1838175"/>
              <a:gd name="csX13" fmla="*/ 2121210 w 3165867"/>
              <a:gd name="csY13" fmla="*/ 1703447 h 1838175"/>
              <a:gd name="csX14" fmla="*/ 2027847 w 3165867"/>
              <a:gd name="csY14" fmla="*/ 1567391 h 1838175"/>
              <a:gd name="csX15" fmla="*/ 1892840 w 3165867"/>
              <a:gd name="csY15" fmla="*/ 1459835 h 1838175"/>
              <a:gd name="csX16" fmla="*/ 1748541 w 3165867"/>
              <a:gd name="csY16" fmla="*/ 1363609 h 1838175"/>
              <a:gd name="csX17" fmla="*/ 1553183 w 3165867"/>
              <a:gd name="csY17" fmla="*/ 1483234 h 1838175"/>
              <a:gd name="csX18" fmla="*/ 1324410 w 3165867"/>
              <a:gd name="csY18" fmla="*/ 1612561 h 1838175"/>
              <a:gd name="csX19" fmla="*/ 848536 w 3165867"/>
              <a:gd name="csY19" fmla="*/ 1707506 h 1838175"/>
              <a:gd name="csX20" fmla="*/ 297048 w 3165867"/>
              <a:gd name="csY20" fmla="*/ 1602968 h 1838175"/>
              <a:gd name="csX21" fmla="*/ 20518 w 3165867"/>
              <a:gd name="csY21" fmla="*/ 1189419 h 1838175"/>
              <a:gd name="csX22" fmla="*/ 72918 w 3165867"/>
              <a:gd name="csY22" fmla="*/ 729422 h 1838175"/>
              <a:gd name="csX23" fmla="*/ 605915 w 3165867"/>
              <a:gd name="csY23" fmla="*/ 203795 h 1838175"/>
              <a:gd name="csX24" fmla="*/ 1209735 w 3165867"/>
              <a:gd name="csY24" fmla="*/ 28193 h 1838175"/>
              <a:gd name="csX0" fmla="*/ 1209735 w 3180847"/>
              <a:gd name="csY0" fmla="*/ 28193 h 1838175"/>
              <a:gd name="csX1" fmla="*/ 1867261 w 3180847"/>
              <a:gd name="csY1" fmla="*/ 90984 h 1838175"/>
              <a:gd name="csX2" fmla="*/ 2095787 w 3180847"/>
              <a:gd name="csY2" fmla="*/ 305486 h 1838175"/>
              <a:gd name="csX3" fmla="*/ 2346923 w 3180847"/>
              <a:gd name="csY3" fmla="*/ 358042 h 1838175"/>
              <a:gd name="csX4" fmla="*/ 2411353 w 3180847"/>
              <a:gd name="csY4" fmla="*/ 581972 h 1838175"/>
              <a:gd name="csX5" fmla="*/ 2457060 w 3180847"/>
              <a:gd name="csY5" fmla="*/ 770431 h 1838175"/>
              <a:gd name="csX6" fmla="*/ 2676380 w 3180847"/>
              <a:gd name="csY6" fmla="*/ 1040012 h 1838175"/>
              <a:gd name="csX7" fmla="*/ 3162433 w 3180847"/>
              <a:gd name="csY7" fmla="*/ 1429607 h 1838175"/>
              <a:gd name="csX8" fmla="*/ 3053886 w 3180847"/>
              <a:gd name="csY8" fmla="*/ 1739306 h 1838175"/>
              <a:gd name="csX9" fmla="*/ 2970619 w 3180847"/>
              <a:gd name="csY9" fmla="*/ 1711588 h 1838175"/>
              <a:gd name="csX10" fmla="*/ 2866340 w 3180847"/>
              <a:gd name="csY10" fmla="*/ 1790535 h 1838175"/>
              <a:gd name="csX11" fmla="*/ 2608299 w 3180847"/>
              <a:gd name="csY11" fmla="*/ 1836708 h 1838175"/>
              <a:gd name="csX12" fmla="*/ 2398632 w 3180847"/>
              <a:gd name="csY12" fmla="*/ 1790183 h 1838175"/>
              <a:gd name="csX13" fmla="*/ 2184769 w 3180847"/>
              <a:gd name="csY13" fmla="*/ 1795186 h 1838175"/>
              <a:gd name="csX14" fmla="*/ 2121210 w 3180847"/>
              <a:gd name="csY14" fmla="*/ 1703447 h 1838175"/>
              <a:gd name="csX15" fmla="*/ 2027847 w 3180847"/>
              <a:gd name="csY15" fmla="*/ 1567391 h 1838175"/>
              <a:gd name="csX16" fmla="*/ 1892840 w 3180847"/>
              <a:gd name="csY16" fmla="*/ 1459835 h 1838175"/>
              <a:gd name="csX17" fmla="*/ 1748541 w 3180847"/>
              <a:gd name="csY17" fmla="*/ 1363609 h 1838175"/>
              <a:gd name="csX18" fmla="*/ 1553183 w 3180847"/>
              <a:gd name="csY18" fmla="*/ 1483234 h 1838175"/>
              <a:gd name="csX19" fmla="*/ 1324410 w 3180847"/>
              <a:gd name="csY19" fmla="*/ 1612561 h 1838175"/>
              <a:gd name="csX20" fmla="*/ 848536 w 3180847"/>
              <a:gd name="csY20" fmla="*/ 1707506 h 1838175"/>
              <a:gd name="csX21" fmla="*/ 297048 w 3180847"/>
              <a:gd name="csY21" fmla="*/ 1602968 h 1838175"/>
              <a:gd name="csX22" fmla="*/ 20518 w 3180847"/>
              <a:gd name="csY22" fmla="*/ 1189419 h 1838175"/>
              <a:gd name="csX23" fmla="*/ 72918 w 3180847"/>
              <a:gd name="csY23" fmla="*/ 729422 h 1838175"/>
              <a:gd name="csX24" fmla="*/ 605915 w 3180847"/>
              <a:gd name="csY24" fmla="*/ 203795 h 1838175"/>
              <a:gd name="csX25" fmla="*/ 1209735 w 3180847"/>
              <a:gd name="csY25" fmla="*/ 28193 h 1838175"/>
              <a:gd name="csX0" fmla="*/ 1209735 w 3182010"/>
              <a:gd name="csY0" fmla="*/ 28193 h 1838175"/>
              <a:gd name="csX1" fmla="*/ 1867261 w 3182010"/>
              <a:gd name="csY1" fmla="*/ 90984 h 1838175"/>
              <a:gd name="csX2" fmla="*/ 2095787 w 3182010"/>
              <a:gd name="csY2" fmla="*/ 305486 h 1838175"/>
              <a:gd name="csX3" fmla="*/ 2346923 w 3182010"/>
              <a:gd name="csY3" fmla="*/ 358042 h 1838175"/>
              <a:gd name="csX4" fmla="*/ 2411353 w 3182010"/>
              <a:gd name="csY4" fmla="*/ 581972 h 1838175"/>
              <a:gd name="csX5" fmla="*/ 2457060 w 3182010"/>
              <a:gd name="csY5" fmla="*/ 770431 h 1838175"/>
              <a:gd name="csX6" fmla="*/ 2676380 w 3182010"/>
              <a:gd name="csY6" fmla="*/ 1040012 h 1838175"/>
              <a:gd name="csX7" fmla="*/ 3162433 w 3182010"/>
              <a:gd name="csY7" fmla="*/ 1429607 h 1838175"/>
              <a:gd name="csX8" fmla="*/ 3034006 w 3182010"/>
              <a:gd name="csY8" fmla="*/ 1524299 h 1838175"/>
              <a:gd name="csX9" fmla="*/ 3053886 w 3182010"/>
              <a:gd name="csY9" fmla="*/ 1739306 h 1838175"/>
              <a:gd name="csX10" fmla="*/ 2970619 w 3182010"/>
              <a:gd name="csY10" fmla="*/ 1711588 h 1838175"/>
              <a:gd name="csX11" fmla="*/ 2866340 w 3182010"/>
              <a:gd name="csY11" fmla="*/ 1790535 h 1838175"/>
              <a:gd name="csX12" fmla="*/ 2608299 w 3182010"/>
              <a:gd name="csY12" fmla="*/ 1836708 h 1838175"/>
              <a:gd name="csX13" fmla="*/ 2398632 w 3182010"/>
              <a:gd name="csY13" fmla="*/ 1790183 h 1838175"/>
              <a:gd name="csX14" fmla="*/ 2184769 w 3182010"/>
              <a:gd name="csY14" fmla="*/ 1795186 h 1838175"/>
              <a:gd name="csX15" fmla="*/ 2121210 w 3182010"/>
              <a:gd name="csY15" fmla="*/ 1703447 h 1838175"/>
              <a:gd name="csX16" fmla="*/ 2027847 w 3182010"/>
              <a:gd name="csY16" fmla="*/ 1567391 h 1838175"/>
              <a:gd name="csX17" fmla="*/ 1892840 w 3182010"/>
              <a:gd name="csY17" fmla="*/ 1459835 h 1838175"/>
              <a:gd name="csX18" fmla="*/ 1748541 w 3182010"/>
              <a:gd name="csY18" fmla="*/ 1363609 h 1838175"/>
              <a:gd name="csX19" fmla="*/ 1553183 w 3182010"/>
              <a:gd name="csY19" fmla="*/ 1483234 h 1838175"/>
              <a:gd name="csX20" fmla="*/ 1324410 w 3182010"/>
              <a:gd name="csY20" fmla="*/ 1612561 h 1838175"/>
              <a:gd name="csX21" fmla="*/ 848536 w 3182010"/>
              <a:gd name="csY21" fmla="*/ 1707506 h 1838175"/>
              <a:gd name="csX22" fmla="*/ 297048 w 3182010"/>
              <a:gd name="csY22" fmla="*/ 1602968 h 1838175"/>
              <a:gd name="csX23" fmla="*/ 20518 w 3182010"/>
              <a:gd name="csY23" fmla="*/ 1189419 h 1838175"/>
              <a:gd name="csX24" fmla="*/ 72918 w 3182010"/>
              <a:gd name="csY24" fmla="*/ 729422 h 1838175"/>
              <a:gd name="csX25" fmla="*/ 605915 w 3182010"/>
              <a:gd name="csY25" fmla="*/ 203795 h 1838175"/>
              <a:gd name="csX26" fmla="*/ 1209735 w 3182010"/>
              <a:gd name="csY26" fmla="*/ 28193 h 1838175"/>
              <a:gd name="csX0" fmla="*/ 1209735 w 3182010"/>
              <a:gd name="csY0" fmla="*/ 28193 h 1838175"/>
              <a:gd name="csX1" fmla="*/ 1867261 w 3182010"/>
              <a:gd name="csY1" fmla="*/ 90984 h 1838175"/>
              <a:gd name="csX2" fmla="*/ 2095787 w 3182010"/>
              <a:gd name="csY2" fmla="*/ 305486 h 1838175"/>
              <a:gd name="csX3" fmla="*/ 2346923 w 3182010"/>
              <a:gd name="csY3" fmla="*/ 358042 h 1838175"/>
              <a:gd name="csX4" fmla="*/ 2411353 w 3182010"/>
              <a:gd name="csY4" fmla="*/ 581972 h 1838175"/>
              <a:gd name="csX5" fmla="*/ 2457060 w 3182010"/>
              <a:gd name="csY5" fmla="*/ 770431 h 1838175"/>
              <a:gd name="csX6" fmla="*/ 2676380 w 3182010"/>
              <a:gd name="csY6" fmla="*/ 1040012 h 1838175"/>
              <a:gd name="csX7" fmla="*/ 3162433 w 3182010"/>
              <a:gd name="csY7" fmla="*/ 1429607 h 1838175"/>
              <a:gd name="csX8" fmla="*/ 3034006 w 3182010"/>
              <a:gd name="csY8" fmla="*/ 1524299 h 1838175"/>
              <a:gd name="csX9" fmla="*/ 3109850 w 3182010"/>
              <a:gd name="csY9" fmla="*/ 1680823 h 1838175"/>
              <a:gd name="csX10" fmla="*/ 3053886 w 3182010"/>
              <a:gd name="csY10" fmla="*/ 1739306 h 1838175"/>
              <a:gd name="csX11" fmla="*/ 2970619 w 3182010"/>
              <a:gd name="csY11" fmla="*/ 1711588 h 1838175"/>
              <a:gd name="csX12" fmla="*/ 2866340 w 3182010"/>
              <a:gd name="csY12" fmla="*/ 1790535 h 1838175"/>
              <a:gd name="csX13" fmla="*/ 2608299 w 3182010"/>
              <a:gd name="csY13" fmla="*/ 1836708 h 1838175"/>
              <a:gd name="csX14" fmla="*/ 2398632 w 3182010"/>
              <a:gd name="csY14" fmla="*/ 1790183 h 1838175"/>
              <a:gd name="csX15" fmla="*/ 2184769 w 3182010"/>
              <a:gd name="csY15" fmla="*/ 1795186 h 1838175"/>
              <a:gd name="csX16" fmla="*/ 2121210 w 3182010"/>
              <a:gd name="csY16" fmla="*/ 1703447 h 1838175"/>
              <a:gd name="csX17" fmla="*/ 2027847 w 3182010"/>
              <a:gd name="csY17" fmla="*/ 1567391 h 1838175"/>
              <a:gd name="csX18" fmla="*/ 1892840 w 3182010"/>
              <a:gd name="csY18" fmla="*/ 1459835 h 1838175"/>
              <a:gd name="csX19" fmla="*/ 1748541 w 3182010"/>
              <a:gd name="csY19" fmla="*/ 1363609 h 1838175"/>
              <a:gd name="csX20" fmla="*/ 1553183 w 3182010"/>
              <a:gd name="csY20" fmla="*/ 1483234 h 1838175"/>
              <a:gd name="csX21" fmla="*/ 1324410 w 3182010"/>
              <a:gd name="csY21" fmla="*/ 1612561 h 1838175"/>
              <a:gd name="csX22" fmla="*/ 848536 w 3182010"/>
              <a:gd name="csY22" fmla="*/ 1707506 h 1838175"/>
              <a:gd name="csX23" fmla="*/ 297048 w 3182010"/>
              <a:gd name="csY23" fmla="*/ 1602968 h 1838175"/>
              <a:gd name="csX24" fmla="*/ 20518 w 3182010"/>
              <a:gd name="csY24" fmla="*/ 1189419 h 1838175"/>
              <a:gd name="csX25" fmla="*/ 72918 w 3182010"/>
              <a:gd name="csY25" fmla="*/ 729422 h 1838175"/>
              <a:gd name="csX26" fmla="*/ 605915 w 3182010"/>
              <a:gd name="csY26" fmla="*/ 203795 h 1838175"/>
              <a:gd name="csX27" fmla="*/ 1209735 w 3182010"/>
              <a:gd name="csY27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1353 w 3162824"/>
              <a:gd name="csY4" fmla="*/ 581972 h 1838175"/>
              <a:gd name="csX5" fmla="*/ 2457060 w 3162824"/>
              <a:gd name="csY5" fmla="*/ 770431 h 1838175"/>
              <a:gd name="csX6" fmla="*/ 2676380 w 3162824"/>
              <a:gd name="csY6" fmla="*/ 1040012 h 1838175"/>
              <a:gd name="csX7" fmla="*/ 3162433 w 3162824"/>
              <a:gd name="csY7" fmla="*/ 1429607 h 1838175"/>
              <a:gd name="csX8" fmla="*/ 3034006 w 3162824"/>
              <a:gd name="csY8" fmla="*/ 1524299 h 1838175"/>
              <a:gd name="csX9" fmla="*/ 3109850 w 3162824"/>
              <a:gd name="csY9" fmla="*/ 1680823 h 1838175"/>
              <a:gd name="csX10" fmla="*/ 3053886 w 3162824"/>
              <a:gd name="csY10" fmla="*/ 1739306 h 1838175"/>
              <a:gd name="csX11" fmla="*/ 2970619 w 3162824"/>
              <a:gd name="csY11" fmla="*/ 1711588 h 1838175"/>
              <a:gd name="csX12" fmla="*/ 2866340 w 3162824"/>
              <a:gd name="csY12" fmla="*/ 1790535 h 1838175"/>
              <a:gd name="csX13" fmla="*/ 2608299 w 3162824"/>
              <a:gd name="csY13" fmla="*/ 1836708 h 1838175"/>
              <a:gd name="csX14" fmla="*/ 2398632 w 3162824"/>
              <a:gd name="csY14" fmla="*/ 1790183 h 1838175"/>
              <a:gd name="csX15" fmla="*/ 2184769 w 3162824"/>
              <a:gd name="csY15" fmla="*/ 1795186 h 1838175"/>
              <a:gd name="csX16" fmla="*/ 2121210 w 3162824"/>
              <a:gd name="csY16" fmla="*/ 1703447 h 1838175"/>
              <a:gd name="csX17" fmla="*/ 2027847 w 3162824"/>
              <a:gd name="csY17" fmla="*/ 1567391 h 1838175"/>
              <a:gd name="csX18" fmla="*/ 1892840 w 3162824"/>
              <a:gd name="csY18" fmla="*/ 1459835 h 1838175"/>
              <a:gd name="csX19" fmla="*/ 1748541 w 3162824"/>
              <a:gd name="csY19" fmla="*/ 1363609 h 1838175"/>
              <a:gd name="csX20" fmla="*/ 1553183 w 3162824"/>
              <a:gd name="csY20" fmla="*/ 1483234 h 1838175"/>
              <a:gd name="csX21" fmla="*/ 1324410 w 3162824"/>
              <a:gd name="csY21" fmla="*/ 1612561 h 1838175"/>
              <a:gd name="csX22" fmla="*/ 848536 w 3162824"/>
              <a:gd name="csY22" fmla="*/ 1707506 h 1838175"/>
              <a:gd name="csX23" fmla="*/ 297048 w 3162824"/>
              <a:gd name="csY23" fmla="*/ 1602968 h 1838175"/>
              <a:gd name="csX24" fmla="*/ 20518 w 3162824"/>
              <a:gd name="csY24" fmla="*/ 1189419 h 1838175"/>
              <a:gd name="csX25" fmla="*/ 72918 w 3162824"/>
              <a:gd name="csY25" fmla="*/ 729422 h 1838175"/>
              <a:gd name="csX26" fmla="*/ 605915 w 3162824"/>
              <a:gd name="csY26" fmla="*/ 203795 h 1838175"/>
              <a:gd name="csX27" fmla="*/ 1209735 w 3162824"/>
              <a:gd name="csY27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1353 w 3162824"/>
              <a:gd name="csY4" fmla="*/ 581972 h 1838175"/>
              <a:gd name="csX5" fmla="*/ 2457060 w 3162824"/>
              <a:gd name="csY5" fmla="*/ 770431 h 1838175"/>
              <a:gd name="csX6" fmla="*/ 2676380 w 3162824"/>
              <a:gd name="csY6" fmla="*/ 1040012 h 1838175"/>
              <a:gd name="csX7" fmla="*/ 3162433 w 3162824"/>
              <a:gd name="csY7" fmla="*/ 1429607 h 1838175"/>
              <a:gd name="csX8" fmla="*/ 3034006 w 3162824"/>
              <a:gd name="csY8" fmla="*/ 1524299 h 1838175"/>
              <a:gd name="csX9" fmla="*/ 3109850 w 3162824"/>
              <a:gd name="csY9" fmla="*/ 1680823 h 1838175"/>
              <a:gd name="csX10" fmla="*/ 3053886 w 3162824"/>
              <a:gd name="csY10" fmla="*/ 1739306 h 1838175"/>
              <a:gd name="csX11" fmla="*/ 2970619 w 3162824"/>
              <a:gd name="csY11" fmla="*/ 1711588 h 1838175"/>
              <a:gd name="csX12" fmla="*/ 2866340 w 3162824"/>
              <a:gd name="csY12" fmla="*/ 1790535 h 1838175"/>
              <a:gd name="csX13" fmla="*/ 2608299 w 3162824"/>
              <a:gd name="csY13" fmla="*/ 1836708 h 1838175"/>
              <a:gd name="csX14" fmla="*/ 2398632 w 3162824"/>
              <a:gd name="csY14" fmla="*/ 1790183 h 1838175"/>
              <a:gd name="csX15" fmla="*/ 2184769 w 3162824"/>
              <a:gd name="csY15" fmla="*/ 1795186 h 1838175"/>
              <a:gd name="csX16" fmla="*/ 2121210 w 3162824"/>
              <a:gd name="csY16" fmla="*/ 1703447 h 1838175"/>
              <a:gd name="csX17" fmla="*/ 2027847 w 3162824"/>
              <a:gd name="csY17" fmla="*/ 1567391 h 1838175"/>
              <a:gd name="csX18" fmla="*/ 1892840 w 3162824"/>
              <a:gd name="csY18" fmla="*/ 1459835 h 1838175"/>
              <a:gd name="csX19" fmla="*/ 1748541 w 3162824"/>
              <a:gd name="csY19" fmla="*/ 1363609 h 1838175"/>
              <a:gd name="csX20" fmla="*/ 1553183 w 3162824"/>
              <a:gd name="csY20" fmla="*/ 1483234 h 1838175"/>
              <a:gd name="csX21" fmla="*/ 1324410 w 3162824"/>
              <a:gd name="csY21" fmla="*/ 1612561 h 1838175"/>
              <a:gd name="csX22" fmla="*/ 848536 w 3162824"/>
              <a:gd name="csY22" fmla="*/ 1707506 h 1838175"/>
              <a:gd name="csX23" fmla="*/ 297048 w 3162824"/>
              <a:gd name="csY23" fmla="*/ 1602968 h 1838175"/>
              <a:gd name="csX24" fmla="*/ 20518 w 3162824"/>
              <a:gd name="csY24" fmla="*/ 1189419 h 1838175"/>
              <a:gd name="csX25" fmla="*/ 72918 w 3162824"/>
              <a:gd name="csY25" fmla="*/ 729422 h 1838175"/>
              <a:gd name="csX26" fmla="*/ 605915 w 3162824"/>
              <a:gd name="csY26" fmla="*/ 203795 h 1838175"/>
              <a:gd name="csX27" fmla="*/ 1209735 w 3162824"/>
              <a:gd name="csY27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1353 w 3162824"/>
              <a:gd name="csY4" fmla="*/ 581972 h 1838175"/>
              <a:gd name="csX5" fmla="*/ 2457060 w 3162824"/>
              <a:gd name="csY5" fmla="*/ 770431 h 1838175"/>
              <a:gd name="csX6" fmla="*/ 2676380 w 3162824"/>
              <a:gd name="csY6" fmla="*/ 1040012 h 1838175"/>
              <a:gd name="csX7" fmla="*/ 2932532 w 3162824"/>
              <a:gd name="csY7" fmla="*/ 1283783 h 1838175"/>
              <a:gd name="csX8" fmla="*/ 3162433 w 3162824"/>
              <a:gd name="csY8" fmla="*/ 1429607 h 1838175"/>
              <a:gd name="csX9" fmla="*/ 3034006 w 3162824"/>
              <a:gd name="csY9" fmla="*/ 1524299 h 1838175"/>
              <a:gd name="csX10" fmla="*/ 3109850 w 3162824"/>
              <a:gd name="csY10" fmla="*/ 1680823 h 1838175"/>
              <a:gd name="csX11" fmla="*/ 3053886 w 3162824"/>
              <a:gd name="csY11" fmla="*/ 1739306 h 1838175"/>
              <a:gd name="csX12" fmla="*/ 2970619 w 3162824"/>
              <a:gd name="csY12" fmla="*/ 1711588 h 1838175"/>
              <a:gd name="csX13" fmla="*/ 2866340 w 3162824"/>
              <a:gd name="csY13" fmla="*/ 1790535 h 1838175"/>
              <a:gd name="csX14" fmla="*/ 2608299 w 3162824"/>
              <a:gd name="csY14" fmla="*/ 1836708 h 1838175"/>
              <a:gd name="csX15" fmla="*/ 2398632 w 3162824"/>
              <a:gd name="csY15" fmla="*/ 1790183 h 1838175"/>
              <a:gd name="csX16" fmla="*/ 2184769 w 3162824"/>
              <a:gd name="csY16" fmla="*/ 1795186 h 1838175"/>
              <a:gd name="csX17" fmla="*/ 2121210 w 3162824"/>
              <a:gd name="csY17" fmla="*/ 1703447 h 1838175"/>
              <a:gd name="csX18" fmla="*/ 2027847 w 3162824"/>
              <a:gd name="csY18" fmla="*/ 1567391 h 1838175"/>
              <a:gd name="csX19" fmla="*/ 1892840 w 3162824"/>
              <a:gd name="csY19" fmla="*/ 1459835 h 1838175"/>
              <a:gd name="csX20" fmla="*/ 1748541 w 3162824"/>
              <a:gd name="csY20" fmla="*/ 1363609 h 1838175"/>
              <a:gd name="csX21" fmla="*/ 1553183 w 3162824"/>
              <a:gd name="csY21" fmla="*/ 1483234 h 1838175"/>
              <a:gd name="csX22" fmla="*/ 1324410 w 3162824"/>
              <a:gd name="csY22" fmla="*/ 1612561 h 1838175"/>
              <a:gd name="csX23" fmla="*/ 848536 w 3162824"/>
              <a:gd name="csY23" fmla="*/ 1707506 h 1838175"/>
              <a:gd name="csX24" fmla="*/ 297048 w 3162824"/>
              <a:gd name="csY24" fmla="*/ 1602968 h 1838175"/>
              <a:gd name="csX25" fmla="*/ 20518 w 3162824"/>
              <a:gd name="csY25" fmla="*/ 1189419 h 1838175"/>
              <a:gd name="csX26" fmla="*/ 72918 w 3162824"/>
              <a:gd name="csY26" fmla="*/ 729422 h 1838175"/>
              <a:gd name="csX27" fmla="*/ 605915 w 3162824"/>
              <a:gd name="csY27" fmla="*/ 203795 h 1838175"/>
              <a:gd name="csX28" fmla="*/ 1209735 w 3162824"/>
              <a:gd name="csY28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1353 w 3162824"/>
              <a:gd name="csY4" fmla="*/ 581972 h 1838175"/>
              <a:gd name="csX5" fmla="*/ 2457060 w 3162824"/>
              <a:gd name="csY5" fmla="*/ 770431 h 1838175"/>
              <a:gd name="csX6" fmla="*/ 2676380 w 3162824"/>
              <a:gd name="csY6" fmla="*/ 1040012 h 1838175"/>
              <a:gd name="csX7" fmla="*/ 2932532 w 3162824"/>
              <a:gd name="csY7" fmla="*/ 1283783 h 1838175"/>
              <a:gd name="csX8" fmla="*/ 3162433 w 3162824"/>
              <a:gd name="csY8" fmla="*/ 1429607 h 1838175"/>
              <a:gd name="csX9" fmla="*/ 3034006 w 3162824"/>
              <a:gd name="csY9" fmla="*/ 1524299 h 1838175"/>
              <a:gd name="csX10" fmla="*/ 3109850 w 3162824"/>
              <a:gd name="csY10" fmla="*/ 1680823 h 1838175"/>
              <a:gd name="csX11" fmla="*/ 3053886 w 3162824"/>
              <a:gd name="csY11" fmla="*/ 1739306 h 1838175"/>
              <a:gd name="csX12" fmla="*/ 2970619 w 3162824"/>
              <a:gd name="csY12" fmla="*/ 1711588 h 1838175"/>
              <a:gd name="csX13" fmla="*/ 2866340 w 3162824"/>
              <a:gd name="csY13" fmla="*/ 1790535 h 1838175"/>
              <a:gd name="csX14" fmla="*/ 2608299 w 3162824"/>
              <a:gd name="csY14" fmla="*/ 1836708 h 1838175"/>
              <a:gd name="csX15" fmla="*/ 2398632 w 3162824"/>
              <a:gd name="csY15" fmla="*/ 1790183 h 1838175"/>
              <a:gd name="csX16" fmla="*/ 2184769 w 3162824"/>
              <a:gd name="csY16" fmla="*/ 1795186 h 1838175"/>
              <a:gd name="csX17" fmla="*/ 2121210 w 3162824"/>
              <a:gd name="csY17" fmla="*/ 1703447 h 1838175"/>
              <a:gd name="csX18" fmla="*/ 2027847 w 3162824"/>
              <a:gd name="csY18" fmla="*/ 1567391 h 1838175"/>
              <a:gd name="csX19" fmla="*/ 1892840 w 3162824"/>
              <a:gd name="csY19" fmla="*/ 1459835 h 1838175"/>
              <a:gd name="csX20" fmla="*/ 1748541 w 3162824"/>
              <a:gd name="csY20" fmla="*/ 1363609 h 1838175"/>
              <a:gd name="csX21" fmla="*/ 1553183 w 3162824"/>
              <a:gd name="csY21" fmla="*/ 1483234 h 1838175"/>
              <a:gd name="csX22" fmla="*/ 1324410 w 3162824"/>
              <a:gd name="csY22" fmla="*/ 1612561 h 1838175"/>
              <a:gd name="csX23" fmla="*/ 848536 w 3162824"/>
              <a:gd name="csY23" fmla="*/ 1707506 h 1838175"/>
              <a:gd name="csX24" fmla="*/ 297048 w 3162824"/>
              <a:gd name="csY24" fmla="*/ 1602968 h 1838175"/>
              <a:gd name="csX25" fmla="*/ 20518 w 3162824"/>
              <a:gd name="csY25" fmla="*/ 1189419 h 1838175"/>
              <a:gd name="csX26" fmla="*/ 72918 w 3162824"/>
              <a:gd name="csY26" fmla="*/ 729422 h 1838175"/>
              <a:gd name="csX27" fmla="*/ 605915 w 3162824"/>
              <a:gd name="csY27" fmla="*/ 203795 h 1838175"/>
              <a:gd name="csX28" fmla="*/ 1209735 w 3162824"/>
              <a:gd name="csY28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1353 w 3162824"/>
              <a:gd name="csY4" fmla="*/ 581972 h 1838175"/>
              <a:gd name="csX5" fmla="*/ 2457060 w 3162824"/>
              <a:gd name="csY5" fmla="*/ 770431 h 1838175"/>
              <a:gd name="csX6" fmla="*/ 2676380 w 3162824"/>
              <a:gd name="csY6" fmla="*/ 1040012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1353 w 3162824"/>
              <a:gd name="csY4" fmla="*/ 581972 h 1838175"/>
              <a:gd name="csX5" fmla="*/ 2457060 w 3162824"/>
              <a:gd name="csY5" fmla="*/ 770431 h 1838175"/>
              <a:gd name="csX6" fmla="*/ 2676380 w 3162824"/>
              <a:gd name="csY6" fmla="*/ 1040012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1353 w 3162824"/>
              <a:gd name="csY4" fmla="*/ 581972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1353 w 3162824"/>
              <a:gd name="csY4" fmla="*/ 581972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8368 w 3162824"/>
              <a:gd name="csY3" fmla="*/ 335638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8368 w 3162824"/>
              <a:gd name="csY3" fmla="*/ 335638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8368 w 3162824"/>
              <a:gd name="csY3" fmla="*/ 335638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8368 w 3162824"/>
              <a:gd name="csY3" fmla="*/ 335638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8368 w 3162824"/>
              <a:gd name="csY3" fmla="*/ 335638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8368 w 3162824"/>
              <a:gd name="csY3" fmla="*/ 335638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8368 w 3162824"/>
              <a:gd name="csY3" fmla="*/ 335638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8368 w 3162824"/>
              <a:gd name="csY3" fmla="*/ 335638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901038 w 3162824"/>
              <a:gd name="csY29" fmla="*/ 97638 h 1838175"/>
              <a:gd name="csX30" fmla="*/ 1209735 w 3162824"/>
              <a:gd name="csY30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8368 w 3162824"/>
              <a:gd name="csY3" fmla="*/ 335638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901038 w 3162824"/>
              <a:gd name="csY29" fmla="*/ 97638 h 1838175"/>
              <a:gd name="csX30" fmla="*/ 1209735 w 3162824"/>
              <a:gd name="csY30" fmla="*/ 28193 h 1838175"/>
              <a:gd name="csX0" fmla="*/ 1209735 w 3162824"/>
              <a:gd name="csY0" fmla="*/ 32475 h 1842457"/>
              <a:gd name="csX1" fmla="*/ 1867261 w 3162824"/>
              <a:gd name="csY1" fmla="*/ 95266 h 1842457"/>
              <a:gd name="csX2" fmla="*/ 2095787 w 3162824"/>
              <a:gd name="csY2" fmla="*/ 309768 h 1842457"/>
              <a:gd name="csX3" fmla="*/ 2348368 w 3162824"/>
              <a:gd name="csY3" fmla="*/ 339920 h 1842457"/>
              <a:gd name="csX4" fmla="*/ 2413289 w 3162824"/>
              <a:gd name="csY4" fmla="*/ 570181 h 1842457"/>
              <a:gd name="csX5" fmla="*/ 2457060 w 3162824"/>
              <a:gd name="csY5" fmla="*/ 774713 h 1842457"/>
              <a:gd name="csX6" fmla="*/ 2585505 w 3162824"/>
              <a:gd name="csY6" fmla="*/ 981290 h 1842457"/>
              <a:gd name="csX7" fmla="*/ 2932532 w 3162824"/>
              <a:gd name="csY7" fmla="*/ 1288065 h 1842457"/>
              <a:gd name="csX8" fmla="*/ 3042891 w 3162824"/>
              <a:gd name="csY8" fmla="*/ 1355926 h 1842457"/>
              <a:gd name="csX9" fmla="*/ 3162433 w 3162824"/>
              <a:gd name="csY9" fmla="*/ 1433889 h 1842457"/>
              <a:gd name="csX10" fmla="*/ 3034006 w 3162824"/>
              <a:gd name="csY10" fmla="*/ 1528581 h 1842457"/>
              <a:gd name="csX11" fmla="*/ 3109850 w 3162824"/>
              <a:gd name="csY11" fmla="*/ 1685105 h 1842457"/>
              <a:gd name="csX12" fmla="*/ 3053886 w 3162824"/>
              <a:gd name="csY12" fmla="*/ 1743588 h 1842457"/>
              <a:gd name="csX13" fmla="*/ 2970619 w 3162824"/>
              <a:gd name="csY13" fmla="*/ 1715870 h 1842457"/>
              <a:gd name="csX14" fmla="*/ 2866340 w 3162824"/>
              <a:gd name="csY14" fmla="*/ 1794817 h 1842457"/>
              <a:gd name="csX15" fmla="*/ 2608299 w 3162824"/>
              <a:gd name="csY15" fmla="*/ 1840990 h 1842457"/>
              <a:gd name="csX16" fmla="*/ 2398632 w 3162824"/>
              <a:gd name="csY16" fmla="*/ 1794465 h 1842457"/>
              <a:gd name="csX17" fmla="*/ 2184769 w 3162824"/>
              <a:gd name="csY17" fmla="*/ 1799468 h 1842457"/>
              <a:gd name="csX18" fmla="*/ 2121210 w 3162824"/>
              <a:gd name="csY18" fmla="*/ 1707729 h 1842457"/>
              <a:gd name="csX19" fmla="*/ 2027847 w 3162824"/>
              <a:gd name="csY19" fmla="*/ 1571673 h 1842457"/>
              <a:gd name="csX20" fmla="*/ 1892840 w 3162824"/>
              <a:gd name="csY20" fmla="*/ 1464117 h 1842457"/>
              <a:gd name="csX21" fmla="*/ 1748541 w 3162824"/>
              <a:gd name="csY21" fmla="*/ 1367891 h 1842457"/>
              <a:gd name="csX22" fmla="*/ 1553183 w 3162824"/>
              <a:gd name="csY22" fmla="*/ 1487516 h 1842457"/>
              <a:gd name="csX23" fmla="*/ 1324410 w 3162824"/>
              <a:gd name="csY23" fmla="*/ 1616843 h 1842457"/>
              <a:gd name="csX24" fmla="*/ 848536 w 3162824"/>
              <a:gd name="csY24" fmla="*/ 1711788 h 1842457"/>
              <a:gd name="csX25" fmla="*/ 297048 w 3162824"/>
              <a:gd name="csY25" fmla="*/ 1607250 h 1842457"/>
              <a:gd name="csX26" fmla="*/ 20518 w 3162824"/>
              <a:gd name="csY26" fmla="*/ 1193701 h 1842457"/>
              <a:gd name="csX27" fmla="*/ 72918 w 3162824"/>
              <a:gd name="csY27" fmla="*/ 733704 h 1842457"/>
              <a:gd name="csX28" fmla="*/ 605915 w 3162824"/>
              <a:gd name="csY28" fmla="*/ 208077 h 1842457"/>
              <a:gd name="csX29" fmla="*/ 901038 w 3162824"/>
              <a:gd name="csY29" fmla="*/ 101920 h 1842457"/>
              <a:gd name="csX30" fmla="*/ 1209735 w 3162824"/>
              <a:gd name="csY30" fmla="*/ 32475 h 1842457"/>
              <a:gd name="csX0" fmla="*/ 1209735 w 3162824"/>
              <a:gd name="csY0" fmla="*/ 9422 h 1819404"/>
              <a:gd name="csX1" fmla="*/ 1567723 w 3162824"/>
              <a:gd name="csY1" fmla="*/ 11179 h 1819404"/>
              <a:gd name="csX2" fmla="*/ 1867261 w 3162824"/>
              <a:gd name="csY2" fmla="*/ 72213 h 1819404"/>
              <a:gd name="csX3" fmla="*/ 2095787 w 3162824"/>
              <a:gd name="csY3" fmla="*/ 286715 h 1819404"/>
              <a:gd name="csX4" fmla="*/ 2348368 w 3162824"/>
              <a:gd name="csY4" fmla="*/ 316867 h 1819404"/>
              <a:gd name="csX5" fmla="*/ 2413289 w 3162824"/>
              <a:gd name="csY5" fmla="*/ 547128 h 1819404"/>
              <a:gd name="csX6" fmla="*/ 2457060 w 3162824"/>
              <a:gd name="csY6" fmla="*/ 751660 h 1819404"/>
              <a:gd name="csX7" fmla="*/ 2585505 w 3162824"/>
              <a:gd name="csY7" fmla="*/ 958237 h 1819404"/>
              <a:gd name="csX8" fmla="*/ 2932532 w 3162824"/>
              <a:gd name="csY8" fmla="*/ 1265012 h 1819404"/>
              <a:gd name="csX9" fmla="*/ 3042891 w 3162824"/>
              <a:gd name="csY9" fmla="*/ 1332873 h 1819404"/>
              <a:gd name="csX10" fmla="*/ 3162433 w 3162824"/>
              <a:gd name="csY10" fmla="*/ 1410836 h 1819404"/>
              <a:gd name="csX11" fmla="*/ 3034006 w 3162824"/>
              <a:gd name="csY11" fmla="*/ 1505528 h 1819404"/>
              <a:gd name="csX12" fmla="*/ 3109850 w 3162824"/>
              <a:gd name="csY12" fmla="*/ 1662052 h 1819404"/>
              <a:gd name="csX13" fmla="*/ 3053886 w 3162824"/>
              <a:gd name="csY13" fmla="*/ 1720535 h 1819404"/>
              <a:gd name="csX14" fmla="*/ 2970619 w 3162824"/>
              <a:gd name="csY14" fmla="*/ 1692817 h 1819404"/>
              <a:gd name="csX15" fmla="*/ 2866340 w 3162824"/>
              <a:gd name="csY15" fmla="*/ 1771764 h 1819404"/>
              <a:gd name="csX16" fmla="*/ 2608299 w 3162824"/>
              <a:gd name="csY16" fmla="*/ 1817937 h 1819404"/>
              <a:gd name="csX17" fmla="*/ 2398632 w 3162824"/>
              <a:gd name="csY17" fmla="*/ 1771412 h 1819404"/>
              <a:gd name="csX18" fmla="*/ 2184769 w 3162824"/>
              <a:gd name="csY18" fmla="*/ 1776415 h 1819404"/>
              <a:gd name="csX19" fmla="*/ 2121210 w 3162824"/>
              <a:gd name="csY19" fmla="*/ 1684676 h 1819404"/>
              <a:gd name="csX20" fmla="*/ 2027847 w 3162824"/>
              <a:gd name="csY20" fmla="*/ 1548620 h 1819404"/>
              <a:gd name="csX21" fmla="*/ 1892840 w 3162824"/>
              <a:gd name="csY21" fmla="*/ 1441064 h 1819404"/>
              <a:gd name="csX22" fmla="*/ 1748541 w 3162824"/>
              <a:gd name="csY22" fmla="*/ 1344838 h 1819404"/>
              <a:gd name="csX23" fmla="*/ 1553183 w 3162824"/>
              <a:gd name="csY23" fmla="*/ 1464463 h 1819404"/>
              <a:gd name="csX24" fmla="*/ 1324410 w 3162824"/>
              <a:gd name="csY24" fmla="*/ 1593790 h 1819404"/>
              <a:gd name="csX25" fmla="*/ 848536 w 3162824"/>
              <a:gd name="csY25" fmla="*/ 1688735 h 1819404"/>
              <a:gd name="csX26" fmla="*/ 297048 w 3162824"/>
              <a:gd name="csY26" fmla="*/ 1584197 h 1819404"/>
              <a:gd name="csX27" fmla="*/ 20518 w 3162824"/>
              <a:gd name="csY27" fmla="*/ 1170648 h 1819404"/>
              <a:gd name="csX28" fmla="*/ 72918 w 3162824"/>
              <a:gd name="csY28" fmla="*/ 710651 h 1819404"/>
              <a:gd name="csX29" fmla="*/ 605915 w 3162824"/>
              <a:gd name="csY29" fmla="*/ 185024 h 1819404"/>
              <a:gd name="csX30" fmla="*/ 901038 w 3162824"/>
              <a:gd name="csY30" fmla="*/ 78867 h 1819404"/>
              <a:gd name="csX31" fmla="*/ 1209735 w 3162824"/>
              <a:gd name="csY31" fmla="*/ 9422 h 1819404"/>
              <a:gd name="csX0" fmla="*/ 1209735 w 3162824"/>
              <a:gd name="csY0" fmla="*/ 18041 h 1828023"/>
              <a:gd name="csX1" fmla="*/ 1567723 w 3162824"/>
              <a:gd name="csY1" fmla="*/ 19798 h 1828023"/>
              <a:gd name="csX2" fmla="*/ 1867261 w 3162824"/>
              <a:gd name="csY2" fmla="*/ 80832 h 1828023"/>
              <a:gd name="csX3" fmla="*/ 2095787 w 3162824"/>
              <a:gd name="csY3" fmla="*/ 295334 h 1828023"/>
              <a:gd name="csX4" fmla="*/ 2348368 w 3162824"/>
              <a:gd name="csY4" fmla="*/ 325486 h 1828023"/>
              <a:gd name="csX5" fmla="*/ 2413289 w 3162824"/>
              <a:gd name="csY5" fmla="*/ 555747 h 1828023"/>
              <a:gd name="csX6" fmla="*/ 2457060 w 3162824"/>
              <a:gd name="csY6" fmla="*/ 760279 h 1828023"/>
              <a:gd name="csX7" fmla="*/ 2585505 w 3162824"/>
              <a:gd name="csY7" fmla="*/ 966856 h 1828023"/>
              <a:gd name="csX8" fmla="*/ 2932532 w 3162824"/>
              <a:gd name="csY8" fmla="*/ 1273631 h 1828023"/>
              <a:gd name="csX9" fmla="*/ 3042891 w 3162824"/>
              <a:gd name="csY9" fmla="*/ 1341492 h 1828023"/>
              <a:gd name="csX10" fmla="*/ 3162433 w 3162824"/>
              <a:gd name="csY10" fmla="*/ 1419455 h 1828023"/>
              <a:gd name="csX11" fmla="*/ 3034006 w 3162824"/>
              <a:gd name="csY11" fmla="*/ 1514147 h 1828023"/>
              <a:gd name="csX12" fmla="*/ 3109850 w 3162824"/>
              <a:gd name="csY12" fmla="*/ 1670671 h 1828023"/>
              <a:gd name="csX13" fmla="*/ 3053886 w 3162824"/>
              <a:gd name="csY13" fmla="*/ 1729154 h 1828023"/>
              <a:gd name="csX14" fmla="*/ 2970619 w 3162824"/>
              <a:gd name="csY14" fmla="*/ 1701436 h 1828023"/>
              <a:gd name="csX15" fmla="*/ 2866340 w 3162824"/>
              <a:gd name="csY15" fmla="*/ 1780383 h 1828023"/>
              <a:gd name="csX16" fmla="*/ 2608299 w 3162824"/>
              <a:gd name="csY16" fmla="*/ 1826556 h 1828023"/>
              <a:gd name="csX17" fmla="*/ 2398632 w 3162824"/>
              <a:gd name="csY17" fmla="*/ 1780031 h 1828023"/>
              <a:gd name="csX18" fmla="*/ 2184769 w 3162824"/>
              <a:gd name="csY18" fmla="*/ 1785034 h 1828023"/>
              <a:gd name="csX19" fmla="*/ 2121210 w 3162824"/>
              <a:gd name="csY19" fmla="*/ 1693295 h 1828023"/>
              <a:gd name="csX20" fmla="*/ 2027847 w 3162824"/>
              <a:gd name="csY20" fmla="*/ 1557239 h 1828023"/>
              <a:gd name="csX21" fmla="*/ 1892840 w 3162824"/>
              <a:gd name="csY21" fmla="*/ 1449683 h 1828023"/>
              <a:gd name="csX22" fmla="*/ 1748541 w 3162824"/>
              <a:gd name="csY22" fmla="*/ 1353457 h 1828023"/>
              <a:gd name="csX23" fmla="*/ 1553183 w 3162824"/>
              <a:gd name="csY23" fmla="*/ 1473082 h 1828023"/>
              <a:gd name="csX24" fmla="*/ 1324410 w 3162824"/>
              <a:gd name="csY24" fmla="*/ 1602409 h 1828023"/>
              <a:gd name="csX25" fmla="*/ 848536 w 3162824"/>
              <a:gd name="csY25" fmla="*/ 1697354 h 1828023"/>
              <a:gd name="csX26" fmla="*/ 297048 w 3162824"/>
              <a:gd name="csY26" fmla="*/ 1592816 h 1828023"/>
              <a:gd name="csX27" fmla="*/ 20518 w 3162824"/>
              <a:gd name="csY27" fmla="*/ 1179267 h 1828023"/>
              <a:gd name="csX28" fmla="*/ 72918 w 3162824"/>
              <a:gd name="csY28" fmla="*/ 719270 h 1828023"/>
              <a:gd name="csX29" fmla="*/ 605915 w 3162824"/>
              <a:gd name="csY29" fmla="*/ 193643 h 1828023"/>
              <a:gd name="csX30" fmla="*/ 901038 w 3162824"/>
              <a:gd name="csY30" fmla="*/ 87486 h 1828023"/>
              <a:gd name="csX31" fmla="*/ 1209735 w 3162824"/>
              <a:gd name="csY31" fmla="*/ 18041 h 18280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3162824" h="1828023">
                <a:moveTo>
                  <a:pt x="1209735" y="18041"/>
                </a:moveTo>
                <a:cubicBezTo>
                  <a:pt x="1316219" y="1812"/>
                  <a:pt x="1424514" y="-13533"/>
                  <a:pt x="1567723" y="19798"/>
                </a:cubicBezTo>
                <a:cubicBezTo>
                  <a:pt x="1677311" y="30263"/>
                  <a:pt x="1774620" y="29961"/>
                  <a:pt x="1867261" y="80832"/>
                </a:cubicBezTo>
                <a:cubicBezTo>
                  <a:pt x="1978556" y="157481"/>
                  <a:pt x="2086291" y="227492"/>
                  <a:pt x="2095787" y="295334"/>
                </a:cubicBezTo>
                <a:cubicBezTo>
                  <a:pt x="2223179" y="287860"/>
                  <a:pt x="2217539" y="285540"/>
                  <a:pt x="2348368" y="325486"/>
                </a:cubicBezTo>
                <a:cubicBezTo>
                  <a:pt x="2400962" y="371567"/>
                  <a:pt x="2522997" y="454781"/>
                  <a:pt x="2413289" y="555747"/>
                </a:cubicBezTo>
                <a:cubicBezTo>
                  <a:pt x="2469071" y="586587"/>
                  <a:pt x="2416811" y="683156"/>
                  <a:pt x="2457060" y="760279"/>
                </a:cubicBezTo>
                <a:cubicBezTo>
                  <a:pt x="2492124" y="831378"/>
                  <a:pt x="2617085" y="867044"/>
                  <a:pt x="2585505" y="966856"/>
                </a:cubicBezTo>
                <a:cubicBezTo>
                  <a:pt x="2677863" y="1057235"/>
                  <a:pt x="2851523" y="1208699"/>
                  <a:pt x="2932532" y="1273631"/>
                </a:cubicBezTo>
                <a:cubicBezTo>
                  <a:pt x="2997756" y="1324187"/>
                  <a:pt x="3020834" y="1239496"/>
                  <a:pt x="3042891" y="1341492"/>
                </a:cubicBezTo>
                <a:cubicBezTo>
                  <a:pt x="3081208" y="1365796"/>
                  <a:pt x="3168052" y="1389296"/>
                  <a:pt x="3162433" y="1419455"/>
                </a:cubicBezTo>
                <a:cubicBezTo>
                  <a:pt x="3170473" y="1526466"/>
                  <a:pt x="3052097" y="1462531"/>
                  <a:pt x="3034006" y="1514147"/>
                </a:cubicBezTo>
                <a:cubicBezTo>
                  <a:pt x="3014891" y="1552574"/>
                  <a:pt x="3106537" y="1634837"/>
                  <a:pt x="3109850" y="1670671"/>
                </a:cubicBezTo>
                <a:cubicBezTo>
                  <a:pt x="3113163" y="1706505"/>
                  <a:pt x="3066739" y="1720584"/>
                  <a:pt x="3053886" y="1729154"/>
                </a:cubicBezTo>
                <a:cubicBezTo>
                  <a:pt x="3041033" y="1737724"/>
                  <a:pt x="3001877" y="1692898"/>
                  <a:pt x="2970619" y="1701436"/>
                </a:cubicBezTo>
                <a:cubicBezTo>
                  <a:pt x="2939361" y="1709974"/>
                  <a:pt x="2949469" y="1740558"/>
                  <a:pt x="2866340" y="1780383"/>
                </a:cubicBezTo>
                <a:cubicBezTo>
                  <a:pt x="2767317" y="1738652"/>
                  <a:pt x="2727070" y="1835022"/>
                  <a:pt x="2608299" y="1826556"/>
                </a:cubicBezTo>
                <a:cubicBezTo>
                  <a:pt x="2533969" y="1838954"/>
                  <a:pt x="2544208" y="1768390"/>
                  <a:pt x="2398632" y="1780031"/>
                </a:cubicBezTo>
                <a:cubicBezTo>
                  <a:pt x="2388247" y="1851235"/>
                  <a:pt x="2239088" y="1807885"/>
                  <a:pt x="2184769" y="1785034"/>
                </a:cubicBezTo>
                <a:cubicBezTo>
                  <a:pt x="2211251" y="1693427"/>
                  <a:pt x="2149961" y="1730529"/>
                  <a:pt x="2121210" y="1693295"/>
                </a:cubicBezTo>
                <a:cubicBezTo>
                  <a:pt x="1993316" y="1609621"/>
                  <a:pt x="2061365" y="1600848"/>
                  <a:pt x="2027847" y="1557239"/>
                </a:cubicBezTo>
                <a:cubicBezTo>
                  <a:pt x="1904065" y="1552295"/>
                  <a:pt x="1937245" y="1490182"/>
                  <a:pt x="1892840" y="1449683"/>
                </a:cubicBezTo>
                <a:cubicBezTo>
                  <a:pt x="1840955" y="1433990"/>
                  <a:pt x="1847676" y="1507607"/>
                  <a:pt x="1748541" y="1353457"/>
                </a:cubicBezTo>
                <a:cubicBezTo>
                  <a:pt x="1676294" y="1340525"/>
                  <a:pt x="1735459" y="1515278"/>
                  <a:pt x="1553183" y="1473082"/>
                </a:cubicBezTo>
                <a:cubicBezTo>
                  <a:pt x="1488915" y="1638273"/>
                  <a:pt x="1449442" y="1567095"/>
                  <a:pt x="1324410" y="1602409"/>
                </a:cubicBezTo>
                <a:cubicBezTo>
                  <a:pt x="1183309" y="1835919"/>
                  <a:pt x="1275406" y="1631182"/>
                  <a:pt x="848536" y="1697354"/>
                </a:cubicBezTo>
                <a:cubicBezTo>
                  <a:pt x="667553" y="1723314"/>
                  <a:pt x="458356" y="1653532"/>
                  <a:pt x="297048" y="1592816"/>
                </a:cubicBezTo>
                <a:cubicBezTo>
                  <a:pt x="145317" y="1471730"/>
                  <a:pt x="85154" y="1256650"/>
                  <a:pt x="20518" y="1179267"/>
                </a:cubicBezTo>
                <a:cubicBezTo>
                  <a:pt x="-17291" y="1001294"/>
                  <a:pt x="-4541" y="964778"/>
                  <a:pt x="72918" y="719270"/>
                </a:cubicBezTo>
                <a:cubicBezTo>
                  <a:pt x="187462" y="465025"/>
                  <a:pt x="371088" y="240080"/>
                  <a:pt x="605915" y="193643"/>
                </a:cubicBezTo>
                <a:cubicBezTo>
                  <a:pt x="765499" y="106309"/>
                  <a:pt x="800401" y="116753"/>
                  <a:pt x="901038" y="87486"/>
                </a:cubicBezTo>
                <a:cubicBezTo>
                  <a:pt x="1001675" y="58219"/>
                  <a:pt x="1052959" y="19350"/>
                  <a:pt x="1209735" y="18041"/>
                </a:cubicBezTo>
                <a:close/>
              </a:path>
            </a:pathLst>
          </a:custGeom>
          <a:solidFill>
            <a:srgbClr val="ED7D31">
              <a:alpha val="2196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92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596786F-C65B-BA5A-5AC2-36DA52FA8DB7}"/>
              </a:ext>
            </a:extLst>
          </p:cNvPr>
          <p:cNvSpPr/>
          <p:nvPr/>
        </p:nvSpPr>
        <p:spPr>
          <a:xfrm rot="2753528" flipH="1">
            <a:off x="240682" y="172288"/>
            <a:ext cx="1186698" cy="666306"/>
          </a:xfrm>
          <a:custGeom>
            <a:avLst/>
            <a:gdLst>
              <a:gd name="csX0" fmla="*/ 917925 w 1186698"/>
              <a:gd name="csY0" fmla="*/ 242796 h 666306"/>
              <a:gd name="csX1" fmla="*/ 908972 w 1186698"/>
              <a:gd name="csY1" fmla="*/ 242796 h 666306"/>
              <a:gd name="csX2" fmla="*/ 682575 w 1186698"/>
              <a:gd name="csY2" fmla="*/ 235743 h 666306"/>
              <a:gd name="csX3" fmla="*/ 682575 w 1186698"/>
              <a:gd name="csY3" fmla="*/ 0 h 666306"/>
              <a:gd name="csX4" fmla="*/ 536271 w 1186698"/>
              <a:gd name="csY4" fmla="*/ 0 h 666306"/>
              <a:gd name="csX5" fmla="*/ 536271 w 1186698"/>
              <a:gd name="csY5" fmla="*/ 368625 h 666306"/>
              <a:gd name="csX6" fmla="*/ 535993 w 1186698"/>
              <a:gd name="csY6" fmla="*/ 377552 h 666306"/>
              <a:gd name="csX7" fmla="*/ 536271 w 1186698"/>
              <a:gd name="csY7" fmla="*/ 377560 h 666306"/>
              <a:gd name="csX8" fmla="*/ 536271 w 1186698"/>
              <a:gd name="csY8" fmla="*/ 377837 h 666306"/>
              <a:gd name="csX9" fmla="*/ 545156 w 1186698"/>
              <a:gd name="csY9" fmla="*/ 377837 h 666306"/>
              <a:gd name="csX10" fmla="*/ 771621 w 1186698"/>
              <a:gd name="csY10" fmla="*/ 384892 h 666306"/>
              <a:gd name="csX11" fmla="*/ 771621 w 1186698"/>
              <a:gd name="csY11" fmla="*/ 507143 h 666306"/>
              <a:gd name="csX12" fmla="*/ 4556 w 1186698"/>
              <a:gd name="csY12" fmla="*/ 483248 h 666306"/>
              <a:gd name="csX13" fmla="*/ 0 w 1186698"/>
              <a:gd name="csY13" fmla="*/ 629481 h 666306"/>
              <a:gd name="csX14" fmla="*/ 1182143 w 1186698"/>
              <a:gd name="csY14" fmla="*/ 666306 h 666306"/>
              <a:gd name="csX15" fmla="*/ 1186698 w 1186698"/>
              <a:gd name="csY15" fmla="*/ 520073 h 666306"/>
              <a:gd name="csX16" fmla="*/ 917925 w 1186698"/>
              <a:gd name="csY16" fmla="*/ 511701 h 666306"/>
              <a:gd name="csX17" fmla="*/ 917925 w 1186698"/>
              <a:gd name="csY17" fmla="*/ 251986 h 666306"/>
              <a:gd name="csX18" fmla="*/ 918202 w 1186698"/>
              <a:gd name="csY18" fmla="*/ 243083 h 666306"/>
              <a:gd name="csX19" fmla="*/ 917925 w 1186698"/>
              <a:gd name="csY19" fmla="*/ 243075 h 6663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186698" h="666306">
                <a:moveTo>
                  <a:pt x="917925" y="242796"/>
                </a:moveTo>
                <a:lnTo>
                  <a:pt x="908972" y="242796"/>
                </a:lnTo>
                <a:lnTo>
                  <a:pt x="682575" y="235743"/>
                </a:lnTo>
                <a:lnTo>
                  <a:pt x="682575" y="0"/>
                </a:lnTo>
                <a:lnTo>
                  <a:pt x="536271" y="0"/>
                </a:lnTo>
                <a:lnTo>
                  <a:pt x="536271" y="368625"/>
                </a:lnTo>
                <a:lnTo>
                  <a:pt x="535993" y="377552"/>
                </a:lnTo>
                <a:lnTo>
                  <a:pt x="536271" y="377560"/>
                </a:lnTo>
                <a:lnTo>
                  <a:pt x="536271" y="377837"/>
                </a:lnTo>
                <a:lnTo>
                  <a:pt x="545156" y="377837"/>
                </a:lnTo>
                <a:lnTo>
                  <a:pt x="771621" y="384892"/>
                </a:lnTo>
                <a:lnTo>
                  <a:pt x="771621" y="507143"/>
                </a:lnTo>
                <a:lnTo>
                  <a:pt x="4556" y="483248"/>
                </a:lnTo>
                <a:lnTo>
                  <a:pt x="0" y="629481"/>
                </a:lnTo>
                <a:lnTo>
                  <a:pt x="1182143" y="666306"/>
                </a:lnTo>
                <a:lnTo>
                  <a:pt x="1186698" y="520073"/>
                </a:lnTo>
                <a:lnTo>
                  <a:pt x="917925" y="511701"/>
                </a:lnTo>
                <a:lnTo>
                  <a:pt x="917925" y="251986"/>
                </a:lnTo>
                <a:lnTo>
                  <a:pt x="918202" y="243083"/>
                </a:lnTo>
                <a:lnTo>
                  <a:pt x="917925" y="243075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B22599A-1E8F-2B03-6433-F4A9F8A63AC9}"/>
              </a:ext>
            </a:extLst>
          </p:cNvPr>
          <p:cNvSpPr/>
          <p:nvPr/>
        </p:nvSpPr>
        <p:spPr>
          <a:xfrm rot="16200000" flipH="1">
            <a:off x="1023341" y="332516"/>
            <a:ext cx="1035844" cy="659469"/>
          </a:xfrm>
          <a:custGeom>
            <a:avLst/>
            <a:gdLst>
              <a:gd name="csX0" fmla="*/ 0 w 1035844"/>
              <a:gd name="csY0" fmla="*/ 261548 h 659469"/>
              <a:gd name="csX1" fmla="*/ 0 w 1035844"/>
              <a:gd name="csY1" fmla="*/ 397923 h 659469"/>
              <a:gd name="csX2" fmla="*/ 169069 w 1035844"/>
              <a:gd name="csY2" fmla="*/ 397923 h 659469"/>
              <a:gd name="csX3" fmla="*/ 169069 w 1035844"/>
              <a:gd name="csY3" fmla="*/ 659469 h 659469"/>
              <a:gd name="csX4" fmla="*/ 304804 w 1035844"/>
              <a:gd name="csY4" fmla="*/ 659469 h 659469"/>
              <a:gd name="csX5" fmla="*/ 304804 w 1035844"/>
              <a:gd name="csY5" fmla="*/ 397923 h 659469"/>
              <a:gd name="csX6" fmla="*/ 448895 w 1035844"/>
              <a:gd name="csY6" fmla="*/ 397923 h 659469"/>
              <a:gd name="csX7" fmla="*/ 448895 w 1035844"/>
              <a:gd name="csY7" fmla="*/ 659469 h 659469"/>
              <a:gd name="csX8" fmla="*/ 584631 w 1035844"/>
              <a:gd name="csY8" fmla="*/ 659469 h 659469"/>
              <a:gd name="csX9" fmla="*/ 584631 w 1035844"/>
              <a:gd name="csY9" fmla="*/ 397923 h 659469"/>
              <a:gd name="csX10" fmla="*/ 728722 w 1035844"/>
              <a:gd name="csY10" fmla="*/ 397923 h 659469"/>
              <a:gd name="csX11" fmla="*/ 728722 w 1035844"/>
              <a:gd name="csY11" fmla="*/ 659469 h 659469"/>
              <a:gd name="csX12" fmla="*/ 864458 w 1035844"/>
              <a:gd name="csY12" fmla="*/ 659469 h 659469"/>
              <a:gd name="csX13" fmla="*/ 864458 w 1035844"/>
              <a:gd name="csY13" fmla="*/ 397923 h 659469"/>
              <a:gd name="csX14" fmla="*/ 1035844 w 1035844"/>
              <a:gd name="csY14" fmla="*/ 397923 h 659469"/>
              <a:gd name="csX15" fmla="*/ 1035844 w 1035844"/>
              <a:gd name="csY15" fmla="*/ 261548 h 659469"/>
              <a:gd name="csX16" fmla="*/ 864458 w 1035844"/>
              <a:gd name="csY16" fmla="*/ 261548 h 659469"/>
              <a:gd name="csX17" fmla="*/ 864458 w 1035844"/>
              <a:gd name="csY17" fmla="*/ 0 h 659469"/>
              <a:gd name="csX18" fmla="*/ 728722 w 1035844"/>
              <a:gd name="csY18" fmla="*/ 0 h 659469"/>
              <a:gd name="csX19" fmla="*/ 728722 w 1035844"/>
              <a:gd name="csY19" fmla="*/ 261548 h 659469"/>
              <a:gd name="csX20" fmla="*/ 584631 w 1035844"/>
              <a:gd name="csY20" fmla="*/ 261548 h 659469"/>
              <a:gd name="csX21" fmla="*/ 584631 w 1035844"/>
              <a:gd name="csY21" fmla="*/ 0 h 659469"/>
              <a:gd name="csX22" fmla="*/ 448895 w 1035844"/>
              <a:gd name="csY22" fmla="*/ 0 h 659469"/>
              <a:gd name="csX23" fmla="*/ 448895 w 1035844"/>
              <a:gd name="csY23" fmla="*/ 261548 h 659469"/>
              <a:gd name="csX24" fmla="*/ 304804 w 1035844"/>
              <a:gd name="csY24" fmla="*/ 261548 h 659469"/>
              <a:gd name="csX25" fmla="*/ 304804 w 1035844"/>
              <a:gd name="csY25" fmla="*/ 1 h 659469"/>
              <a:gd name="csX26" fmla="*/ 169069 w 1035844"/>
              <a:gd name="csY26" fmla="*/ 1 h 659469"/>
              <a:gd name="csX27" fmla="*/ 169069 w 1035844"/>
              <a:gd name="csY27" fmla="*/ 261548 h 659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035844" h="659469">
                <a:moveTo>
                  <a:pt x="0" y="261548"/>
                </a:moveTo>
                <a:lnTo>
                  <a:pt x="0" y="397923"/>
                </a:lnTo>
                <a:lnTo>
                  <a:pt x="169069" y="397923"/>
                </a:lnTo>
                <a:lnTo>
                  <a:pt x="169069" y="659469"/>
                </a:lnTo>
                <a:lnTo>
                  <a:pt x="304804" y="659469"/>
                </a:lnTo>
                <a:lnTo>
                  <a:pt x="304804" y="397923"/>
                </a:lnTo>
                <a:lnTo>
                  <a:pt x="448895" y="397923"/>
                </a:lnTo>
                <a:lnTo>
                  <a:pt x="448895" y="659469"/>
                </a:lnTo>
                <a:lnTo>
                  <a:pt x="584631" y="659469"/>
                </a:lnTo>
                <a:lnTo>
                  <a:pt x="584631" y="397923"/>
                </a:lnTo>
                <a:lnTo>
                  <a:pt x="728722" y="397923"/>
                </a:lnTo>
                <a:lnTo>
                  <a:pt x="728722" y="659469"/>
                </a:lnTo>
                <a:lnTo>
                  <a:pt x="864458" y="659469"/>
                </a:lnTo>
                <a:lnTo>
                  <a:pt x="864458" y="397923"/>
                </a:lnTo>
                <a:lnTo>
                  <a:pt x="1035844" y="397923"/>
                </a:lnTo>
                <a:lnTo>
                  <a:pt x="1035844" y="261548"/>
                </a:lnTo>
                <a:lnTo>
                  <a:pt x="864458" y="261548"/>
                </a:lnTo>
                <a:lnTo>
                  <a:pt x="864458" y="0"/>
                </a:lnTo>
                <a:lnTo>
                  <a:pt x="728722" y="0"/>
                </a:lnTo>
                <a:lnTo>
                  <a:pt x="728722" y="261548"/>
                </a:lnTo>
                <a:lnTo>
                  <a:pt x="584631" y="261548"/>
                </a:lnTo>
                <a:lnTo>
                  <a:pt x="584631" y="0"/>
                </a:lnTo>
                <a:lnTo>
                  <a:pt x="448895" y="0"/>
                </a:lnTo>
                <a:lnTo>
                  <a:pt x="448895" y="261548"/>
                </a:lnTo>
                <a:lnTo>
                  <a:pt x="304804" y="261548"/>
                </a:lnTo>
                <a:lnTo>
                  <a:pt x="304804" y="1"/>
                </a:lnTo>
                <a:lnTo>
                  <a:pt x="169069" y="1"/>
                </a:lnTo>
                <a:lnTo>
                  <a:pt x="169069" y="261548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EE6936E-D0F9-3B32-ACD8-05B932007D09}"/>
              </a:ext>
            </a:extLst>
          </p:cNvPr>
          <p:cNvSpPr/>
          <p:nvPr/>
        </p:nvSpPr>
        <p:spPr>
          <a:xfrm rot="2753528" flipH="1">
            <a:off x="2244107" y="172288"/>
            <a:ext cx="1186698" cy="666306"/>
          </a:xfrm>
          <a:custGeom>
            <a:avLst/>
            <a:gdLst>
              <a:gd name="csX0" fmla="*/ 917925 w 1186698"/>
              <a:gd name="csY0" fmla="*/ 242796 h 666306"/>
              <a:gd name="csX1" fmla="*/ 908972 w 1186698"/>
              <a:gd name="csY1" fmla="*/ 242796 h 666306"/>
              <a:gd name="csX2" fmla="*/ 682575 w 1186698"/>
              <a:gd name="csY2" fmla="*/ 235743 h 666306"/>
              <a:gd name="csX3" fmla="*/ 682575 w 1186698"/>
              <a:gd name="csY3" fmla="*/ 0 h 666306"/>
              <a:gd name="csX4" fmla="*/ 536271 w 1186698"/>
              <a:gd name="csY4" fmla="*/ 0 h 666306"/>
              <a:gd name="csX5" fmla="*/ 536271 w 1186698"/>
              <a:gd name="csY5" fmla="*/ 368625 h 666306"/>
              <a:gd name="csX6" fmla="*/ 535993 w 1186698"/>
              <a:gd name="csY6" fmla="*/ 377552 h 666306"/>
              <a:gd name="csX7" fmla="*/ 536271 w 1186698"/>
              <a:gd name="csY7" fmla="*/ 377560 h 666306"/>
              <a:gd name="csX8" fmla="*/ 536271 w 1186698"/>
              <a:gd name="csY8" fmla="*/ 377837 h 666306"/>
              <a:gd name="csX9" fmla="*/ 545156 w 1186698"/>
              <a:gd name="csY9" fmla="*/ 377837 h 666306"/>
              <a:gd name="csX10" fmla="*/ 771621 w 1186698"/>
              <a:gd name="csY10" fmla="*/ 384892 h 666306"/>
              <a:gd name="csX11" fmla="*/ 771621 w 1186698"/>
              <a:gd name="csY11" fmla="*/ 507143 h 666306"/>
              <a:gd name="csX12" fmla="*/ 4556 w 1186698"/>
              <a:gd name="csY12" fmla="*/ 483248 h 666306"/>
              <a:gd name="csX13" fmla="*/ 0 w 1186698"/>
              <a:gd name="csY13" fmla="*/ 629481 h 666306"/>
              <a:gd name="csX14" fmla="*/ 1182143 w 1186698"/>
              <a:gd name="csY14" fmla="*/ 666306 h 666306"/>
              <a:gd name="csX15" fmla="*/ 1186698 w 1186698"/>
              <a:gd name="csY15" fmla="*/ 520073 h 666306"/>
              <a:gd name="csX16" fmla="*/ 917925 w 1186698"/>
              <a:gd name="csY16" fmla="*/ 511701 h 666306"/>
              <a:gd name="csX17" fmla="*/ 917925 w 1186698"/>
              <a:gd name="csY17" fmla="*/ 251986 h 666306"/>
              <a:gd name="csX18" fmla="*/ 918202 w 1186698"/>
              <a:gd name="csY18" fmla="*/ 243083 h 666306"/>
              <a:gd name="csX19" fmla="*/ 917925 w 1186698"/>
              <a:gd name="csY19" fmla="*/ 243075 h 6663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186698" h="666306">
                <a:moveTo>
                  <a:pt x="917925" y="242796"/>
                </a:moveTo>
                <a:lnTo>
                  <a:pt x="908972" y="242796"/>
                </a:lnTo>
                <a:lnTo>
                  <a:pt x="682575" y="235743"/>
                </a:lnTo>
                <a:lnTo>
                  <a:pt x="682575" y="0"/>
                </a:lnTo>
                <a:lnTo>
                  <a:pt x="536271" y="0"/>
                </a:lnTo>
                <a:lnTo>
                  <a:pt x="536271" y="368625"/>
                </a:lnTo>
                <a:lnTo>
                  <a:pt x="535993" y="377552"/>
                </a:lnTo>
                <a:lnTo>
                  <a:pt x="536271" y="377560"/>
                </a:lnTo>
                <a:lnTo>
                  <a:pt x="536271" y="377837"/>
                </a:lnTo>
                <a:lnTo>
                  <a:pt x="545156" y="377837"/>
                </a:lnTo>
                <a:lnTo>
                  <a:pt x="771621" y="384892"/>
                </a:lnTo>
                <a:lnTo>
                  <a:pt x="771621" y="507143"/>
                </a:lnTo>
                <a:lnTo>
                  <a:pt x="4556" y="483248"/>
                </a:lnTo>
                <a:lnTo>
                  <a:pt x="0" y="629481"/>
                </a:lnTo>
                <a:lnTo>
                  <a:pt x="1182143" y="666306"/>
                </a:lnTo>
                <a:lnTo>
                  <a:pt x="1186698" y="520073"/>
                </a:lnTo>
                <a:lnTo>
                  <a:pt x="917925" y="511701"/>
                </a:lnTo>
                <a:lnTo>
                  <a:pt x="917925" y="251986"/>
                </a:lnTo>
                <a:lnTo>
                  <a:pt x="918202" y="243083"/>
                </a:lnTo>
                <a:lnTo>
                  <a:pt x="917925" y="243075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DAF1C4F-7F90-52E0-AEF7-B166A0C5E1CC}"/>
              </a:ext>
            </a:extLst>
          </p:cNvPr>
          <p:cNvSpPr/>
          <p:nvPr/>
        </p:nvSpPr>
        <p:spPr>
          <a:xfrm rot="16200000" flipH="1">
            <a:off x="3136131" y="372295"/>
            <a:ext cx="940677" cy="598881"/>
          </a:xfrm>
          <a:custGeom>
            <a:avLst/>
            <a:gdLst>
              <a:gd name="csX0" fmla="*/ 0 w 1035844"/>
              <a:gd name="csY0" fmla="*/ 261548 h 659469"/>
              <a:gd name="csX1" fmla="*/ 0 w 1035844"/>
              <a:gd name="csY1" fmla="*/ 397923 h 659469"/>
              <a:gd name="csX2" fmla="*/ 169069 w 1035844"/>
              <a:gd name="csY2" fmla="*/ 397923 h 659469"/>
              <a:gd name="csX3" fmla="*/ 169069 w 1035844"/>
              <a:gd name="csY3" fmla="*/ 659469 h 659469"/>
              <a:gd name="csX4" fmla="*/ 304804 w 1035844"/>
              <a:gd name="csY4" fmla="*/ 659469 h 659469"/>
              <a:gd name="csX5" fmla="*/ 304804 w 1035844"/>
              <a:gd name="csY5" fmla="*/ 397923 h 659469"/>
              <a:gd name="csX6" fmla="*/ 448895 w 1035844"/>
              <a:gd name="csY6" fmla="*/ 397923 h 659469"/>
              <a:gd name="csX7" fmla="*/ 448895 w 1035844"/>
              <a:gd name="csY7" fmla="*/ 659469 h 659469"/>
              <a:gd name="csX8" fmla="*/ 584631 w 1035844"/>
              <a:gd name="csY8" fmla="*/ 659469 h 659469"/>
              <a:gd name="csX9" fmla="*/ 584631 w 1035844"/>
              <a:gd name="csY9" fmla="*/ 397923 h 659469"/>
              <a:gd name="csX10" fmla="*/ 728722 w 1035844"/>
              <a:gd name="csY10" fmla="*/ 397923 h 659469"/>
              <a:gd name="csX11" fmla="*/ 728722 w 1035844"/>
              <a:gd name="csY11" fmla="*/ 659469 h 659469"/>
              <a:gd name="csX12" fmla="*/ 864458 w 1035844"/>
              <a:gd name="csY12" fmla="*/ 659469 h 659469"/>
              <a:gd name="csX13" fmla="*/ 864458 w 1035844"/>
              <a:gd name="csY13" fmla="*/ 397923 h 659469"/>
              <a:gd name="csX14" fmla="*/ 1035844 w 1035844"/>
              <a:gd name="csY14" fmla="*/ 397923 h 659469"/>
              <a:gd name="csX15" fmla="*/ 1035844 w 1035844"/>
              <a:gd name="csY15" fmla="*/ 261548 h 659469"/>
              <a:gd name="csX16" fmla="*/ 864458 w 1035844"/>
              <a:gd name="csY16" fmla="*/ 261548 h 659469"/>
              <a:gd name="csX17" fmla="*/ 864458 w 1035844"/>
              <a:gd name="csY17" fmla="*/ 0 h 659469"/>
              <a:gd name="csX18" fmla="*/ 728722 w 1035844"/>
              <a:gd name="csY18" fmla="*/ 0 h 659469"/>
              <a:gd name="csX19" fmla="*/ 728722 w 1035844"/>
              <a:gd name="csY19" fmla="*/ 261548 h 659469"/>
              <a:gd name="csX20" fmla="*/ 584631 w 1035844"/>
              <a:gd name="csY20" fmla="*/ 261548 h 659469"/>
              <a:gd name="csX21" fmla="*/ 584631 w 1035844"/>
              <a:gd name="csY21" fmla="*/ 0 h 659469"/>
              <a:gd name="csX22" fmla="*/ 448895 w 1035844"/>
              <a:gd name="csY22" fmla="*/ 0 h 659469"/>
              <a:gd name="csX23" fmla="*/ 448895 w 1035844"/>
              <a:gd name="csY23" fmla="*/ 261548 h 659469"/>
              <a:gd name="csX24" fmla="*/ 304804 w 1035844"/>
              <a:gd name="csY24" fmla="*/ 261548 h 659469"/>
              <a:gd name="csX25" fmla="*/ 304804 w 1035844"/>
              <a:gd name="csY25" fmla="*/ 1 h 659469"/>
              <a:gd name="csX26" fmla="*/ 169069 w 1035844"/>
              <a:gd name="csY26" fmla="*/ 1 h 659469"/>
              <a:gd name="csX27" fmla="*/ 169069 w 1035844"/>
              <a:gd name="csY27" fmla="*/ 261548 h 659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035844" h="659469">
                <a:moveTo>
                  <a:pt x="0" y="261548"/>
                </a:moveTo>
                <a:lnTo>
                  <a:pt x="0" y="397923"/>
                </a:lnTo>
                <a:lnTo>
                  <a:pt x="169069" y="397923"/>
                </a:lnTo>
                <a:lnTo>
                  <a:pt x="169069" y="659469"/>
                </a:lnTo>
                <a:lnTo>
                  <a:pt x="304804" y="659469"/>
                </a:lnTo>
                <a:lnTo>
                  <a:pt x="304804" y="397923"/>
                </a:lnTo>
                <a:lnTo>
                  <a:pt x="448895" y="397923"/>
                </a:lnTo>
                <a:lnTo>
                  <a:pt x="448895" y="659469"/>
                </a:lnTo>
                <a:lnTo>
                  <a:pt x="584631" y="659469"/>
                </a:lnTo>
                <a:lnTo>
                  <a:pt x="584631" y="397923"/>
                </a:lnTo>
                <a:lnTo>
                  <a:pt x="728722" y="397923"/>
                </a:lnTo>
                <a:lnTo>
                  <a:pt x="728722" y="659469"/>
                </a:lnTo>
                <a:lnTo>
                  <a:pt x="864458" y="659469"/>
                </a:lnTo>
                <a:lnTo>
                  <a:pt x="864458" y="397923"/>
                </a:lnTo>
                <a:lnTo>
                  <a:pt x="1035844" y="397923"/>
                </a:lnTo>
                <a:lnTo>
                  <a:pt x="1035844" y="261548"/>
                </a:lnTo>
                <a:lnTo>
                  <a:pt x="864458" y="261548"/>
                </a:lnTo>
                <a:lnTo>
                  <a:pt x="864458" y="0"/>
                </a:lnTo>
                <a:lnTo>
                  <a:pt x="728722" y="0"/>
                </a:lnTo>
                <a:lnTo>
                  <a:pt x="728722" y="261548"/>
                </a:lnTo>
                <a:lnTo>
                  <a:pt x="584631" y="261548"/>
                </a:lnTo>
                <a:lnTo>
                  <a:pt x="584631" y="0"/>
                </a:lnTo>
                <a:lnTo>
                  <a:pt x="448895" y="0"/>
                </a:lnTo>
                <a:lnTo>
                  <a:pt x="448895" y="261548"/>
                </a:lnTo>
                <a:lnTo>
                  <a:pt x="304804" y="261548"/>
                </a:lnTo>
                <a:lnTo>
                  <a:pt x="304804" y="1"/>
                </a:lnTo>
                <a:lnTo>
                  <a:pt x="169069" y="1"/>
                </a:lnTo>
                <a:lnTo>
                  <a:pt x="169069" y="261548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aphic 4">
            <a:extLst>
              <a:ext uri="{FF2B5EF4-FFF2-40B4-BE49-F238E27FC236}">
                <a16:creationId xmlns:a16="http://schemas.microsoft.com/office/drawing/2014/main" id="{2CDAADFF-2E48-BA74-A572-1F6DC9CCBDAE}"/>
              </a:ext>
            </a:extLst>
          </p:cNvPr>
          <p:cNvGrpSpPr/>
          <p:nvPr/>
        </p:nvGrpSpPr>
        <p:grpSpPr>
          <a:xfrm>
            <a:off x="6410344" y="4438650"/>
            <a:ext cx="4810705" cy="1704350"/>
            <a:chOff x="513570" y="1452155"/>
            <a:chExt cx="11164679" cy="3955454"/>
          </a:xfrm>
          <a:solidFill>
            <a:srgbClr val="000000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2F2D0E5-F51A-8D63-8803-3AA85F5AEBA9}"/>
                </a:ext>
              </a:extLst>
            </p:cNvPr>
            <p:cNvSpPr/>
            <p:nvPr/>
          </p:nvSpPr>
          <p:spPr>
            <a:xfrm>
              <a:off x="5853595" y="3667276"/>
              <a:ext cx="902412" cy="1740245"/>
            </a:xfrm>
            <a:custGeom>
              <a:avLst/>
              <a:gdLst>
                <a:gd name="csX0" fmla="*/ 18846 w 902412"/>
                <a:gd name="csY0" fmla="*/ 174551 h 1740245"/>
                <a:gd name="csX1" fmla="*/ 436642 w 902412"/>
                <a:gd name="csY1" fmla="*/ 1067229 h 1740245"/>
                <a:gd name="csX2" fmla="*/ 436828 w 902412"/>
                <a:gd name="csY2" fmla="*/ 1146593 h 1740245"/>
                <a:gd name="csX3" fmla="*/ 461112 w 902412"/>
                <a:gd name="csY3" fmla="*/ 1354627 h 1740245"/>
                <a:gd name="csX4" fmla="*/ 481302 w 902412"/>
                <a:gd name="csY4" fmla="*/ 1629365 h 1740245"/>
                <a:gd name="csX5" fmla="*/ 496525 w 902412"/>
                <a:gd name="csY5" fmla="*/ 1747310 h 1740245"/>
                <a:gd name="csX6" fmla="*/ 847290 w 902412"/>
                <a:gd name="csY6" fmla="*/ 1747310 h 1740245"/>
                <a:gd name="csX7" fmla="*/ 865961 w 902412"/>
                <a:gd name="csY7" fmla="*/ 1732137 h 1740245"/>
                <a:gd name="csX8" fmla="*/ 879103 w 902412"/>
                <a:gd name="csY8" fmla="*/ 1731766 h 1740245"/>
                <a:gd name="csX9" fmla="*/ 913977 w 902412"/>
                <a:gd name="csY9" fmla="*/ 1737207 h 1740245"/>
                <a:gd name="csX10" fmla="*/ 920476 w 902412"/>
                <a:gd name="csY10" fmla="*/ 1732181 h 1740245"/>
                <a:gd name="csX11" fmla="*/ 890621 w 902412"/>
                <a:gd name="csY11" fmla="*/ 1690530 h 1740245"/>
                <a:gd name="csX12" fmla="*/ 853419 w 902412"/>
                <a:gd name="csY12" fmla="*/ 1672269 h 1740245"/>
                <a:gd name="csX13" fmla="*/ 837426 w 902412"/>
                <a:gd name="csY13" fmla="*/ 1666015 h 1740245"/>
                <a:gd name="csX14" fmla="*/ 730034 w 902412"/>
                <a:gd name="csY14" fmla="*/ 1632323 h 1740245"/>
                <a:gd name="csX15" fmla="*/ 695940 w 902412"/>
                <a:gd name="csY15" fmla="*/ 1558809 h 1740245"/>
                <a:gd name="csX16" fmla="*/ 732740 w 902412"/>
                <a:gd name="csY16" fmla="*/ 1210584 h 1740245"/>
                <a:gd name="csX17" fmla="*/ 736766 w 902412"/>
                <a:gd name="csY17" fmla="*/ 997170 h 1740245"/>
                <a:gd name="csX18" fmla="*/ 436430 w 902412"/>
                <a:gd name="csY18" fmla="*/ 7064 h 17402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02412" h="1740245">
                  <a:moveTo>
                    <a:pt x="18846" y="174551"/>
                  </a:moveTo>
                  <a:lnTo>
                    <a:pt x="436642" y="1067229"/>
                  </a:lnTo>
                  <a:cubicBezTo>
                    <a:pt x="436642" y="1067229"/>
                    <a:pt x="435381" y="1120171"/>
                    <a:pt x="436828" y="1146593"/>
                  </a:cubicBezTo>
                  <a:cubicBezTo>
                    <a:pt x="440655" y="1216435"/>
                    <a:pt x="456013" y="1284865"/>
                    <a:pt x="461112" y="1354627"/>
                  </a:cubicBezTo>
                  <a:cubicBezTo>
                    <a:pt x="468549" y="1456380"/>
                    <a:pt x="480342" y="1502553"/>
                    <a:pt x="481302" y="1629365"/>
                  </a:cubicBezTo>
                  <a:cubicBezTo>
                    <a:pt x="481655" y="1676020"/>
                    <a:pt x="466749" y="1747310"/>
                    <a:pt x="496525" y="1747310"/>
                  </a:cubicBezTo>
                  <a:lnTo>
                    <a:pt x="847290" y="1747310"/>
                  </a:lnTo>
                  <a:cubicBezTo>
                    <a:pt x="855932" y="1747310"/>
                    <a:pt x="865961" y="1732137"/>
                    <a:pt x="865961" y="1732137"/>
                  </a:cubicBezTo>
                  <a:cubicBezTo>
                    <a:pt x="865961" y="1732137"/>
                    <a:pt x="875585" y="1731624"/>
                    <a:pt x="879103" y="1731766"/>
                  </a:cubicBezTo>
                  <a:cubicBezTo>
                    <a:pt x="890873" y="1732243"/>
                    <a:pt x="899353" y="1733409"/>
                    <a:pt x="913977" y="1737207"/>
                  </a:cubicBezTo>
                  <a:cubicBezTo>
                    <a:pt x="920466" y="1738893"/>
                    <a:pt x="922575" y="1737139"/>
                    <a:pt x="920476" y="1732181"/>
                  </a:cubicBezTo>
                  <a:cubicBezTo>
                    <a:pt x="912805" y="1714054"/>
                    <a:pt x="907002" y="1704514"/>
                    <a:pt x="890621" y="1690530"/>
                  </a:cubicBezTo>
                  <a:cubicBezTo>
                    <a:pt x="881198" y="1682485"/>
                    <a:pt x="867968" y="1676777"/>
                    <a:pt x="853419" y="1672269"/>
                  </a:cubicBezTo>
                  <a:cubicBezTo>
                    <a:pt x="847647" y="1670480"/>
                    <a:pt x="843491" y="1667080"/>
                    <a:pt x="837426" y="1666015"/>
                  </a:cubicBezTo>
                  <a:cubicBezTo>
                    <a:pt x="809038" y="1661025"/>
                    <a:pt x="753584" y="1648941"/>
                    <a:pt x="730034" y="1632323"/>
                  </a:cubicBezTo>
                  <a:cubicBezTo>
                    <a:pt x="713727" y="1620816"/>
                    <a:pt x="696505" y="1578759"/>
                    <a:pt x="695940" y="1558809"/>
                  </a:cubicBezTo>
                  <a:cubicBezTo>
                    <a:pt x="692538" y="1438755"/>
                    <a:pt x="711777" y="1346292"/>
                    <a:pt x="732740" y="1210584"/>
                  </a:cubicBezTo>
                  <a:cubicBezTo>
                    <a:pt x="745365" y="1128854"/>
                    <a:pt x="751001" y="1066173"/>
                    <a:pt x="736766" y="997170"/>
                  </a:cubicBezTo>
                  <a:cubicBezTo>
                    <a:pt x="673391" y="689960"/>
                    <a:pt x="436430" y="7064"/>
                    <a:pt x="436430" y="7064"/>
                  </a:cubicBezTo>
                </a:path>
              </a:pathLst>
            </a:custGeom>
            <a:solidFill>
              <a:srgbClr val="000000"/>
            </a:solidFill>
            <a:ln w="12473" cap="rnd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04D5C6-CED7-2190-96F5-E2AA9A131295}"/>
                </a:ext>
              </a:extLst>
            </p:cNvPr>
            <p:cNvSpPr/>
            <p:nvPr/>
          </p:nvSpPr>
          <p:spPr>
            <a:xfrm>
              <a:off x="513570" y="1452155"/>
              <a:ext cx="11095799" cy="3452736"/>
            </a:xfrm>
            <a:custGeom>
              <a:avLst/>
              <a:gdLst>
                <a:gd name="csX0" fmla="*/ 7633707 w 11095799"/>
                <a:gd name="csY0" fmla="*/ 2300736 h 3452736"/>
                <a:gd name="csX1" fmla="*/ 7559583 w 11095799"/>
                <a:gd name="csY1" fmla="*/ 2545803 h 3452736"/>
                <a:gd name="csX2" fmla="*/ 7497706 w 11095799"/>
                <a:gd name="csY2" fmla="*/ 2774099 h 3452736"/>
                <a:gd name="csX3" fmla="*/ 6881446 w 11095799"/>
                <a:gd name="csY3" fmla="*/ 3119121 h 3452736"/>
                <a:gd name="csX4" fmla="*/ 6229565 w 11095799"/>
                <a:gd name="csY4" fmla="*/ 3168165 h 3452736"/>
                <a:gd name="csX5" fmla="*/ 5478086 w 11095799"/>
                <a:gd name="csY5" fmla="*/ 2950610 h 3452736"/>
                <a:gd name="csX6" fmla="*/ 4917211 w 11095799"/>
                <a:gd name="csY6" fmla="*/ 2917979 h 3452736"/>
                <a:gd name="csX7" fmla="*/ 3516956 w 11095799"/>
                <a:gd name="csY7" fmla="*/ 3035143 h 3452736"/>
                <a:gd name="csX8" fmla="*/ 2213813 w 11095799"/>
                <a:gd name="csY8" fmla="*/ 2957828 h 3452736"/>
                <a:gd name="csX9" fmla="*/ 1118307 w 11095799"/>
                <a:gd name="csY9" fmla="*/ 3055254 h 3452736"/>
                <a:gd name="csX10" fmla="*/ 68145 w 11095799"/>
                <a:gd name="csY10" fmla="*/ 3449225 h 3452736"/>
                <a:gd name="csX11" fmla="*/ 48063 w 11095799"/>
                <a:gd name="csY11" fmla="*/ 3422679 h 3452736"/>
                <a:gd name="csX12" fmla="*/ 1117040 w 11095799"/>
                <a:gd name="csY12" fmla="*/ 2916495 h 3452736"/>
                <a:gd name="csX13" fmla="*/ 2246955 w 11095799"/>
                <a:gd name="csY13" fmla="*/ 2755465 h 3452736"/>
                <a:gd name="csX14" fmla="*/ 3491143 w 11095799"/>
                <a:gd name="csY14" fmla="*/ 2682162 h 3452736"/>
                <a:gd name="csX15" fmla="*/ 4526093 w 11095799"/>
                <a:gd name="csY15" fmla="*/ 2406991 h 3452736"/>
                <a:gd name="csX16" fmla="*/ 5167783 w 11095799"/>
                <a:gd name="csY16" fmla="*/ 2138518 h 3452736"/>
                <a:gd name="csX17" fmla="*/ 5642459 w 11095799"/>
                <a:gd name="csY17" fmla="*/ 1958927 h 3452736"/>
                <a:gd name="csX18" fmla="*/ 6806731 w 11095799"/>
                <a:gd name="csY18" fmla="*/ 1574665 h 3452736"/>
                <a:gd name="csX19" fmla="*/ 7292925 w 11095799"/>
                <a:gd name="csY19" fmla="*/ 1416055 h 3452736"/>
                <a:gd name="csX20" fmla="*/ 8114454 w 11095799"/>
                <a:gd name="csY20" fmla="*/ 1085866 h 3452736"/>
                <a:gd name="csX21" fmla="*/ 9062780 w 11095799"/>
                <a:gd name="csY21" fmla="*/ 594596 h 3452736"/>
                <a:gd name="csX22" fmla="*/ 10071899 w 11095799"/>
                <a:gd name="csY22" fmla="*/ 143787 h 3452736"/>
                <a:gd name="csX23" fmla="*/ 10651608 w 11095799"/>
                <a:gd name="csY23" fmla="*/ 15576 h 3452736"/>
                <a:gd name="csX24" fmla="*/ 10912360 w 11095799"/>
                <a:gd name="csY24" fmla="*/ 13800 h 3452736"/>
                <a:gd name="csX25" fmla="*/ 10996309 w 11095799"/>
                <a:gd name="csY25" fmla="*/ 35399 h 3452736"/>
                <a:gd name="csX26" fmla="*/ 11114690 w 11095799"/>
                <a:gd name="csY26" fmla="*/ 358277 h 3452736"/>
                <a:gd name="csX27" fmla="*/ 10762288 w 11095799"/>
                <a:gd name="csY27" fmla="*/ 301958 h 3452736"/>
                <a:gd name="csX28" fmla="*/ 10146528 w 11095799"/>
                <a:gd name="csY28" fmla="*/ 511530 h 3452736"/>
                <a:gd name="csX29" fmla="*/ 9383220 w 11095799"/>
                <a:gd name="csY29" fmla="*/ 1037468 h 3452736"/>
                <a:gd name="csX30" fmla="*/ 8339724 w 11095799"/>
                <a:gd name="csY30" fmla="*/ 1808553 h 34527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095799" h="3452736">
                  <a:moveTo>
                    <a:pt x="7633707" y="2300736"/>
                  </a:moveTo>
                  <a:cubicBezTo>
                    <a:pt x="7578130" y="2339480"/>
                    <a:pt x="7567666" y="2473787"/>
                    <a:pt x="7559583" y="2545803"/>
                  </a:cubicBezTo>
                  <a:cubicBezTo>
                    <a:pt x="7548631" y="2643372"/>
                    <a:pt x="7548061" y="2712676"/>
                    <a:pt x="7497706" y="2774099"/>
                  </a:cubicBezTo>
                  <a:cubicBezTo>
                    <a:pt x="7356034" y="2946910"/>
                    <a:pt x="7100567" y="3075259"/>
                    <a:pt x="6881446" y="3119121"/>
                  </a:cubicBezTo>
                  <a:cubicBezTo>
                    <a:pt x="6664166" y="3162615"/>
                    <a:pt x="6421781" y="3175764"/>
                    <a:pt x="6229565" y="3168165"/>
                  </a:cubicBezTo>
                  <a:cubicBezTo>
                    <a:pt x="5966103" y="3157749"/>
                    <a:pt x="5736631" y="3002333"/>
                    <a:pt x="5478086" y="2950610"/>
                  </a:cubicBezTo>
                  <a:cubicBezTo>
                    <a:pt x="5307537" y="2916492"/>
                    <a:pt x="5089995" y="2898061"/>
                    <a:pt x="4917211" y="2917979"/>
                  </a:cubicBezTo>
                  <a:cubicBezTo>
                    <a:pt x="4614441" y="2952883"/>
                    <a:pt x="3916387" y="3040882"/>
                    <a:pt x="3516956" y="3035143"/>
                  </a:cubicBezTo>
                  <a:cubicBezTo>
                    <a:pt x="3037596" y="3028256"/>
                    <a:pt x="2633177" y="2977566"/>
                    <a:pt x="2213813" y="2957828"/>
                  </a:cubicBezTo>
                  <a:cubicBezTo>
                    <a:pt x="1846850" y="2940557"/>
                    <a:pt x="1446710" y="2972737"/>
                    <a:pt x="1118307" y="3055254"/>
                  </a:cubicBezTo>
                  <a:cubicBezTo>
                    <a:pt x="751043" y="3147537"/>
                    <a:pt x="407122" y="3284528"/>
                    <a:pt x="68145" y="3449225"/>
                  </a:cubicBezTo>
                  <a:cubicBezTo>
                    <a:pt x="22571" y="3471369"/>
                    <a:pt x="-5380" y="3458071"/>
                    <a:pt x="48063" y="3422679"/>
                  </a:cubicBezTo>
                  <a:cubicBezTo>
                    <a:pt x="336723" y="3231519"/>
                    <a:pt x="740192" y="3029006"/>
                    <a:pt x="1117040" y="2916495"/>
                  </a:cubicBezTo>
                  <a:cubicBezTo>
                    <a:pt x="1477252" y="2808950"/>
                    <a:pt x="1808089" y="2770125"/>
                    <a:pt x="2246955" y="2755465"/>
                  </a:cubicBezTo>
                  <a:cubicBezTo>
                    <a:pt x="2663820" y="2741541"/>
                    <a:pt x="3057872" y="2728226"/>
                    <a:pt x="3491143" y="2682162"/>
                  </a:cubicBezTo>
                  <a:cubicBezTo>
                    <a:pt x="3779947" y="2651457"/>
                    <a:pt x="4197498" y="2544141"/>
                    <a:pt x="4526093" y="2406991"/>
                  </a:cubicBezTo>
                  <a:cubicBezTo>
                    <a:pt x="4711871" y="2329451"/>
                    <a:pt x="4946601" y="2214064"/>
                    <a:pt x="5167783" y="2138518"/>
                  </a:cubicBezTo>
                  <a:cubicBezTo>
                    <a:pt x="5330340" y="2082995"/>
                    <a:pt x="5453547" y="2029484"/>
                    <a:pt x="5642459" y="1958927"/>
                  </a:cubicBezTo>
                  <a:cubicBezTo>
                    <a:pt x="6107694" y="1785166"/>
                    <a:pt x="6356656" y="1704483"/>
                    <a:pt x="6806731" y="1574665"/>
                  </a:cubicBezTo>
                  <a:cubicBezTo>
                    <a:pt x="6915934" y="1543168"/>
                    <a:pt x="7186433" y="1455764"/>
                    <a:pt x="7292925" y="1416055"/>
                  </a:cubicBezTo>
                  <a:cubicBezTo>
                    <a:pt x="7726324" y="1254447"/>
                    <a:pt x="7858727" y="1203455"/>
                    <a:pt x="8114454" y="1085866"/>
                  </a:cubicBezTo>
                  <a:cubicBezTo>
                    <a:pt x="8371678" y="967588"/>
                    <a:pt x="8727923" y="782286"/>
                    <a:pt x="9062780" y="594596"/>
                  </a:cubicBezTo>
                  <a:cubicBezTo>
                    <a:pt x="9468460" y="367208"/>
                    <a:pt x="9674369" y="275118"/>
                    <a:pt x="10071899" y="143787"/>
                  </a:cubicBezTo>
                  <a:cubicBezTo>
                    <a:pt x="10259681" y="81750"/>
                    <a:pt x="10453389" y="35427"/>
                    <a:pt x="10651608" y="15576"/>
                  </a:cubicBezTo>
                  <a:cubicBezTo>
                    <a:pt x="10738094" y="6915"/>
                    <a:pt x="10826092" y="3178"/>
                    <a:pt x="10912360" y="13800"/>
                  </a:cubicBezTo>
                  <a:cubicBezTo>
                    <a:pt x="10941038" y="17331"/>
                    <a:pt x="10969574" y="25649"/>
                    <a:pt x="10996309" y="35399"/>
                  </a:cubicBezTo>
                  <a:lnTo>
                    <a:pt x="11114690" y="358277"/>
                  </a:lnTo>
                  <a:cubicBezTo>
                    <a:pt x="10974957" y="298956"/>
                    <a:pt x="10880819" y="291884"/>
                    <a:pt x="10762288" y="301958"/>
                  </a:cubicBezTo>
                  <a:cubicBezTo>
                    <a:pt x="10546251" y="320319"/>
                    <a:pt x="10329625" y="420845"/>
                    <a:pt x="10146528" y="511530"/>
                  </a:cubicBezTo>
                  <a:cubicBezTo>
                    <a:pt x="9830290" y="668159"/>
                    <a:pt x="9671338" y="818097"/>
                    <a:pt x="9383220" y="1037468"/>
                  </a:cubicBezTo>
                  <a:cubicBezTo>
                    <a:pt x="9041001" y="1298032"/>
                    <a:pt x="8692571" y="1562573"/>
                    <a:pt x="8339724" y="1808553"/>
                  </a:cubicBezTo>
                  <a:close/>
                </a:path>
              </a:pathLst>
            </a:custGeom>
            <a:solidFill>
              <a:srgbClr val="000000"/>
            </a:solidFill>
            <a:ln w="12473" cap="rnd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DA174FA-F2E4-E378-D636-DC239E514E4C}"/>
                </a:ext>
              </a:extLst>
            </p:cNvPr>
            <p:cNvSpPr/>
            <p:nvPr/>
          </p:nvSpPr>
          <p:spPr>
            <a:xfrm>
              <a:off x="5662990" y="3728887"/>
              <a:ext cx="820236" cy="1678722"/>
            </a:xfrm>
            <a:custGeom>
              <a:avLst/>
              <a:gdLst>
                <a:gd name="csX0" fmla="*/ 236444 w 820236"/>
                <a:gd name="csY0" fmla="*/ 7059 h 1678722"/>
                <a:gd name="csX1" fmla="*/ 277875 w 820236"/>
                <a:gd name="csY1" fmla="*/ 975554 h 1678722"/>
                <a:gd name="csX2" fmla="*/ 242339 w 820236"/>
                <a:gd name="csY2" fmla="*/ 1037324 h 1678722"/>
                <a:gd name="csX3" fmla="*/ 173407 w 820236"/>
                <a:gd name="csY3" fmla="*/ 1226748 h 1678722"/>
                <a:gd name="csX4" fmla="*/ 57970 w 820236"/>
                <a:gd name="csY4" fmla="*/ 1505383 h 1678722"/>
                <a:gd name="csX5" fmla="*/ 19214 w 820236"/>
                <a:gd name="csY5" fmla="*/ 1620585 h 1678722"/>
                <a:gd name="csX6" fmla="*/ 23727 w 820236"/>
                <a:gd name="csY6" fmla="*/ 1637756 h 1678722"/>
                <a:gd name="csX7" fmla="*/ 180463 w 820236"/>
                <a:gd name="csY7" fmla="*/ 1685781 h 1678722"/>
                <a:gd name="csX8" fmla="*/ 410785 w 820236"/>
                <a:gd name="csY8" fmla="*/ 1685781 h 1678722"/>
                <a:gd name="csX9" fmla="*/ 429456 w 820236"/>
                <a:gd name="csY9" fmla="*/ 1671514 h 1678722"/>
                <a:gd name="csX10" fmla="*/ 442598 w 820236"/>
                <a:gd name="csY10" fmla="*/ 1671142 h 1678722"/>
                <a:gd name="csX11" fmla="*/ 477472 w 820236"/>
                <a:gd name="csY11" fmla="*/ 1676584 h 1678722"/>
                <a:gd name="csX12" fmla="*/ 483971 w 820236"/>
                <a:gd name="csY12" fmla="*/ 1671558 h 1678722"/>
                <a:gd name="csX13" fmla="*/ 454116 w 820236"/>
                <a:gd name="csY13" fmla="*/ 1629906 h 1678722"/>
                <a:gd name="csX14" fmla="*/ 416914 w 820236"/>
                <a:gd name="csY14" fmla="*/ 1611645 h 1678722"/>
                <a:gd name="csX15" fmla="*/ 400921 w 820236"/>
                <a:gd name="csY15" fmla="*/ 1605391 h 1678722"/>
                <a:gd name="csX16" fmla="*/ 301365 w 820236"/>
                <a:gd name="csY16" fmla="*/ 1572177 h 1678722"/>
                <a:gd name="csX17" fmla="*/ 281887 w 820236"/>
                <a:gd name="csY17" fmla="*/ 1524343 h 1678722"/>
                <a:gd name="csX18" fmla="*/ 478470 w 820236"/>
                <a:gd name="csY18" fmla="*/ 1238616 h 1678722"/>
                <a:gd name="csX19" fmla="*/ 576152 w 820236"/>
                <a:gd name="csY19" fmla="*/ 1044235 h 1678722"/>
                <a:gd name="csX20" fmla="*/ 839125 w 820236"/>
                <a:gd name="csY20" fmla="*/ 8285 h 1678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820236" h="1678722">
                  <a:moveTo>
                    <a:pt x="236444" y="7059"/>
                  </a:moveTo>
                  <a:lnTo>
                    <a:pt x="277875" y="975554"/>
                  </a:lnTo>
                  <a:cubicBezTo>
                    <a:pt x="277875" y="975554"/>
                    <a:pt x="253238" y="1013212"/>
                    <a:pt x="242339" y="1037324"/>
                  </a:cubicBezTo>
                  <a:cubicBezTo>
                    <a:pt x="213527" y="1101063"/>
                    <a:pt x="201584" y="1155625"/>
                    <a:pt x="173407" y="1226748"/>
                  </a:cubicBezTo>
                  <a:cubicBezTo>
                    <a:pt x="131137" y="1333441"/>
                    <a:pt x="106923" y="1388396"/>
                    <a:pt x="57970" y="1505383"/>
                  </a:cubicBezTo>
                  <a:cubicBezTo>
                    <a:pt x="42576" y="1542170"/>
                    <a:pt x="25439" y="1583629"/>
                    <a:pt x="19214" y="1620585"/>
                  </a:cubicBezTo>
                  <a:cubicBezTo>
                    <a:pt x="18265" y="1626214"/>
                    <a:pt x="19276" y="1634137"/>
                    <a:pt x="23727" y="1637756"/>
                  </a:cubicBezTo>
                  <a:cubicBezTo>
                    <a:pt x="63959" y="1670329"/>
                    <a:pt x="126001" y="1685781"/>
                    <a:pt x="180463" y="1685781"/>
                  </a:cubicBezTo>
                  <a:lnTo>
                    <a:pt x="410785" y="1685781"/>
                  </a:lnTo>
                  <a:cubicBezTo>
                    <a:pt x="418557" y="1685781"/>
                    <a:pt x="429456" y="1671514"/>
                    <a:pt x="429456" y="1671514"/>
                  </a:cubicBezTo>
                  <a:cubicBezTo>
                    <a:pt x="429456" y="1671514"/>
                    <a:pt x="439080" y="1671000"/>
                    <a:pt x="442598" y="1671142"/>
                  </a:cubicBezTo>
                  <a:cubicBezTo>
                    <a:pt x="454368" y="1671619"/>
                    <a:pt x="462848" y="1672785"/>
                    <a:pt x="477472" y="1676584"/>
                  </a:cubicBezTo>
                  <a:cubicBezTo>
                    <a:pt x="483961" y="1678270"/>
                    <a:pt x="486070" y="1676516"/>
                    <a:pt x="483971" y="1671558"/>
                  </a:cubicBezTo>
                  <a:cubicBezTo>
                    <a:pt x="476300" y="1653430"/>
                    <a:pt x="470497" y="1643890"/>
                    <a:pt x="454116" y="1629906"/>
                  </a:cubicBezTo>
                  <a:cubicBezTo>
                    <a:pt x="444693" y="1621861"/>
                    <a:pt x="431464" y="1616153"/>
                    <a:pt x="416914" y="1611645"/>
                  </a:cubicBezTo>
                  <a:cubicBezTo>
                    <a:pt x="411142" y="1609856"/>
                    <a:pt x="406986" y="1606457"/>
                    <a:pt x="400921" y="1605391"/>
                  </a:cubicBezTo>
                  <a:cubicBezTo>
                    <a:pt x="372533" y="1600401"/>
                    <a:pt x="322324" y="1591962"/>
                    <a:pt x="301365" y="1572177"/>
                  </a:cubicBezTo>
                  <a:cubicBezTo>
                    <a:pt x="286852" y="1558478"/>
                    <a:pt x="274567" y="1542910"/>
                    <a:pt x="281887" y="1524343"/>
                  </a:cubicBezTo>
                  <a:cubicBezTo>
                    <a:pt x="325940" y="1412610"/>
                    <a:pt x="391018" y="1344489"/>
                    <a:pt x="478470" y="1238616"/>
                  </a:cubicBezTo>
                  <a:cubicBezTo>
                    <a:pt x="523341" y="1184295"/>
                    <a:pt x="556962" y="1112027"/>
                    <a:pt x="576152" y="1044235"/>
                  </a:cubicBezTo>
                  <a:cubicBezTo>
                    <a:pt x="661585" y="742414"/>
                    <a:pt x="839125" y="8285"/>
                    <a:pt x="839125" y="8285"/>
                  </a:cubicBezTo>
                </a:path>
              </a:pathLst>
            </a:custGeom>
            <a:solidFill>
              <a:srgbClr val="000000"/>
            </a:solidFill>
            <a:ln w="12473" cap="rnd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Graphic 4">
              <a:extLst>
                <a:ext uri="{FF2B5EF4-FFF2-40B4-BE49-F238E27FC236}">
                  <a16:creationId xmlns:a16="http://schemas.microsoft.com/office/drawing/2014/main" id="{8765FE2A-35DE-D9FB-2953-2AD6AE6F9254}"/>
                </a:ext>
              </a:extLst>
            </p:cNvPr>
            <p:cNvGrpSpPr/>
            <p:nvPr/>
          </p:nvGrpSpPr>
          <p:grpSpPr>
            <a:xfrm>
              <a:off x="7148435" y="4005987"/>
              <a:ext cx="771278" cy="1401534"/>
              <a:chOff x="7148435" y="4005987"/>
              <a:chExt cx="771278" cy="1401533"/>
            </a:xfrm>
            <a:solidFill>
              <a:srgbClr val="000000"/>
            </a:solidFill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00EDB89-C30E-72ED-7A99-7D1335EC3AC0}"/>
                  </a:ext>
                </a:extLst>
              </p:cNvPr>
              <p:cNvSpPr/>
              <p:nvPr/>
            </p:nvSpPr>
            <p:spPr>
              <a:xfrm>
                <a:off x="7148435" y="4005987"/>
                <a:ext cx="771278" cy="1300954"/>
              </a:xfrm>
              <a:custGeom>
                <a:avLst/>
                <a:gdLst>
                  <a:gd name="csX0" fmla="*/ 789900 w 771278"/>
                  <a:gd name="csY0" fmla="*/ 170429 h 1300954"/>
                  <a:gd name="csX1" fmla="*/ 610527 w 771278"/>
                  <a:gd name="csY1" fmla="*/ 394588 h 1300954"/>
                  <a:gd name="csX2" fmla="*/ 509406 w 771278"/>
                  <a:gd name="csY2" fmla="*/ 502732 h 1300954"/>
                  <a:gd name="csX3" fmla="*/ 377207 w 771278"/>
                  <a:gd name="csY3" fmla="*/ 665784 h 1300954"/>
                  <a:gd name="csX4" fmla="*/ 372229 w 771278"/>
                  <a:gd name="csY4" fmla="*/ 727154 h 1300954"/>
                  <a:gd name="csX5" fmla="*/ 353734 w 771278"/>
                  <a:gd name="csY5" fmla="*/ 842069 h 1300954"/>
                  <a:gd name="csX6" fmla="*/ 346178 w 771278"/>
                  <a:gd name="csY6" fmla="*/ 949344 h 1300954"/>
                  <a:gd name="csX7" fmla="*/ 336624 w 771278"/>
                  <a:gd name="csY7" fmla="*/ 1018849 h 1300954"/>
                  <a:gd name="csX8" fmla="*/ 319391 w 771278"/>
                  <a:gd name="csY8" fmla="*/ 1080141 h 1300954"/>
                  <a:gd name="csX9" fmla="*/ 286690 w 771278"/>
                  <a:gd name="csY9" fmla="*/ 1134565 h 1300954"/>
                  <a:gd name="csX10" fmla="*/ 248292 w 771278"/>
                  <a:gd name="csY10" fmla="*/ 1173509 h 1300954"/>
                  <a:gd name="csX11" fmla="*/ 206472 w 771278"/>
                  <a:gd name="csY11" fmla="*/ 1238179 h 1300954"/>
                  <a:gd name="csX12" fmla="*/ 194720 w 771278"/>
                  <a:gd name="csY12" fmla="*/ 1282542 h 1300954"/>
                  <a:gd name="csX13" fmla="*/ 187349 w 771278"/>
                  <a:gd name="csY13" fmla="*/ 1296823 h 1300954"/>
                  <a:gd name="csX14" fmla="*/ 166053 w 771278"/>
                  <a:gd name="csY14" fmla="*/ 1307908 h 1300954"/>
                  <a:gd name="csX15" fmla="*/ 19692 w 771278"/>
                  <a:gd name="csY15" fmla="*/ 1219774 h 1300954"/>
                  <a:gd name="csX16" fmla="*/ 19604 w 771278"/>
                  <a:gd name="csY16" fmla="*/ 1199944 h 1300954"/>
                  <a:gd name="csX17" fmla="*/ 29177 w 771278"/>
                  <a:gd name="csY17" fmla="*/ 1182003 h 1300954"/>
                  <a:gd name="csX18" fmla="*/ 75237 w 771278"/>
                  <a:gd name="csY18" fmla="*/ 1131646 h 1300954"/>
                  <a:gd name="csX19" fmla="*/ 136570 w 771278"/>
                  <a:gd name="csY19" fmla="*/ 1048615 h 1300954"/>
                  <a:gd name="csX20" fmla="*/ 147060 w 771278"/>
                  <a:gd name="csY20" fmla="*/ 1022255 h 1300954"/>
                  <a:gd name="csX21" fmla="*/ 140655 w 771278"/>
                  <a:gd name="csY21" fmla="*/ 839883 h 1300954"/>
                  <a:gd name="csX22" fmla="*/ 134221 w 771278"/>
                  <a:gd name="csY22" fmla="*/ 721427 h 1300954"/>
                  <a:gd name="csX23" fmla="*/ 132601 w 771278"/>
                  <a:gd name="csY23" fmla="*/ 638670 h 1300954"/>
                  <a:gd name="csX24" fmla="*/ 135064 w 771278"/>
                  <a:gd name="csY24" fmla="*/ 611562 h 1300954"/>
                  <a:gd name="csX25" fmla="*/ 171878 w 771278"/>
                  <a:gd name="csY25" fmla="*/ 529036 h 1300954"/>
                  <a:gd name="csX26" fmla="*/ 532248 w 771278"/>
                  <a:gd name="csY26" fmla="*/ 7030 h 13009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771278" h="1300954">
                    <a:moveTo>
                      <a:pt x="789900" y="170429"/>
                    </a:moveTo>
                    <a:cubicBezTo>
                      <a:pt x="789900" y="170429"/>
                      <a:pt x="672548" y="321951"/>
                      <a:pt x="610527" y="394588"/>
                    </a:cubicBezTo>
                    <a:cubicBezTo>
                      <a:pt x="578482" y="432121"/>
                      <a:pt x="541768" y="465472"/>
                      <a:pt x="509406" y="502732"/>
                    </a:cubicBezTo>
                    <a:cubicBezTo>
                      <a:pt x="462317" y="556951"/>
                      <a:pt x="377207" y="665784"/>
                      <a:pt x="377207" y="665784"/>
                    </a:cubicBezTo>
                    <a:cubicBezTo>
                      <a:pt x="377207" y="665784"/>
                      <a:pt x="376004" y="699184"/>
                      <a:pt x="372229" y="727154"/>
                    </a:cubicBezTo>
                    <a:cubicBezTo>
                      <a:pt x="366669" y="768325"/>
                      <a:pt x="358616" y="800811"/>
                      <a:pt x="353734" y="842069"/>
                    </a:cubicBezTo>
                    <a:cubicBezTo>
                      <a:pt x="349524" y="877667"/>
                      <a:pt x="349882" y="913689"/>
                      <a:pt x="346178" y="949344"/>
                    </a:cubicBezTo>
                    <a:cubicBezTo>
                      <a:pt x="343764" y="972605"/>
                      <a:pt x="340914" y="995859"/>
                      <a:pt x="336624" y="1018849"/>
                    </a:cubicBezTo>
                    <a:cubicBezTo>
                      <a:pt x="333983" y="1032999"/>
                      <a:pt x="324539" y="1066699"/>
                      <a:pt x="319391" y="1080141"/>
                    </a:cubicBezTo>
                    <a:cubicBezTo>
                      <a:pt x="314415" y="1093135"/>
                      <a:pt x="302552" y="1120392"/>
                      <a:pt x="286690" y="1134565"/>
                    </a:cubicBezTo>
                    <a:cubicBezTo>
                      <a:pt x="275573" y="1144498"/>
                      <a:pt x="257349" y="1161669"/>
                      <a:pt x="248292" y="1173509"/>
                    </a:cubicBezTo>
                    <a:cubicBezTo>
                      <a:pt x="232698" y="1193901"/>
                      <a:pt x="216857" y="1214702"/>
                      <a:pt x="206472" y="1238179"/>
                    </a:cubicBezTo>
                    <a:cubicBezTo>
                      <a:pt x="200282" y="1252169"/>
                      <a:pt x="200222" y="1268269"/>
                      <a:pt x="194720" y="1282542"/>
                    </a:cubicBezTo>
                    <a:cubicBezTo>
                      <a:pt x="192794" y="1287541"/>
                      <a:pt x="190994" y="1292899"/>
                      <a:pt x="187349" y="1296823"/>
                    </a:cubicBezTo>
                    <a:cubicBezTo>
                      <a:pt x="182904" y="1301602"/>
                      <a:pt x="172518" y="1308802"/>
                      <a:pt x="166053" y="1307908"/>
                    </a:cubicBezTo>
                    <a:cubicBezTo>
                      <a:pt x="109825" y="1300131"/>
                      <a:pt x="55750" y="1268225"/>
                      <a:pt x="19692" y="1219774"/>
                    </a:cubicBezTo>
                    <a:cubicBezTo>
                      <a:pt x="17665" y="1217051"/>
                      <a:pt x="19035" y="1203288"/>
                      <a:pt x="19604" y="1199944"/>
                    </a:cubicBezTo>
                    <a:cubicBezTo>
                      <a:pt x="20554" y="1194349"/>
                      <a:pt x="25877" y="1186619"/>
                      <a:pt x="29177" y="1182003"/>
                    </a:cubicBezTo>
                    <a:cubicBezTo>
                      <a:pt x="42632" y="1163183"/>
                      <a:pt x="59374" y="1148486"/>
                      <a:pt x="75237" y="1131646"/>
                    </a:cubicBezTo>
                    <a:cubicBezTo>
                      <a:pt x="99177" y="1106232"/>
                      <a:pt x="111665" y="1088986"/>
                      <a:pt x="136570" y="1048615"/>
                    </a:cubicBezTo>
                    <a:cubicBezTo>
                      <a:pt x="146022" y="1033294"/>
                      <a:pt x="147060" y="1022255"/>
                      <a:pt x="147060" y="1022255"/>
                    </a:cubicBezTo>
                    <a:cubicBezTo>
                      <a:pt x="147060" y="1022255"/>
                      <a:pt x="140384" y="901061"/>
                      <a:pt x="140655" y="839883"/>
                    </a:cubicBezTo>
                    <a:cubicBezTo>
                      <a:pt x="140831" y="800278"/>
                      <a:pt x="137577" y="760891"/>
                      <a:pt x="134221" y="721427"/>
                    </a:cubicBezTo>
                    <a:cubicBezTo>
                      <a:pt x="131968" y="694956"/>
                      <a:pt x="130909" y="673019"/>
                      <a:pt x="132601" y="638670"/>
                    </a:cubicBezTo>
                    <a:cubicBezTo>
                      <a:pt x="133057" y="629415"/>
                      <a:pt x="133907" y="620756"/>
                      <a:pt x="135064" y="611562"/>
                    </a:cubicBezTo>
                    <a:cubicBezTo>
                      <a:pt x="137070" y="595648"/>
                      <a:pt x="162358" y="544114"/>
                      <a:pt x="171878" y="529036"/>
                    </a:cubicBezTo>
                    <a:cubicBezTo>
                      <a:pt x="284756" y="350249"/>
                      <a:pt x="532248" y="7030"/>
                      <a:pt x="532248" y="7030"/>
                    </a:cubicBezTo>
                  </a:path>
                </a:pathLst>
              </a:custGeom>
              <a:solidFill>
                <a:srgbClr val="000000"/>
              </a:solidFill>
              <a:ln w="390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DC3757A-0699-B98C-3C25-D9B4A341C2DD}"/>
                  </a:ext>
                </a:extLst>
              </p:cNvPr>
              <p:cNvSpPr/>
              <p:nvPr/>
            </p:nvSpPr>
            <p:spPr>
              <a:xfrm>
                <a:off x="7560111" y="4071723"/>
                <a:ext cx="356893" cy="1335797"/>
              </a:xfrm>
              <a:custGeom>
                <a:avLst/>
                <a:gdLst>
                  <a:gd name="csX0" fmla="*/ 375478 w 356893"/>
                  <a:gd name="csY0" fmla="*/ 19703 h 1335797"/>
                  <a:gd name="csX1" fmla="*/ 332222 w 356893"/>
                  <a:gd name="csY1" fmla="*/ 303513 h 1335797"/>
                  <a:gd name="csX2" fmla="*/ 298724 w 356893"/>
                  <a:gd name="csY2" fmla="*/ 447726 h 1335797"/>
                  <a:gd name="csX3" fmla="*/ 265766 w 356893"/>
                  <a:gd name="csY3" fmla="*/ 655029 h 1335797"/>
                  <a:gd name="csX4" fmla="*/ 277820 w 356893"/>
                  <a:gd name="csY4" fmla="*/ 738836 h 1335797"/>
                  <a:gd name="csX5" fmla="*/ 287880 w 356893"/>
                  <a:gd name="csY5" fmla="*/ 863066 h 1335797"/>
                  <a:gd name="csX6" fmla="*/ 306682 w 356893"/>
                  <a:gd name="csY6" fmla="*/ 968951 h 1335797"/>
                  <a:gd name="csX7" fmla="*/ 314345 w 356893"/>
                  <a:gd name="csY7" fmla="*/ 1038690 h 1335797"/>
                  <a:gd name="csX8" fmla="*/ 314934 w 356893"/>
                  <a:gd name="csY8" fmla="*/ 1081867 h 1335797"/>
                  <a:gd name="csX9" fmla="*/ 310174 w 356893"/>
                  <a:gd name="csY9" fmla="*/ 1141495 h 1335797"/>
                  <a:gd name="csX10" fmla="*/ 303739 w 356893"/>
                  <a:gd name="csY10" fmla="*/ 1185751 h 1335797"/>
                  <a:gd name="csX11" fmla="*/ 304777 w 356893"/>
                  <a:gd name="csY11" fmla="*/ 1262756 h 1335797"/>
                  <a:gd name="csX12" fmla="*/ 319585 w 356893"/>
                  <a:gd name="csY12" fmla="*/ 1306195 h 1335797"/>
                  <a:gd name="csX13" fmla="*/ 321366 w 356893"/>
                  <a:gd name="csY13" fmla="*/ 1322167 h 1335797"/>
                  <a:gd name="csX14" fmla="*/ 309264 w 356893"/>
                  <a:gd name="csY14" fmla="*/ 1342813 h 1335797"/>
                  <a:gd name="csX15" fmla="*/ 136932 w 356893"/>
                  <a:gd name="csY15" fmla="*/ 1342813 h 1335797"/>
                  <a:gd name="csX16" fmla="*/ 128045 w 356893"/>
                  <a:gd name="csY16" fmla="*/ 1334501 h 1335797"/>
                  <a:gd name="csX17" fmla="*/ 126069 w 356893"/>
                  <a:gd name="csY17" fmla="*/ 1314262 h 1335797"/>
                  <a:gd name="csX18" fmla="*/ 134366 w 356893"/>
                  <a:gd name="csY18" fmla="*/ 1243623 h 1335797"/>
                  <a:gd name="csX19" fmla="*/ 134081 w 356893"/>
                  <a:gd name="csY19" fmla="*/ 1128598 h 1335797"/>
                  <a:gd name="csX20" fmla="*/ 131319 w 356893"/>
                  <a:gd name="csY20" fmla="*/ 1088161 h 1335797"/>
                  <a:gd name="csX21" fmla="*/ 80686 w 356893"/>
                  <a:gd name="csY21" fmla="*/ 912842 h 1335797"/>
                  <a:gd name="csX22" fmla="*/ 45533 w 356893"/>
                  <a:gd name="csY22" fmla="*/ 799031 h 1335797"/>
                  <a:gd name="csX23" fmla="*/ 23865 w 356893"/>
                  <a:gd name="csY23" fmla="*/ 719649 h 1335797"/>
                  <a:gd name="csX24" fmla="*/ 19650 w 356893"/>
                  <a:gd name="csY24" fmla="*/ 692757 h 1335797"/>
                  <a:gd name="csX25" fmla="*/ 19568 w 356893"/>
                  <a:gd name="csY25" fmla="*/ 639261 h 1335797"/>
                  <a:gd name="csX26" fmla="*/ 70641 w 356893"/>
                  <a:gd name="csY26" fmla="*/ 7015 h 13357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356893" h="1335797">
                    <a:moveTo>
                      <a:pt x="375478" y="19703"/>
                    </a:moveTo>
                    <a:cubicBezTo>
                      <a:pt x="375478" y="19703"/>
                      <a:pt x="349613" y="209598"/>
                      <a:pt x="332222" y="303513"/>
                    </a:cubicBezTo>
                    <a:cubicBezTo>
                      <a:pt x="323238" y="352038"/>
                      <a:pt x="308119" y="399277"/>
                      <a:pt x="298724" y="447726"/>
                    </a:cubicBezTo>
                    <a:cubicBezTo>
                      <a:pt x="285054" y="518224"/>
                      <a:pt x="265766" y="655029"/>
                      <a:pt x="265766" y="655029"/>
                    </a:cubicBezTo>
                    <a:cubicBezTo>
                      <a:pt x="265766" y="655029"/>
                      <a:pt x="274668" y="710790"/>
                      <a:pt x="277820" y="738836"/>
                    </a:cubicBezTo>
                    <a:cubicBezTo>
                      <a:pt x="282455" y="780122"/>
                      <a:pt x="282566" y="821862"/>
                      <a:pt x="287880" y="863066"/>
                    </a:cubicBezTo>
                    <a:cubicBezTo>
                      <a:pt x="292469" y="898618"/>
                      <a:pt x="301589" y="933468"/>
                      <a:pt x="306682" y="968951"/>
                    </a:cubicBezTo>
                    <a:cubicBezTo>
                      <a:pt x="310006" y="992100"/>
                      <a:pt x="312906" y="1015348"/>
                      <a:pt x="314345" y="1038690"/>
                    </a:cubicBezTo>
                    <a:cubicBezTo>
                      <a:pt x="315230" y="1053057"/>
                      <a:pt x="315035" y="1067473"/>
                      <a:pt x="314934" y="1081867"/>
                    </a:cubicBezTo>
                    <a:cubicBezTo>
                      <a:pt x="314827" y="1097761"/>
                      <a:pt x="312717" y="1125805"/>
                      <a:pt x="310174" y="1141495"/>
                    </a:cubicBezTo>
                    <a:cubicBezTo>
                      <a:pt x="307788" y="1156210"/>
                      <a:pt x="304715" y="1170876"/>
                      <a:pt x="303739" y="1185751"/>
                    </a:cubicBezTo>
                    <a:cubicBezTo>
                      <a:pt x="302063" y="1211367"/>
                      <a:pt x="300407" y="1237460"/>
                      <a:pt x="304777" y="1262756"/>
                    </a:cubicBezTo>
                    <a:cubicBezTo>
                      <a:pt x="307380" y="1277831"/>
                      <a:pt x="316254" y="1291265"/>
                      <a:pt x="319585" y="1306195"/>
                    </a:cubicBezTo>
                    <a:cubicBezTo>
                      <a:pt x="320753" y="1311423"/>
                      <a:pt x="322225" y="1316880"/>
                      <a:pt x="321366" y="1322167"/>
                    </a:cubicBezTo>
                    <a:cubicBezTo>
                      <a:pt x="320315" y="1328608"/>
                      <a:pt x="315791" y="1342813"/>
                      <a:pt x="309264" y="1342813"/>
                    </a:cubicBezTo>
                    <a:lnTo>
                      <a:pt x="136932" y="1342813"/>
                    </a:lnTo>
                    <a:cubicBezTo>
                      <a:pt x="133538" y="1342813"/>
                      <a:pt x="129426" y="1337599"/>
                      <a:pt x="128045" y="1334501"/>
                    </a:cubicBezTo>
                    <a:cubicBezTo>
                      <a:pt x="125735" y="1329318"/>
                      <a:pt x="125881" y="1319933"/>
                      <a:pt x="126069" y="1314262"/>
                    </a:cubicBezTo>
                    <a:cubicBezTo>
                      <a:pt x="126836" y="1291140"/>
                      <a:pt x="133248" y="1266731"/>
                      <a:pt x="134366" y="1243623"/>
                    </a:cubicBezTo>
                    <a:cubicBezTo>
                      <a:pt x="136313" y="1203358"/>
                      <a:pt x="135729" y="1176003"/>
                      <a:pt x="134081" y="1128598"/>
                    </a:cubicBezTo>
                    <a:cubicBezTo>
                      <a:pt x="133456" y="1110607"/>
                      <a:pt x="131319" y="1088161"/>
                      <a:pt x="131319" y="1088161"/>
                    </a:cubicBezTo>
                    <a:cubicBezTo>
                      <a:pt x="131319" y="1088161"/>
                      <a:pt x="95325" y="972243"/>
                      <a:pt x="80686" y="912842"/>
                    </a:cubicBezTo>
                    <a:cubicBezTo>
                      <a:pt x="71210" y="874385"/>
                      <a:pt x="58400" y="836489"/>
                      <a:pt x="45533" y="799031"/>
                    </a:cubicBezTo>
                    <a:cubicBezTo>
                      <a:pt x="36900" y="773905"/>
                      <a:pt x="30590" y="753375"/>
                      <a:pt x="23865" y="719649"/>
                    </a:cubicBezTo>
                    <a:cubicBezTo>
                      <a:pt x="22053" y="710562"/>
                      <a:pt x="20768" y="701957"/>
                      <a:pt x="19650" y="692757"/>
                    </a:cubicBezTo>
                    <a:cubicBezTo>
                      <a:pt x="17720" y="676834"/>
                      <a:pt x="18863" y="657079"/>
                      <a:pt x="19568" y="639261"/>
                    </a:cubicBezTo>
                    <a:cubicBezTo>
                      <a:pt x="27925" y="427991"/>
                      <a:pt x="70641" y="7015"/>
                      <a:pt x="70641" y="7015"/>
                    </a:cubicBezTo>
                  </a:path>
                </a:pathLst>
              </a:custGeom>
              <a:solidFill>
                <a:srgbClr val="000000"/>
              </a:solidFill>
              <a:ln w="390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D6F8B79-15B3-B0CE-1A06-80FF7395337A}"/>
                </a:ext>
              </a:extLst>
            </p:cNvPr>
            <p:cNvSpPr/>
            <p:nvPr/>
          </p:nvSpPr>
          <p:spPr>
            <a:xfrm>
              <a:off x="11368757" y="1469660"/>
              <a:ext cx="309492" cy="360159"/>
            </a:xfrm>
            <a:custGeom>
              <a:avLst/>
              <a:gdLst>
                <a:gd name="csX0" fmla="*/ 35813 w 309492"/>
                <a:gd name="csY0" fmla="*/ 176463 h 360159"/>
                <a:gd name="csX1" fmla="*/ 21602 w 309492"/>
                <a:gd name="csY1" fmla="*/ 111238 h 360159"/>
                <a:gd name="csX2" fmla="*/ 20098 w 309492"/>
                <a:gd name="csY2" fmla="*/ 72045 h 360159"/>
                <a:gd name="csX3" fmla="*/ 45100 w 309492"/>
                <a:gd name="csY3" fmla="*/ 35647 h 360159"/>
                <a:gd name="csX4" fmla="*/ 85644 w 309492"/>
                <a:gd name="csY4" fmla="*/ 11079 h 360159"/>
                <a:gd name="csX5" fmla="*/ 148154 w 309492"/>
                <a:gd name="csY5" fmla="*/ 15073 h 360159"/>
                <a:gd name="csX6" fmla="*/ 182486 w 309492"/>
                <a:gd name="csY6" fmla="*/ 37288 h 360159"/>
                <a:gd name="csX7" fmla="*/ 246398 w 309492"/>
                <a:gd name="csY7" fmla="*/ 118896 h 360159"/>
                <a:gd name="csX8" fmla="*/ 294452 w 309492"/>
                <a:gd name="csY8" fmla="*/ 196683 h 360159"/>
                <a:gd name="csX9" fmla="*/ 296149 w 309492"/>
                <a:gd name="csY9" fmla="*/ 208383 h 360159"/>
                <a:gd name="csX10" fmla="*/ 316720 w 309492"/>
                <a:gd name="csY10" fmla="*/ 236032 h 360159"/>
                <a:gd name="csX11" fmla="*/ 327362 w 309492"/>
                <a:gd name="csY11" fmla="*/ 265899 h 360159"/>
                <a:gd name="csX12" fmla="*/ 314352 w 309492"/>
                <a:gd name="csY12" fmla="*/ 316885 h 360159"/>
                <a:gd name="csX13" fmla="*/ 307939 w 309492"/>
                <a:gd name="csY13" fmla="*/ 322062 h 360159"/>
                <a:gd name="csX14" fmla="*/ 283760 w 309492"/>
                <a:gd name="csY14" fmla="*/ 359536 h 360159"/>
                <a:gd name="csX15" fmla="*/ 266542 w 309492"/>
                <a:gd name="csY15" fmla="*/ 367226 h 360159"/>
                <a:gd name="csX16" fmla="*/ 253558 w 309492"/>
                <a:gd name="csY16" fmla="*/ 357068 h 360159"/>
                <a:gd name="csX17" fmla="*/ 191155 w 309492"/>
                <a:gd name="csY17" fmla="*/ 309844 h 360159"/>
                <a:gd name="csX18" fmla="*/ 114494 w 309492"/>
                <a:gd name="csY18" fmla="*/ 272740 h 360159"/>
                <a:gd name="csX19" fmla="*/ 45708 w 309492"/>
                <a:gd name="csY19" fmla="*/ 252385 h 360159"/>
                <a:gd name="csX20" fmla="*/ 29844 w 309492"/>
                <a:gd name="csY20" fmla="*/ 242962 h 360159"/>
                <a:gd name="csX21" fmla="*/ 22852 w 309492"/>
                <a:gd name="csY21" fmla="*/ 227311 h 36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309492" h="360159">
                  <a:moveTo>
                    <a:pt x="35813" y="176463"/>
                  </a:moveTo>
                  <a:cubicBezTo>
                    <a:pt x="35813" y="176463"/>
                    <a:pt x="29060" y="139684"/>
                    <a:pt x="21602" y="111238"/>
                  </a:cubicBezTo>
                  <a:cubicBezTo>
                    <a:pt x="17907" y="97146"/>
                    <a:pt x="16232" y="86091"/>
                    <a:pt x="20098" y="72045"/>
                  </a:cubicBezTo>
                  <a:cubicBezTo>
                    <a:pt x="23786" y="58658"/>
                    <a:pt x="35606" y="45781"/>
                    <a:pt x="45100" y="35647"/>
                  </a:cubicBezTo>
                  <a:cubicBezTo>
                    <a:pt x="56372" y="23614"/>
                    <a:pt x="69836" y="15763"/>
                    <a:pt x="85644" y="11079"/>
                  </a:cubicBezTo>
                  <a:cubicBezTo>
                    <a:pt x="108453" y="4321"/>
                    <a:pt x="125343" y="8330"/>
                    <a:pt x="148154" y="15073"/>
                  </a:cubicBezTo>
                  <a:cubicBezTo>
                    <a:pt x="161226" y="18938"/>
                    <a:pt x="172587" y="27920"/>
                    <a:pt x="182486" y="37288"/>
                  </a:cubicBezTo>
                  <a:cubicBezTo>
                    <a:pt x="208139" y="61554"/>
                    <a:pt x="226708" y="89587"/>
                    <a:pt x="246398" y="118896"/>
                  </a:cubicBezTo>
                  <a:cubicBezTo>
                    <a:pt x="263391" y="144195"/>
                    <a:pt x="274008" y="165072"/>
                    <a:pt x="294452" y="196683"/>
                  </a:cubicBezTo>
                  <a:cubicBezTo>
                    <a:pt x="296591" y="199993"/>
                    <a:pt x="293900" y="205151"/>
                    <a:pt x="296149" y="208383"/>
                  </a:cubicBezTo>
                  <a:cubicBezTo>
                    <a:pt x="302473" y="217447"/>
                    <a:pt x="310404" y="226964"/>
                    <a:pt x="316720" y="236032"/>
                  </a:cubicBezTo>
                  <a:cubicBezTo>
                    <a:pt x="323144" y="245251"/>
                    <a:pt x="327122" y="254668"/>
                    <a:pt x="327362" y="265899"/>
                  </a:cubicBezTo>
                  <a:cubicBezTo>
                    <a:pt x="327734" y="283435"/>
                    <a:pt x="323825" y="302124"/>
                    <a:pt x="314352" y="316885"/>
                  </a:cubicBezTo>
                  <a:cubicBezTo>
                    <a:pt x="312867" y="319196"/>
                    <a:pt x="307939" y="322062"/>
                    <a:pt x="307939" y="322062"/>
                  </a:cubicBezTo>
                  <a:cubicBezTo>
                    <a:pt x="307939" y="322062"/>
                    <a:pt x="292646" y="347617"/>
                    <a:pt x="283760" y="359536"/>
                  </a:cubicBezTo>
                  <a:cubicBezTo>
                    <a:pt x="280003" y="364575"/>
                    <a:pt x="272454" y="369369"/>
                    <a:pt x="266542" y="367226"/>
                  </a:cubicBezTo>
                  <a:cubicBezTo>
                    <a:pt x="261477" y="365390"/>
                    <a:pt x="257610" y="360622"/>
                    <a:pt x="253558" y="357068"/>
                  </a:cubicBezTo>
                  <a:cubicBezTo>
                    <a:pt x="233856" y="339796"/>
                    <a:pt x="213399" y="323688"/>
                    <a:pt x="191155" y="309844"/>
                  </a:cubicBezTo>
                  <a:cubicBezTo>
                    <a:pt x="167050" y="294843"/>
                    <a:pt x="141089" y="282670"/>
                    <a:pt x="114494" y="272740"/>
                  </a:cubicBezTo>
                  <a:cubicBezTo>
                    <a:pt x="92045" y="264358"/>
                    <a:pt x="68897" y="258420"/>
                    <a:pt x="45708" y="252385"/>
                  </a:cubicBezTo>
                  <a:cubicBezTo>
                    <a:pt x="39639" y="250805"/>
                    <a:pt x="33802" y="247830"/>
                    <a:pt x="29844" y="242962"/>
                  </a:cubicBezTo>
                  <a:cubicBezTo>
                    <a:pt x="26242" y="238528"/>
                    <a:pt x="22852" y="227311"/>
                    <a:pt x="22852" y="227311"/>
                  </a:cubicBezTo>
                </a:path>
              </a:pathLst>
            </a:custGeom>
            <a:solidFill>
              <a:srgbClr val="000000"/>
            </a:solidFill>
            <a:ln w="33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98" name="Graphic 197">
            <a:extLst>
              <a:ext uri="{FF2B5EF4-FFF2-40B4-BE49-F238E27FC236}">
                <a16:creationId xmlns:a16="http://schemas.microsoft.com/office/drawing/2014/main" id="{75CE3F9F-8135-E69C-694F-4DC1C3A22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5064354" y="-1242750"/>
            <a:ext cx="3810000" cy="1905000"/>
          </a:xfrm>
          <a:prstGeom prst="rect">
            <a:avLst/>
          </a:prstGeom>
        </p:spPr>
      </p:pic>
      <p:pic>
        <p:nvPicPr>
          <p:cNvPr id="202" name="Graphic 201">
            <a:extLst>
              <a:ext uri="{FF2B5EF4-FFF2-40B4-BE49-F238E27FC236}">
                <a16:creationId xmlns:a16="http://schemas.microsoft.com/office/drawing/2014/main" id="{D2E016FB-87D4-82A6-34C2-28304A5F4E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-4803216" y="1957488"/>
            <a:ext cx="3810000" cy="1905000"/>
          </a:xfrm>
          <a:prstGeom prst="rect">
            <a:avLst/>
          </a:prstGeom>
        </p:spPr>
      </p:pic>
      <p:pic>
        <p:nvPicPr>
          <p:cNvPr id="204" name="Graphic 203">
            <a:extLst>
              <a:ext uri="{FF2B5EF4-FFF2-40B4-BE49-F238E27FC236}">
                <a16:creationId xmlns:a16="http://schemas.microsoft.com/office/drawing/2014/main" id="{34E8D5DB-061F-B850-AE27-B93820B1FD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-4281974" y="5926386"/>
            <a:ext cx="3810000" cy="1905000"/>
          </a:xfrm>
          <a:prstGeom prst="rect">
            <a:avLst/>
          </a:prstGeom>
        </p:spPr>
      </p:pic>
      <p:pic>
        <p:nvPicPr>
          <p:cNvPr id="206" name="Graphic 205">
            <a:extLst>
              <a:ext uri="{FF2B5EF4-FFF2-40B4-BE49-F238E27FC236}">
                <a16:creationId xmlns:a16="http://schemas.microsoft.com/office/drawing/2014/main" id="{12A5D111-6C1F-C72F-CEBD-46E0FCE63E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7752519" y="1131144"/>
            <a:ext cx="3810000" cy="1905000"/>
          </a:xfrm>
          <a:prstGeom prst="rect">
            <a:avLst/>
          </a:prstGeom>
        </p:spPr>
      </p:pic>
      <p:pic>
        <p:nvPicPr>
          <p:cNvPr id="208" name="Graphic 207">
            <a:extLst>
              <a:ext uri="{FF2B5EF4-FFF2-40B4-BE49-F238E27FC236}">
                <a16:creationId xmlns:a16="http://schemas.microsoft.com/office/drawing/2014/main" id="{A7E1434E-0C95-9EAE-E184-2BBB03EE514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>
            <a:off x="1657843" y="5704103"/>
            <a:ext cx="3810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0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aphic 2">
            <a:extLst>
              <a:ext uri="{FF2B5EF4-FFF2-40B4-BE49-F238E27FC236}">
                <a16:creationId xmlns:a16="http://schemas.microsoft.com/office/drawing/2014/main" id="{DD6EB731-AD3E-CB98-2F7A-C59F22A06825}"/>
              </a:ext>
            </a:extLst>
          </p:cNvPr>
          <p:cNvGrpSpPr/>
          <p:nvPr/>
        </p:nvGrpSpPr>
        <p:grpSpPr>
          <a:xfrm rot="1415675">
            <a:off x="662202" y="116276"/>
            <a:ext cx="3084530" cy="3084527"/>
            <a:chOff x="662202" y="116276"/>
            <a:chExt cx="3084530" cy="3084527"/>
          </a:xfrm>
          <a:solidFill>
            <a:srgbClr val="000000"/>
          </a:solidFill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DB311AD-0125-B41E-5F1F-66271C55B4C1}"/>
                </a:ext>
              </a:extLst>
            </p:cNvPr>
            <p:cNvSpPr/>
            <p:nvPr/>
          </p:nvSpPr>
          <p:spPr>
            <a:xfrm>
              <a:off x="2270739" y="1230803"/>
              <a:ext cx="361468" cy="361468"/>
            </a:xfrm>
            <a:prstGeom prst="ellipse">
              <a:avLst/>
            </a:prstGeom>
            <a:solidFill>
              <a:srgbClr val="000000"/>
            </a:solidFill>
            <a:ln w="600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A42EFF2-A662-2801-CAD1-277708F7FEE0}"/>
                </a:ext>
              </a:extLst>
            </p:cNvPr>
            <p:cNvSpPr/>
            <p:nvPr/>
          </p:nvSpPr>
          <p:spPr>
            <a:xfrm>
              <a:off x="1156212" y="116276"/>
              <a:ext cx="2590520" cy="2590520"/>
            </a:xfrm>
            <a:custGeom>
              <a:avLst/>
              <a:gdLst>
                <a:gd name="csX0" fmla="*/ 1295260 w 2590520"/>
                <a:gd name="csY0" fmla="*/ 0 h 2590520"/>
                <a:gd name="csX1" fmla="*/ 0 w 2590520"/>
                <a:gd name="csY1" fmla="*/ 1295260 h 2590520"/>
                <a:gd name="csX2" fmla="*/ 145762 w 2590520"/>
                <a:gd name="csY2" fmla="*/ 1892629 h 2590520"/>
                <a:gd name="csX3" fmla="*/ 171450 w 2590520"/>
                <a:gd name="csY3" fmla="*/ 1865277 h 2590520"/>
                <a:gd name="csX4" fmla="*/ 524352 w 2590520"/>
                <a:gd name="csY4" fmla="*/ 1670735 h 2590520"/>
                <a:gd name="csX5" fmla="*/ 661282 w 2590520"/>
                <a:gd name="csY5" fmla="*/ 1654626 h 2590520"/>
                <a:gd name="csX6" fmla="*/ 980843 w 2590520"/>
                <a:gd name="csY6" fmla="*/ 1780091 h 2590520"/>
                <a:gd name="csX7" fmla="*/ 1090182 w 2590520"/>
                <a:gd name="csY7" fmla="*/ 2236571 h 2590520"/>
                <a:gd name="csX8" fmla="*/ 939413 w 2590520"/>
                <a:gd name="csY8" fmla="*/ 2541024 h 2590520"/>
                <a:gd name="csX9" fmla="*/ 1295260 w 2590520"/>
                <a:gd name="csY9" fmla="*/ 2590521 h 2590520"/>
                <a:gd name="csX10" fmla="*/ 2590521 w 2590520"/>
                <a:gd name="csY10" fmla="*/ 1295260 h 2590520"/>
                <a:gd name="csX11" fmla="*/ 1295260 w 2590520"/>
                <a:gd name="csY11" fmla="*/ 0 h 2590520"/>
                <a:gd name="csX12" fmla="*/ 1295260 w 2590520"/>
                <a:gd name="csY12" fmla="*/ 1656728 h 2590520"/>
                <a:gd name="csX13" fmla="*/ 933792 w 2590520"/>
                <a:gd name="csY13" fmla="*/ 1295260 h 2590520"/>
                <a:gd name="csX14" fmla="*/ 1295260 w 2590520"/>
                <a:gd name="csY14" fmla="*/ 933792 h 2590520"/>
                <a:gd name="csX15" fmla="*/ 1656728 w 2590520"/>
                <a:gd name="csY15" fmla="*/ 1295260 h 2590520"/>
                <a:gd name="csX16" fmla="*/ 1295260 w 2590520"/>
                <a:gd name="csY16" fmla="*/ 1656728 h 259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590520" h="2590520">
                  <a:moveTo>
                    <a:pt x="1295260" y="0"/>
                  </a:moveTo>
                  <a:cubicBezTo>
                    <a:pt x="579909" y="0"/>
                    <a:pt x="0" y="579909"/>
                    <a:pt x="0" y="1295260"/>
                  </a:cubicBezTo>
                  <a:cubicBezTo>
                    <a:pt x="0" y="1510732"/>
                    <a:pt x="52678" y="1713876"/>
                    <a:pt x="145762" y="1892629"/>
                  </a:cubicBezTo>
                  <a:cubicBezTo>
                    <a:pt x="153979" y="1883345"/>
                    <a:pt x="162522" y="1874212"/>
                    <a:pt x="171450" y="1865277"/>
                  </a:cubicBezTo>
                  <a:cubicBezTo>
                    <a:pt x="265125" y="1771603"/>
                    <a:pt x="393753" y="1700695"/>
                    <a:pt x="524352" y="1670735"/>
                  </a:cubicBezTo>
                  <a:cubicBezTo>
                    <a:pt x="570957" y="1660048"/>
                    <a:pt x="617026" y="1654626"/>
                    <a:pt x="661282" y="1654626"/>
                  </a:cubicBezTo>
                  <a:cubicBezTo>
                    <a:pt x="788271" y="1654626"/>
                    <a:pt x="898772" y="1698014"/>
                    <a:pt x="980843" y="1780091"/>
                  </a:cubicBezTo>
                  <a:cubicBezTo>
                    <a:pt x="1091489" y="1890743"/>
                    <a:pt x="1131341" y="2057121"/>
                    <a:pt x="1090182" y="2236571"/>
                  </a:cubicBezTo>
                  <a:cubicBezTo>
                    <a:pt x="1065102" y="2345916"/>
                    <a:pt x="1011237" y="2453796"/>
                    <a:pt x="939413" y="2541024"/>
                  </a:cubicBezTo>
                  <a:cubicBezTo>
                    <a:pt x="1052480" y="2573249"/>
                    <a:pt x="1171855" y="2590521"/>
                    <a:pt x="1295260" y="2590521"/>
                  </a:cubicBezTo>
                  <a:cubicBezTo>
                    <a:pt x="2010612" y="2590521"/>
                    <a:pt x="2590521" y="2010612"/>
                    <a:pt x="2590521" y="1295260"/>
                  </a:cubicBezTo>
                  <a:cubicBezTo>
                    <a:pt x="2590521" y="579909"/>
                    <a:pt x="2010612" y="0"/>
                    <a:pt x="1295260" y="0"/>
                  </a:cubicBezTo>
                  <a:close/>
                  <a:moveTo>
                    <a:pt x="1295260" y="1656728"/>
                  </a:moveTo>
                  <a:cubicBezTo>
                    <a:pt x="1095947" y="1656728"/>
                    <a:pt x="933792" y="1494574"/>
                    <a:pt x="933792" y="1295260"/>
                  </a:cubicBezTo>
                  <a:cubicBezTo>
                    <a:pt x="933792" y="1095947"/>
                    <a:pt x="1095947" y="933792"/>
                    <a:pt x="1295260" y="933792"/>
                  </a:cubicBezTo>
                  <a:cubicBezTo>
                    <a:pt x="1494574" y="933792"/>
                    <a:pt x="1656728" y="1095947"/>
                    <a:pt x="1656728" y="1295260"/>
                  </a:cubicBezTo>
                  <a:cubicBezTo>
                    <a:pt x="1656728" y="1494574"/>
                    <a:pt x="1494574" y="1656728"/>
                    <a:pt x="1295260" y="1656728"/>
                  </a:cubicBezTo>
                  <a:close/>
                </a:path>
              </a:pathLst>
            </a:custGeom>
            <a:solidFill>
              <a:srgbClr val="000000"/>
            </a:solidFill>
            <a:ln w="600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28D8021-17C3-7BA1-5595-C7893FA28ECA}"/>
                </a:ext>
              </a:extLst>
            </p:cNvPr>
            <p:cNvSpPr/>
            <p:nvPr/>
          </p:nvSpPr>
          <p:spPr>
            <a:xfrm>
              <a:off x="662202" y="1951631"/>
              <a:ext cx="1419577" cy="1249172"/>
            </a:xfrm>
            <a:custGeom>
              <a:avLst/>
              <a:gdLst>
                <a:gd name="csX0" fmla="*/ 1058773 w 1419577"/>
                <a:gd name="csY0" fmla="*/ 11536 h 1249172"/>
                <a:gd name="csX1" fmla="*/ 793263 w 1419577"/>
                <a:gd name="csY1" fmla="*/ 157720 h 1249172"/>
                <a:gd name="csX2" fmla="*/ 687503 w 1419577"/>
                <a:gd name="csY2" fmla="*/ 405356 h 1249172"/>
                <a:gd name="csX3" fmla="*/ 725897 w 1419577"/>
                <a:gd name="csY3" fmla="*/ 537539 h 1249172"/>
                <a:gd name="csX4" fmla="*/ 688256 w 1419577"/>
                <a:gd name="csY4" fmla="*/ 543894 h 1249172"/>
                <a:gd name="csX5" fmla="*/ 480972 w 1419577"/>
                <a:gd name="csY5" fmla="*/ 640406 h 1249172"/>
                <a:gd name="csX6" fmla="*/ 384388 w 1419577"/>
                <a:gd name="csY6" fmla="*/ 847738 h 1249172"/>
                <a:gd name="csX7" fmla="*/ 338921 w 1419577"/>
                <a:gd name="csY7" fmla="*/ 952853 h 1249172"/>
                <a:gd name="csX8" fmla="*/ 233801 w 1419577"/>
                <a:gd name="csY8" fmla="*/ 998320 h 1249172"/>
                <a:gd name="csX9" fmla="*/ 26468 w 1419577"/>
                <a:gd name="csY9" fmla="*/ 1094904 h 1249172"/>
                <a:gd name="csX10" fmla="*/ 26468 w 1419577"/>
                <a:gd name="csY10" fmla="*/ 1222701 h 1249172"/>
                <a:gd name="csX11" fmla="*/ 90370 w 1419577"/>
                <a:gd name="csY11" fmla="*/ 1249173 h 1249172"/>
                <a:gd name="csX12" fmla="*/ 154266 w 1419577"/>
                <a:gd name="csY12" fmla="*/ 1222701 h 1249172"/>
                <a:gd name="csX13" fmla="*/ 259380 w 1419577"/>
                <a:gd name="csY13" fmla="*/ 1177235 h 1249172"/>
                <a:gd name="csX14" fmla="*/ 466718 w 1419577"/>
                <a:gd name="csY14" fmla="*/ 1080650 h 1249172"/>
                <a:gd name="csX15" fmla="*/ 563303 w 1419577"/>
                <a:gd name="csY15" fmla="*/ 873318 h 1249172"/>
                <a:gd name="csX16" fmla="*/ 608769 w 1419577"/>
                <a:gd name="csY16" fmla="*/ 768203 h 1249172"/>
                <a:gd name="csX17" fmla="*/ 713776 w 1419577"/>
                <a:gd name="csY17" fmla="*/ 722821 h 1249172"/>
                <a:gd name="csX18" fmla="*/ 855911 w 1419577"/>
                <a:gd name="csY18" fmla="*/ 677891 h 1249172"/>
                <a:gd name="csX19" fmla="*/ 1014222 w 1419577"/>
                <a:gd name="csY19" fmla="*/ 732069 h 1249172"/>
                <a:gd name="csX20" fmla="*/ 1028265 w 1419577"/>
                <a:gd name="csY20" fmla="*/ 732418 h 1249172"/>
                <a:gd name="csX21" fmla="*/ 1261858 w 1419577"/>
                <a:gd name="csY21" fmla="*/ 626309 h 1249172"/>
                <a:gd name="csX22" fmla="*/ 1408041 w 1419577"/>
                <a:gd name="csY22" fmla="*/ 360793 h 1249172"/>
                <a:gd name="csX23" fmla="*/ 1347056 w 1419577"/>
                <a:gd name="csY23" fmla="*/ 72516 h 1249172"/>
                <a:gd name="csX24" fmla="*/ 1058773 w 1419577"/>
                <a:gd name="csY24" fmla="*/ 11536 h 1249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419577" h="1249172">
                  <a:moveTo>
                    <a:pt x="1058773" y="11536"/>
                  </a:moveTo>
                  <a:cubicBezTo>
                    <a:pt x="960363" y="34110"/>
                    <a:pt x="863586" y="87391"/>
                    <a:pt x="793263" y="157720"/>
                  </a:cubicBezTo>
                  <a:cubicBezTo>
                    <a:pt x="700257" y="250726"/>
                    <a:pt x="684419" y="343720"/>
                    <a:pt x="687503" y="405356"/>
                  </a:cubicBezTo>
                  <a:cubicBezTo>
                    <a:pt x="689786" y="450913"/>
                    <a:pt x="702866" y="495482"/>
                    <a:pt x="725897" y="537539"/>
                  </a:cubicBezTo>
                  <a:cubicBezTo>
                    <a:pt x="714722" y="540111"/>
                    <a:pt x="702510" y="541858"/>
                    <a:pt x="688256" y="543894"/>
                  </a:cubicBezTo>
                  <a:cubicBezTo>
                    <a:pt x="633729" y="551672"/>
                    <a:pt x="559049" y="562323"/>
                    <a:pt x="480972" y="640406"/>
                  </a:cubicBezTo>
                  <a:cubicBezTo>
                    <a:pt x="402865" y="718514"/>
                    <a:pt x="392184" y="793205"/>
                    <a:pt x="384388" y="847738"/>
                  </a:cubicBezTo>
                  <a:cubicBezTo>
                    <a:pt x="377972" y="892615"/>
                    <a:pt x="374436" y="917333"/>
                    <a:pt x="338921" y="952853"/>
                  </a:cubicBezTo>
                  <a:cubicBezTo>
                    <a:pt x="303401" y="988374"/>
                    <a:pt x="278683" y="991904"/>
                    <a:pt x="233801" y="998320"/>
                  </a:cubicBezTo>
                  <a:cubicBezTo>
                    <a:pt x="179267" y="1006116"/>
                    <a:pt x="104576" y="1016791"/>
                    <a:pt x="26468" y="1094904"/>
                  </a:cubicBezTo>
                  <a:cubicBezTo>
                    <a:pt x="-8823" y="1130196"/>
                    <a:pt x="-8823" y="1187410"/>
                    <a:pt x="26468" y="1222701"/>
                  </a:cubicBezTo>
                  <a:cubicBezTo>
                    <a:pt x="44114" y="1240353"/>
                    <a:pt x="67242" y="1249173"/>
                    <a:pt x="90370" y="1249173"/>
                  </a:cubicBezTo>
                  <a:cubicBezTo>
                    <a:pt x="113498" y="1249173"/>
                    <a:pt x="136626" y="1240353"/>
                    <a:pt x="154266" y="1222701"/>
                  </a:cubicBezTo>
                  <a:cubicBezTo>
                    <a:pt x="189786" y="1187187"/>
                    <a:pt x="214504" y="1183651"/>
                    <a:pt x="259380" y="1177235"/>
                  </a:cubicBezTo>
                  <a:cubicBezTo>
                    <a:pt x="313920" y="1169439"/>
                    <a:pt x="388605" y="1158758"/>
                    <a:pt x="466718" y="1080650"/>
                  </a:cubicBezTo>
                  <a:cubicBezTo>
                    <a:pt x="544826" y="1002543"/>
                    <a:pt x="555507" y="927858"/>
                    <a:pt x="563303" y="873318"/>
                  </a:cubicBezTo>
                  <a:cubicBezTo>
                    <a:pt x="569719" y="828442"/>
                    <a:pt x="573255" y="803724"/>
                    <a:pt x="608769" y="768203"/>
                  </a:cubicBezTo>
                  <a:cubicBezTo>
                    <a:pt x="644235" y="732737"/>
                    <a:pt x="668936" y="729213"/>
                    <a:pt x="713776" y="722821"/>
                  </a:cubicBezTo>
                  <a:cubicBezTo>
                    <a:pt x="752857" y="717248"/>
                    <a:pt x="802293" y="710188"/>
                    <a:pt x="855911" y="677891"/>
                  </a:cubicBezTo>
                  <a:cubicBezTo>
                    <a:pt x="905426" y="710784"/>
                    <a:pt x="959110" y="729310"/>
                    <a:pt x="1014222" y="732069"/>
                  </a:cubicBezTo>
                  <a:cubicBezTo>
                    <a:pt x="1018740" y="732298"/>
                    <a:pt x="1023421" y="732418"/>
                    <a:pt x="1028265" y="732418"/>
                  </a:cubicBezTo>
                  <a:cubicBezTo>
                    <a:pt x="1089492" y="732418"/>
                    <a:pt x="1175678" y="712495"/>
                    <a:pt x="1261858" y="626309"/>
                  </a:cubicBezTo>
                  <a:cubicBezTo>
                    <a:pt x="1332187" y="555986"/>
                    <a:pt x="1385468" y="459209"/>
                    <a:pt x="1408041" y="360793"/>
                  </a:cubicBezTo>
                  <a:cubicBezTo>
                    <a:pt x="1435393" y="241569"/>
                    <a:pt x="1413735" y="139189"/>
                    <a:pt x="1347056" y="72516"/>
                  </a:cubicBezTo>
                  <a:cubicBezTo>
                    <a:pt x="1280383" y="5843"/>
                    <a:pt x="1178015" y="-15815"/>
                    <a:pt x="1058773" y="11536"/>
                  </a:cubicBezTo>
                  <a:close/>
                </a:path>
              </a:pathLst>
            </a:custGeom>
            <a:solidFill>
              <a:srgbClr val="000000"/>
            </a:solidFill>
            <a:ln w="600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CA4B78-7DC6-D523-CDED-C5D0AF53B1AA}"/>
              </a:ext>
            </a:extLst>
          </p:cNvPr>
          <p:cNvSpPr/>
          <p:nvPr/>
        </p:nvSpPr>
        <p:spPr>
          <a:xfrm>
            <a:off x="4242815" y="1013441"/>
            <a:ext cx="1456815" cy="1780093"/>
          </a:xfrm>
          <a:custGeom>
            <a:avLst/>
            <a:gdLst>
              <a:gd name="csX0" fmla="*/ 3589325 w 3706368"/>
              <a:gd name="csY0" fmla="*/ 3568028 h 4528839"/>
              <a:gd name="csX1" fmla="*/ 3670527 w 3706368"/>
              <a:gd name="csY1" fmla="*/ 3584712 h 4528839"/>
              <a:gd name="csX2" fmla="*/ 3706368 w 3706368"/>
              <a:gd name="csY2" fmla="*/ 3647682 h 4528839"/>
              <a:gd name="csX3" fmla="*/ 3706368 w 3706368"/>
              <a:gd name="csY3" fmla="*/ 4528839 h 4528839"/>
              <a:gd name="csX4" fmla="*/ 0 w 3706368"/>
              <a:gd name="csY4" fmla="*/ 4528839 h 4528839"/>
              <a:gd name="csX5" fmla="*/ 0 w 3706368"/>
              <a:gd name="csY5" fmla="*/ 4232898 h 4528839"/>
              <a:gd name="csX6" fmla="*/ 78029 w 3706368"/>
              <a:gd name="csY6" fmla="*/ 4153244 h 4528839"/>
              <a:gd name="csX7" fmla="*/ 682753 w 3706368"/>
              <a:gd name="csY7" fmla="*/ 3553478 h 4528839"/>
              <a:gd name="csX8" fmla="*/ 752296 w 3706368"/>
              <a:gd name="csY8" fmla="*/ 3578350 h 4528839"/>
              <a:gd name="csX9" fmla="*/ 780289 w 3706368"/>
              <a:gd name="csY9" fmla="*/ 3634758 h 4528839"/>
              <a:gd name="csX10" fmla="*/ 780289 w 3706368"/>
              <a:gd name="csY10" fmla="*/ 3870470 h 4528839"/>
              <a:gd name="csX11" fmla="*/ 585217 w 3706368"/>
              <a:gd name="csY11" fmla="*/ 3902982 h 4528839"/>
              <a:gd name="csX12" fmla="*/ 585217 w 3706368"/>
              <a:gd name="csY12" fmla="*/ 3634758 h 4528839"/>
              <a:gd name="csX13" fmla="*/ 682753 w 3706368"/>
              <a:gd name="csY13" fmla="*/ 3553478 h 4528839"/>
              <a:gd name="csX14" fmla="*/ 1463041 w 3706368"/>
              <a:gd name="csY14" fmla="*/ 3390918 h 4528839"/>
              <a:gd name="csX15" fmla="*/ 1532584 w 3706368"/>
              <a:gd name="csY15" fmla="*/ 3415790 h 4528839"/>
              <a:gd name="csX16" fmla="*/ 1560577 w 3706368"/>
              <a:gd name="csY16" fmla="*/ 3472198 h 4528839"/>
              <a:gd name="csX17" fmla="*/ 1560577 w 3706368"/>
              <a:gd name="csY17" fmla="*/ 3740422 h 4528839"/>
              <a:gd name="csX18" fmla="*/ 1365505 w 3706368"/>
              <a:gd name="csY18" fmla="*/ 3772934 h 4528839"/>
              <a:gd name="csX19" fmla="*/ 1365505 w 3706368"/>
              <a:gd name="csY19" fmla="*/ 3472198 h 4528839"/>
              <a:gd name="csX20" fmla="*/ 1463041 w 3706368"/>
              <a:gd name="csY20" fmla="*/ 3390918 h 4528839"/>
              <a:gd name="csX21" fmla="*/ 2243329 w 3706368"/>
              <a:gd name="csY21" fmla="*/ 3228358 h 4528839"/>
              <a:gd name="csX22" fmla="*/ 2312872 w 3706368"/>
              <a:gd name="csY22" fmla="*/ 3253230 h 4528839"/>
              <a:gd name="csX23" fmla="*/ 2340865 w 3706368"/>
              <a:gd name="csY23" fmla="*/ 3309638 h 4528839"/>
              <a:gd name="csX24" fmla="*/ 2340865 w 3706368"/>
              <a:gd name="csY24" fmla="*/ 3610374 h 4528839"/>
              <a:gd name="csX25" fmla="*/ 2145793 w 3706368"/>
              <a:gd name="csY25" fmla="*/ 3642886 h 4528839"/>
              <a:gd name="csX26" fmla="*/ 2145793 w 3706368"/>
              <a:gd name="csY26" fmla="*/ 3309638 h 4528839"/>
              <a:gd name="csX27" fmla="*/ 2243329 w 3706368"/>
              <a:gd name="csY27" fmla="*/ 3228358 h 4528839"/>
              <a:gd name="csX28" fmla="*/ 3023617 w 3706368"/>
              <a:gd name="csY28" fmla="*/ 3065798 h 4528839"/>
              <a:gd name="csX29" fmla="*/ 3093160 w 3706368"/>
              <a:gd name="csY29" fmla="*/ 3090670 h 4528839"/>
              <a:gd name="csX30" fmla="*/ 3121153 w 3706368"/>
              <a:gd name="csY30" fmla="*/ 3147078 h 4528839"/>
              <a:gd name="csX31" fmla="*/ 3121153 w 3706368"/>
              <a:gd name="csY31" fmla="*/ 3480326 h 4528839"/>
              <a:gd name="csX32" fmla="*/ 2926081 w 3706368"/>
              <a:gd name="csY32" fmla="*/ 3512838 h 4528839"/>
              <a:gd name="csX33" fmla="*/ 2926081 w 3706368"/>
              <a:gd name="csY33" fmla="*/ 3147078 h 4528839"/>
              <a:gd name="csX34" fmla="*/ 3023617 w 3706368"/>
              <a:gd name="csY34" fmla="*/ 3065798 h 4528839"/>
              <a:gd name="csX35" fmla="*/ 1072897 w 3706368"/>
              <a:gd name="csY35" fmla="*/ 2740678 h 4528839"/>
              <a:gd name="csX36" fmla="*/ 1142440 w 3706368"/>
              <a:gd name="csY36" fmla="*/ 2765550 h 4528839"/>
              <a:gd name="csX37" fmla="*/ 1170433 w 3706368"/>
              <a:gd name="csY37" fmla="*/ 2821958 h 4528839"/>
              <a:gd name="csX38" fmla="*/ 1170433 w 3706368"/>
              <a:gd name="csY38" fmla="*/ 2981105 h 4528839"/>
              <a:gd name="csX39" fmla="*/ 975361 w 3706368"/>
              <a:gd name="csY39" fmla="*/ 3021745 h 4528839"/>
              <a:gd name="csX40" fmla="*/ 975361 w 3706368"/>
              <a:gd name="csY40" fmla="*/ 2821958 h 4528839"/>
              <a:gd name="csX41" fmla="*/ 1072897 w 3706368"/>
              <a:gd name="csY41" fmla="*/ 2740678 h 4528839"/>
              <a:gd name="csX42" fmla="*/ 3433960 w 3706368"/>
              <a:gd name="csY42" fmla="*/ 2684409 h 4528839"/>
              <a:gd name="csX43" fmla="*/ 3473766 w 3706368"/>
              <a:gd name="csY43" fmla="*/ 2699849 h 4528839"/>
              <a:gd name="csX44" fmla="*/ 3511297 w 3706368"/>
              <a:gd name="csY44" fmla="*/ 2763924 h 4528839"/>
              <a:gd name="csX45" fmla="*/ 3511297 w 3706368"/>
              <a:gd name="csY45" fmla="*/ 3415302 h 4528839"/>
              <a:gd name="csX46" fmla="*/ 3316225 w 3706368"/>
              <a:gd name="csY46" fmla="*/ 3447815 h 4528839"/>
              <a:gd name="csX47" fmla="*/ 3316225 w 3706368"/>
              <a:gd name="csY47" fmla="*/ 3147078 h 4528839"/>
              <a:gd name="csX48" fmla="*/ 3034249 w 3706368"/>
              <a:gd name="csY48" fmla="*/ 2903238 h 4528839"/>
              <a:gd name="csX49" fmla="*/ 2818279 w 3706368"/>
              <a:gd name="csY49" fmla="*/ 2979817 h 4528839"/>
              <a:gd name="csX50" fmla="*/ 2731009 w 3706368"/>
              <a:gd name="csY50" fmla="*/ 3161384 h 4528839"/>
              <a:gd name="csX51" fmla="*/ 2731009 w 3706368"/>
              <a:gd name="csY51" fmla="*/ 3545351 h 4528839"/>
              <a:gd name="csX52" fmla="*/ 2535937 w 3706368"/>
              <a:gd name="csY52" fmla="*/ 3577862 h 4528839"/>
              <a:gd name="csX53" fmla="*/ 2535937 w 3706368"/>
              <a:gd name="csY53" fmla="*/ 3309638 h 4528839"/>
              <a:gd name="csX54" fmla="*/ 2253960 w 3706368"/>
              <a:gd name="csY54" fmla="*/ 3065798 h 4528839"/>
              <a:gd name="csX55" fmla="*/ 2037991 w 3706368"/>
              <a:gd name="csY55" fmla="*/ 3142377 h 4528839"/>
              <a:gd name="csX56" fmla="*/ 1950721 w 3706368"/>
              <a:gd name="csY56" fmla="*/ 3323944 h 4528839"/>
              <a:gd name="csX57" fmla="*/ 1950721 w 3706368"/>
              <a:gd name="csY57" fmla="*/ 3675398 h 4528839"/>
              <a:gd name="csX58" fmla="*/ 1755649 w 3706368"/>
              <a:gd name="csY58" fmla="*/ 3707911 h 4528839"/>
              <a:gd name="csX59" fmla="*/ 1755649 w 3706368"/>
              <a:gd name="csY59" fmla="*/ 3472198 h 4528839"/>
              <a:gd name="csX60" fmla="*/ 1473672 w 3706368"/>
              <a:gd name="csY60" fmla="*/ 3228358 h 4528839"/>
              <a:gd name="csX61" fmla="*/ 1257703 w 3706368"/>
              <a:gd name="csY61" fmla="*/ 3304937 h 4528839"/>
              <a:gd name="csX62" fmla="*/ 1170433 w 3706368"/>
              <a:gd name="csY62" fmla="*/ 3486504 h 4528839"/>
              <a:gd name="csX63" fmla="*/ 1170433 w 3706368"/>
              <a:gd name="csY63" fmla="*/ 3805446 h 4528839"/>
              <a:gd name="csX64" fmla="*/ 975361 w 3706368"/>
              <a:gd name="csY64" fmla="*/ 3837958 h 4528839"/>
              <a:gd name="csX65" fmla="*/ 975361 w 3706368"/>
              <a:gd name="csY65" fmla="*/ 3634758 h 4528839"/>
              <a:gd name="csX66" fmla="*/ 693384 w 3706368"/>
              <a:gd name="csY66" fmla="*/ 3390918 h 4528839"/>
              <a:gd name="csX67" fmla="*/ 477415 w 3706368"/>
              <a:gd name="csY67" fmla="*/ 3467497 h 4528839"/>
              <a:gd name="csX68" fmla="*/ 390145 w 3706368"/>
              <a:gd name="csY68" fmla="*/ 3649064 h 4528839"/>
              <a:gd name="csX69" fmla="*/ 390145 w 3706368"/>
              <a:gd name="csY69" fmla="*/ 3935495 h 4528839"/>
              <a:gd name="csX70" fmla="*/ 195073 w 3706368"/>
              <a:gd name="csY70" fmla="*/ 3968006 h 4528839"/>
              <a:gd name="csX71" fmla="*/ 197121 w 3706368"/>
              <a:gd name="csY71" fmla="*/ 3415140 h 4528839"/>
              <a:gd name="csX72" fmla="*/ 270956 w 3706368"/>
              <a:gd name="csY72" fmla="*/ 3336542 h 4528839"/>
              <a:gd name="csX73" fmla="*/ 3390060 w 3706368"/>
              <a:gd name="csY73" fmla="*/ 2685083 h 4528839"/>
              <a:gd name="csX74" fmla="*/ 3433960 w 3706368"/>
              <a:gd name="csY74" fmla="*/ 2684409 h 4528839"/>
              <a:gd name="csX75" fmla="*/ 1853185 w 3706368"/>
              <a:gd name="csY75" fmla="*/ 2578118 h 4528839"/>
              <a:gd name="csX76" fmla="*/ 1922728 w 3706368"/>
              <a:gd name="csY76" fmla="*/ 2602990 h 4528839"/>
              <a:gd name="csX77" fmla="*/ 1950721 w 3706368"/>
              <a:gd name="csY77" fmla="*/ 2659398 h 4528839"/>
              <a:gd name="csX78" fmla="*/ 1950721 w 3706368"/>
              <a:gd name="csY78" fmla="*/ 2818057 h 4528839"/>
              <a:gd name="csX79" fmla="*/ 1755649 w 3706368"/>
              <a:gd name="csY79" fmla="*/ 2858697 h 4528839"/>
              <a:gd name="csX80" fmla="*/ 1755649 w 3706368"/>
              <a:gd name="csY80" fmla="*/ 2659398 h 4528839"/>
              <a:gd name="csX81" fmla="*/ 1853185 w 3706368"/>
              <a:gd name="csY81" fmla="*/ 2578118 h 4528839"/>
              <a:gd name="csX82" fmla="*/ 2633473 w 3706368"/>
              <a:gd name="csY82" fmla="*/ 2415558 h 4528839"/>
              <a:gd name="csX83" fmla="*/ 2703016 w 3706368"/>
              <a:gd name="csY83" fmla="*/ 2440430 h 4528839"/>
              <a:gd name="csX84" fmla="*/ 2731009 w 3706368"/>
              <a:gd name="csY84" fmla="*/ 2496838 h 4528839"/>
              <a:gd name="csX85" fmla="*/ 2731009 w 3706368"/>
              <a:gd name="csY85" fmla="*/ 2655009 h 4528839"/>
              <a:gd name="csX86" fmla="*/ 2535937 w 3706368"/>
              <a:gd name="csY86" fmla="*/ 2695649 h 4528839"/>
              <a:gd name="csX87" fmla="*/ 2535937 w 3706368"/>
              <a:gd name="csY87" fmla="*/ 2496838 h 4528839"/>
              <a:gd name="csX88" fmla="*/ 2633473 w 3706368"/>
              <a:gd name="csY88" fmla="*/ 2415558 h 4528839"/>
              <a:gd name="csX89" fmla="*/ 3238888 w 3706368"/>
              <a:gd name="csY89" fmla="*/ 1952564 h 4528839"/>
              <a:gd name="csX90" fmla="*/ 3278694 w 3706368"/>
              <a:gd name="csY90" fmla="*/ 1968004 h 4528839"/>
              <a:gd name="csX91" fmla="*/ 3316225 w 3706368"/>
              <a:gd name="csY91" fmla="*/ 2032080 h 4528839"/>
              <a:gd name="csX92" fmla="*/ 3316225 w 3706368"/>
              <a:gd name="csY92" fmla="*/ 2532846 h 4528839"/>
              <a:gd name="csX93" fmla="*/ 2926081 w 3706368"/>
              <a:gd name="csY93" fmla="*/ 2614126 h 4528839"/>
              <a:gd name="csX94" fmla="*/ 2926081 w 3706368"/>
              <a:gd name="csY94" fmla="*/ 2496839 h 4528839"/>
              <a:gd name="csX95" fmla="*/ 2644105 w 3706368"/>
              <a:gd name="csY95" fmla="*/ 2252999 h 4528839"/>
              <a:gd name="csX96" fmla="*/ 2428135 w 3706368"/>
              <a:gd name="csY96" fmla="*/ 2329578 h 4528839"/>
              <a:gd name="csX97" fmla="*/ 2340865 w 3706368"/>
              <a:gd name="csY97" fmla="*/ 2511144 h 4528839"/>
              <a:gd name="csX98" fmla="*/ 2340865 w 3706368"/>
              <a:gd name="csY98" fmla="*/ 2736534 h 4528839"/>
              <a:gd name="csX99" fmla="*/ 2145793 w 3706368"/>
              <a:gd name="csY99" fmla="*/ 2777174 h 4528839"/>
              <a:gd name="csX100" fmla="*/ 2145793 w 3706368"/>
              <a:gd name="csY100" fmla="*/ 2659399 h 4528839"/>
              <a:gd name="csX101" fmla="*/ 1863816 w 3706368"/>
              <a:gd name="csY101" fmla="*/ 2415559 h 4528839"/>
              <a:gd name="csX102" fmla="*/ 1647847 w 3706368"/>
              <a:gd name="csY102" fmla="*/ 2492138 h 4528839"/>
              <a:gd name="csX103" fmla="*/ 1560577 w 3706368"/>
              <a:gd name="csY103" fmla="*/ 2673704 h 4528839"/>
              <a:gd name="csX104" fmla="*/ 1560577 w 3706368"/>
              <a:gd name="csY104" fmla="*/ 2899581 h 4528839"/>
              <a:gd name="csX105" fmla="*/ 1365505 w 3706368"/>
              <a:gd name="csY105" fmla="*/ 2940221 h 4528839"/>
              <a:gd name="csX106" fmla="*/ 1365505 w 3706368"/>
              <a:gd name="csY106" fmla="*/ 2821959 h 4528839"/>
              <a:gd name="csX107" fmla="*/ 1083528 w 3706368"/>
              <a:gd name="csY107" fmla="*/ 2578119 h 4528839"/>
              <a:gd name="csX108" fmla="*/ 867559 w 3706368"/>
              <a:gd name="csY108" fmla="*/ 2654698 h 4528839"/>
              <a:gd name="csX109" fmla="*/ 780289 w 3706368"/>
              <a:gd name="csY109" fmla="*/ 2836264 h 4528839"/>
              <a:gd name="csX110" fmla="*/ 780289 w 3706368"/>
              <a:gd name="csY110" fmla="*/ 3062710 h 4528839"/>
              <a:gd name="csX111" fmla="*/ 390145 w 3706368"/>
              <a:gd name="csY111" fmla="*/ 3143990 h 4528839"/>
              <a:gd name="csX112" fmla="*/ 392876 w 3706368"/>
              <a:gd name="csY112" fmla="*/ 2602340 h 4528839"/>
              <a:gd name="csX113" fmla="*/ 466613 w 3706368"/>
              <a:gd name="csY113" fmla="*/ 2523742 h 4528839"/>
              <a:gd name="csX114" fmla="*/ 3194988 w 3706368"/>
              <a:gd name="csY114" fmla="*/ 1953238 h 4528839"/>
              <a:gd name="csX115" fmla="*/ 3238888 w 3706368"/>
              <a:gd name="csY115" fmla="*/ 1952564 h 4528839"/>
              <a:gd name="csX116" fmla="*/ 3042611 w 3706368"/>
              <a:gd name="csY116" fmla="*/ 1141090 h 4528839"/>
              <a:gd name="csX117" fmla="*/ 3082952 w 3706368"/>
              <a:gd name="csY117" fmla="*/ 1156304 h 4528839"/>
              <a:gd name="csX118" fmla="*/ 3121153 w 3706368"/>
              <a:gd name="csY118" fmla="*/ 1220742 h 4528839"/>
              <a:gd name="csX119" fmla="*/ 3121153 w 3706368"/>
              <a:gd name="csY119" fmla="*/ 1801813 h 4528839"/>
              <a:gd name="csX120" fmla="*/ 2926081 w 3706368"/>
              <a:gd name="csY120" fmla="*/ 1842453 h 4528839"/>
              <a:gd name="csX121" fmla="*/ 2926081 w 3706368"/>
              <a:gd name="csY121" fmla="*/ 1440198 h 4528839"/>
              <a:gd name="csX122" fmla="*/ 2828545 w 3706368"/>
              <a:gd name="csY122" fmla="*/ 1358918 h 4528839"/>
              <a:gd name="csX123" fmla="*/ 2731009 w 3706368"/>
              <a:gd name="csY123" fmla="*/ 1440198 h 4528839"/>
              <a:gd name="csX124" fmla="*/ 2731009 w 3706368"/>
              <a:gd name="csY124" fmla="*/ 1883012 h 4528839"/>
              <a:gd name="csX125" fmla="*/ 2438401 w 3706368"/>
              <a:gd name="csY125" fmla="*/ 1944135 h 4528839"/>
              <a:gd name="csX126" fmla="*/ 2438401 w 3706368"/>
              <a:gd name="csY126" fmla="*/ 1521478 h 4528839"/>
              <a:gd name="csX127" fmla="*/ 2340865 w 3706368"/>
              <a:gd name="csY127" fmla="*/ 1440198 h 4528839"/>
              <a:gd name="csX128" fmla="*/ 2243329 w 3706368"/>
              <a:gd name="csY128" fmla="*/ 1521478 h 4528839"/>
              <a:gd name="csX129" fmla="*/ 2243329 w 3706368"/>
              <a:gd name="csY129" fmla="*/ 1985100 h 4528839"/>
              <a:gd name="csX130" fmla="*/ 1950721 w 3706368"/>
              <a:gd name="csY130" fmla="*/ 2046222 h 4528839"/>
              <a:gd name="csX131" fmla="*/ 1950721 w 3706368"/>
              <a:gd name="csY131" fmla="*/ 1684038 h 4528839"/>
              <a:gd name="csX132" fmla="*/ 1853185 w 3706368"/>
              <a:gd name="csY132" fmla="*/ 1602758 h 4528839"/>
              <a:gd name="csX133" fmla="*/ 1755649 w 3706368"/>
              <a:gd name="csY133" fmla="*/ 1684038 h 4528839"/>
              <a:gd name="csX134" fmla="*/ 1755649 w 3706368"/>
              <a:gd name="csY134" fmla="*/ 2086943 h 4528839"/>
              <a:gd name="csX135" fmla="*/ 1463041 w 3706368"/>
              <a:gd name="csY135" fmla="*/ 2148066 h 4528839"/>
              <a:gd name="csX136" fmla="*/ 1463041 w 3706368"/>
              <a:gd name="csY136" fmla="*/ 1765318 h 4528839"/>
              <a:gd name="csX137" fmla="*/ 1365505 w 3706368"/>
              <a:gd name="csY137" fmla="*/ 1684038 h 4528839"/>
              <a:gd name="csX138" fmla="*/ 1267969 w 3706368"/>
              <a:gd name="csY138" fmla="*/ 1765318 h 4528839"/>
              <a:gd name="csX139" fmla="*/ 1267969 w 3706368"/>
              <a:gd name="csY139" fmla="*/ 2188869 h 4528839"/>
              <a:gd name="csX140" fmla="*/ 975361 w 3706368"/>
              <a:gd name="csY140" fmla="*/ 2249991 h 4528839"/>
              <a:gd name="csX141" fmla="*/ 975361 w 3706368"/>
              <a:gd name="csY141" fmla="*/ 1846598 h 4528839"/>
              <a:gd name="csX142" fmla="*/ 877825 w 3706368"/>
              <a:gd name="csY142" fmla="*/ 1765318 h 4528839"/>
              <a:gd name="csX143" fmla="*/ 780289 w 3706368"/>
              <a:gd name="csY143" fmla="*/ 1846598 h 4528839"/>
              <a:gd name="csX144" fmla="*/ 780289 w 3706368"/>
              <a:gd name="csY144" fmla="*/ 2290794 h 4528839"/>
              <a:gd name="csX145" fmla="*/ 585217 w 3706368"/>
              <a:gd name="csY145" fmla="*/ 2331434 h 4528839"/>
              <a:gd name="csX146" fmla="*/ 586680 w 3706368"/>
              <a:gd name="csY146" fmla="*/ 1743292 h 4528839"/>
              <a:gd name="csX147" fmla="*/ 658954 w 3706368"/>
              <a:gd name="csY147" fmla="*/ 1664938 h 4528839"/>
              <a:gd name="csX148" fmla="*/ 2998355 w 3706368"/>
              <a:gd name="csY148" fmla="*/ 1142307 h 4528839"/>
              <a:gd name="csX149" fmla="*/ 3042611 w 3706368"/>
              <a:gd name="csY149" fmla="*/ 1141090 h 4528839"/>
              <a:gd name="csX150" fmla="*/ 2845764 w 3706368"/>
              <a:gd name="csY150" fmla="*/ 412318 h 4528839"/>
              <a:gd name="csX151" fmla="*/ 2886939 w 3706368"/>
              <a:gd name="csY151" fmla="*/ 427218 h 4528839"/>
              <a:gd name="csX152" fmla="*/ 2926080 w 3706368"/>
              <a:gd name="csY152" fmla="*/ 492311 h 4528839"/>
              <a:gd name="csX153" fmla="*/ 2926080 w 3706368"/>
              <a:gd name="csY153" fmla="*/ 990151 h 4528839"/>
              <a:gd name="csX154" fmla="*/ 2731008 w 3706368"/>
              <a:gd name="csY154" fmla="*/ 1033799 h 4528839"/>
              <a:gd name="csX155" fmla="*/ 2731008 w 3706368"/>
              <a:gd name="csY155" fmla="*/ 708679 h 4528839"/>
              <a:gd name="csX156" fmla="*/ 2633472 w 3706368"/>
              <a:gd name="csY156" fmla="*/ 627398 h 4528839"/>
              <a:gd name="csX157" fmla="*/ 2535936 w 3706368"/>
              <a:gd name="csY157" fmla="*/ 708679 h 4528839"/>
              <a:gd name="csX158" fmla="*/ 2535936 w 3706368"/>
              <a:gd name="csY158" fmla="*/ 1077609 h 4528839"/>
              <a:gd name="csX159" fmla="*/ 2340864 w 3706368"/>
              <a:gd name="csY159" fmla="*/ 1121174 h 4528839"/>
              <a:gd name="csX160" fmla="*/ 2340864 w 3706368"/>
              <a:gd name="csY160" fmla="*/ 789959 h 4528839"/>
              <a:gd name="csX161" fmla="*/ 2243328 w 3706368"/>
              <a:gd name="csY161" fmla="*/ 708679 h 4528839"/>
              <a:gd name="csX162" fmla="*/ 2145792 w 3706368"/>
              <a:gd name="csY162" fmla="*/ 789959 h 4528839"/>
              <a:gd name="csX163" fmla="*/ 2145792 w 3706368"/>
              <a:gd name="csY163" fmla="*/ 1164740 h 4528839"/>
              <a:gd name="csX164" fmla="*/ 1950720 w 3706368"/>
              <a:gd name="csY164" fmla="*/ 1208307 h 4528839"/>
              <a:gd name="csX165" fmla="*/ 1950720 w 3706368"/>
              <a:gd name="csY165" fmla="*/ 871238 h 4528839"/>
              <a:gd name="csX166" fmla="*/ 1853184 w 3706368"/>
              <a:gd name="csY166" fmla="*/ 789959 h 4528839"/>
              <a:gd name="csX167" fmla="*/ 1755648 w 3706368"/>
              <a:gd name="csY167" fmla="*/ 871238 h 4528839"/>
              <a:gd name="csX168" fmla="*/ 1755648 w 3706368"/>
              <a:gd name="csY168" fmla="*/ 1251873 h 4528839"/>
              <a:gd name="csX169" fmla="*/ 1560576 w 3706368"/>
              <a:gd name="csY169" fmla="*/ 1295520 h 4528839"/>
              <a:gd name="csX170" fmla="*/ 1560576 w 3706368"/>
              <a:gd name="csY170" fmla="*/ 952518 h 4528839"/>
              <a:gd name="csX171" fmla="*/ 1463040 w 3706368"/>
              <a:gd name="csY171" fmla="*/ 871238 h 4528839"/>
              <a:gd name="csX172" fmla="*/ 1365504 w 3706368"/>
              <a:gd name="csY172" fmla="*/ 952518 h 4528839"/>
              <a:gd name="csX173" fmla="*/ 1365504 w 3706368"/>
              <a:gd name="csY173" fmla="*/ 1339086 h 4528839"/>
              <a:gd name="csX174" fmla="*/ 1170432 w 3706368"/>
              <a:gd name="csY174" fmla="*/ 1382652 h 4528839"/>
              <a:gd name="csX175" fmla="*/ 1170432 w 3706368"/>
              <a:gd name="csY175" fmla="*/ 1033799 h 4528839"/>
              <a:gd name="csX176" fmla="*/ 1072896 w 3706368"/>
              <a:gd name="csY176" fmla="*/ 952518 h 4528839"/>
              <a:gd name="csX177" fmla="*/ 975360 w 3706368"/>
              <a:gd name="csY177" fmla="*/ 1033799 h 4528839"/>
              <a:gd name="csX178" fmla="*/ 975360 w 3706368"/>
              <a:gd name="csY178" fmla="*/ 1426218 h 4528839"/>
              <a:gd name="csX179" fmla="*/ 780971 w 3706368"/>
              <a:gd name="csY179" fmla="*/ 1469703 h 4528839"/>
              <a:gd name="csX180" fmla="*/ 784287 w 3706368"/>
              <a:gd name="csY180" fmla="*/ 971376 h 4528839"/>
              <a:gd name="csX181" fmla="*/ 854123 w 3706368"/>
              <a:gd name="csY181" fmla="*/ 893915 h 4528839"/>
              <a:gd name="csX182" fmla="*/ 2800942 w 3706368"/>
              <a:gd name="csY182" fmla="*/ 414363 h 4528839"/>
              <a:gd name="csX183" fmla="*/ 2845764 w 3706368"/>
              <a:gd name="csY183" fmla="*/ 412318 h 4528839"/>
              <a:gd name="csX184" fmla="*/ 2653672 w 3706368"/>
              <a:gd name="csY184" fmla="*/ 1763 h 4528839"/>
              <a:gd name="csX185" fmla="*/ 2693478 w 3706368"/>
              <a:gd name="csY185" fmla="*/ 17203 h 4528839"/>
              <a:gd name="csX186" fmla="*/ 2731009 w 3706368"/>
              <a:gd name="csY186" fmla="*/ 81279 h 4528839"/>
              <a:gd name="csX187" fmla="*/ 2731009 w 3706368"/>
              <a:gd name="csY187" fmla="*/ 262208 h 4528839"/>
              <a:gd name="csX188" fmla="*/ 975361 w 3706368"/>
              <a:gd name="csY188" fmla="*/ 694211 h 4528839"/>
              <a:gd name="csX189" fmla="*/ 975361 w 3706368"/>
              <a:gd name="csY189" fmla="*/ 406317 h 4528839"/>
              <a:gd name="csX190" fmla="*/ 1049196 w 3706368"/>
              <a:gd name="csY190" fmla="*/ 327557 h 4528839"/>
              <a:gd name="csX191" fmla="*/ 2609772 w 3706368"/>
              <a:gd name="csY191" fmla="*/ 2437 h 4528839"/>
              <a:gd name="csX192" fmla="*/ 2653672 w 3706368"/>
              <a:gd name="csY192" fmla="*/ 1763 h 45288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</a:cxnLst>
            <a:rect l="l" t="t" r="r" b="b"/>
            <a:pathLst>
              <a:path w="3706368" h="4528839">
                <a:moveTo>
                  <a:pt x="3589325" y="3568028"/>
                </a:moveTo>
                <a:cubicBezTo>
                  <a:pt x="3618025" y="3563146"/>
                  <a:pt x="3647839" y="3569271"/>
                  <a:pt x="3670527" y="3584712"/>
                </a:cubicBezTo>
                <a:cubicBezTo>
                  <a:pt x="3693215" y="3600152"/>
                  <a:pt x="3706374" y="3623272"/>
                  <a:pt x="3706368" y="3647682"/>
                </a:cubicBezTo>
                <a:lnTo>
                  <a:pt x="3706368" y="4528839"/>
                </a:lnTo>
                <a:lnTo>
                  <a:pt x="0" y="4528839"/>
                </a:lnTo>
                <a:lnTo>
                  <a:pt x="0" y="4232898"/>
                </a:lnTo>
                <a:cubicBezTo>
                  <a:pt x="-9" y="4194269"/>
                  <a:pt x="32610" y="4160970"/>
                  <a:pt x="78029" y="4153244"/>
                </a:cubicBezTo>
                <a:close/>
                <a:moveTo>
                  <a:pt x="682753" y="3553478"/>
                </a:moveTo>
                <a:cubicBezTo>
                  <a:pt x="709058" y="3553424"/>
                  <a:pt x="734222" y="3562423"/>
                  <a:pt x="752296" y="3578350"/>
                </a:cubicBezTo>
                <a:cubicBezTo>
                  <a:pt x="770384" y="3593231"/>
                  <a:pt x="780481" y="3613577"/>
                  <a:pt x="780289" y="3634758"/>
                </a:cubicBezTo>
                <a:lnTo>
                  <a:pt x="780289" y="3870470"/>
                </a:lnTo>
                <a:lnTo>
                  <a:pt x="585217" y="3902982"/>
                </a:lnTo>
                <a:lnTo>
                  <a:pt x="585217" y="3634758"/>
                </a:lnTo>
                <a:cubicBezTo>
                  <a:pt x="585217" y="3589869"/>
                  <a:pt x="628885" y="3553478"/>
                  <a:pt x="682753" y="3553478"/>
                </a:cubicBezTo>
                <a:close/>
                <a:moveTo>
                  <a:pt x="1463041" y="3390918"/>
                </a:moveTo>
                <a:cubicBezTo>
                  <a:pt x="1489346" y="3390864"/>
                  <a:pt x="1514510" y="3399863"/>
                  <a:pt x="1532584" y="3415790"/>
                </a:cubicBezTo>
                <a:cubicBezTo>
                  <a:pt x="1550672" y="3430671"/>
                  <a:pt x="1560769" y="3451017"/>
                  <a:pt x="1560577" y="3472198"/>
                </a:cubicBezTo>
                <a:lnTo>
                  <a:pt x="1560577" y="3740422"/>
                </a:lnTo>
                <a:lnTo>
                  <a:pt x="1365505" y="3772934"/>
                </a:lnTo>
                <a:lnTo>
                  <a:pt x="1365505" y="3472198"/>
                </a:lnTo>
                <a:cubicBezTo>
                  <a:pt x="1365505" y="3427309"/>
                  <a:pt x="1409173" y="3390918"/>
                  <a:pt x="1463041" y="3390918"/>
                </a:cubicBezTo>
                <a:close/>
                <a:moveTo>
                  <a:pt x="2243329" y="3228358"/>
                </a:moveTo>
                <a:cubicBezTo>
                  <a:pt x="2269634" y="3228304"/>
                  <a:pt x="2294798" y="3237303"/>
                  <a:pt x="2312872" y="3253230"/>
                </a:cubicBezTo>
                <a:cubicBezTo>
                  <a:pt x="2330960" y="3268111"/>
                  <a:pt x="2341057" y="3288457"/>
                  <a:pt x="2340865" y="3309638"/>
                </a:cubicBezTo>
                <a:lnTo>
                  <a:pt x="2340865" y="3610374"/>
                </a:lnTo>
                <a:lnTo>
                  <a:pt x="2145793" y="3642886"/>
                </a:lnTo>
                <a:lnTo>
                  <a:pt x="2145793" y="3309638"/>
                </a:lnTo>
                <a:cubicBezTo>
                  <a:pt x="2145793" y="3264749"/>
                  <a:pt x="2189461" y="3228358"/>
                  <a:pt x="2243329" y="3228358"/>
                </a:cubicBezTo>
                <a:close/>
                <a:moveTo>
                  <a:pt x="3023617" y="3065798"/>
                </a:moveTo>
                <a:cubicBezTo>
                  <a:pt x="3049922" y="3065744"/>
                  <a:pt x="3075086" y="3074743"/>
                  <a:pt x="3093160" y="3090670"/>
                </a:cubicBezTo>
                <a:cubicBezTo>
                  <a:pt x="3111248" y="3105551"/>
                  <a:pt x="3121345" y="3125897"/>
                  <a:pt x="3121153" y="3147078"/>
                </a:cubicBezTo>
                <a:lnTo>
                  <a:pt x="3121153" y="3480326"/>
                </a:lnTo>
                <a:lnTo>
                  <a:pt x="2926081" y="3512838"/>
                </a:lnTo>
                <a:lnTo>
                  <a:pt x="2926081" y="3147078"/>
                </a:lnTo>
                <a:cubicBezTo>
                  <a:pt x="2926081" y="3102189"/>
                  <a:pt x="2969749" y="3065798"/>
                  <a:pt x="3023617" y="3065798"/>
                </a:cubicBezTo>
                <a:close/>
                <a:moveTo>
                  <a:pt x="1072897" y="2740678"/>
                </a:moveTo>
                <a:cubicBezTo>
                  <a:pt x="1099202" y="2740624"/>
                  <a:pt x="1124366" y="2749623"/>
                  <a:pt x="1142440" y="2765550"/>
                </a:cubicBezTo>
                <a:cubicBezTo>
                  <a:pt x="1160528" y="2780431"/>
                  <a:pt x="1170625" y="2800777"/>
                  <a:pt x="1170433" y="2821958"/>
                </a:cubicBezTo>
                <a:lnTo>
                  <a:pt x="1170433" y="2981105"/>
                </a:lnTo>
                <a:lnTo>
                  <a:pt x="975361" y="3021745"/>
                </a:lnTo>
                <a:lnTo>
                  <a:pt x="975361" y="2821958"/>
                </a:lnTo>
                <a:cubicBezTo>
                  <a:pt x="975361" y="2777069"/>
                  <a:pt x="1019029" y="2740678"/>
                  <a:pt x="1072897" y="2740678"/>
                </a:cubicBezTo>
                <a:close/>
                <a:moveTo>
                  <a:pt x="3433960" y="2684409"/>
                </a:moveTo>
                <a:cubicBezTo>
                  <a:pt x="3448283" y="2686935"/>
                  <a:pt x="3461924" y="2692148"/>
                  <a:pt x="3473766" y="2699849"/>
                </a:cubicBezTo>
                <a:cubicBezTo>
                  <a:pt x="3497451" y="2715251"/>
                  <a:pt x="3511296" y="2738889"/>
                  <a:pt x="3511297" y="2763924"/>
                </a:cubicBezTo>
                <a:lnTo>
                  <a:pt x="3511297" y="3415302"/>
                </a:lnTo>
                <a:lnTo>
                  <a:pt x="3316225" y="3447815"/>
                </a:lnTo>
                <a:lnTo>
                  <a:pt x="3316225" y="3147078"/>
                </a:lnTo>
                <a:cubicBezTo>
                  <a:pt x="3315526" y="3016065"/>
                  <a:pt x="3191331" y="2908667"/>
                  <a:pt x="3034249" y="2903238"/>
                </a:cubicBezTo>
                <a:cubicBezTo>
                  <a:pt x="2952903" y="2903817"/>
                  <a:pt x="2875185" y="2931374"/>
                  <a:pt x="2818279" y="2979817"/>
                </a:cubicBezTo>
                <a:cubicBezTo>
                  <a:pt x="2761373" y="3028261"/>
                  <a:pt x="2729968" y="3093599"/>
                  <a:pt x="2731009" y="3161384"/>
                </a:cubicBezTo>
                <a:lnTo>
                  <a:pt x="2731009" y="3545351"/>
                </a:lnTo>
                <a:lnTo>
                  <a:pt x="2535937" y="3577862"/>
                </a:lnTo>
                <a:lnTo>
                  <a:pt x="2535937" y="3309638"/>
                </a:lnTo>
                <a:cubicBezTo>
                  <a:pt x="2535238" y="3178625"/>
                  <a:pt x="2411043" y="3071227"/>
                  <a:pt x="2253960" y="3065798"/>
                </a:cubicBezTo>
                <a:cubicBezTo>
                  <a:pt x="2172615" y="3066377"/>
                  <a:pt x="2094897" y="3093934"/>
                  <a:pt x="2037991" y="3142377"/>
                </a:cubicBezTo>
                <a:cubicBezTo>
                  <a:pt x="1981085" y="3190821"/>
                  <a:pt x="1949681" y="3256159"/>
                  <a:pt x="1950721" y="3323944"/>
                </a:cubicBezTo>
                <a:lnTo>
                  <a:pt x="1950721" y="3675398"/>
                </a:lnTo>
                <a:lnTo>
                  <a:pt x="1755649" y="3707911"/>
                </a:lnTo>
                <a:lnTo>
                  <a:pt x="1755649" y="3472198"/>
                </a:lnTo>
                <a:cubicBezTo>
                  <a:pt x="1754950" y="3341185"/>
                  <a:pt x="1630755" y="3233787"/>
                  <a:pt x="1473672" y="3228358"/>
                </a:cubicBezTo>
                <a:cubicBezTo>
                  <a:pt x="1392327" y="3228937"/>
                  <a:pt x="1314609" y="3256494"/>
                  <a:pt x="1257703" y="3304937"/>
                </a:cubicBezTo>
                <a:cubicBezTo>
                  <a:pt x="1200797" y="3353381"/>
                  <a:pt x="1169393" y="3418719"/>
                  <a:pt x="1170433" y="3486504"/>
                </a:cubicBezTo>
                <a:lnTo>
                  <a:pt x="1170433" y="3805446"/>
                </a:lnTo>
                <a:lnTo>
                  <a:pt x="975361" y="3837958"/>
                </a:lnTo>
                <a:lnTo>
                  <a:pt x="975361" y="3634758"/>
                </a:lnTo>
                <a:cubicBezTo>
                  <a:pt x="974662" y="3503745"/>
                  <a:pt x="850467" y="3396347"/>
                  <a:pt x="693384" y="3390918"/>
                </a:cubicBezTo>
                <a:cubicBezTo>
                  <a:pt x="612039" y="3391497"/>
                  <a:pt x="534320" y="3419054"/>
                  <a:pt x="477415" y="3467497"/>
                </a:cubicBezTo>
                <a:cubicBezTo>
                  <a:pt x="420509" y="3515941"/>
                  <a:pt x="389104" y="3581279"/>
                  <a:pt x="390145" y="3649064"/>
                </a:cubicBezTo>
                <a:lnTo>
                  <a:pt x="390145" y="3935495"/>
                </a:lnTo>
                <a:lnTo>
                  <a:pt x="195073" y="3968006"/>
                </a:lnTo>
                <a:lnTo>
                  <a:pt x="197121" y="3415140"/>
                </a:lnTo>
                <a:cubicBezTo>
                  <a:pt x="197256" y="3377949"/>
                  <a:pt x="227665" y="3345579"/>
                  <a:pt x="270956" y="3336542"/>
                </a:cubicBezTo>
                <a:lnTo>
                  <a:pt x="3390060" y="2685083"/>
                </a:lnTo>
                <a:cubicBezTo>
                  <a:pt x="3404631" y="2682041"/>
                  <a:pt x="3419637" y="2681882"/>
                  <a:pt x="3433960" y="2684409"/>
                </a:cubicBezTo>
                <a:close/>
                <a:moveTo>
                  <a:pt x="1853185" y="2578118"/>
                </a:moveTo>
                <a:cubicBezTo>
                  <a:pt x="1879490" y="2578064"/>
                  <a:pt x="1904654" y="2587063"/>
                  <a:pt x="1922728" y="2602990"/>
                </a:cubicBezTo>
                <a:cubicBezTo>
                  <a:pt x="1940816" y="2617871"/>
                  <a:pt x="1950913" y="2638217"/>
                  <a:pt x="1950721" y="2659398"/>
                </a:cubicBezTo>
                <a:lnTo>
                  <a:pt x="1950721" y="2818057"/>
                </a:lnTo>
                <a:lnTo>
                  <a:pt x="1755649" y="2858697"/>
                </a:lnTo>
                <a:lnTo>
                  <a:pt x="1755649" y="2659398"/>
                </a:lnTo>
                <a:cubicBezTo>
                  <a:pt x="1755649" y="2614509"/>
                  <a:pt x="1799317" y="2578118"/>
                  <a:pt x="1853185" y="2578118"/>
                </a:cubicBezTo>
                <a:close/>
                <a:moveTo>
                  <a:pt x="2633473" y="2415558"/>
                </a:moveTo>
                <a:cubicBezTo>
                  <a:pt x="2659778" y="2415504"/>
                  <a:pt x="2684942" y="2424503"/>
                  <a:pt x="2703016" y="2440430"/>
                </a:cubicBezTo>
                <a:cubicBezTo>
                  <a:pt x="2721104" y="2455311"/>
                  <a:pt x="2731201" y="2475657"/>
                  <a:pt x="2731009" y="2496838"/>
                </a:cubicBezTo>
                <a:lnTo>
                  <a:pt x="2731009" y="2655009"/>
                </a:lnTo>
                <a:lnTo>
                  <a:pt x="2535937" y="2695649"/>
                </a:lnTo>
                <a:lnTo>
                  <a:pt x="2535937" y="2496838"/>
                </a:lnTo>
                <a:cubicBezTo>
                  <a:pt x="2535937" y="2451949"/>
                  <a:pt x="2579605" y="2415558"/>
                  <a:pt x="2633473" y="2415558"/>
                </a:cubicBezTo>
                <a:close/>
                <a:moveTo>
                  <a:pt x="3238888" y="1952564"/>
                </a:moveTo>
                <a:cubicBezTo>
                  <a:pt x="3253211" y="1955090"/>
                  <a:pt x="3266852" y="1960303"/>
                  <a:pt x="3278694" y="1968004"/>
                </a:cubicBezTo>
                <a:cubicBezTo>
                  <a:pt x="3302379" y="1983406"/>
                  <a:pt x="3316224" y="2007044"/>
                  <a:pt x="3316225" y="2032080"/>
                </a:cubicBezTo>
                <a:lnTo>
                  <a:pt x="3316225" y="2532846"/>
                </a:lnTo>
                <a:lnTo>
                  <a:pt x="2926081" y="2614126"/>
                </a:lnTo>
                <a:lnTo>
                  <a:pt x="2926081" y="2496839"/>
                </a:lnTo>
                <a:cubicBezTo>
                  <a:pt x="2925382" y="2365826"/>
                  <a:pt x="2801187" y="2258427"/>
                  <a:pt x="2644105" y="2252999"/>
                </a:cubicBezTo>
                <a:cubicBezTo>
                  <a:pt x="2562759" y="2253577"/>
                  <a:pt x="2485041" y="2281134"/>
                  <a:pt x="2428135" y="2329578"/>
                </a:cubicBezTo>
                <a:cubicBezTo>
                  <a:pt x="2371229" y="2378021"/>
                  <a:pt x="2339825" y="2443359"/>
                  <a:pt x="2340865" y="2511144"/>
                </a:cubicBezTo>
                <a:lnTo>
                  <a:pt x="2340865" y="2736534"/>
                </a:lnTo>
                <a:lnTo>
                  <a:pt x="2145793" y="2777174"/>
                </a:lnTo>
                <a:lnTo>
                  <a:pt x="2145793" y="2659399"/>
                </a:lnTo>
                <a:cubicBezTo>
                  <a:pt x="2145094" y="2528386"/>
                  <a:pt x="2020899" y="2420987"/>
                  <a:pt x="1863816" y="2415559"/>
                </a:cubicBezTo>
                <a:cubicBezTo>
                  <a:pt x="1782471" y="2416137"/>
                  <a:pt x="1704753" y="2443694"/>
                  <a:pt x="1647847" y="2492138"/>
                </a:cubicBezTo>
                <a:cubicBezTo>
                  <a:pt x="1590941" y="2540581"/>
                  <a:pt x="1559537" y="2605919"/>
                  <a:pt x="1560577" y="2673704"/>
                </a:cubicBezTo>
                <a:lnTo>
                  <a:pt x="1560577" y="2899581"/>
                </a:lnTo>
                <a:lnTo>
                  <a:pt x="1365505" y="2940221"/>
                </a:lnTo>
                <a:lnTo>
                  <a:pt x="1365505" y="2821959"/>
                </a:lnTo>
                <a:cubicBezTo>
                  <a:pt x="1364806" y="2690946"/>
                  <a:pt x="1240611" y="2583547"/>
                  <a:pt x="1083528" y="2578119"/>
                </a:cubicBezTo>
                <a:cubicBezTo>
                  <a:pt x="1002183" y="2578697"/>
                  <a:pt x="924465" y="2606254"/>
                  <a:pt x="867559" y="2654698"/>
                </a:cubicBezTo>
                <a:cubicBezTo>
                  <a:pt x="810653" y="2703141"/>
                  <a:pt x="779248" y="2768479"/>
                  <a:pt x="780289" y="2836264"/>
                </a:cubicBezTo>
                <a:lnTo>
                  <a:pt x="780289" y="3062710"/>
                </a:lnTo>
                <a:lnTo>
                  <a:pt x="390145" y="3143990"/>
                </a:lnTo>
                <a:lnTo>
                  <a:pt x="392876" y="2602340"/>
                </a:lnTo>
                <a:cubicBezTo>
                  <a:pt x="393000" y="2565173"/>
                  <a:pt x="423361" y="2532811"/>
                  <a:pt x="466613" y="2523742"/>
                </a:cubicBezTo>
                <a:lnTo>
                  <a:pt x="3194988" y="1953238"/>
                </a:lnTo>
                <a:cubicBezTo>
                  <a:pt x="3209559" y="1950196"/>
                  <a:pt x="3224565" y="1950037"/>
                  <a:pt x="3238888" y="1952564"/>
                </a:cubicBezTo>
                <a:close/>
                <a:moveTo>
                  <a:pt x="3042611" y="1141090"/>
                </a:moveTo>
                <a:cubicBezTo>
                  <a:pt x="3057094" y="1143486"/>
                  <a:pt x="3070924" y="1148620"/>
                  <a:pt x="3082952" y="1156304"/>
                </a:cubicBezTo>
                <a:cubicBezTo>
                  <a:pt x="3107009" y="1171670"/>
                  <a:pt x="3121127" y="1195483"/>
                  <a:pt x="3121153" y="1220742"/>
                </a:cubicBezTo>
                <a:lnTo>
                  <a:pt x="3121153" y="1801813"/>
                </a:lnTo>
                <a:lnTo>
                  <a:pt x="2926081" y="1842453"/>
                </a:lnTo>
                <a:lnTo>
                  <a:pt x="2926081" y="1440198"/>
                </a:lnTo>
                <a:cubicBezTo>
                  <a:pt x="2926081" y="1395309"/>
                  <a:pt x="2882413" y="1358918"/>
                  <a:pt x="2828545" y="1358918"/>
                </a:cubicBezTo>
                <a:cubicBezTo>
                  <a:pt x="2774678" y="1358918"/>
                  <a:pt x="2731009" y="1395309"/>
                  <a:pt x="2731009" y="1440198"/>
                </a:cubicBezTo>
                <a:lnTo>
                  <a:pt x="2731009" y="1883012"/>
                </a:lnTo>
                <a:lnTo>
                  <a:pt x="2438401" y="1944135"/>
                </a:lnTo>
                <a:lnTo>
                  <a:pt x="2438401" y="1521478"/>
                </a:lnTo>
                <a:cubicBezTo>
                  <a:pt x="2438401" y="1476589"/>
                  <a:pt x="2394733" y="1440198"/>
                  <a:pt x="2340865" y="1440198"/>
                </a:cubicBezTo>
                <a:cubicBezTo>
                  <a:pt x="2286997" y="1440198"/>
                  <a:pt x="2243329" y="1476589"/>
                  <a:pt x="2243329" y="1521478"/>
                </a:cubicBezTo>
                <a:lnTo>
                  <a:pt x="2243329" y="1985100"/>
                </a:lnTo>
                <a:lnTo>
                  <a:pt x="1950721" y="2046222"/>
                </a:lnTo>
                <a:lnTo>
                  <a:pt x="1950721" y="1684038"/>
                </a:lnTo>
                <a:cubicBezTo>
                  <a:pt x="1950721" y="1639149"/>
                  <a:pt x="1907053" y="1602758"/>
                  <a:pt x="1853185" y="1602758"/>
                </a:cubicBezTo>
                <a:cubicBezTo>
                  <a:pt x="1799317" y="1602758"/>
                  <a:pt x="1755649" y="1639149"/>
                  <a:pt x="1755649" y="1684038"/>
                </a:cubicBezTo>
                <a:lnTo>
                  <a:pt x="1755649" y="2086943"/>
                </a:lnTo>
                <a:lnTo>
                  <a:pt x="1463041" y="2148066"/>
                </a:lnTo>
                <a:lnTo>
                  <a:pt x="1463041" y="1765318"/>
                </a:lnTo>
                <a:cubicBezTo>
                  <a:pt x="1463041" y="1720429"/>
                  <a:pt x="1419373" y="1684038"/>
                  <a:pt x="1365505" y="1684038"/>
                </a:cubicBezTo>
                <a:cubicBezTo>
                  <a:pt x="1311637" y="1684038"/>
                  <a:pt x="1267969" y="1720429"/>
                  <a:pt x="1267969" y="1765318"/>
                </a:cubicBezTo>
                <a:lnTo>
                  <a:pt x="1267969" y="2188869"/>
                </a:lnTo>
                <a:lnTo>
                  <a:pt x="975361" y="2249991"/>
                </a:lnTo>
                <a:lnTo>
                  <a:pt x="975361" y="1846598"/>
                </a:lnTo>
                <a:cubicBezTo>
                  <a:pt x="975361" y="1801709"/>
                  <a:pt x="931693" y="1765318"/>
                  <a:pt x="877825" y="1765318"/>
                </a:cubicBezTo>
                <a:cubicBezTo>
                  <a:pt x="823957" y="1765318"/>
                  <a:pt x="780289" y="1801709"/>
                  <a:pt x="780289" y="1846598"/>
                </a:cubicBezTo>
                <a:lnTo>
                  <a:pt x="780289" y="2290794"/>
                </a:lnTo>
                <a:lnTo>
                  <a:pt x="585217" y="2331434"/>
                </a:lnTo>
                <a:lnTo>
                  <a:pt x="586680" y="1743292"/>
                </a:lnTo>
                <a:cubicBezTo>
                  <a:pt x="586763" y="1706566"/>
                  <a:pt x="616387" y="1674449"/>
                  <a:pt x="658954" y="1664938"/>
                </a:cubicBezTo>
                <a:lnTo>
                  <a:pt x="2998355" y="1142307"/>
                </a:lnTo>
                <a:cubicBezTo>
                  <a:pt x="3012994" y="1139036"/>
                  <a:pt x="3028129" y="1138693"/>
                  <a:pt x="3042611" y="1141090"/>
                </a:cubicBezTo>
                <a:close/>
                <a:moveTo>
                  <a:pt x="2845764" y="412318"/>
                </a:moveTo>
                <a:cubicBezTo>
                  <a:pt x="2860497" y="414520"/>
                  <a:pt x="2874623" y="419547"/>
                  <a:pt x="2886939" y="427218"/>
                </a:cubicBezTo>
                <a:cubicBezTo>
                  <a:pt x="2911571" y="442560"/>
                  <a:pt x="2926077" y="466684"/>
                  <a:pt x="2926080" y="492311"/>
                </a:cubicBezTo>
                <a:lnTo>
                  <a:pt x="2926080" y="990151"/>
                </a:lnTo>
                <a:lnTo>
                  <a:pt x="2731008" y="1033799"/>
                </a:lnTo>
                <a:lnTo>
                  <a:pt x="2731008" y="708679"/>
                </a:lnTo>
                <a:cubicBezTo>
                  <a:pt x="2731008" y="663790"/>
                  <a:pt x="2687340" y="627398"/>
                  <a:pt x="2633472" y="627398"/>
                </a:cubicBezTo>
                <a:cubicBezTo>
                  <a:pt x="2579605" y="627398"/>
                  <a:pt x="2535936" y="663790"/>
                  <a:pt x="2535936" y="708679"/>
                </a:cubicBezTo>
                <a:lnTo>
                  <a:pt x="2535936" y="1077609"/>
                </a:lnTo>
                <a:lnTo>
                  <a:pt x="2340864" y="1121174"/>
                </a:lnTo>
                <a:lnTo>
                  <a:pt x="2340864" y="789959"/>
                </a:lnTo>
                <a:cubicBezTo>
                  <a:pt x="2340864" y="745069"/>
                  <a:pt x="2297196" y="708679"/>
                  <a:pt x="2243328" y="708679"/>
                </a:cubicBezTo>
                <a:cubicBezTo>
                  <a:pt x="2189461" y="708679"/>
                  <a:pt x="2145792" y="745069"/>
                  <a:pt x="2145792" y="789959"/>
                </a:cubicBezTo>
                <a:lnTo>
                  <a:pt x="2145792" y="1164740"/>
                </a:lnTo>
                <a:lnTo>
                  <a:pt x="1950720" y="1208307"/>
                </a:lnTo>
                <a:lnTo>
                  <a:pt x="1950720" y="871238"/>
                </a:lnTo>
                <a:cubicBezTo>
                  <a:pt x="1950720" y="826349"/>
                  <a:pt x="1907052" y="789959"/>
                  <a:pt x="1853184" y="789959"/>
                </a:cubicBezTo>
                <a:cubicBezTo>
                  <a:pt x="1799317" y="789959"/>
                  <a:pt x="1755648" y="826349"/>
                  <a:pt x="1755648" y="871238"/>
                </a:cubicBezTo>
                <a:lnTo>
                  <a:pt x="1755648" y="1251873"/>
                </a:lnTo>
                <a:lnTo>
                  <a:pt x="1560576" y="1295520"/>
                </a:lnTo>
                <a:lnTo>
                  <a:pt x="1560576" y="952518"/>
                </a:lnTo>
                <a:cubicBezTo>
                  <a:pt x="1560576" y="907629"/>
                  <a:pt x="1516908" y="871238"/>
                  <a:pt x="1463040" y="871238"/>
                </a:cubicBezTo>
                <a:cubicBezTo>
                  <a:pt x="1409173" y="871238"/>
                  <a:pt x="1365504" y="907629"/>
                  <a:pt x="1365504" y="952518"/>
                </a:cubicBezTo>
                <a:lnTo>
                  <a:pt x="1365504" y="1339086"/>
                </a:lnTo>
                <a:lnTo>
                  <a:pt x="1170432" y="1382652"/>
                </a:lnTo>
                <a:lnTo>
                  <a:pt x="1170432" y="1033799"/>
                </a:lnTo>
                <a:cubicBezTo>
                  <a:pt x="1170432" y="988910"/>
                  <a:pt x="1126764" y="952518"/>
                  <a:pt x="1072896" y="952518"/>
                </a:cubicBezTo>
                <a:cubicBezTo>
                  <a:pt x="1019029" y="952518"/>
                  <a:pt x="975360" y="988910"/>
                  <a:pt x="975360" y="1033799"/>
                </a:cubicBezTo>
                <a:lnTo>
                  <a:pt x="975360" y="1426218"/>
                </a:lnTo>
                <a:lnTo>
                  <a:pt x="780971" y="1469703"/>
                </a:lnTo>
                <a:lnTo>
                  <a:pt x="784287" y="971376"/>
                </a:lnTo>
                <a:cubicBezTo>
                  <a:pt x="784538" y="935552"/>
                  <a:pt x="812904" y="904090"/>
                  <a:pt x="854123" y="893915"/>
                </a:cubicBezTo>
                <a:lnTo>
                  <a:pt x="2800942" y="414363"/>
                </a:lnTo>
                <a:cubicBezTo>
                  <a:pt x="2815689" y="410737"/>
                  <a:pt x="2831030" y="410115"/>
                  <a:pt x="2845764" y="412318"/>
                </a:cubicBezTo>
                <a:close/>
                <a:moveTo>
                  <a:pt x="2653672" y="1763"/>
                </a:moveTo>
                <a:cubicBezTo>
                  <a:pt x="2667995" y="4290"/>
                  <a:pt x="2681636" y="9502"/>
                  <a:pt x="2693478" y="17203"/>
                </a:cubicBezTo>
                <a:cubicBezTo>
                  <a:pt x="2717163" y="32605"/>
                  <a:pt x="2731008" y="56243"/>
                  <a:pt x="2731009" y="81279"/>
                </a:cubicBezTo>
                <a:lnTo>
                  <a:pt x="2731009" y="262208"/>
                </a:lnTo>
                <a:lnTo>
                  <a:pt x="975361" y="694211"/>
                </a:lnTo>
                <a:lnTo>
                  <a:pt x="975361" y="406317"/>
                </a:lnTo>
                <a:cubicBezTo>
                  <a:pt x="975407" y="369066"/>
                  <a:pt x="1005834" y="336609"/>
                  <a:pt x="1049196" y="327557"/>
                </a:cubicBezTo>
                <a:lnTo>
                  <a:pt x="2609772" y="2437"/>
                </a:lnTo>
                <a:cubicBezTo>
                  <a:pt x="2624343" y="-605"/>
                  <a:pt x="2639348" y="-764"/>
                  <a:pt x="2653672" y="1763"/>
                </a:cubicBezTo>
                <a:close/>
              </a:path>
            </a:pathLst>
          </a:custGeom>
          <a:solidFill>
            <a:srgbClr val="000000"/>
          </a:solidFill>
          <a:ln w="97536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C277D36-82DD-6802-D107-BE07F6D75659}"/>
              </a:ext>
            </a:extLst>
          </p:cNvPr>
          <p:cNvGrpSpPr/>
          <p:nvPr/>
        </p:nvGrpSpPr>
        <p:grpSpPr>
          <a:xfrm>
            <a:off x="6710280" y="27166"/>
            <a:ext cx="3255844" cy="3209307"/>
            <a:chOff x="3036645" y="3256067"/>
            <a:chExt cx="3255844" cy="320930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DDF4340-995E-521E-1EE3-FC95DC018D72}"/>
                </a:ext>
              </a:extLst>
            </p:cNvPr>
            <p:cNvSpPr/>
            <p:nvPr/>
          </p:nvSpPr>
          <p:spPr>
            <a:xfrm rot="1318083">
              <a:off x="3036645" y="3256067"/>
              <a:ext cx="3255844" cy="3209307"/>
            </a:xfrm>
            <a:custGeom>
              <a:avLst/>
              <a:gdLst>
                <a:gd name="csX0" fmla="*/ 2905604 w 3255844"/>
                <a:gd name="csY0" fmla="*/ 276758 h 3209307"/>
                <a:gd name="csX1" fmla="*/ 2893123 w 3255844"/>
                <a:gd name="csY1" fmla="*/ 265905 h 3209307"/>
                <a:gd name="csX2" fmla="*/ 2196887 w 3255844"/>
                <a:gd name="csY2" fmla="*/ 0 h 3209307"/>
                <a:gd name="csX3" fmla="*/ 1331339 w 3255844"/>
                <a:gd name="csY3" fmla="*/ 457465 h 3209307"/>
                <a:gd name="csX4" fmla="*/ 895038 w 3255844"/>
                <a:gd name="csY4" fmla="*/ 972452 h 3209307"/>
                <a:gd name="csX5" fmla="*/ 460365 w 3255844"/>
                <a:gd name="csY5" fmla="*/ 1320299 h 3209307"/>
                <a:gd name="csX6" fmla="*/ 3986 w 3255844"/>
                <a:gd name="csY6" fmla="*/ 2087081 h 3209307"/>
                <a:gd name="csX7" fmla="*/ 312219 w 3255844"/>
                <a:gd name="csY7" fmla="*/ 2907045 h 3209307"/>
                <a:gd name="csX8" fmla="*/ 332297 w 3255844"/>
                <a:gd name="csY8" fmla="*/ 2926038 h 3209307"/>
                <a:gd name="csX9" fmla="*/ 1036673 w 3255844"/>
                <a:gd name="csY9" fmla="*/ 3209308 h 3209307"/>
                <a:gd name="csX10" fmla="*/ 1502821 w 3255844"/>
                <a:gd name="csY10" fmla="*/ 3095349 h 3209307"/>
                <a:gd name="csX11" fmla="*/ 2379221 w 3255844"/>
                <a:gd name="csY11" fmla="*/ 2481597 h 3209307"/>
                <a:gd name="csX12" fmla="*/ 3100420 w 3255844"/>
                <a:gd name="csY12" fmla="*/ 1606825 h 3209307"/>
                <a:gd name="csX13" fmla="*/ 2905604 w 3255844"/>
                <a:gd name="csY13" fmla="*/ 276758 h 3209307"/>
                <a:gd name="csX14" fmla="*/ 2305419 w 3255844"/>
                <a:gd name="csY14" fmla="*/ 2401283 h 3209307"/>
                <a:gd name="csX15" fmla="*/ 1452896 w 3255844"/>
                <a:gd name="csY15" fmla="*/ 2998755 h 3209307"/>
                <a:gd name="csX16" fmla="*/ 1036673 w 3255844"/>
                <a:gd name="csY16" fmla="*/ 3100775 h 3209307"/>
                <a:gd name="csX17" fmla="*/ 407184 w 3255844"/>
                <a:gd name="csY17" fmla="*/ 2847895 h 3209307"/>
                <a:gd name="csX18" fmla="*/ 387649 w 3255844"/>
                <a:gd name="csY18" fmla="*/ 2828901 h 3209307"/>
                <a:gd name="csX19" fmla="*/ 111976 w 3255844"/>
                <a:gd name="csY19" fmla="*/ 2096849 h 3209307"/>
                <a:gd name="csX20" fmla="*/ 520601 w 3255844"/>
                <a:gd name="csY20" fmla="*/ 1410923 h 3209307"/>
                <a:gd name="csX21" fmla="*/ 969926 w 3255844"/>
                <a:gd name="csY21" fmla="*/ 1051138 h 3209307"/>
                <a:gd name="csX22" fmla="*/ 1421421 w 3255844"/>
                <a:gd name="csY22" fmla="*/ 518243 h 3209307"/>
                <a:gd name="csX23" fmla="*/ 2196887 w 3255844"/>
                <a:gd name="csY23" fmla="*/ 108533 h 3209307"/>
                <a:gd name="csX24" fmla="*/ 2820949 w 3255844"/>
                <a:gd name="csY24" fmla="*/ 346762 h 3209307"/>
                <a:gd name="csX25" fmla="*/ 2833430 w 3255844"/>
                <a:gd name="csY25" fmla="*/ 357615 h 3209307"/>
                <a:gd name="csX26" fmla="*/ 3007625 w 3255844"/>
                <a:gd name="csY26" fmla="*/ 1549845 h 3209307"/>
                <a:gd name="csX27" fmla="*/ 2305419 w 3255844"/>
                <a:gd name="csY27" fmla="*/ 2401283 h 32093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3255844" h="3209307">
                  <a:moveTo>
                    <a:pt x="2905604" y="276758"/>
                  </a:moveTo>
                  <a:lnTo>
                    <a:pt x="2893123" y="265905"/>
                  </a:lnTo>
                  <a:cubicBezTo>
                    <a:pt x="2701020" y="94423"/>
                    <a:pt x="2453566" y="0"/>
                    <a:pt x="2196887" y="0"/>
                  </a:cubicBezTo>
                  <a:cubicBezTo>
                    <a:pt x="1850125" y="0"/>
                    <a:pt x="1526155" y="170939"/>
                    <a:pt x="1331339" y="457465"/>
                  </a:cubicBezTo>
                  <a:cubicBezTo>
                    <a:pt x="1204356" y="643598"/>
                    <a:pt x="1057837" y="817250"/>
                    <a:pt x="895038" y="972452"/>
                  </a:cubicBezTo>
                  <a:cubicBezTo>
                    <a:pt x="761001" y="1100520"/>
                    <a:pt x="614482" y="1217193"/>
                    <a:pt x="460365" y="1320299"/>
                  </a:cubicBezTo>
                  <a:cubicBezTo>
                    <a:pt x="197717" y="1495579"/>
                    <a:pt x="31119" y="1775050"/>
                    <a:pt x="3986" y="2087081"/>
                  </a:cubicBezTo>
                  <a:cubicBezTo>
                    <a:pt x="-23147" y="2394771"/>
                    <a:pt x="89184" y="2693778"/>
                    <a:pt x="312219" y="2907045"/>
                  </a:cubicBezTo>
                  <a:lnTo>
                    <a:pt x="332297" y="2926038"/>
                  </a:lnTo>
                  <a:cubicBezTo>
                    <a:pt x="523314" y="3108915"/>
                    <a:pt x="772939" y="3209308"/>
                    <a:pt x="1036673" y="3209308"/>
                  </a:cubicBezTo>
                  <a:cubicBezTo>
                    <a:pt x="1198387" y="3209308"/>
                    <a:pt x="1359558" y="3169694"/>
                    <a:pt x="1502821" y="3095349"/>
                  </a:cubicBezTo>
                  <a:cubicBezTo>
                    <a:pt x="1820821" y="2929294"/>
                    <a:pt x="2116030" y="2722539"/>
                    <a:pt x="2379221" y="2481597"/>
                  </a:cubicBezTo>
                  <a:cubicBezTo>
                    <a:pt x="2658150" y="2225460"/>
                    <a:pt x="2900720" y="1930794"/>
                    <a:pt x="3100420" y="1606825"/>
                  </a:cubicBezTo>
                  <a:cubicBezTo>
                    <a:pt x="3366325" y="1174322"/>
                    <a:pt x="3284383" y="614837"/>
                    <a:pt x="2905604" y="276758"/>
                  </a:cubicBezTo>
                  <a:close/>
                  <a:moveTo>
                    <a:pt x="2305419" y="2401283"/>
                  </a:moveTo>
                  <a:cubicBezTo>
                    <a:pt x="2049282" y="2636256"/>
                    <a:pt x="1762214" y="2837584"/>
                    <a:pt x="1452896" y="2998755"/>
                  </a:cubicBezTo>
                  <a:cubicBezTo>
                    <a:pt x="1324827" y="3065502"/>
                    <a:pt x="1181022" y="3100775"/>
                    <a:pt x="1036673" y="3100775"/>
                  </a:cubicBezTo>
                  <a:cubicBezTo>
                    <a:pt x="801158" y="3100775"/>
                    <a:pt x="577581" y="3011236"/>
                    <a:pt x="407184" y="2847895"/>
                  </a:cubicBezTo>
                  <a:lnTo>
                    <a:pt x="387649" y="2828901"/>
                  </a:lnTo>
                  <a:cubicBezTo>
                    <a:pt x="187949" y="2637884"/>
                    <a:pt x="87556" y="2371437"/>
                    <a:pt x="111976" y="2096849"/>
                  </a:cubicBezTo>
                  <a:cubicBezTo>
                    <a:pt x="136396" y="1817378"/>
                    <a:pt x="285085" y="1567210"/>
                    <a:pt x="520601" y="1410923"/>
                  </a:cubicBezTo>
                  <a:cubicBezTo>
                    <a:pt x="680144" y="1304019"/>
                    <a:pt x="831547" y="1183005"/>
                    <a:pt x="969926" y="1051138"/>
                  </a:cubicBezTo>
                  <a:cubicBezTo>
                    <a:pt x="1138151" y="890510"/>
                    <a:pt x="1290097" y="711431"/>
                    <a:pt x="1421421" y="518243"/>
                  </a:cubicBezTo>
                  <a:cubicBezTo>
                    <a:pt x="1596159" y="261563"/>
                    <a:pt x="1885941" y="108533"/>
                    <a:pt x="2196887" y="108533"/>
                  </a:cubicBezTo>
                  <a:cubicBezTo>
                    <a:pt x="2426976" y="108533"/>
                    <a:pt x="2648925" y="193188"/>
                    <a:pt x="2820949" y="346762"/>
                  </a:cubicBezTo>
                  <a:lnTo>
                    <a:pt x="2833430" y="357615"/>
                  </a:lnTo>
                  <a:cubicBezTo>
                    <a:pt x="3172594" y="660963"/>
                    <a:pt x="3245854" y="1161841"/>
                    <a:pt x="3007625" y="1549845"/>
                  </a:cubicBezTo>
                  <a:cubicBezTo>
                    <a:pt x="2813894" y="1865675"/>
                    <a:pt x="2577293" y="2152201"/>
                    <a:pt x="2305419" y="2401283"/>
                  </a:cubicBezTo>
                  <a:close/>
                </a:path>
              </a:pathLst>
            </a:custGeom>
            <a:solidFill>
              <a:srgbClr val="000000"/>
            </a:solidFill>
            <a:ln w="5417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48E98FC-C7DA-972A-5C16-BC25790CF8C2}"/>
                </a:ext>
              </a:extLst>
            </p:cNvPr>
            <p:cNvSpPr/>
            <p:nvPr/>
          </p:nvSpPr>
          <p:spPr>
            <a:xfrm rot="1318083">
              <a:off x="3244188" y="3464015"/>
              <a:ext cx="2840252" cy="2793519"/>
            </a:xfrm>
            <a:custGeom>
              <a:avLst/>
              <a:gdLst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1098834 w 2840252"/>
                <a:gd name="csY39" fmla="*/ 1820525 h 2793519"/>
                <a:gd name="csX40" fmla="*/ 1153101 w 2840252"/>
                <a:gd name="csY40" fmla="*/ 1763545 h 2793519"/>
                <a:gd name="csX41" fmla="*/ 1207367 w 2840252"/>
                <a:gd name="csY41" fmla="*/ 1815098 h 2793519"/>
                <a:gd name="csX42" fmla="*/ 1207367 w 2840252"/>
                <a:gd name="csY42" fmla="*/ 1820525 h 2793519"/>
                <a:gd name="csX43" fmla="*/ 1153101 w 2840252"/>
                <a:gd name="csY43" fmla="*/ 1874791 h 2793519"/>
                <a:gd name="csX44" fmla="*/ 1098834 w 2840252"/>
                <a:gd name="csY44" fmla="*/ 1820525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1098834 w 2840252"/>
                <a:gd name="csY39" fmla="*/ 1820525 h 2793519"/>
                <a:gd name="csX40" fmla="*/ 1153101 w 2840252"/>
                <a:gd name="csY40" fmla="*/ 1763545 h 2793519"/>
                <a:gd name="csX41" fmla="*/ 1207367 w 2840252"/>
                <a:gd name="csY41" fmla="*/ 1815098 h 2793519"/>
                <a:gd name="csX42" fmla="*/ 1207367 w 2840252"/>
                <a:gd name="csY42" fmla="*/ 1820525 h 2793519"/>
                <a:gd name="csX43" fmla="*/ 1123833 w 2840252"/>
                <a:gd name="csY43" fmla="*/ 2150212 h 2793519"/>
                <a:gd name="csX44" fmla="*/ 1098834 w 2840252"/>
                <a:gd name="csY44" fmla="*/ 1820525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1153101 w 2840252"/>
                <a:gd name="csY40" fmla="*/ 1763545 h 2793519"/>
                <a:gd name="csX41" fmla="*/ 1207367 w 2840252"/>
                <a:gd name="csY41" fmla="*/ 1815098 h 2793519"/>
                <a:gd name="csX42" fmla="*/ 1207367 w 2840252"/>
                <a:gd name="csY42" fmla="*/ 1820525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07367 w 2840252"/>
                <a:gd name="csY41" fmla="*/ 1815098 h 2793519"/>
                <a:gd name="csX42" fmla="*/ 1207367 w 2840252"/>
                <a:gd name="csY42" fmla="*/ 1820525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07367 w 2840252"/>
                <a:gd name="csY41" fmla="*/ 1815098 h 2793519"/>
                <a:gd name="csX42" fmla="*/ 1452747 w 2840252"/>
                <a:gd name="csY42" fmla="*/ 1656497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52747 w 2840252"/>
                <a:gd name="csY42" fmla="*/ 1656497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77639 w 2840252"/>
                <a:gd name="csY42" fmla="*/ 1701233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77639 w 2840252"/>
                <a:gd name="csY42" fmla="*/ 1701233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77639 w 2840252"/>
                <a:gd name="csY42" fmla="*/ 1701233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85434 w 2840252"/>
                <a:gd name="csY42" fmla="*/ 1746019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85434 w 2840252"/>
                <a:gd name="csY42" fmla="*/ 1746019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85434 w 2840252"/>
                <a:gd name="csY42" fmla="*/ 1746019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85434 w 2840252"/>
                <a:gd name="csY42" fmla="*/ 1746019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85434 w 2840252"/>
                <a:gd name="csY42" fmla="*/ 1746019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85434 w 2840252"/>
                <a:gd name="csY42" fmla="*/ 1746019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</a:cxnLst>
              <a:rect l="l" t="t" r="r" b="b"/>
              <a:pathLst>
                <a:path w="2840252" h="2793519">
                  <a:moveTo>
                    <a:pt x="2559683" y="224011"/>
                  </a:moveTo>
                  <a:lnTo>
                    <a:pt x="2547201" y="213158"/>
                  </a:lnTo>
                  <a:cubicBezTo>
                    <a:pt x="2367037" y="51987"/>
                    <a:pt x="2126095" y="-23443"/>
                    <a:pt x="1886238" y="6403"/>
                  </a:cubicBezTo>
                  <a:cubicBezTo>
                    <a:pt x="1646924" y="35707"/>
                    <a:pt x="1431487" y="167031"/>
                    <a:pt x="1295821" y="366188"/>
                  </a:cubicBezTo>
                  <a:cubicBezTo>
                    <a:pt x="1160698" y="564803"/>
                    <a:pt x="1003868" y="749308"/>
                    <a:pt x="830759" y="914821"/>
                  </a:cubicBezTo>
                  <a:cubicBezTo>
                    <a:pt x="688039" y="1051029"/>
                    <a:pt x="532294" y="1175841"/>
                    <a:pt x="367867" y="1285459"/>
                  </a:cubicBezTo>
                  <a:cubicBezTo>
                    <a:pt x="157857" y="1425466"/>
                    <a:pt x="24905" y="1648501"/>
                    <a:pt x="3198" y="1897583"/>
                  </a:cubicBezTo>
                  <a:cubicBezTo>
                    <a:pt x="-18508" y="2141781"/>
                    <a:pt x="71031" y="2379468"/>
                    <a:pt x="249024" y="2549321"/>
                  </a:cubicBezTo>
                  <a:lnTo>
                    <a:pt x="249024" y="2549864"/>
                  </a:lnTo>
                  <a:lnTo>
                    <a:pt x="268560" y="2568314"/>
                  </a:lnTo>
                  <a:cubicBezTo>
                    <a:pt x="423219" y="2716461"/>
                    <a:pt x="625090" y="2793519"/>
                    <a:pt x="828588" y="2793519"/>
                  </a:cubicBezTo>
                  <a:cubicBezTo>
                    <a:pt x="955029" y="2793519"/>
                    <a:pt x="1082012" y="2764216"/>
                    <a:pt x="1199227" y="2702895"/>
                  </a:cubicBezTo>
                  <a:cubicBezTo>
                    <a:pt x="1500948" y="2545522"/>
                    <a:pt x="1780962" y="2349621"/>
                    <a:pt x="2031129" y="2120075"/>
                  </a:cubicBezTo>
                  <a:cubicBezTo>
                    <a:pt x="2295949" y="1877504"/>
                    <a:pt x="2526038" y="1598033"/>
                    <a:pt x="2715970" y="1289801"/>
                  </a:cubicBezTo>
                  <a:cubicBezTo>
                    <a:pt x="2928693" y="943039"/>
                    <a:pt x="2863031" y="494800"/>
                    <a:pt x="2559683" y="224011"/>
                  </a:cubicBezTo>
                  <a:close/>
                  <a:moveTo>
                    <a:pt x="641370" y="1742924"/>
                  </a:moveTo>
                  <a:cubicBezTo>
                    <a:pt x="635943" y="1767887"/>
                    <a:pt x="613694" y="1785252"/>
                    <a:pt x="588731" y="1785252"/>
                  </a:cubicBezTo>
                  <a:cubicBezTo>
                    <a:pt x="584933" y="1785252"/>
                    <a:pt x="580591" y="1784709"/>
                    <a:pt x="576793" y="1784166"/>
                  </a:cubicBezTo>
                  <a:lnTo>
                    <a:pt x="435158" y="1752692"/>
                  </a:lnTo>
                  <a:cubicBezTo>
                    <a:pt x="405854" y="1746180"/>
                    <a:pt x="387403" y="1716876"/>
                    <a:pt x="393915" y="1687572"/>
                  </a:cubicBezTo>
                  <a:cubicBezTo>
                    <a:pt x="400427" y="1658811"/>
                    <a:pt x="429188" y="1640361"/>
                    <a:pt x="458492" y="1646330"/>
                  </a:cubicBezTo>
                  <a:lnTo>
                    <a:pt x="600127" y="1677805"/>
                  </a:lnTo>
                  <a:cubicBezTo>
                    <a:pt x="629431" y="1684316"/>
                    <a:pt x="647882" y="1713620"/>
                    <a:pt x="641370" y="1742924"/>
                  </a:cubicBezTo>
                  <a:close/>
                  <a:moveTo>
                    <a:pt x="881227" y="2280703"/>
                  </a:moveTo>
                  <a:lnTo>
                    <a:pt x="901848" y="2260082"/>
                  </a:lnTo>
                  <a:cubicBezTo>
                    <a:pt x="923012" y="2238918"/>
                    <a:pt x="957742" y="2238918"/>
                    <a:pt x="978906" y="2260082"/>
                  </a:cubicBezTo>
                  <a:cubicBezTo>
                    <a:pt x="1000070" y="2281246"/>
                    <a:pt x="1000070" y="2315433"/>
                    <a:pt x="978906" y="2336597"/>
                  </a:cubicBezTo>
                  <a:lnTo>
                    <a:pt x="957742" y="2357761"/>
                  </a:lnTo>
                  <a:cubicBezTo>
                    <a:pt x="947431" y="2368072"/>
                    <a:pt x="933322" y="2373498"/>
                    <a:pt x="919213" y="2373498"/>
                  </a:cubicBezTo>
                  <a:cubicBezTo>
                    <a:pt x="905646" y="2373498"/>
                    <a:pt x="891537" y="2368072"/>
                    <a:pt x="881227" y="2357761"/>
                  </a:cubicBezTo>
                  <a:cubicBezTo>
                    <a:pt x="860063" y="2336597"/>
                    <a:pt x="860063" y="2301867"/>
                    <a:pt x="881227" y="2280703"/>
                  </a:cubicBezTo>
                  <a:close/>
                  <a:moveTo>
                    <a:pt x="1252408" y="1379340"/>
                  </a:moveTo>
                  <a:cubicBezTo>
                    <a:pt x="1242097" y="1393992"/>
                    <a:pt x="1225275" y="1402132"/>
                    <a:pt x="1208452" y="1402132"/>
                  </a:cubicBezTo>
                  <a:cubicBezTo>
                    <a:pt x="1197056" y="1402132"/>
                    <a:pt x="1186203" y="1398876"/>
                    <a:pt x="1176978" y="1391821"/>
                  </a:cubicBezTo>
                  <a:lnTo>
                    <a:pt x="1066275" y="1313135"/>
                  </a:lnTo>
                  <a:cubicBezTo>
                    <a:pt x="1041855" y="1295770"/>
                    <a:pt x="1036428" y="1261582"/>
                    <a:pt x="1053793" y="1237162"/>
                  </a:cubicBezTo>
                  <a:cubicBezTo>
                    <a:pt x="1071159" y="1212743"/>
                    <a:pt x="1105346" y="1207316"/>
                    <a:pt x="1129766" y="1224681"/>
                  </a:cubicBezTo>
                  <a:lnTo>
                    <a:pt x="1239927" y="1303367"/>
                  </a:lnTo>
                  <a:cubicBezTo>
                    <a:pt x="1264346" y="1320732"/>
                    <a:pt x="1269773" y="1354920"/>
                    <a:pt x="1252408" y="1379340"/>
                  </a:cubicBezTo>
                  <a:close/>
                  <a:moveTo>
                    <a:pt x="771827" y="2096222"/>
                  </a:moveTo>
                  <a:cubicBezTo>
                    <a:pt x="691459" y="2002391"/>
                    <a:pt x="871121" y="1712842"/>
                    <a:pt x="958738" y="1629685"/>
                  </a:cubicBezTo>
                  <a:cubicBezTo>
                    <a:pt x="1046355" y="1546528"/>
                    <a:pt x="1167725" y="1534204"/>
                    <a:pt x="1297530" y="1597279"/>
                  </a:cubicBezTo>
                  <a:cubicBezTo>
                    <a:pt x="1360165" y="1646859"/>
                    <a:pt x="1481069" y="1662664"/>
                    <a:pt x="1485434" y="1746019"/>
                  </a:cubicBezTo>
                  <a:cubicBezTo>
                    <a:pt x="1525718" y="1841781"/>
                    <a:pt x="1297844" y="1973768"/>
                    <a:pt x="1123833" y="2150212"/>
                  </a:cubicBezTo>
                  <a:cubicBezTo>
                    <a:pt x="1044464" y="2230278"/>
                    <a:pt x="771827" y="2126068"/>
                    <a:pt x="771827" y="2096222"/>
                  </a:cubicBezTo>
                  <a:close/>
                  <a:moveTo>
                    <a:pt x="1448309" y="829622"/>
                  </a:moveTo>
                  <a:cubicBezTo>
                    <a:pt x="1461876" y="803032"/>
                    <a:pt x="1494435" y="792179"/>
                    <a:pt x="1521569" y="805745"/>
                  </a:cubicBezTo>
                  <a:lnTo>
                    <a:pt x="1657777" y="873578"/>
                  </a:lnTo>
                  <a:cubicBezTo>
                    <a:pt x="1684910" y="887145"/>
                    <a:pt x="1695764" y="919704"/>
                    <a:pt x="1682197" y="946838"/>
                  </a:cubicBezTo>
                  <a:cubicBezTo>
                    <a:pt x="1672429" y="965831"/>
                    <a:pt x="1653436" y="976684"/>
                    <a:pt x="1633357" y="976684"/>
                  </a:cubicBezTo>
                  <a:cubicBezTo>
                    <a:pt x="1625217" y="976684"/>
                    <a:pt x="1617077" y="974513"/>
                    <a:pt x="1609480" y="970715"/>
                  </a:cubicBezTo>
                  <a:lnTo>
                    <a:pt x="1472729" y="902339"/>
                  </a:lnTo>
                  <a:cubicBezTo>
                    <a:pt x="1446139" y="889315"/>
                    <a:pt x="1435285" y="856756"/>
                    <a:pt x="1448309" y="829622"/>
                  </a:cubicBezTo>
                  <a:close/>
                  <a:moveTo>
                    <a:pt x="1971979" y="474178"/>
                  </a:moveTo>
                  <a:cubicBezTo>
                    <a:pt x="1999112" y="487202"/>
                    <a:pt x="2010508" y="519219"/>
                    <a:pt x="1997484" y="546353"/>
                  </a:cubicBezTo>
                  <a:lnTo>
                    <a:pt x="1945388" y="657056"/>
                  </a:lnTo>
                  <a:cubicBezTo>
                    <a:pt x="1936163" y="676592"/>
                    <a:pt x="1916627" y="687988"/>
                    <a:pt x="1896006" y="687988"/>
                  </a:cubicBezTo>
                  <a:cubicBezTo>
                    <a:pt x="1888409" y="687988"/>
                    <a:pt x="1880269" y="685817"/>
                    <a:pt x="1872672" y="682561"/>
                  </a:cubicBezTo>
                  <a:cubicBezTo>
                    <a:pt x="1846081" y="669537"/>
                    <a:pt x="1834143" y="636977"/>
                    <a:pt x="1847166" y="610387"/>
                  </a:cubicBezTo>
                  <a:lnTo>
                    <a:pt x="1899805" y="499684"/>
                  </a:lnTo>
                  <a:cubicBezTo>
                    <a:pt x="1912829" y="472550"/>
                    <a:pt x="1944846" y="461154"/>
                    <a:pt x="1971979" y="474178"/>
                  </a:cubicBezTo>
                  <a:close/>
                  <a:moveTo>
                    <a:pt x="2277498" y="919704"/>
                  </a:moveTo>
                  <a:lnTo>
                    <a:pt x="2193385" y="801404"/>
                  </a:lnTo>
                  <a:cubicBezTo>
                    <a:pt x="2176020" y="776984"/>
                    <a:pt x="2181447" y="743339"/>
                    <a:pt x="2205867" y="725974"/>
                  </a:cubicBezTo>
                  <a:cubicBezTo>
                    <a:pt x="2230829" y="708609"/>
                    <a:pt x="2264474" y="714035"/>
                    <a:pt x="2281839" y="738455"/>
                  </a:cubicBezTo>
                  <a:lnTo>
                    <a:pt x="2365952" y="856756"/>
                  </a:lnTo>
                  <a:cubicBezTo>
                    <a:pt x="2383317" y="881175"/>
                    <a:pt x="2377348" y="914821"/>
                    <a:pt x="2352928" y="932186"/>
                  </a:cubicBezTo>
                  <a:cubicBezTo>
                    <a:pt x="2343703" y="939240"/>
                    <a:pt x="2332307" y="942496"/>
                    <a:pt x="2321454" y="942496"/>
                  </a:cubicBezTo>
                  <a:cubicBezTo>
                    <a:pt x="2304631" y="942496"/>
                    <a:pt x="2287809" y="934356"/>
                    <a:pt x="2277498" y="919704"/>
                  </a:cubicBezTo>
                  <a:close/>
                  <a:moveTo>
                    <a:pt x="2307344" y="1226852"/>
                  </a:moveTo>
                  <a:cubicBezTo>
                    <a:pt x="2307344" y="1256698"/>
                    <a:pt x="2283467" y="1281118"/>
                    <a:pt x="2253078" y="1281118"/>
                  </a:cubicBezTo>
                  <a:cubicBezTo>
                    <a:pt x="2223232" y="1281118"/>
                    <a:pt x="2196641" y="1256698"/>
                    <a:pt x="2196641" y="1226852"/>
                  </a:cubicBezTo>
                  <a:cubicBezTo>
                    <a:pt x="2196641" y="1197005"/>
                    <a:pt x="2218348" y="1172585"/>
                    <a:pt x="2248194" y="1172585"/>
                  </a:cubicBezTo>
                  <a:lnTo>
                    <a:pt x="2253078" y="1172585"/>
                  </a:lnTo>
                  <a:cubicBezTo>
                    <a:pt x="2283467" y="1172585"/>
                    <a:pt x="2307344" y="1197005"/>
                    <a:pt x="2307344" y="1226852"/>
                  </a:cubicBezTo>
                  <a:close/>
                  <a:moveTo>
                    <a:pt x="1923682" y="1254527"/>
                  </a:moveTo>
                  <a:cubicBezTo>
                    <a:pt x="1913914" y="1262125"/>
                    <a:pt x="1902518" y="1265381"/>
                    <a:pt x="1891122" y="1265381"/>
                  </a:cubicBezTo>
                  <a:cubicBezTo>
                    <a:pt x="1874299" y="1265381"/>
                    <a:pt x="1858020" y="1257784"/>
                    <a:pt x="1847709" y="1243674"/>
                  </a:cubicBezTo>
                  <a:lnTo>
                    <a:pt x="1800497" y="1180725"/>
                  </a:lnTo>
                  <a:cubicBezTo>
                    <a:pt x="1782590" y="1156848"/>
                    <a:pt x="1787473" y="1122660"/>
                    <a:pt x="1811351" y="1104753"/>
                  </a:cubicBezTo>
                  <a:cubicBezTo>
                    <a:pt x="1835228" y="1086845"/>
                    <a:pt x="1869415" y="1091729"/>
                    <a:pt x="1887323" y="1115606"/>
                  </a:cubicBezTo>
                  <a:lnTo>
                    <a:pt x="1934535" y="1178555"/>
                  </a:lnTo>
                  <a:cubicBezTo>
                    <a:pt x="1952443" y="1202432"/>
                    <a:pt x="1947559" y="1236620"/>
                    <a:pt x="1923682" y="1254527"/>
                  </a:cubicBezTo>
                  <a:close/>
                  <a:moveTo>
                    <a:pt x="1559012" y="1944795"/>
                  </a:moveTo>
                  <a:lnTo>
                    <a:pt x="1648552" y="1934484"/>
                  </a:lnTo>
                  <a:cubicBezTo>
                    <a:pt x="1677856" y="1930685"/>
                    <a:pt x="1704989" y="1952392"/>
                    <a:pt x="1708787" y="1982238"/>
                  </a:cubicBezTo>
                  <a:cubicBezTo>
                    <a:pt x="1712043" y="2011542"/>
                    <a:pt x="1690880" y="2038675"/>
                    <a:pt x="1661033" y="2042474"/>
                  </a:cubicBezTo>
                  <a:lnTo>
                    <a:pt x="1571494" y="2052785"/>
                  </a:lnTo>
                  <a:cubicBezTo>
                    <a:pt x="1569323" y="2052785"/>
                    <a:pt x="1567152" y="2053327"/>
                    <a:pt x="1565524" y="2053327"/>
                  </a:cubicBezTo>
                  <a:cubicBezTo>
                    <a:pt x="1538391" y="2053327"/>
                    <a:pt x="1514514" y="2032706"/>
                    <a:pt x="1511258" y="2005030"/>
                  </a:cubicBezTo>
                  <a:cubicBezTo>
                    <a:pt x="1508002" y="1975726"/>
                    <a:pt x="1529166" y="1948593"/>
                    <a:pt x="1559012" y="1944795"/>
                  </a:cubicBezTo>
                  <a:close/>
                  <a:moveTo>
                    <a:pt x="1555756" y="1458026"/>
                  </a:moveTo>
                  <a:lnTo>
                    <a:pt x="1555756" y="1396705"/>
                  </a:lnTo>
                  <a:cubicBezTo>
                    <a:pt x="1555756" y="1366859"/>
                    <a:pt x="1580176" y="1342439"/>
                    <a:pt x="1610023" y="1342439"/>
                  </a:cubicBezTo>
                  <a:cubicBezTo>
                    <a:pt x="1639869" y="1342439"/>
                    <a:pt x="1664289" y="1366859"/>
                    <a:pt x="1664289" y="1396705"/>
                  </a:cubicBezTo>
                  <a:lnTo>
                    <a:pt x="1664289" y="1458026"/>
                  </a:lnTo>
                  <a:cubicBezTo>
                    <a:pt x="1664289" y="1487873"/>
                    <a:pt x="1639869" y="1512292"/>
                    <a:pt x="1610023" y="1512292"/>
                  </a:cubicBezTo>
                  <a:cubicBezTo>
                    <a:pt x="1580176" y="1512292"/>
                    <a:pt x="1555756" y="1487873"/>
                    <a:pt x="1555756" y="1458026"/>
                  </a:cubicBezTo>
                  <a:close/>
                  <a:moveTo>
                    <a:pt x="1916085" y="1753235"/>
                  </a:moveTo>
                  <a:cubicBezTo>
                    <a:pt x="1892207" y="1735327"/>
                    <a:pt x="1887323" y="1701139"/>
                    <a:pt x="1905774" y="1677262"/>
                  </a:cubicBezTo>
                  <a:lnTo>
                    <a:pt x="2005081" y="1545937"/>
                  </a:lnTo>
                  <a:cubicBezTo>
                    <a:pt x="2023532" y="1522060"/>
                    <a:pt x="2057720" y="1517176"/>
                    <a:pt x="2081597" y="1535627"/>
                  </a:cubicBezTo>
                  <a:cubicBezTo>
                    <a:pt x="2105474" y="1553535"/>
                    <a:pt x="2109815" y="1587723"/>
                    <a:pt x="2091907" y="1611600"/>
                  </a:cubicBezTo>
                  <a:lnTo>
                    <a:pt x="1992057" y="1742924"/>
                  </a:lnTo>
                  <a:cubicBezTo>
                    <a:pt x="1981204" y="1757033"/>
                    <a:pt x="1964924" y="1764088"/>
                    <a:pt x="1948644" y="1764088"/>
                  </a:cubicBezTo>
                  <a:cubicBezTo>
                    <a:pt x="1937248" y="1764088"/>
                    <a:pt x="1925852" y="1760832"/>
                    <a:pt x="1916085" y="1753235"/>
                  </a:cubicBezTo>
                  <a:close/>
                </a:path>
              </a:pathLst>
            </a:custGeom>
            <a:solidFill>
              <a:srgbClr val="000000"/>
            </a:solidFill>
            <a:ln w="5417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Graphic 2">
            <a:extLst>
              <a:ext uri="{FF2B5EF4-FFF2-40B4-BE49-F238E27FC236}">
                <a16:creationId xmlns:a16="http://schemas.microsoft.com/office/drawing/2014/main" id="{DF4C5342-3D42-30D6-2AC2-E202691C1E1D}"/>
              </a:ext>
            </a:extLst>
          </p:cNvPr>
          <p:cNvSpPr/>
          <p:nvPr/>
        </p:nvSpPr>
        <p:spPr>
          <a:xfrm>
            <a:off x="1849378" y="5657849"/>
            <a:ext cx="1134889" cy="1054453"/>
          </a:xfrm>
          <a:custGeom>
            <a:avLst/>
            <a:gdLst>
              <a:gd name="csX0" fmla="*/ 1624523 w 1998009"/>
              <a:gd name="csY0" fmla="*/ 166188 h 1856398"/>
              <a:gd name="csX1" fmla="*/ 1207371 w 1998009"/>
              <a:gd name="csY1" fmla="*/ 860970 h 1856398"/>
              <a:gd name="csX2" fmla="*/ 1204909 w 1998009"/>
              <a:gd name="csY2" fmla="*/ 861775 h 1856398"/>
              <a:gd name="csX3" fmla="*/ 878563 w 1998009"/>
              <a:gd name="csY3" fmla="*/ 925940 h 1856398"/>
              <a:gd name="csX4" fmla="*/ 820851 w 1998009"/>
              <a:gd name="csY4" fmla="*/ 998606 h 1856398"/>
              <a:gd name="csX5" fmla="*/ 795234 w 1998009"/>
              <a:gd name="csY5" fmla="*/ 1240379 h 1856398"/>
              <a:gd name="csX6" fmla="*/ 907219 w 1998009"/>
              <a:gd name="csY6" fmla="*/ 1640834 h 1856398"/>
              <a:gd name="csX7" fmla="*/ 881478 w 1998009"/>
              <a:gd name="csY7" fmla="*/ 1851084 h 1856398"/>
              <a:gd name="csX8" fmla="*/ 882092 w 1998009"/>
              <a:gd name="csY8" fmla="*/ 1854732 h 1856398"/>
              <a:gd name="csX9" fmla="*/ 885392 w 1998009"/>
              <a:gd name="csY9" fmla="*/ 1856399 h 1856398"/>
              <a:gd name="csX10" fmla="*/ 1488449 w 1998009"/>
              <a:gd name="csY10" fmla="*/ 1856399 h 1856398"/>
              <a:gd name="csX11" fmla="*/ 1491659 w 1998009"/>
              <a:gd name="csY11" fmla="*/ 1854846 h 1856398"/>
              <a:gd name="csX12" fmla="*/ 1492440 w 1998009"/>
              <a:gd name="csY12" fmla="*/ 1851370 h 1856398"/>
              <a:gd name="csX13" fmla="*/ 1339578 w 1998009"/>
              <a:gd name="csY13" fmla="*/ 1196250 h 1856398"/>
              <a:gd name="csX14" fmla="*/ 1341483 w 1998009"/>
              <a:gd name="csY14" fmla="*/ 1191792 h 1856398"/>
              <a:gd name="csX15" fmla="*/ 1824348 w 1998009"/>
              <a:gd name="csY15" fmla="*/ 906466 h 1856398"/>
              <a:gd name="csX16" fmla="*/ 1825667 w 1998009"/>
              <a:gd name="csY16" fmla="*/ 905223 h 1856398"/>
              <a:gd name="csX17" fmla="*/ 1957812 w 1998009"/>
              <a:gd name="csY17" fmla="*/ 243564 h 1856398"/>
              <a:gd name="csX18" fmla="*/ 1957917 w 1998009"/>
              <a:gd name="csY18" fmla="*/ 242288 h 1856398"/>
              <a:gd name="csX19" fmla="*/ 1996684 w 1998009"/>
              <a:gd name="csY19" fmla="*/ 84311 h 1856398"/>
              <a:gd name="csX20" fmla="*/ 1975724 w 1998009"/>
              <a:gd name="csY20" fmla="*/ 35409 h 1856398"/>
              <a:gd name="csX21" fmla="*/ 1914893 w 1998009"/>
              <a:gd name="csY21" fmla="*/ 553 h 1856398"/>
              <a:gd name="csX22" fmla="*/ 1912054 w 1998009"/>
              <a:gd name="csY22" fmla="*/ 91 h 1856398"/>
              <a:gd name="csX23" fmla="*/ 1694313 w 1998009"/>
              <a:gd name="csY23" fmla="*/ 43639 h 1856398"/>
              <a:gd name="csX24" fmla="*/ 1691603 w 1998009"/>
              <a:gd name="csY24" fmla="*/ 45549 h 1856398"/>
              <a:gd name="csX25" fmla="*/ 1666747 w 1998009"/>
              <a:gd name="csY25" fmla="*/ 86973 h 1856398"/>
              <a:gd name="csX26" fmla="*/ 1664128 w 1998009"/>
              <a:gd name="csY26" fmla="*/ 88864 h 1856398"/>
              <a:gd name="csX27" fmla="*/ 249775 w 1998009"/>
              <a:gd name="csY27" fmla="*/ 405503 h 1856398"/>
              <a:gd name="csX28" fmla="*/ 249513 w 1998009"/>
              <a:gd name="csY28" fmla="*/ 405551 h 1856398"/>
              <a:gd name="csX29" fmla="*/ 245717 w 1998009"/>
              <a:gd name="csY29" fmla="*/ 406399 h 1856398"/>
              <a:gd name="csX30" fmla="*/ 245460 w 1998009"/>
              <a:gd name="csY30" fmla="*/ 406465 h 1856398"/>
              <a:gd name="csX31" fmla="*/ 48755 w 1998009"/>
              <a:gd name="csY31" fmla="*/ 450176 h 1856398"/>
              <a:gd name="csX32" fmla="*/ 25980 w 1998009"/>
              <a:gd name="csY32" fmla="*/ 471431 h 1856398"/>
              <a:gd name="csX33" fmla="*/ 25942 w 1998009"/>
              <a:gd name="csY33" fmla="*/ 471554 h 1856398"/>
              <a:gd name="csX34" fmla="*/ 906 w 1998009"/>
              <a:gd name="csY34" fmla="*/ 658049 h 1856398"/>
              <a:gd name="csX35" fmla="*/ 49602 w 1998009"/>
              <a:gd name="csY35" fmla="*/ 846444 h 1856398"/>
              <a:gd name="csX36" fmla="*/ 77458 w 1998009"/>
              <a:gd name="csY36" fmla="*/ 864351 h 1856398"/>
              <a:gd name="csX37" fmla="*/ 77458 w 1998009"/>
              <a:gd name="csY37" fmla="*/ 864456 h 1856398"/>
              <a:gd name="csX38" fmla="*/ 210075 w 1998009"/>
              <a:gd name="csY38" fmla="*/ 864456 h 1856398"/>
              <a:gd name="csX39" fmla="*/ 240788 w 1998009"/>
              <a:gd name="csY39" fmla="*/ 835152 h 1856398"/>
              <a:gd name="csX40" fmla="*/ 282041 w 1998009"/>
              <a:gd name="csY40" fmla="*/ 463868 h 1856398"/>
              <a:gd name="csX41" fmla="*/ 285217 w 1998009"/>
              <a:gd name="csY41" fmla="*/ 460320 h 1856398"/>
              <a:gd name="csX42" fmla="*/ 1619565 w 1998009"/>
              <a:gd name="csY42" fmla="*/ 161582 h 1856398"/>
              <a:gd name="csX43" fmla="*/ 1623251 w 1998009"/>
              <a:gd name="csY43" fmla="*/ 162582 h 1856398"/>
              <a:gd name="csX44" fmla="*/ 1624523 w 1998009"/>
              <a:gd name="csY44" fmla="*/ 166188 h 1856398"/>
              <a:gd name="csX45" fmla="*/ 334471 w 1998009"/>
              <a:gd name="csY45" fmla="*/ 1461211 h 1856398"/>
              <a:gd name="csX46" fmla="*/ 706818 w 1998009"/>
              <a:gd name="csY46" fmla="*/ 1785419 h 1856398"/>
              <a:gd name="csX47" fmla="*/ 718705 w 1998009"/>
              <a:gd name="csY47" fmla="*/ 1827086 h 1856398"/>
              <a:gd name="csX48" fmla="*/ 677038 w 1998009"/>
              <a:gd name="csY48" fmla="*/ 1838973 h 1856398"/>
              <a:gd name="csX49" fmla="*/ 87117 w 1998009"/>
              <a:gd name="csY49" fmla="*/ 1022142 h 1856398"/>
              <a:gd name="csX50" fmla="*/ 112362 w 1998009"/>
              <a:gd name="csY50" fmla="*/ 986871 h 1856398"/>
              <a:gd name="csX51" fmla="*/ 147395 w 1998009"/>
              <a:gd name="csY51" fmla="*/ 1010850 h 1856398"/>
              <a:gd name="csX52" fmla="*/ 334471 w 1998009"/>
              <a:gd name="csY52" fmla="*/ 1461211 h 1856398"/>
              <a:gd name="csX53" fmla="*/ 1121779 w 1998009"/>
              <a:gd name="csY53" fmla="*/ 618654 h 1856398"/>
              <a:gd name="csX54" fmla="*/ 935056 w 1998009"/>
              <a:gd name="csY54" fmla="*/ 805377 h 1856398"/>
              <a:gd name="csX55" fmla="*/ 748333 w 1998009"/>
              <a:gd name="csY55" fmla="*/ 618654 h 1856398"/>
              <a:gd name="csX56" fmla="*/ 935056 w 1998009"/>
              <a:gd name="csY56" fmla="*/ 431930 h 1856398"/>
              <a:gd name="csX57" fmla="*/ 1121779 w 1998009"/>
              <a:gd name="csY57" fmla="*/ 618654 h 1856398"/>
              <a:gd name="csX58" fmla="*/ 218419 w 1998009"/>
              <a:gd name="csY58" fmla="*/ 480760 h 1856398"/>
              <a:gd name="csX59" fmla="*/ 183024 w 1998009"/>
              <a:gd name="csY59" fmla="*/ 799329 h 1856398"/>
              <a:gd name="csX60" fmla="*/ 178952 w 1998009"/>
              <a:gd name="csY60" fmla="*/ 802977 h 1856398"/>
              <a:gd name="csX61" fmla="*/ 100247 w 1998009"/>
              <a:gd name="csY61" fmla="*/ 802977 h 1856398"/>
              <a:gd name="csX62" fmla="*/ 96451 w 1998009"/>
              <a:gd name="csY62" fmla="*/ 800424 h 1856398"/>
              <a:gd name="csX63" fmla="*/ 78592 w 1998009"/>
              <a:gd name="csY63" fmla="*/ 508468 h 1856398"/>
              <a:gd name="csX64" fmla="*/ 81640 w 1998009"/>
              <a:gd name="csY64" fmla="*/ 505601 h 1856398"/>
              <a:gd name="csX65" fmla="*/ 213461 w 1998009"/>
              <a:gd name="csY65" fmla="*/ 476307 h 1856398"/>
              <a:gd name="csX66" fmla="*/ 217085 w 1998009"/>
              <a:gd name="csY66" fmla="*/ 477260 h 1856398"/>
              <a:gd name="csX67" fmla="*/ 218419 w 1998009"/>
              <a:gd name="csY67" fmla="*/ 480760 h 1856398"/>
              <a:gd name="csX68" fmla="*/ 1670443 w 1998009"/>
              <a:gd name="csY68" fmla="*/ 530209 h 1856398"/>
              <a:gd name="csX69" fmla="*/ 1714534 w 1998009"/>
              <a:gd name="csY69" fmla="*/ 375890 h 1856398"/>
              <a:gd name="csX70" fmla="*/ 1714810 w 1998009"/>
              <a:gd name="csY70" fmla="*/ 375185 h 1856398"/>
              <a:gd name="csX71" fmla="*/ 1778642 w 1998009"/>
              <a:gd name="csY71" fmla="*/ 247517 h 1856398"/>
              <a:gd name="csX72" fmla="*/ 1781495 w 1998009"/>
              <a:gd name="csY72" fmla="*/ 245331 h 1856398"/>
              <a:gd name="csX73" fmla="*/ 1784972 w 1998009"/>
              <a:gd name="csY73" fmla="*/ 246236 h 1856398"/>
              <a:gd name="csX74" fmla="*/ 1825158 w 1998009"/>
              <a:gd name="csY74" fmla="*/ 375471 h 1856398"/>
              <a:gd name="csX75" fmla="*/ 1825134 w 1998009"/>
              <a:gd name="csY75" fmla="*/ 375585 h 1856398"/>
              <a:gd name="csX76" fmla="*/ 1759202 w 1998009"/>
              <a:gd name="csY76" fmla="*/ 705260 h 1856398"/>
              <a:gd name="csX77" fmla="*/ 1757249 w 1998009"/>
              <a:gd name="csY77" fmla="*/ 707993 h 1856398"/>
              <a:gd name="csX78" fmla="*/ 1547428 w 1998009"/>
              <a:gd name="csY78" fmla="*/ 830566 h 1856398"/>
              <a:gd name="csX79" fmla="*/ 1542384 w 1998009"/>
              <a:gd name="csY79" fmla="*/ 829847 h 1856398"/>
              <a:gd name="csX80" fmla="*/ 1541937 w 1998009"/>
              <a:gd name="csY80" fmla="*/ 824775 h 1856398"/>
              <a:gd name="csX81" fmla="*/ 1670419 w 1998009"/>
              <a:gd name="csY81" fmla="*/ 530286 h 1856398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12362 w 1998010"/>
              <a:gd name="csY50" fmla="*/ 986871 h 1856399"/>
              <a:gd name="csX51" fmla="*/ 147395 w 1998010"/>
              <a:gd name="csY51" fmla="*/ 1010850 h 1856399"/>
              <a:gd name="csX52" fmla="*/ 334471 w 1998010"/>
              <a:gd name="csY52" fmla="*/ 1461211 h 1856399"/>
              <a:gd name="csX53" fmla="*/ 1121779 w 1998010"/>
              <a:gd name="csY53" fmla="*/ 618654 h 1856399"/>
              <a:gd name="csX54" fmla="*/ 935056 w 1998010"/>
              <a:gd name="csY54" fmla="*/ 805377 h 1856399"/>
              <a:gd name="csX55" fmla="*/ 748333 w 1998010"/>
              <a:gd name="csY55" fmla="*/ 618654 h 1856399"/>
              <a:gd name="csX56" fmla="*/ 935056 w 1998010"/>
              <a:gd name="csY56" fmla="*/ 431930 h 1856399"/>
              <a:gd name="csX57" fmla="*/ 1121779 w 1998010"/>
              <a:gd name="csY57" fmla="*/ 618654 h 1856399"/>
              <a:gd name="csX58" fmla="*/ 218419 w 1998010"/>
              <a:gd name="csY58" fmla="*/ 480760 h 1856399"/>
              <a:gd name="csX59" fmla="*/ 183024 w 1998010"/>
              <a:gd name="csY59" fmla="*/ 799329 h 1856399"/>
              <a:gd name="csX60" fmla="*/ 178952 w 1998010"/>
              <a:gd name="csY60" fmla="*/ 802977 h 1856399"/>
              <a:gd name="csX61" fmla="*/ 100247 w 1998010"/>
              <a:gd name="csY61" fmla="*/ 802977 h 1856399"/>
              <a:gd name="csX62" fmla="*/ 96451 w 1998010"/>
              <a:gd name="csY62" fmla="*/ 800424 h 1856399"/>
              <a:gd name="csX63" fmla="*/ 78592 w 1998010"/>
              <a:gd name="csY63" fmla="*/ 508468 h 1856399"/>
              <a:gd name="csX64" fmla="*/ 213461 w 1998010"/>
              <a:gd name="csY64" fmla="*/ 476307 h 1856399"/>
              <a:gd name="csX65" fmla="*/ 217085 w 1998010"/>
              <a:gd name="csY65" fmla="*/ 477260 h 1856399"/>
              <a:gd name="csX66" fmla="*/ 218419 w 1998010"/>
              <a:gd name="csY66" fmla="*/ 480760 h 1856399"/>
              <a:gd name="csX67" fmla="*/ 1670443 w 1998010"/>
              <a:gd name="csY67" fmla="*/ 530209 h 1856399"/>
              <a:gd name="csX68" fmla="*/ 1714534 w 1998010"/>
              <a:gd name="csY68" fmla="*/ 375890 h 1856399"/>
              <a:gd name="csX69" fmla="*/ 1714810 w 1998010"/>
              <a:gd name="csY69" fmla="*/ 375185 h 1856399"/>
              <a:gd name="csX70" fmla="*/ 1778642 w 1998010"/>
              <a:gd name="csY70" fmla="*/ 247517 h 1856399"/>
              <a:gd name="csX71" fmla="*/ 1781495 w 1998010"/>
              <a:gd name="csY71" fmla="*/ 245331 h 1856399"/>
              <a:gd name="csX72" fmla="*/ 1784972 w 1998010"/>
              <a:gd name="csY72" fmla="*/ 246236 h 1856399"/>
              <a:gd name="csX73" fmla="*/ 1825158 w 1998010"/>
              <a:gd name="csY73" fmla="*/ 375471 h 1856399"/>
              <a:gd name="csX74" fmla="*/ 1825134 w 1998010"/>
              <a:gd name="csY74" fmla="*/ 375585 h 1856399"/>
              <a:gd name="csX75" fmla="*/ 1759202 w 1998010"/>
              <a:gd name="csY75" fmla="*/ 705260 h 1856399"/>
              <a:gd name="csX76" fmla="*/ 1757249 w 1998010"/>
              <a:gd name="csY76" fmla="*/ 707993 h 1856399"/>
              <a:gd name="csX77" fmla="*/ 1547428 w 1998010"/>
              <a:gd name="csY77" fmla="*/ 830566 h 1856399"/>
              <a:gd name="csX78" fmla="*/ 1542384 w 1998010"/>
              <a:gd name="csY78" fmla="*/ 829847 h 1856399"/>
              <a:gd name="csX79" fmla="*/ 1541937 w 1998010"/>
              <a:gd name="csY79" fmla="*/ 824775 h 1856399"/>
              <a:gd name="csX80" fmla="*/ 1670419 w 1998010"/>
              <a:gd name="csY80" fmla="*/ 530286 h 1856399"/>
              <a:gd name="csX81" fmla="*/ 1670443 w 1998010"/>
              <a:gd name="csY81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12362 w 1998010"/>
              <a:gd name="csY50" fmla="*/ 986871 h 1856399"/>
              <a:gd name="csX51" fmla="*/ 147395 w 1998010"/>
              <a:gd name="csY51" fmla="*/ 1010850 h 1856399"/>
              <a:gd name="csX52" fmla="*/ 334471 w 1998010"/>
              <a:gd name="csY52" fmla="*/ 1461211 h 1856399"/>
              <a:gd name="csX53" fmla="*/ 1121779 w 1998010"/>
              <a:gd name="csY53" fmla="*/ 618654 h 1856399"/>
              <a:gd name="csX54" fmla="*/ 935056 w 1998010"/>
              <a:gd name="csY54" fmla="*/ 805377 h 1856399"/>
              <a:gd name="csX55" fmla="*/ 748333 w 1998010"/>
              <a:gd name="csY55" fmla="*/ 618654 h 1856399"/>
              <a:gd name="csX56" fmla="*/ 935056 w 1998010"/>
              <a:gd name="csY56" fmla="*/ 431930 h 1856399"/>
              <a:gd name="csX57" fmla="*/ 1121779 w 1998010"/>
              <a:gd name="csY57" fmla="*/ 618654 h 1856399"/>
              <a:gd name="csX58" fmla="*/ 218419 w 1998010"/>
              <a:gd name="csY58" fmla="*/ 480760 h 1856399"/>
              <a:gd name="csX59" fmla="*/ 183024 w 1998010"/>
              <a:gd name="csY59" fmla="*/ 799329 h 1856399"/>
              <a:gd name="csX60" fmla="*/ 178952 w 1998010"/>
              <a:gd name="csY60" fmla="*/ 802977 h 1856399"/>
              <a:gd name="csX61" fmla="*/ 100247 w 1998010"/>
              <a:gd name="csY61" fmla="*/ 802977 h 1856399"/>
              <a:gd name="csX62" fmla="*/ 96451 w 1998010"/>
              <a:gd name="csY62" fmla="*/ 800424 h 1856399"/>
              <a:gd name="csX63" fmla="*/ 78592 w 1998010"/>
              <a:gd name="csY63" fmla="*/ 508468 h 1856399"/>
              <a:gd name="csX64" fmla="*/ 213461 w 1998010"/>
              <a:gd name="csY64" fmla="*/ 476307 h 1856399"/>
              <a:gd name="csX65" fmla="*/ 217085 w 1998010"/>
              <a:gd name="csY65" fmla="*/ 477260 h 1856399"/>
              <a:gd name="csX66" fmla="*/ 1670443 w 1998010"/>
              <a:gd name="csY66" fmla="*/ 530209 h 1856399"/>
              <a:gd name="csX67" fmla="*/ 1714534 w 1998010"/>
              <a:gd name="csY67" fmla="*/ 375890 h 1856399"/>
              <a:gd name="csX68" fmla="*/ 1714810 w 1998010"/>
              <a:gd name="csY68" fmla="*/ 375185 h 1856399"/>
              <a:gd name="csX69" fmla="*/ 1778642 w 1998010"/>
              <a:gd name="csY69" fmla="*/ 247517 h 1856399"/>
              <a:gd name="csX70" fmla="*/ 1781495 w 1998010"/>
              <a:gd name="csY70" fmla="*/ 245331 h 1856399"/>
              <a:gd name="csX71" fmla="*/ 1784972 w 1998010"/>
              <a:gd name="csY71" fmla="*/ 246236 h 1856399"/>
              <a:gd name="csX72" fmla="*/ 1825158 w 1998010"/>
              <a:gd name="csY72" fmla="*/ 375471 h 1856399"/>
              <a:gd name="csX73" fmla="*/ 1825134 w 1998010"/>
              <a:gd name="csY73" fmla="*/ 375585 h 1856399"/>
              <a:gd name="csX74" fmla="*/ 1759202 w 1998010"/>
              <a:gd name="csY74" fmla="*/ 705260 h 1856399"/>
              <a:gd name="csX75" fmla="*/ 1757249 w 1998010"/>
              <a:gd name="csY75" fmla="*/ 707993 h 1856399"/>
              <a:gd name="csX76" fmla="*/ 1547428 w 1998010"/>
              <a:gd name="csY76" fmla="*/ 830566 h 1856399"/>
              <a:gd name="csX77" fmla="*/ 1542384 w 1998010"/>
              <a:gd name="csY77" fmla="*/ 829847 h 1856399"/>
              <a:gd name="csX78" fmla="*/ 1541937 w 1998010"/>
              <a:gd name="csY78" fmla="*/ 824775 h 1856399"/>
              <a:gd name="csX79" fmla="*/ 1670419 w 1998010"/>
              <a:gd name="csY79" fmla="*/ 530286 h 1856399"/>
              <a:gd name="csX80" fmla="*/ 1670443 w 1998010"/>
              <a:gd name="csY80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12362 w 1998010"/>
              <a:gd name="csY50" fmla="*/ 986871 h 1856399"/>
              <a:gd name="csX51" fmla="*/ 147395 w 1998010"/>
              <a:gd name="csY51" fmla="*/ 1010850 h 1856399"/>
              <a:gd name="csX52" fmla="*/ 334471 w 1998010"/>
              <a:gd name="csY52" fmla="*/ 1461211 h 1856399"/>
              <a:gd name="csX53" fmla="*/ 1121779 w 1998010"/>
              <a:gd name="csY53" fmla="*/ 618654 h 1856399"/>
              <a:gd name="csX54" fmla="*/ 935056 w 1998010"/>
              <a:gd name="csY54" fmla="*/ 805377 h 1856399"/>
              <a:gd name="csX55" fmla="*/ 748333 w 1998010"/>
              <a:gd name="csY55" fmla="*/ 618654 h 1856399"/>
              <a:gd name="csX56" fmla="*/ 935056 w 1998010"/>
              <a:gd name="csY56" fmla="*/ 431930 h 1856399"/>
              <a:gd name="csX57" fmla="*/ 1121779 w 1998010"/>
              <a:gd name="csY57" fmla="*/ 618654 h 1856399"/>
              <a:gd name="csX58" fmla="*/ 218419 w 1998010"/>
              <a:gd name="csY58" fmla="*/ 480760 h 1856399"/>
              <a:gd name="csX59" fmla="*/ 183024 w 1998010"/>
              <a:gd name="csY59" fmla="*/ 799329 h 1856399"/>
              <a:gd name="csX60" fmla="*/ 178952 w 1998010"/>
              <a:gd name="csY60" fmla="*/ 802977 h 1856399"/>
              <a:gd name="csX61" fmla="*/ 100247 w 1998010"/>
              <a:gd name="csY61" fmla="*/ 802977 h 1856399"/>
              <a:gd name="csX62" fmla="*/ 96451 w 1998010"/>
              <a:gd name="csY62" fmla="*/ 800424 h 1856399"/>
              <a:gd name="csX63" fmla="*/ 78592 w 1998010"/>
              <a:gd name="csY63" fmla="*/ 508468 h 1856399"/>
              <a:gd name="csX64" fmla="*/ 213461 w 1998010"/>
              <a:gd name="csY64" fmla="*/ 476307 h 1856399"/>
              <a:gd name="csX65" fmla="*/ 1670443 w 1998010"/>
              <a:gd name="csY65" fmla="*/ 530209 h 1856399"/>
              <a:gd name="csX66" fmla="*/ 1714534 w 1998010"/>
              <a:gd name="csY66" fmla="*/ 375890 h 1856399"/>
              <a:gd name="csX67" fmla="*/ 1714810 w 1998010"/>
              <a:gd name="csY67" fmla="*/ 375185 h 1856399"/>
              <a:gd name="csX68" fmla="*/ 1778642 w 1998010"/>
              <a:gd name="csY68" fmla="*/ 247517 h 1856399"/>
              <a:gd name="csX69" fmla="*/ 1781495 w 1998010"/>
              <a:gd name="csY69" fmla="*/ 245331 h 1856399"/>
              <a:gd name="csX70" fmla="*/ 1784972 w 1998010"/>
              <a:gd name="csY70" fmla="*/ 246236 h 1856399"/>
              <a:gd name="csX71" fmla="*/ 1825158 w 1998010"/>
              <a:gd name="csY71" fmla="*/ 375471 h 1856399"/>
              <a:gd name="csX72" fmla="*/ 1825134 w 1998010"/>
              <a:gd name="csY72" fmla="*/ 375585 h 1856399"/>
              <a:gd name="csX73" fmla="*/ 1759202 w 1998010"/>
              <a:gd name="csY73" fmla="*/ 705260 h 1856399"/>
              <a:gd name="csX74" fmla="*/ 1757249 w 1998010"/>
              <a:gd name="csY74" fmla="*/ 707993 h 1856399"/>
              <a:gd name="csX75" fmla="*/ 1547428 w 1998010"/>
              <a:gd name="csY75" fmla="*/ 830566 h 1856399"/>
              <a:gd name="csX76" fmla="*/ 1542384 w 1998010"/>
              <a:gd name="csY76" fmla="*/ 829847 h 1856399"/>
              <a:gd name="csX77" fmla="*/ 1541937 w 1998010"/>
              <a:gd name="csY77" fmla="*/ 824775 h 1856399"/>
              <a:gd name="csX78" fmla="*/ 1670419 w 1998010"/>
              <a:gd name="csY78" fmla="*/ 530286 h 1856399"/>
              <a:gd name="csX79" fmla="*/ 1670443 w 1998010"/>
              <a:gd name="csY79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12362 w 1998010"/>
              <a:gd name="csY50" fmla="*/ 986871 h 1856399"/>
              <a:gd name="csX51" fmla="*/ 147395 w 1998010"/>
              <a:gd name="csY51" fmla="*/ 1010850 h 1856399"/>
              <a:gd name="csX52" fmla="*/ 334471 w 1998010"/>
              <a:gd name="csY52" fmla="*/ 1461211 h 1856399"/>
              <a:gd name="csX53" fmla="*/ 1121779 w 1998010"/>
              <a:gd name="csY53" fmla="*/ 618654 h 1856399"/>
              <a:gd name="csX54" fmla="*/ 935056 w 1998010"/>
              <a:gd name="csY54" fmla="*/ 805377 h 1856399"/>
              <a:gd name="csX55" fmla="*/ 748333 w 1998010"/>
              <a:gd name="csY55" fmla="*/ 618654 h 1856399"/>
              <a:gd name="csX56" fmla="*/ 935056 w 1998010"/>
              <a:gd name="csY56" fmla="*/ 431930 h 1856399"/>
              <a:gd name="csX57" fmla="*/ 1121779 w 1998010"/>
              <a:gd name="csY57" fmla="*/ 618654 h 1856399"/>
              <a:gd name="csX58" fmla="*/ 218419 w 1998010"/>
              <a:gd name="csY58" fmla="*/ 480760 h 1856399"/>
              <a:gd name="csX59" fmla="*/ 183024 w 1998010"/>
              <a:gd name="csY59" fmla="*/ 799329 h 1856399"/>
              <a:gd name="csX60" fmla="*/ 178952 w 1998010"/>
              <a:gd name="csY60" fmla="*/ 802977 h 1856399"/>
              <a:gd name="csX61" fmla="*/ 100247 w 1998010"/>
              <a:gd name="csY61" fmla="*/ 802977 h 1856399"/>
              <a:gd name="csX62" fmla="*/ 96451 w 1998010"/>
              <a:gd name="csY62" fmla="*/ 800424 h 1856399"/>
              <a:gd name="csX63" fmla="*/ 78592 w 1998010"/>
              <a:gd name="csY63" fmla="*/ 508468 h 1856399"/>
              <a:gd name="csX64" fmla="*/ 1670443 w 1998010"/>
              <a:gd name="csY64" fmla="*/ 530209 h 1856399"/>
              <a:gd name="csX65" fmla="*/ 1714534 w 1998010"/>
              <a:gd name="csY65" fmla="*/ 375890 h 1856399"/>
              <a:gd name="csX66" fmla="*/ 1714810 w 1998010"/>
              <a:gd name="csY66" fmla="*/ 375185 h 1856399"/>
              <a:gd name="csX67" fmla="*/ 1778642 w 1998010"/>
              <a:gd name="csY67" fmla="*/ 247517 h 1856399"/>
              <a:gd name="csX68" fmla="*/ 1781495 w 1998010"/>
              <a:gd name="csY68" fmla="*/ 245331 h 1856399"/>
              <a:gd name="csX69" fmla="*/ 1784972 w 1998010"/>
              <a:gd name="csY69" fmla="*/ 246236 h 1856399"/>
              <a:gd name="csX70" fmla="*/ 1825158 w 1998010"/>
              <a:gd name="csY70" fmla="*/ 375471 h 1856399"/>
              <a:gd name="csX71" fmla="*/ 1825134 w 1998010"/>
              <a:gd name="csY71" fmla="*/ 375585 h 1856399"/>
              <a:gd name="csX72" fmla="*/ 1759202 w 1998010"/>
              <a:gd name="csY72" fmla="*/ 705260 h 1856399"/>
              <a:gd name="csX73" fmla="*/ 1757249 w 1998010"/>
              <a:gd name="csY73" fmla="*/ 707993 h 1856399"/>
              <a:gd name="csX74" fmla="*/ 1547428 w 1998010"/>
              <a:gd name="csY74" fmla="*/ 830566 h 1856399"/>
              <a:gd name="csX75" fmla="*/ 1542384 w 1998010"/>
              <a:gd name="csY75" fmla="*/ 829847 h 1856399"/>
              <a:gd name="csX76" fmla="*/ 1541937 w 1998010"/>
              <a:gd name="csY76" fmla="*/ 824775 h 1856399"/>
              <a:gd name="csX77" fmla="*/ 1670419 w 1998010"/>
              <a:gd name="csY77" fmla="*/ 530286 h 1856399"/>
              <a:gd name="csX78" fmla="*/ 1670443 w 1998010"/>
              <a:gd name="csY78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12362 w 1998010"/>
              <a:gd name="csY50" fmla="*/ 986871 h 1856399"/>
              <a:gd name="csX51" fmla="*/ 147395 w 1998010"/>
              <a:gd name="csY51" fmla="*/ 1010850 h 1856399"/>
              <a:gd name="csX52" fmla="*/ 334471 w 1998010"/>
              <a:gd name="csY52" fmla="*/ 1461211 h 1856399"/>
              <a:gd name="csX53" fmla="*/ 1121779 w 1998010"/>
              <a:gd name="csY53" fmla="*/ 618654 h 1856399"/>
              <a:gd name="csX54" fmla="*/ 935056 w 1998010"/>
              <a:gd name="csY54" fmla="*/ 805377 h 1856399"/>
              <a:gd name="csX55" fmla="*/ 748333 w 1998010"/>
              <a:gd name="csY55" fmla="*/ 618654 h 1856399"/>
              <a:gd name="csX56" fmla="*/ 935056 w 1998010"/>
              <a:gd name="csY56" fmla="*/ 431930 h 1856399"/>
              <a:gd name="csX57" fmla="*/ 1121779 w 1998010"/>
              <a:gd name="csY57" fmla="*/ 618654 h 1856399"/>
              <a:gd name="csX58" fmla="*/ 183024 w 1998010"/>
              <a:gd name="csY58" fmla="*/ 799329 h 1856399"/>
              <a:gd name="csX59" fmla="*/ 178952 w 1998010"/>
              <a:gd name="csY59" fmla="*/ 802977 h 1856399"/>
              <a:gd name="csX60" fmla="*/ 100247 w 1998010"/>
              <a:gd name="csY60" fmla="*/ 802977 h 1856399"/>
              <a:gd name="csX61" fmla="*/ 96451 w 1998010"/>
              <a:gd name="csY61" fmla="*/ 800424 h 1856399"/>
              <a:gd name="csX62" fmla="*/ 78592 w 1998010"/>
              <a:gd name="csY62" fmla="*/ 508468 h 1856399"/>
              <a:gd name="csX63" fmla="*/ 1670443 w 1998010"/>
              <a:gd name="csY63" fmla="*/ 530209 h 1856399"/>
              <a:gd name="csX64" fmla="*/ 1714534 w 1998010"/>
              <a:gd name="csY64" fmla="*/ 375890 h 1856399"/>
              <a:gd name="csX65" fmla="*/ 1714810 w 1998010"/>
              <a:gd name="csY65" fmla="*/ 375185 h 1856399"/>
              <a:gd name="csX66" fmla="*/ 1778642 w 1998010"/>
              <a:gd name="csY66" fmla="*/ 247517 h 1856399"/>
              <a:gd name="csX67" fmla="*/ 1781495 w 1998010"/>
              <a:gd name="csY67" fmla="*/ 245331 h 1856399"/>
              <a:gd name="csX68" fmla="*/ 1784972 w 1998010"/>
              <a:gd name="csY68" fmla="*/ 246236 h 1856399"/>
              <a:gd name="csX69" fmla="*/ 1825158 w 1998010"/>
              <a:gd name="csY69" fmla="*/ 375471 h 1856399"/>
              <a:gd name="csX70" fmla="*/ 1825134 w 1998010"/>
              <a:gd name="csY70" fmla="*/ 375585 h 1856399"/>
              <a:gd name="csX71" fmla="*/ 1759202 w 1998010"/>
              <a:gd name="csY71" fmla="*/ 705260 h 1856399"/>
              <a:gd name="csX72" fmla="*/ 1757249 w 1998010"/>
              <a:gd name="csY72" fmla="*/ 707993 h 1856399"/>
              <a:gd name="csX73" fmla="*/ 1547428 w 1998010"/>
              <a:gd name="csY73" fmla="*/ 830566 h 1856399"/>
              <a:gd name="csX74" fmla="*/ 1542384 w 1998010"/>
              <a:gd name="csY74" fmla="*/ 829847 h 1856399"/>
              <a:gd name="csX75" fmla="*/ 1541937 w 1998010"/>
              <a:gd name="csY75" fmla="*/ 824775 h 1856399"/>
              <a:gd name="csX76" fmla="*/ 1670419 w 1998010"/>
              <a:gd name="csY76" fmla="*/ 530286 h 1856399"/>
              <a:gd name="csX77" fmla="*/ 1670443 w 1998010"/>
              <a:gd name="csY77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12362 w 1998010"/>
              <a:gd name="csY50" fmla="*/ 986871 h 1856399"/>
              <a:gd name="csX51" fmla="*/ 147395 w 1998010"/>
              <a:gd name="csY51" fmla="*/ 1010850 h 1856399"/>
              <a:gd name="csX52" fmla="*/ 334471 w 1998010"/>
              <a:gd name="csY52" fmla="*/ 1461211 h 1856399"/>
              <a:gd name="csX53" fmla="*/ 1121779 w 1998010"/>
              <a:gd name="csY53" fmla="*/ 618654 h 1856399"/>
              <a:gd name="csX54" fmla="*/ 935056 w 1998010"/>
              <a:gd name="csY54" fmla="*/ 805377 h 1856399"/>
              <a:gd name="csX55" fmla="*/ 748333 w 1998010"/>
              <a:gd name="csY55" fmla="*/ 618654 h 1856399"/>
              <a:gd name="csX56" fmla="*/ 935056 w 1998010"/>
              <a:gd name="csY56" fmla="*/ 431930 h 1856399"/>
              <a:gd name="csX57" fmla="*/ 1121779 w 1998010"/>
              <a:gd name="csY57" fmla="*/ 618654 h 1856399"/>
              <a:gd name="csX58" fmla="*/ 183024 w 1998010"/>
              <a:gd name="csY58" fmla="*/ 799329 h 1856399"/>
              <a:gd name="csX59" fmla="*/ 178952 w 1998010"/>
              <a:gd name="csY59" fmla="*/ 802977 h 1856399"/>
              <a:gd name="csX60" fmla="*/ 100247 w 1998010"/>
              <a:gd name="csY60" fmla="*/ 802977 h 1856399"/>
              <a:gd name="csX61" fmla="*/ 96451 w 1998010"/>
              <a:gd name="csY61" fmla="*/ 800424 h 1856399"/>
              <a:gd name="csX62" fmla="*/ 1670443 w 1998010"/>
              <a:gd name="csY62" fmla="*/ 530209 h 1856399"/>
              <a:gd name="csX63" fmla="*/ 1714534 w 1998010"/>
              <a:gd name="csY63" fmla="*/ 375890 h 1856399"/>
              <a:gd name="csX64" fmla="*/ 1714810 w 1998010"/>
              <a:gd name="csY64" fmla="*/ 375185 h 1856399"/>
              <a:gd name="csX65" fmla="*/ 1778642 w 1998010"/>
              <a:gd name="csY65" fmla="*/ 247517 h 1856399"/>
              <a:gd name="csX66" fmla="*/ 1781495 w 1998010"/>
              <a:gd name="csY66" fmla="*/ 245331 h 1856399"/>
              <a:gd name="csX67" fmla="*/ 1784972 w 1998010"/>
              <a:gd name="csY67" fmla="*/ 246236 h 1856399"/>
              <a:gd name="csX68" fmla="*/ 1825158 w 1998010"/>
              <a:gd name="csY68" fmla="*/ 375471 h 1856399"/>
              <a:gd name="csX69" fmla="*/ 1825134 w 1998010"/>
              <a:gd name="csY69" fmla="*/ 375585 h 1856399"/>
              <a:gd name="csX70" fmla="*/ 1759202 w 1998010"/>
              <a:gd name="csY70" fmla="*/ 705260 h 1856399"/>
              <a:gd name="csX71" fmla="*/ 1757249 w 1998010"/>
              <a:gd name="csY71" fmla="*/ 707993 h 1856399"/>
              <a:gd name="csX72" fmla="*/ 1547428 w 1998010"/>
              <a:gd name="csY72" fmla="*/ 830566 h 1856399"/>
              <a:gd name="csX73" fmla="*/ 1542384 w 1998010"/>
              <a:gd name="csY73" fmla="*/ 829847 h 1856399"/>
              <a:gd name="csX74" fmla="*/ 1541937 w 1998010"/>
              <a:gd name="csY74" fmla="*/ 824775 h 1856399"/>
              <a:gd name="csX75" fmla="*/ 1670419 w 1998010"/>
              <a:gd name="csY75" fmla="*/ 530286 h 1856399"/>
              <a:gd name="csX76" fmla="*/ 1670443 w 1998010"/>
              <a:gd name="csY76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12362 w 1998010"/>
              <a:gd name="csY50" fmla="*/ 986871 h 1856399"/>
              <a:gd name="csX51" fmla="*/ 147395 w 1998010"/>
              <a:gd name="csY51" fmla="*/ 1010850 h 1856399"/>
              <a:gd name="csX52" fmla="*/ 334471 w 1998010"/>
              <a:gd name="csY52" fmla="*/ 1461211 h 1856399"/>
              <a:gd name="csX53" fmla="*/ 1121779 w 1998010"/>
              <a:gd name="csY53" fmla="*/ 618654 h 1856399"/>
              <a:gd name="csX54" fmla="*/ 935056 w 1998010"/>
              <a:gd name="csY54" fmla="*/ 805377 h 1856399"/>
              <a:gd name="csX55" fmla="*/ 748333 w 1998010"/>
              <a:gd name="csY55" fmla="*/ 618654 h 1856399"/>
              <a:gd name="csX56" fmla="*/ 935056 w 1998010"/>
              <a:gd name="csY56" fmla="*/ 431930 h 1856399"/>
              <a:gd name="csX57" fmla="*/ 1121779 w 1998010"/>
              <a:gd name="csY57" fmla="*/ 618654 h 1856399"/>
              <a:gd name="csX58" fmla="*/ 183024 w 1998010"/>
              <a:gd name="csY58" fmla="*/ 799329 h 1856399"/>
              <a:gd name="csX59" fmla="*/ 178952 w 1998010"/>
              <a:gd name="csY59" fmla="*/ 802977 h 1856399"/>
              <a:gd name="csX60" fmla="*/ 100247 w 1998010"/>
              <a:gd name="csY60" fmla="*/ 802977 h 1856399"/>
              <a:gd name="csX61" fmla="*/ 1670443 w 1998010"/>
              <a:gd name="csY61" fmla="*/ 530209 h 1856399"/>
              <a:gd name="csX62" fmla="*/ 1714534 w 1998010"/>
              <a:gd name="csY62" fmla="*/ 375890 h 1856399"/>
              <a:gd name="csX63" fmla="*/ 1714810 w 1998010"/>
              <a:gd name="csY63" fmla="*/ 375185 h 1856399"/>
              <a:gd name="csX64" fmla="*/ 1778642 w 1998010"/>
              <a:gd name="csY64" fmla="*/ 247517 h 1856399"/>
              <a:gd name="csX65" fmla="*/ 1781495 w 1998010"/>
              <a:gd name="csY65" fmla="*/ 245331 h 1856399"/>
              <a:gd name="csX66" fmla="*/ 1784972 w 1998010"/>
              <a:gd name="csY66" fmla="*/ 246236 h 1856399"/>
              <a:gd name="csX67" fmla="*/ 1825158 w 1998010"/>
              <a:gd name="csY67" fmla="*/ 375471 h 1856399"/>
              <a:gd name="csX68" fmla="*/ 1825134 w 1998010"/>
              <a:gd name="csY68" fmla="*/ 375585 h 1856399"/>
              <a:gd name="csX69" fmla="*/ 1759202 w 1998010"/>
              <a:gd name="csY69" fmla="*/ 705260 h 1856399"/>
              <a:gd name="csX70" fmla="*/ 1757249 w 1998010"/>
              <a:gd name="csY70" fmla="*/ 707993 h 1856399"/>
              <a:gd name="csX71" fmla="*/ 1547428 w 1998010"/>
              <a:gd name="csY71" fmla="*/ 830566 h 1856399"/>
              <a:gd name="csX72" fmla="*/ 1542384 w 1998010"/>
              <a:gd name="csY72" fmla="*/ 829847 h 1856399"/>
              <a:gd name="csX73" fmla="*/ 1541937 w 1998010"/>
              <a:gd name="csY73" fmla="*/ 824775 h 1856399"/>
              <a:gd name="csX74" fmla="*/ 1670419 w 1998010"/>
              <a:gd name="csY74" fmla="*/ 530286 h 1856399"/>
              <a:gd name="csX75" fmla="*/ 1670443 w 1998010"/>
              <a:gd name="csY75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12362 w 1998010"/>
              <a:gd name="csY50" fmla="*/ 986871 h 1856399"/>
              <a:gd name="csX51" fmla="*/ 147395 w 1998010"/>
              <a:gd name="csY51" fmla="*/ 1010850 h 1856399"/>
              <a:gd name="csX52" fmla="*/ 334471 w 1998010"/>
              <a:gd name="csY52" fmla="*/ 1461211 h 1856399"/>
              <a:gd name="csX53" fmla="*/ 1121779 w 1998010"/>
              <a:gd name="csY53" fmla="*/ 618654 h 1856399"/>
              <a:gd name="csX54" fmla="*/ 935056 w 1998010"/>
              <a:gd name="csY54" fmla="*/ 805377 h 1856399"/>
              <a:gd name="csX55" fmla="*/ 748333 w 1998010"/>
              <a:gd name="csY55" fmla="*/ 618654 h 1856399"/>
              <a:gd name="csX56" fmla="*/ 935056 w 1998010"/>
              <a:gd name="csY56" fmla="*/ 431930 h 1856399"/>
              <a:gd name="csX57" fmla="*/ 1121779 w 1998010"/>
              <a:gd name="csY57" fmla="*/ 618654 h 1856399"/>
              <a:gd name="csX58" fmla="*/ 183024 w 1998010"/>
              <a:gd name="csY58" fmla="*/ 799329 h 1856399"/>
              <a:gd name="csX59" fmla="*/ 100247 w 1998010"/>
              <a:gd name="csY59" fmla="*/ 802977 h 1856399"/>
              <a:gd name="csX60" fmla="*/ 1670443 w 1998010"/>
              <a:gd name="csY60" fmla="*/ 530209 h 1856399"/>
              <a:gd name="csX61" fmla="*/ 1714534 w 1998010"/>
              <a:gd name="csY61" fmla="*/ 375890 h 1856399"/>
              <a:gd name="csX62" fmla="*/ 1714810 w 1998010"/>
              <a:gd name="csY62" fmla="*/ 375185 h 1856399"/>
              <a:gd name="csX63" fmla="*/ 1778642 w 1998010"/>
              <a:gd name="csY63" fmla="*/ 247517 h 1856399"/>
              <a:gd name="csX64" fmla="*/ 1781495 w 1998010"/>
              <a:gd name="csY64" fmla="*/ 245331 h 1856399"/>
              <a:gd name="csX65" fmla="*/ 1784972 w 1998010"/>
              <a:gd name="csY65" fmla="*/ 246236 h 1856399"/>
              <a:gd name="csX66" fmla="*/ 1825158 w 1998010"/>
              <a:gd name="csY66" fmla="*/ 375471 h 1856399"/>
              <a:gd name="csX67" fmla="*/ 1825134 w 1998010"/>
              <a:gd name="csY67" fmla="*/ 375585 h 1856399"/>
              <a:gd name="csX68" fmla="*/ 1759202 w 1998010"/>
              <a:gd name="csY68" fmla="*/ 705260 h 1856399"/>
              <a:gd name="csX69" fmla="*/ 1757249 w 1998010"/>
              <a:gd name="csY69" fmla="*/ 707993 h 1856399"/>
              <a:gd name="csX70" fmla="*/ 1547428 w 1998010"/>
              <a:gd name="csY70" fmla="*/ 830566 h 1856399"/>
              <a:gd name="csX71" fmla="*/ 1542384 w 1998010"/>
              <a:gd name="csY71" fmla="*/ 829847 h 1856399"/>
              <a:gd name="csX72" fmla="*/ 1541937 w 1998010"/>
              <a:gd name="csY72" fmla="*/ 824775 h 1856399"/>
              <a:gd name="csX73" fmla="*/ 1670419 w 1998010"/>
              <a:gd name="csY73" fmla="*/ 530286 h 1856399"/>
              <a:gd name="csX74" fmla="*/ 1670443 w 1998010"/>
              <a:gd name="csY74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12362 w 1998010"/>
              <a:gd name="csY50" fmla="*/ 986871 h 1856399"/>
              <a:gd name="csX51" fmla="*/ 147395 w 1998010"/>
              <a:gd name="csY51" fmla="*/ 1010850 h 1856399"/>
              <a:gd name="csX52" fmla="*/ 334471 w 1998010"/>
              <a:gd name="csY52" fmla="*/ 1461211 h 1856399"/>
              <a:gd name="csX53" fmla="*/ 1121779 w 1998010"/>
              <a:gd name="csY53" fmla="*/ 618654 h 1856399"/>
              <a:gd name="csX54" fmla="*/ 935056 w 1998010"/>
              <a:gd name="csY54" fmla="*/ 805377 h 1856399"/>
              <a:gd name="csX55" fmla="*/ 748333 w 1998010"/>
              <a:gd name="csY55" fmla="*/ 618654 h 1856399"/>
              <a:gd name="csX56" fmla="*/ 935056 w 1998010"/>
              <a:gd name="csY56" fmla="*/ 431930 h 1856399"/>
              <a:gd name="csX57" fmla="*/ 1121779 w 1998010"/>
              <a:gd name="csY57" fmla="*/ 618654 h 1856399"/>
              <a:gd name="csX58" fmla="*/ 1670443 w 1998010"/>
              <a:gd name="csY58" fmla="*/ 530209 h 1856399"/>
              <a:gd name="csX59" fmla="*/ 1714534 w 1998010"/>
              <a:gd name="csY59" fmla="*/ 375890 h 1856399"/>
              <a:gd name="csX60" fmla="*/ 1714810 w 1998010"/>
              <a:gd name="csY60" fmla="*/ 375185 h 1856399"/>
              <a:gd name="csX61" fmla="*/ 1778642 w 1998010"/>
              <a:gd name="csY61" fmla="*/ 247517 h 1856399"/>
              <a:gd name="csX62" fmla="*/ 1781495 w 1998010"/>
              <a:gd name="csY62" fmla="*/ 245331 h 1856399"/>
              <a:gd name="csX63" fmla="*/ 1784972 w 1998010"/>
              <a:gd name="csY63" fmla="*/ 246236 h 1856399"/>
              <a:gd name="csX64" fmla="*/ 1825158 w 1998010"/>
              <a:gd name="csY64" fmla="*/ 375471 h 1856399"/>
              <a:gd name="csX65" fmla="*/ 1825134 w 1998010"/>
              <a:gd name="csY65" fmla="*/ 375585 h 1856399"/>
              <a:gd name="csX66" fmla="*/ 1759202 w 1998010"/>
              <a:gd name="csY66" fmla="*/ 705260 h 1856399"/>
              <a:gd name="csX67" fmla="*/ 1757249 w 1998010"/>
              <a:gd name="csY67" fmla="*/ 707993 h 1856399"/>
              <a:gd name="csX68" fmla="*/ 1547428 w 1998010"/>
              <a:gd name="csY68" fmla="*/ 830566 h 1856399"/>
              <a:gd name="csX69" fmla="*/ 1542384 w 1998010"/>
              <a:gd name="csY69" fmla="*/ 829847 h 1856399"/>
              <a:gd name="csX70" fmla="*/ 1541937 w 1998010"/>
              <a:gd name="csY70" fmla="*/ 824775 h 1856399"/>
              <a:gd name="csX71" fmla="*/ 1670419 w 1998010"/>
              <a:gd name="csY71" fmla="*/ 530286 h 1856399"/>
              <a:gd name="csX72" fmla="*/ 1670443 w 1998010"/>
              <a:gd name="csY72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47395 w 1998010"/>
              <a:gd name="csY50" fmla="*/ 1010850 h 1856399"/>
              <a:gd name="csX51" fmla="*/ 334471 w 1998010"/>
              <a:gd name="csY51" fmla="*/ 1461211 h 1856399"/>
              <a:gd name="csX52" fmla="*/ 1121779 w 1998010"/>
              <a:gd name="csY52" fmla="*/ 618654 h 1856399"/>
              <a:gd name="csX53" fmla="*/ 935056 w 1998010"/>
              <a:gd name="csY53" fmla="*/ 805377 h 1856399"/>
              <a:gd name="csX54" fmla="*/ 748333 w 1998010"/>
              <a:gd name="csY54" fmla="*/ 618654 h 1856399"/>
              <a:gd name="csX55" fmla="*/ 935056 w 1998010"/>
              <a:gd name="csY55" fmla="*/ 431930 h 1856399"/>
              <a:gd name="csX56" fmla="*/ 1121779 w 1998010"/>
              <a:gd name="csY56" fmla="*/ 618654 h 1856399"/>
              <a:gd name="csX57" fmla="*/ 1670443 w 1998010"/>
              <a:gd name="csY57" fmla="*/ 530209 h 1856399"/>
              <a:gd name="csX58" fmla="*/ 1714534 w 1998010"/>
              <a:gd name="csY58" fmla="*/ 375890 h 1856399"/>
              <a:gd name="csX59" fmla="*/ 1714810 w 1998010"/>
              <a:gd name="csY59" fmla="*/ 375185 h 1856399"/>
              <a:gd name="csX60" fmla="*/ 1778642 w 1998010"/>
              <a:gd name="csY60" fmla="*/ 247517 h 1856399"/>
              <a:gd name="csX61" fmla="*/ 1781495 w 1998010"/>
              <a:gd name="csY61" fmla="*/ 245331 h 1856399"/>
              <a:gd name="csX62" fmla="*/ 1784972 w 1998010"/>
              <a:gd name="csY62" fmla="*/ 246236 h 1856399"/>
              <a:gd name="csX63" fmla="*/ 1825158 w 1998010"/>
              <a:gd name="csY63" fmla="*/ 375471 h 1856399"/>
              <a:gd name="csX64" fmla="*/ 1825134 w 1998010"/>
              <a:gd name="csY64" fmla="*/ 375585 h 1856399"/>
              <a:gd name="csX65" fmla="*/ 1759202 w 1998010"/>
              <a:gd name="csY65" fmla="*/ 705260 h 1856399"/>
              <a:gd name="csX66" fmla="*/ 1757249 w 1998010"/>
              <a:gd name="csY66" fmla="*/ 707993 h 1856399"/>
              <a:gd name="csX67" fmla="*/ 1547428 w 1998010"/>
              <a:gd name="csY67" fmla="*/ 830566 h 1856399"/>
              <a:gd name="csX68" fmla="*/ 1542384 w 1998010"/>
              <a:gd name="csY68" fmla="*/ 829847 h 1856399"/>
              <a:gd name="csX69" fmla="*/ 1541937 w 1998010"/>
              <a:gd name="csY69" fmla="*/ 824775 h 1856399"/>
              <a:gd name="csX70" fmla="*/ 1670419 w 1998010"/>
              <a:gd name="csY70" fmla="*/ 530286 h 1856399"/>
              <a:gd name="csX71" fmla="*/ 1670443 w 1998010"/>
              <a:gd name="csY71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334471 w 1998010"/>
              <a:gd name="csY50" fmla="*/ 1461211 h 1856399"/>
              <a:gd name="csX51" fmla="*/ 1121779 w 1998010"/>
              <a:gd name="csY51" fmla="*/ 618654 h 1856399"/>
              <a:gd name="csX52" fmla="*/ 935056 w 1998010"/>
              <a:gd name="csY52" fmla="*/ 805377 h 1856399"/>
              <a:gd name="csX53" fmla="*/ 748333 w 1998010"/>
              <a:gd name="csY53" fmla="*/ 618654 h 1856399"/>
              <a:gd name="csX54" fmla="*/ 935056 w 1998010"/>
              <a:gd name="csY54" fmla="*/ 431930 h 1856399"/>
              <a:gd name="csX55" fmla="*/ 1121779 w 1998010"/>
              <a:gd name="csY55" fmla="*/ 618654 h 1856399"/>
              <a:gd name="csX56" fmla="*/ 1670443 w 1998010"/>
              <a:gd name="csY56" fmla="*/ 530209 h 1856399"/>
              <a:gd name="csX57" fmla="*/ 1714534 w 1998010"/>
              <a:gd name="csY57" fmla="*/ 375890 h 1856399"/>
              <a:gd name="csX58" fmla="*/ 1714810 w 1998010"/>
              <a:gd name="csY58" fmla="*/ 375185 h 1856399"/>
              <a:gd name="csX59" fmla="*/ 1778642 w 1998010"/>
              <a:gd name="csY59" fmla="*/ 247517 h 1856399"/>
              <a:gd name="csX60" fmla="*/ 1781495 w 1998010"/>
              <a:gd name="csY60" fmla="*/ 245331 h 1856399"/>
              <a:gd name="csX61" fmla="*/ 1784972 w 1998010"/>
              <a:gd name="csY61" fmla="*/ 246236 h 1856399"/>
              <a:gd name="csX62" fmla="*/ 1825158 w 1998010"/>
              <a:gd name="csY62" fmla="*/ 375471 h 1856399"/>
              <a:gd name="csX63" fmla="*/ 1825134 w 1998010"/>
              <a:gd name="csY63" fmla="*/ 375585 h 1856399"/>
              <a:gd name="csX64" fmla="*/ 1759202 w 1998010"/>
              <a:gd name="csY64" fmla="*/ 705260 h 1856399"/>
              <a:gd name="csX65" fmla="*/ 1757249 w 1998010"/>
              <a:gd name="csY65" fmla="*/ 707993 h 1856399"/>
              <a:gd name="csX66" fmla="*/ 1547428 w 1998010"/>
              <a:gd name="csY66" fmla="*/ 830566 h 1856399"/>
              <a:gd name="csX67" fmla="*/ 1542384 w 1998010"/>
              <a:gd name="csY67" fmla="*/ 829847 h 1856399"/>
              <a:gd name="csX68" fmla="*/ 1541937 w 1998010"/>
              <a:gd name="csY68" fmla="*/ 824775 h 1856399"/>
              <a:gd name="csX69" fmla="*/ 1670419 w 1998010"/>
              <a:gd name="csY69" fmla="*/ 530286 h 1856399"/>
              <a:gd name="csX70" fmla="*/ 1670443 w 1998010"/>
              <a:gd name="csY70" fmla="*/ 530209 h 1856399"/>
              <a:gd name="csX0" fmla="*/ 1624523 w 1998010"/>
              <a:gd name="csY0" fmla="*/ 166188 h 1866280"/>
              <a:gd name="csX1" fmla="*/ 1207371 w 1998010"/>
              <a:gd name="csY1" fmla="*/ 860970 h 1866280"/>
              <a:gd name="csX2" fmla="*/ 1204909 w 1998010"/>
              <a:gd name="csY2" fmla="*/ 861775 h 1866280"/>
              <a:gd name="csX3" fmla="*/ 878563 w 1998010"/>
              <a:gd name="csY3" fmla="*/ 925940 h 1866280"/>
              <a:gd name="csX4" fmla="*/ 820851 w 1998010"/>
              <a:gd name="csY4" fmla="*/ 998606 h 1866280"/>
              <a:gd name="csX5" fmla="*/ 795234 w 1998010"/>
              <a:gd name="csY5" fmla="*/ 1240379 h 1866280"/>
              <a:gd name="csX6" fmla="*/ 907219 w 1998010"/>
              <a:gd name="csY6" fmla="*/ 1640834 h 1866280"/>
              <a:gd name="csX7" fmla="*/ 881478 w 1998010"/>
              <a:gd name="csY7" fmla="*/ 1851084 h 1866280"/>
              <a:gd name="csX8" fmla="*/ 882092 w 1998010"/>
              <a:gd name="csY8" fmla="*/ 1854732 h 1866280"/>
              <a:gd name="csX9" fmla="*/ 885392 w 1998010"/>
              <a:gd name="csY9" fmla="*/ 1856399 h 1866280"/>
              <a:gd name="csX10" fmla="*/ 1488449 w 1998010"/>
              <a:gd name="csY10" fmla="*/ 1856399 h 1866280"/>
              <a:gd name="csX11" fmla="*/ 1491659 w 1998010"/>
              <a:gd name="csY11" fmla="*/ 1854846 h 1866280"/>
              <a:gd name="csX12" fmla="*/ 1492440 w 1998010"/>
              <a:gd name="csY12" fmla="*/ 1851370 h 1866280"/>
              <a:gd name="csX13" fmla="*/ 1339578 w 1998010"/>
              <a:gd name="csY13" fmla="*/ 1196250 h 1866280"/>
              <a:gd name="csX14" fmla="*/ 1341483 w 1998010"/>
              <a:gd name="csY14" fmla="*/ 1191792 h 1866280"/>
              <a:gd name="csX15" fmla="*/ 1824348 w 1998010"/>
              <a:gd name="csY15" fmla="*/ 906466 h 1866280"/>
              <a:gd name="csX16" fmla="*/ 1825667 w 1998010"/>
              <a:gd name="csY16" fmla="*/ 905223 h 1866280"/>
              <a:gd name="csX17" fmla="*/ 1957812 w 1998010"/>
              <a:gd name="csY17" fmla="*/ 243564 h 1866280"/>
              <a:gd name="csX18" fmla="*/ 1957917 w 1998010"/>
              <a:gd name="csY18" fmla="*/ 242288 h 1866280"/>
              <a:gd name="csX19" fmla="*/ 1996684 w 1998010"/>
              <a:gd name="csY19" fmla="*/ 84311 h 1866280"/>
              <a:gd name="csX20" fmla="*/ 1975724 w 1998010"/>
              <a:gd name="csY20" fmla="*/ 35409 h 1866280"/>
              <a:gd name="csX21" fmla="*/ 1914893 w 1998010"/>
              <a:gd name="csY21" fmla="*/ 553 h 1866280"/>
              <a:gd name="csX22" fmla="*/ 1912054 w 1998010"/>
              <a:gd name="csY22" fmla="*/ 91 h 1866280"/>
              <a:gd name="csX23" fmla="*/ 1694313 w 1998010"/>
              <a:gd name="csY23" fmla="*/ 43639 h 1866280"/>
              <a:gd name="csX24" fmla="*/ 1691603 w 1998010"/>
              <a:gd name="csY24" fmla="*/ 45549 h 1866280"/>
              <a:gd name="csX25" fmla="*/ 1666747 w 1998010"/>
              <a:gd name="csY25" fmla="*/ 86973 h 1866280"/>
              <a:gd name="csX26" fmla="*/ 1664128 w 1998010"/>
              <a:gd name="csY26" fmla="*/ 88864 h 1866280"/>
              <a:gd name="csX27" fmla="*/ 249775 w 1998010"/>
              <a:gd name="csY27" fmla="*/ 405503 h 1866280"/>
              <a:gd name="csX28" fmla="*/ 249513 w 1998010"/>
              <a:gd name="csY28" fmla="*/ 405551 h 1866280"/>
              <a:gd name="csX29" fmla="*/ 245717 w 1998010"/>
              <a:gd name="csY29" fmla="*/ 406399 h 1866280"/>
              <a:gd name="csX30" fmla="*/ 245460 w 1998010"/>
              <a:gd name="csY30" fmla="*/ 406465 h 1866280"/>
              <a:gd name="csX31" fmla="*/ 48755 w 1998010"/>
              <a:gd name="csY31" fmla="*/ 450176 h 1866280"/>
              <a:gd name="csX32" fmla="*/ 25980 w 1998010"/>
              <a:gd name="csY32" fmla="*/ 471431 h 1866280"/>
              <a:gd name="csX33" fmla="*/ 25942 w 1998010"/>
              <a:gd name="csY33" fmla="*/ 471554 h 1866280"/>
              <a:gd name="csX34" fmla="*/ 906 w 1998010"/>
              <a:gd name="csY34" fmla="*/ 658049 h 1866280"/>
              <a:gd name="csX35" fmla="*/ 49602 w 1998010"/>
              <a:gd name="csY35" fmla="*/ 846444 h 1866280"/>
              <a:gd name="csX36" fmla="*/ 77458 w 1998010"/>
              <a:gd name="csY36" fmla="*/ 864351 h 1866280"/>
              <a:gd name="csX37" fmla="*/ 77458 w 1998010"/>
              <a:gd name="csY37" fmla="*/ 864456 h 1866280"/>
              <a:gd name="csX38" fmla="*/ 210075 w 1998010"/>
              <a:gd name="csY38" fmla="*/ 864456 h 1866280"/>
              <a:gd name="csX39" fmla="*/ 240788 w 1998010"/>
              <a:gd name="csY39" fmla="*/ 835152 h 1866280"/>
              <a:gd name="csX40" fmla="*/ 282041 w 1998010"/>
              <a:gd name="csY40" fmla="*/ 463868 h 1866280"/>
              <a:gd name="csX41" fmla="*/ 285217 w 1998010"/>
              <a:gd name="csY41" fmla="*/ 460320 h 1866280"/>
              <a:gd name="csX42" fmla="*/ 1619565 w 1998010"/>
              <a:gd name="csY42" fmla="*/ 161582 h 1866280"/>
              <a:gd name="csX43" fmla="*/ 1623251 w 1998010"/>
              <a:gd name="csY43" fmla="*/ 162582 h 1866280"/>
              <a:gd name="csX44" fmla="*/ 1624523 w 1998010"/>
              <a:gd name="csY44" fmla="*/ 166188 h 1866280"/>
              <a:gd name="csX45" fmla="*/ 334471 w 1998010"/>
              <a:gd name="csY45" fmla="*/ 1461211 h 1866280"/>
              <a:gd name="csX46" fmla="*/ 706818 w 1998010"/>
              <a:gd name="csY46" fmla="*/ 1785419 h 1866280"/>
              <a:gd name="csX47" fmla="*/ 718705 w 1998010"/>
              <a:gd name="csY47" fmla="*/ 1827086 h 1866280"/>
              <a:gd name="csX48" fmla="*/ 677038 w 1998010"/>
              <a:gd name="csY48" fmla="*/ 1838973 h 1866280"/>
              <a:gd name="csX49" fmla="*/ 334471 w 1998010"/>
              <a:gd name="csY49" fmla="*/ 1461211 h 1866280"/>
              <a:gd name="csX50" fmla="*/ 1121779 w 1998010"/>
              <a:gd name="csY50" fmla="*/ 618654 h 1866280"/>
              <a:gd name="csX51" fmla="*/ 935056 w 1998010"/>
              <a:gd name="csY51" fmla="*/ 805377 h 1866280"/>
              <a:gd name="csX52" fmla="*/ 748333 w 1998010"/>
              <a:gd name="csY52" fmla="*/ 618654 h 1866280"/>
              <a:gd name="csX53" fmla="*/ 935056 w 1998010"/>
              <a:gd name="csY53" fmla="*/ 431930 h 1866280"/>
              <a:gd name="csX54" fmla="*/ 1121779 w 1998010"/>
              <a:gd name="csY54" fmla="*/ 618654 h 1866280"/>
              <a:gd name="csX55" fmla="*/ 1670443 w 1998010"/>
              <a:gd name="csY55" fmla="*/ 530209 h 1866280"/>
              <a:gd name="csX56" fmla="*/ 1714534 w 1998010"/>
              <a:gd name="csY56" fmla="*/ 375890 h 1866280"/>
              <a:gd name="csX57" fmla="*/ 1714810 w 1998010"/>
              <a:gd name="csY57" fmla="*/ 375185 h 1866280"/>
              <a:gd name="csX58" fmla="*/ 1778642 w 1998010"/>
              <a:gd name="csY58" fmla="*/ 247517 h 1866280"/>
              <a:gd name="csX59" fmla="*/ 1781495 w 1998010"/>
              <a:gd name="csY59" fmla="*/ 245331 h 1866280"/>
              <a:gd name="csX60" fmla="*/ 1784972 w 1998010"/>
              <a:gd name="csY60" fmla="*/ 246236 h 1866280"/>
              <a:gd name="csX61" fmla="*/ 1825158 w 1998010"/>
              <a:gd name="csY61" fmla="*/ 375471 h 1866280"/>
              <a:gd name="csX62" fmla="*/ 1825134 w 1998010"/>
              <a:gd name="csY62" fmla="*/ 375585 h 1866280"/>
              <a:gd name="csX63" fmla="*/ 1759202 w 1998010"/>
              <a:gd name="csY63" fmla="*/ 705260 h 1866280"/>
              <a:gd name="csX64" fmla="*/ 1757249 w 1998010"/>
              <a:gd name="csY64" fmla="*/ 707993 h 1866280"/>
              <a:gd name="csX65" fmla="*/ 1547428 w 1998010"/>
              <a:gd name="csY65" fmla="*/ 830566 h 1866280"/>
              <a:gd name="csX66" fmla="*/ 1542384 w 1998010"/>
              <a:gd name="csY66" fmla="*/ 829847 h 1866280"/>
              <a:gd name="csX67" fmla="*/ 1541937 w 1998010"/>
              <a:gd name="csY67" fmla="*/ 824775 h 1866280"/>
              <a:gd name="csX68" fmla="*/ 1670419 w 1998010"/>
              <a:gd name="csY68" fmla="*/ 530286 h 1866280"/>
              <a:gd name="csX69" fmla="*/ 1670443 w 1998010"/>
              <a:gd name="csY69" fmla="*/ 530209 h 1866280"/>
              <a:gd name="csX0" fmla="*/ 1624523 w 1998010"/>
              <a:gd name="csY0" fmla="*/ 166188 h 1866280"/>
              <a:gd name="csX1" fmla="*/ 1207371 w 1998010"/>
              <a:gd name="csY1" fmla="*/ 860970 h 1866280"/>
              <a:gd name="csX2" fmla="*/ 1204909 w 1998010"/>
              <a:gd name="csY2" fmla="*/ 861775 h 1866280"/>
              <a:gd name="csX3" fmla="*/ 878563 w 1998010"/>
              <a:gd name="csY3" fmla="*/ 925940 h 1866280"/>
              <a:gd name="csX4" fmla="*/ 820851 w 1998010"/>
              <a:gd name="csY4" fmla="*/ 998606 h 1866280"/>
              <a:gd name="csX5" fmla="*/ 795234 w 1998010"/>
              <a:gd name="csY5" fmla="*/ 1240379 h 1866280"/>
              <a:gd name="csX6" fmla="*/ 907219 w 1998010"/>
              <a:gd name="csY6" fmla="*/ 1640834 h 1866280"/>
              <a:gd name="csX7" fmla="*/ 881478 w 1998010"/>
              <a:gd name="csY7" fmla="*/ 1851084 h 1866280"/>
              <a:gd name="csX8" fmla="*/ 882092 w 1998010"/>
              <a:gd name="csY8" fmla="*/ 1854732 h 1866280"/>
              <a:gd name="csX9" fmla="*/ 885392 w 1998010"/>
              <a:gd name="csY9" fmla="*/ 1856399 h 1866280"/>
              <a:gd name="csX10" fmla="*/ 1488449 w 1998010"/>
              <a:gd name="csY10" fmla="*/ 1856399 h 1866280"/>
              <a:gd name="csX11" fmla="*/ 1491659 w 1998010"/>
              <a:gd name="csY11" fmla="*/ 1854846 h 1866280"/>
              <a:gd name="csX12" fmla="*/ 1492440 w 1998010"/>
              <a:gd name="csY12" fmla="*/ 1851370 h 1866280"/>
              <a:gd name="csX13" fmla="*/ 1339578 w 1998010"/>
              <a:gd name="csY13" fmla="*/ 1196250 h 1866280"/>
              <a:gd name="csX14" fmla="*/ 1341483 w 1998010"/>
              <a:gd name="csY14" fmla="*/ 1191792 h 1866280"/>
              <a:gd name="csX15" fmla="*/ 1824348 w 1998010"/>
              <a:gd name="csY15" fmla="*/ 906466 h 1866280"/>
              <a:gd name="csX16" fmla="*/ 1825667 w 1998010"/>
              <a:gd name="csY16" fmla="*/ 905223 h 1866280"/>
              <a:gd name="csX17" fmla="*/ 1957812 w 1998010"/>
              <a:gd name="csY17" fmla="*/ 243564 h 1866280"/>
              <a:gd name="csX18" fmla="*/ 1957917 w 1998010"/>
              <a:gd name="csY18" fmla="*/ 242288 h 1866280"/>
              <a:gd name="csX19" fmla="*/ 1996684 w 1998010"/>
              <a:gd name="csY19" fmla="*/ 84311 h 1866280"/>
              <a:gd name="csX20" fmla="*/ 1975724 w 1998010"/>
              <a:gd name="csY20" fmla="*/ 35409 h 1866280"/>
              <a:gd name="csX21" fmla="*/ 1914893 w 1998010"/>
              <a:gd name="csY21" fmla="*/ 553 h 1866280"/>
              <a:gd name="csX22" fmla="*/ 1912054 w 1998010"/>
              <a:gd name="csY22" fmla="*/ 91 h 1866280"/>
              <a:gd name="csX23" fmla="*/ 1694313 w 1998010"/>
              <a:gd name="csY23" fmla="*/ 43639 h 1866280"/>
              <a:gd name="csX24" fmla="*/ 1691603 w 1998010"/>
              <a:gd name="csY24" fmla="*/ 45549 h 1866280"/>
              <a:gd name="csX25" fmla="*/ 1666747 w 1998010"/>
              <a:gd name="csY25" fmla="*/ 86973 h 1866280"/>
              <a:gd name="csX26" fmla="*/ 1664128 w 1998010"/>
              <a:gd name="csY26" fmla="*/ 88864 h 1866280"/>
              <a:gd name="csX27" fmla="*/ 249775 w 1998010"/>
              <a:gd name="csY27" fmla="*/ 405503 h 1866280"/>
              <a:gd name="csX28" fmla="*/ 249513 w 1998010"/>
              <a:gd name="csY28" fmla="*/ 405551 h 1866280"/>
              <a:gd name="csX29" fmla="*/ 245717 w 1998010"/>
              <a:gd name="csY29" fmla="*/ 406399 h 1866280"/>
              <a:gd name="csX30" fmla="*/ 245460 w 1998010"/>
              <a:gd name="csY30" fmla="*/ 406465 h 1866280"/>
              <a:gd name="csX31" fmla="*/ 48755 w 1998010"/>
              <a:gd name="csY31" fmla="*/ 450176 h 1866280"/>
              <a:gd name="csX32" fmla="*/ 25980 w 1998010"/>
              <a:gd name="csY32" fmla="*/ 471431 h 1866280"/>
              <a:gd name="csX33" fmla="*/ 25942 w 1998010"/>
              <a:gd name="csY33" fmla="*/ 471554 h 1866280"/>
              <a:gd name="csX34" fmla="*/ 906 w 1998010"/>
              <a:gd name="csY34" fmla="*/ 658049 h 1866280"/>
              <a:gd name="csX35" fmla="*/ 49602 w 1998010"/>
              <a:gd name="csY35" fmla="*/ 846444 h 1866280"/>
              <a:gd name="csX36" fmla="*/ 77458 w 1998010"/>
              <a:gd name="csY36" fmla="*/ 864351 h 1866280"/>
              <a:gd name="csX37" fmla="*/ 77458 w 1998010"/>
              <a:gd name="csY37" fmla="*/ 864456 h 1866280"/>
              <a:gd name="csX38" fmla="*/ 210075 w 1998010"/>
              <a:gd name="csY38" fmla="*/ 864456 h 1866280"/>
              <a:gd name="csX39" fmla="*/ 240788 w 1998010"/>
              <a:gd name="csY39" fmla="*/ 835152 h 1866280"/>
              <a:gd name="csX40" fmla="*/ 282041 w 1998010"/>
              <a:gd name="csY40" fmla="*/ 463868 h 1866280"/>
              <a:gd name="csX41" fmla="*/ 285217 w 1998010"/>
              <a:gd name="csY41" fmla="*/ 460320 h 1866280"/>
              <a:gd name="csX42" fmla="*/ 1619565 w 1998010"/>
              <a:gd name="csY42" fmla="*/ 161582 h 1866280"/>
              <a:gd name="csX43" fmla="*/ 1623251 w 1998010"/>
              <a:gd name="csY43" fmla="*/ 162582 h 1866280"/>
              <a:gd name="csX44" fmla="*/ 1624523 w 1998010"/>
              <a:gd name="csY44" fmla="*/ 166188 h 1866280"/>
              <a:gd name="csX45" fmla="*/ 334471 w 1998010"/>
              <a:gd name="csY45" fmla="*/ 1461211 h 1866280"/>
              <a:gd name="csX46" fmla="*/ 706818 w 1998010"/>
              <a:gd name="csY46" fmla="*/ 1785419 h 1866280"/>
              <a:gd name="csX47" fmla="*/ 718705 w 1998010"/>
              <a:gd name="csY47" fmla="*/ 1827086 h 1866280"/>
              <a:gd name="csX48" fmla="*/ 677038 w 1998010"/>
              <a:gd name="csY48" fmla="*/ 1838973 h 1866280"/>
              <a:gd name="csX49" fmla="*/ 1121779 w 1998010"/>
              <a:gd name="csY49" fmla="*/ 618654 h 1866280"/>
              <a:gd name="csX50" fmla="*/ 935056 w 1998010"/>
              <a:gd name="csY50" fmla="*/ 805377 h 1866280"/>
              <a:gd name="csX51" fmla="*/ 748333 w 1998010"/>
              <a:gd name="csY51" fmla="*/ 618654 h 1866280"/>
              <a:gd name="csX52" fmla="*/ 935056 w 1998010"/>
              <a:gd name="csY52" fmla="*/ 431930 h 1866280"/>
              <a:gd name="csX53" fmla="*/ 1121779 w 1998010"/>
              <a:gd name="csY53" fmla="*/ 618654 h 1866280"/>
              <a:gd name="csX54" fmla="*/ 1670443 w 1998010"/>
              <a:gd name="csY54" fmla="*/ 530209 h 1866280"/>
              <a:gd name="csX55" fmla="*/ 1714534 w 1998010"/>
              <a:gd name="csY55" fmla="*/ 375890 h 1866280"/>
              <a:gd name="csX56" fmla="*/ 1714810 w 1998010"/>
              <a:gd name="csY56" fmla="*/ 375185 h 1866280"/>
              <a:gd name="csX57" fmla="*/ 1778642 w 1998010"/>
              <a:gd name="csY57" fmla="*/ 247517 h 1866280"/>
              <a:gd name="csX58" fmla="*/ 1781495 w 1998010"/>
              <a:gd name="csY58" fmla="*/ 245331 h 1866280"/>
              <a:gd name="csX59" fmla="*/ 1784972 w 1998010"/>
              <a:gd name="csY59" fmla="*/ 246236 h 1866280"/>
              <a:gd name="csX60" fmla="*/ 1825158 w 1998010"/>
              <a:gd name="csY60" fmla="*/ 375471 h 1866280"/>
              <a:gd name="csX61" fmla="*/ 1825134 w 1998010"/>
              <a:gd name="csY61" fmla="*/ 375585 h 1866280"/>
              <a:gd name="csX62" fmla="*/ 1759202 w 1998010"/>
              <a:gd name="csY62" fmla="*/ 705260 h 1866280"/>
              <a:gd name="csX63" fmla="*/ 1757249 w 1998010"/>
              <a:gd name="csY63" fmla="*/ 707993 h 1866280"/>
              <a:gd name="csX64" fmla="*/ 1547428 w 1998010"/>
              <a:gd name="csY64" fmla="*/ 830566 h 1866280"/>
              <a:gd name="csX65" fmla="*/ 1542384 w 1998010"/>
              <a:gd name="csY65" fmla="*/ 829847 h 1866280"/>
              <a:gd name="csX66" fmla="*/ 1541937 w 1998010"/>
              <a:gd name="csY66" fmla="*/ 824775 h 1866280"/>
              <a:gd name="csX67" fmla="*/ 1670419 w 1998010"/>
              <a:gd name="csY67" fmla="*/ 530286 h 1866280"/>
              <a:gd name="csX68" fmla="*/ 1670443 w 1998010"/>
              <a:gd name="csY68" fmla="*/ 530209 h 1866280"/>
              <a:gd name="csX0" fmla="*/ 1624523 w 1998010"/>
              <a:gd name="csY0" fmla="*/ 166188 h 1866280"/>
              <a:gd name="csX1" fmla="*/ 1207371 w 1998010"/>
              <a:gd name="csY1" fmla="*/ 860970 h 1866280"/>
              <a:gd name="csX2" fmla="*/ 1204909 w 1998010"/>
              <a:gd name="csY2" fmla="*/ 861775 h 1866280"/>
              <a:gd name="csX3" fmla="*/ 878563 w 1998010"/>
              <a:gd name="csY3" fmla="*/ 925940 h 1866280"/>
              <a:gd name="csX4" fmla="*/ 820851 w 1998010"/>
              <a:gd name="csY4" fmla="*/ 998606 h 1866280"/>
              <a:gd name="csX5" fmla="*/ 795234 w 1998010"/>
              <a:gd name="csY5" fmla="*/ 1240379 h 1866280"/>
              <a:gd name="csX6" fmla="*/ 907219 w 1998010"/>
              <a:gd name="csY6" fmla="*/ 1640834 h 1866280"/>
              <a:gd name="csX7" fmla="*/ 881478 w 1998010"/>
              <a:gd name="csY7" fmla="*/ 1851084 h 1866280"/>
              <a:gd name="csX8" fmla="*/ 882092 w 1998010"/>
              <a:gd name="csY8" fmla="*/ 1854732 h 1866280"/>
              <a:gd name="csX9" fmla="*/ 885392 w 1998010"/>
              <a:gd name="csY9" fmla="*/ 1856399 h 1866280"/>
              <a:gd name="csX10" fmla="*/ 1488449 w 1998010"/>
              <a:gd name="csY10" fmla="*/ 1856399 h 1866280"/>
              <a:gd name="csX11" fmla="*/ 1491659 w 1998010"/>
              <a:gd name="csY11" fmla="*/ 1854846 h 1866280"/>
              <a:gd name="csX12" fmla="*/ 1492440 w 1998010"/>
              <a:gd name="csY12" fmla="*/ 1851370 h 1866280"/>
              <a:gd name="csX13" fmla="*/ 1339578 w 1998010"/>
              <a:gd name="csY13" fmla="*/ 1196250 h 1866280"/>
              <a:gd name="csX14" fmla="*/ 1341483 w 1998010"/>
              <a:gd name="csY14" fmla="*/ 1191792 h 1866280"/>
              <a:gd name="csX15" fmla="*/ 1824348 w 1998010"/>
              <a:gd name="csY15" fmla="*/ 906466 h 1866280"/>
              <a:gd name="csX16" fmla="*/ 1825667 w 1998010"/>
              <a:gd name="csY16" fmla="*/ 905223 h 1866280"/>
              <a:gd name="csX17" fmla="*/ 1957812 w 1998010"/>
              <a:gd name="csY17" fmla="*/ 243564 h 1866280"/>
              <a:gd name="csX18" fmla="*/ 1957917 w 1998010"/>
              <a:gd name="csY18" fmla="*/ 242288 h 1866280"/>
              <a:gd name="csX19" fmla="*/ 1996684 w 1998010"/>
              <a:gd name="csY19" fmla="*/ 84311 h 1866280"/>
              <a:gd name="csX20" fmla="*/ 1975724 w 1998010"/>
              <a:gd name="csY20" fmla="*/ 35409 h 1866280"/>
              <a:gd name="csX21" fmla="*/ 1914893 w 1998010"/>
              <a:gd name="csY21" fmla="*/ 553 h 1866280"/>
              <a:gd name="csX22" fmla="*/ 1912054 w 1998010"/>
              <a:gd name="csY22" fmla="*/ 91 h 1866280"/>
              <a:gd name="csX23" fmla="*/ 1694313 w 1998010"/>
              <a:gd name="csY23" fmla="*/ 43639 h 1866280"/>
              <a:gd name="csX24" fmla="*/ 1691603 w 1998010"/>
              <a:gd name="csY24" fmla="*/ 45549 h 1866280"/>
              <a:gd name="csX25" fmla="*/ 1666747 w 1998010"/>
              <a:gd name="csY25" fmla="*/ 86973 h 1866280"/>
              <a:gd name="csX26" fmla="*/ 1664128 w 1998010"/>
              <a:gd name="csY26" fmla="*/ 88864 h 1866280"/>
              <a:gd name="csX27" fmla="*/ 249775 w 1998010"/>
              <a:gd name="csY27" fmla="*/ 405503 h 1866280"/>
              <a:gd name="csX28" fmla="*/ 249513 w 1998010"/>
              <a:gd name="csY28" fmla="*/ 405551 h 1866280"/>
              <a:gd name="csX29" fmla="*/ 245717 w 1998010"/>
              <a:gd name="csY29" fmla="*/ 406399 h 1866280"/>
              <a:gd name="csX30" fmla="*/ 245460 w 1998010"/>
              <a:gd name="csY30" fmla="*/ 406465 h 1866280"/>
              <a:gd name="csX31" fmla="*/ 48755 w 1998010"/>
              <a:gd name="csY31" fmla="*/ 450176 h 1866280"/>
              <a:gd name="csX32" fmla="*/ 25980 w 1998010"/>
              <a:gd name="csY32" fmla="*/ 471431 h 1866280"/>
              <a:gd name="csX33" fmla="*/ 25942 w 1998010"/>
              <a:gd name="csY33" fmla="*/ 471554 h 1866280"/>
              <a:gd name="csX34" fmla="*/ 906 w 1998010"/>
              <a:gd name="csY34" fmla="*/ 658049 h 1866280"/>
              <a:gd name="csX35" fmla="*/ 49602 w 1998010"/>
              <a:gd name="csY35" fmla="*/ 846444 h 1866280"/>
              <a:gd name="csX36" fmla="*/ 77458 w 1998010"/>
              <a:gd name="csY36" fmla="*/ 864351 h 1866280"/>
              <a:gd name="csX37" fmla="*/ 77458 w 1998010"/>
              <a:gd name="csY37" fmla="*/ 864456 h 1866280"/>
              <a:gd name="csX38" fmla="*/ 210075 w 1998010"/>
              <a:gd name="csY38" fmla="*/ 864456 h 1866280"/>
              <a:gd name="csX39" fmla="*/ 240788 w 1998010"/>
              <a:gd name="csY39" fmla="*/ 835152 h 1866280"/>
              <a:gd name="csX40" fmla="*/ 282041 w 1998010"/>
              <a:gd name="csY40" fmla="*/ 463868 h 1866280"/>
              <a:gd name="csX41" fmla="*/ 285217 w 1998010"/>
              <a:gd name="csY41" fmla="*/ 460320 h 1866280"/>
              <a:gd name="csX42" fmla="*/ 1619565 w 1998010"/>
              <a:gd name="csY42" fmla="*/ 161582 h 1866280"/>
              <a:gd name="csX43" fmla="*/ 1623251 w 1998010"/>
              <a:gd name="csY43" fmla="*/ 162582 h 1866280"/>
              <a:gd name="csX44" fmla="*/ 1624523 w 1998010"/>
              <a:gd name="csY44" fmla="*/ 166188 h 1866280"/>
              <a:gd name="csX45" fmla="*/ 706818 w 1998010"/>
              <a:gd name="csY45" fmla="*/ 1785419 h 1866280"/>
              <a:gd name="csX46" fmla="*/ 718705 w 1998010"/>
              <a:gd name="csY46" fmla="*/ 1827086 h 1866280"/>
              <a:gd name="csX47" fmla="*/ 677038 w 1998010"/>
              <a:gd name="csY47" fmla="*/ 1838973 h 1866280"/>
              <a:gd name="csX48" fmla="*/ 1121779 w 1998010"/>
              <a:gd name="csY48" fmla="*/ 618654 h 1866280"/>
              <a:gd name="csX49" fmla="*/ 935056 w 1998010"/>
              <a:gd name="csY49" fmla="*/ 805377 h 1866280"/>
              <a:gd name="csX50" fmla="*/ 748333 w 1998010"/>
              <a:gd name="csY50" fmla="*/ 618654 h 1866280"/>
              <a:gd name="csX51" fmla="*/ 935056 w 1998010"/>
              <a:gd name="csY51" fmla="*/ 431930 h 1866280"/>
              <a:gd name="csX52" fmla="*/ 1121779 w 1998010"/>
              <a:gd name="csY52" fmla="*/ 618654 h 1866280"/>
              <a:gd name="csX53" fmla="*/ 1670443 w 1998010"/>
              <a:gd name="csY53" fmla="*/ 530209 h 1866280"/>
              <a:gd name="csX54" fmla="*/ 1714534 w 1998010"/>
              <a:gd name="csY54" fmla="*/ 375890 h 1866280"/>
              <a:gd name="csX55" fmla="*/ 1714810 w 1998010"/>
              <a:gd name="csY55" fmla="*/ 375185 h 1866280"/>
              <a:gd name="csX56" fmla="*/ 1778642 w 1998010"/>
              <a:gd name="csY56" fmla="*/ 247517 h 1866280"/>
              <a:gd name="csX57" fmla="*/ 1781495 w 1998010"/>
              <a:gd name="csY57" fmla="*/ 245331 h 1866280"/>
              <a:gd name="csX58" fmla="*/ 1784972 w 1998010"/>
              <a:gd name="csY58" fmla="*/ 246236 h 1866280"/>
              <a:gd name="csX59" fmla="*/ 1825158 w 1998010"/>
              <a:gd name="csY59" fmla="*/ 375471 h 1866280"/>
              <a:gd name="csX60" fmla="*/ 1825134 w 1998010"/>
              <a:gd name="csY60" fmla="*/ 375585 h 1866280"/>
              <a:gd name="csX61" fmla="*/ 1759202 w 1998010"/>
              <a:gd name="csY61" fmla="*/ 705260 h 1866280"/>
              <a:gd name="csX62" fmla="*/ 1757249 w 1998010"/>
              <a:gd name="csY62" fmla="*/ 707993 h 1866280"/>
              <a:gd name="csX63" fmla="*/ 1547428 w 1998010"/>
              <a:gd name="csY63" fmla="*/ 830566 h 1866280"/>
              <a:gd name="csX64" fmla="*/ 1542384 w 1998010"/>
              <a:gd name="csY64" fmla="*/ 829847 h 1866280"/>
              <a:gd name="csX65" fmla="*/ 1541937 w 1998010"/>
              <a:gd name="csY65" fmla="*/ 824775 h 1866280"/>
              <a:gd name="csX66" fmla="*/ 1670419 w 1998010"/>
              <a:gd name="csY66" fmla="*/ 530286 h 1866280"/>
              <a:gd name="csX67" fmla="*/ 1670443 w 1998010"/>
              <a:gd name="csY67" fmla="*/ 530209 h 1866280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706818 w 1998010"/>
              <a:gd name="csY45" fmla="*/ 1785419 h 1856399"/>
              <a:gd name="csX46" fmla="*/ 718705 w 1998010"/>
              <a:gd name="csY46" fmla="*/ 1827086 h 1856399"/>
              <a:gd name="csX47" fmla="*/ 1121779 w 1998010"/>
              <a:gd name="csY47" fmla="*/ 618654 h 1856399"/>
              <a:gd name="csX48" fmla="*/ 935056 w 1998010"/>
              <a:gd name="csY48" fmla="*/ 805377 h 1856399"/>
              <a:gd name="csX49" fmla="*/ 748333 w 1998010"/>
              <a:gd name="csY49" fmla="*/ 618654 h 1856399"/>
              <a:gd name="csX50" fmla="*/ 935056 w 1998010"/>
              <a:gd name="csY50" fmla="*/ 431930 h 1856399"/>
              <a:gd name="csX51" fmla="*/ 1121779 w 1998010"/>
              <a:gd name="csY51" fmla="*/ 618654 h 1856399"/>
              <a:gd name="csX52" fmla="*/ 1670443 w 1998010"/>
              <a:gd name="csY52" fmla="*/ 530209 h 1856399"/>
              <a:gd name="csX53" fmla="*/ 1714534 w 1998010"/>
              <a:gd name="csY53" fmla="*/ 375890 h 1856399"/>
              <a:gd name="csX54" fmla="*/ 1714810 w 1998010"/>
              <a:gd name="csY54" fmla="*/ 375185 h 1856399"/>
              <a:gd name="csX55" fmla="*/ 1778642 w 1998010"/>
              <a:gd name="csY55" fmla="*/ 247517 h 1856399"/>
              <a:gd name="csX56" fmla="*/ 1781495 w 1998010"/>
              <a:gd name="csY56" fmla="*/ 245331 h 1856399"/>
              <a:gd name="csX57" fmla="*/ 1784972 w 1998010"/>
              <a:gd name="csY57" fmla="*/ 246236 h 1856399"/>
              <a:gd name="csX58" fmla="*/ 1825158 w 1998010"/>
              <a:gd name="csY58" fmla="*/ 375471 h 1856399"/>
              <a:gd name="csX59" fmla="*/ 1825134 w 1998010"/>
              <a:gd name="csY59" fmla="*/ 375585 h 1856399"/>
              <a:gd name="csX60" fmla="*/ 1759202 w 1998010"/>
              <a:gd name="csY60" fmla="*/ 705260 h 1856399"/>
              <a:gd name="csX61" fmla="*/ 1757249 w 1998010"/>
              <a:gd name="csY61" fmla="*/ 707993 h 1856399"/>
              <a:gd name="csX62" fmla="*/ 1547428 w 1998010"/>
              <a:gd name="csY62" fmla="*/ 830566 h 1856399"/>
              <a:gd name="csX63" fmla="*/ 1542384 w 1998010"/>
              <a:gd name="csY63" fmla="*/ 829847 h 1856399"/>
              <a:gd name="csX64" fmla="*/ 1541937 w 1998010"/>
              <a:gd name="csY64" fmla="*/ 824775 h 1856399"/>
              <a:gd name="csX65" fmla="*/ 1670419 w 1998010"/>
              <a:gd name="csY65" fmla="*/ 530286 h 1856399"/>
              <a:gd name="csX66" fmla="*/ 1670443 w 1998010"/>
              <a:gd name="csY66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1121779 w 1998010"/>
              <a:gd name="csY45" fmla="*/ 618654 h 1856399"/>
              <a:gd name="csX46" fmla="*/ 935056 w 1998010"/>
              <a:gd name="csY46" fmla="*/ 805377 h 1856399"/>
              <a:gd name="csX47" fmla="*/ 748333 w 1998010"/>
              <a:gd name="csY47" fmla="*/ 618654 h 1856399"/>
              <a:gd name="csX48" fmla="*/ 935056 w 1998010"/>
              <a:gd name="csY48" fmla="*/ 431930 h 1856399"/>
              <a:gd name="csX49" fmla="*/ 1121779 w 1998010"/>
              <a:gd name="csY49" fmla="*/ 618654 h 1856399"/>
              <a:gd name="csX50" fmla="*/ 1670443 w 1998010"/>
              <a:gd name="csY50" fmla="*/ 530209 h 1856399"/>
              <a:gd name="csX51" fmla="*/ 1714534 w 1998010"/>
              <a:gd name="csY51" fmla="*/ 375890 h 1856399"/>
              <a:gd name="csX52" fmla="*/ 1714810 w 1998010"/>
              <a:gd name="csY52" fmla="*/ 375185 h 1856399"/>
              <a:gd name="csX53" fmla="*/ 1778642 w 1998010"/>
              <a:gd name="csY53" fmla="*/ 247517 h 1856399"/>
              <a:gd name="csX54" fmla="*/ 1781495 w 1998010"/>
              <a:gd name="csY54" fmla="*/ 245331 h 1856399"/>
              <a:gd name="csX55" fmla="*/ 1784972 w 1998010"/>
              <a:gd name="csY55" fmla="*/ 246236 h 1856399"/>
              <a:gd name="csX56" fmla="*/ 1825158 w 1998010"/>
              <a:gd name="csY56" fmla="*/ 375471 h 1856399"/>
              <a:gd name="csX57" fmla="*/ 1825134 w 1998010"/>
              <a:gd name="csY57" fmla="*/ 375585 h 1856399"/>
              <a:gd name="csX58" fmla="*/ 1759202 w 1998010"/>
              <a:gd name="csY58" fmla="*/ 705260 h 1856399"/>
              <a:gd name="csX59" fmla="*/ 1757249 w 1998010"/>
              <a:gd name="csY59" fmla="*/ 707993 h 1856399"/>
              <a:gd name="csX60" fmla="*/ 1547428 w 1998010"/>
              <a:gd name="csY60" fmla="*/ 830566 h 1856399"/>
              <a:gd name="csX61" fmla="*/ 1542384 w 1998010"/>
              <a:gd name="csY61" fmla="*/ 829847 h 1856399"/>
              <a:gd name="csX62" fmla="*/ 1541937 w 1998010"/>
              <a:gd name="csY62" fmla="*/ 824775 h 1856399"/>
              <a:gd name="csX63" fmla="*/ 1670419 w 1998010"/>
              <a:gd name="csY63" fmla="*/ 530286 h 1856399"/>
              <a:gd name="csX64" fmla="*/ 1670443 w 1998010"/>
              <a:gd name="csY64" fmla="*/ 530209 h 185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998010" h="1856399">
                <a:moveTo>
                  <a:pt x="1624523" y="166188"/>
                </a:moveTo>
                <a:cubicBezTo>
                  <a:pt x="1581175" y="457134"/>
                  <a:pt x="1440695" y="687843"/>
                  <a:pt x="1207371" y="860970"/>
                </a:cubicBezTo>
                <a:cubicBezTo>
                  <a:pt x="1206666" y="861508"/>
                  <a:pt x="1205795" y="861789"/>
                  <a:pt x="1204909" y="861775"/>
                </a:cubicBezTo>
                <a:cubicBezTo>
                  <a:pt x="1079955" y="861279"/>
                  <a:pt x="971879" y="883625"/>
                  <a:pt x="878563" y="925940"/>
                </a:cubicBezTo>
                <a:cubicBezTo>
                  <a:pt x="847793" y="939894"/>
                  <a:pt x="827476" y="965473"/>
                  <a:pt x="820851" y="998606"/>
                </a:cubicBezTo>
                <a:cubicBezTo>
                  <a:pt x="803439" y="1085664"/>
                  <a:pt x="788790" y="1150925"/>
                  <a:pt x="795234" y="1240379"/>
                </a:cubicBezTo>
                <a:cubicBezTo>
                  <a:pt x="806340" y="1394508"/>
                  <a:pt x="895899" y="1480095"/>
                  <a:pt x="907219" y="1640834"/>
                </a:cubicBezTo>
                <a:cubicBezTo>
                  <a:pt x="912067" y="1709619"/>
                  <a:pt x="903666" y="1779685"/>
                  <a:pt x="881478" y="1851084"/>
                </a:cubicBezTo>
                <a:cubicBezTo>
                  <a:pt x="881073" y="1852327"/>
                  <a:pt x="881302" y="1853689"/>
                  <a:pt x="882092" y="1854732"/>
                </a:cubicBezTo>
                <a:cubicBezTo>
                  <a:pt x="882887" y="1855813"/>
                  <a:pt x="884045" y="1856399"/>
                  <a:pt x="885392" y="1856399"/>
                </a:cubicBezTo>
                <a:lnTo>
                  <a:pt x="1488449" y="1856399"/>
                </a:lnTo>
                <a:cubicBezTo>
                  <a:pt x="1489744" y="1856399"/>
                  <a:pt x="1490854" y="1855861"/>
                  <a:pt x="1491659" y="1854846"/>
                </a:cubicBezTo>
                <a:cubicBezTo>
                  <a:pt x="1492464" y="1853832"/>
                  <a:pt x="1492735" y="1852627"/>
                  <a:pt x="1492440" y="1851370"/>
                </a:cubicBezTo>
                <a:lnTo>
                  <a:pt x="1339578" y="1196250"/>
                </a:lnTo>
                <a:cubicBezTo>
                  <a:pt x="1339154" y="1194507"/>
                  <a:pt x="1339930" y="1192692"/>
                  <a:pt x="1341483" y="1191792"/>
                </a:cubicBezTo>
                <a:lnTo>
                  <a:pt x="1824348" y="906466"/>
                </a:lnTo>
                <a:cubicBezTo>
                  <a:pt x="1824881" y="906166"/>
                  <a:pt x="1825334" y="905737"/>
                  <a:pt x="1825667" y="905223"/>
                </a:cubicBezTo>
                <a:cubicBezTo>
                  <a:pt x="1950816" y="718542"/>
                  <a:pt x="1975910" y="490076"/>
                  <a:pt x="1957812" y="243564"/>
                </a:cubicBezTo>
                <a:cubicBezTo>
                  <a:pt x="1957774" y="243135"/>
                  <a:pt x="1957812" y="242702"/>
                  <a:pt x="1957917" y="242288"/>
                </a:cubicBezTo>
                <a:lnTo>
                  <a:pt x="1996684" y="84311"/>
                </a:lnTo>
                <a:cubicBezTo>
                  <a:pt x="2001456" y="64870"/>
                  <a:pt x="1993093" y="45363"/>
                  <a:pt x="1975724" y="35409"/>
                </a:cubicBezTo>
                <a:lnTo>
                  <a:pt x="1914893" y="553"/>
                </a:lnTo>
                <a:cubicBezTo>
                  <a:pt x="1914040" y="43"/>
                  <a:pt x="1913026" y="-122"/>
                  <a:pt x="1912054" y="91"/>
                </a:cubicBezTo>
                <a:lnTo>
                  <a:pt x="1694313" y="43639"/>
                </a:lnTo>
                <a:cubicBezTo>
                  <a:pt x="1693174" y="43848"/>
                  <a:pt x="1692184" y="44546"/>
                  <a:pt x="1691603" y="45549"/>
                </a:cubicBezTo>
                <a:lnTo>
                  <a:pt x="1666747" y="86973"/>
                </a:lnTo>
                <a:cubicBezTo>
                  <a:pt x="1666185" y="87947"/>
                  <a:pt x="1665233" y="88635"/>
                  <a:pt x="1664128" y="88864"/>
                </a:cubicBezTo>
                <a:lnTo>
                  <a:pt x="249775" y="405503"/>
                </a:lnTo>
                <a:cubicBezTo>
                  <a:pt x="249689" y="405527"/>
                  <a:pt x="249602" y="405541"/>
                  <a:pt x="249513" y="405551"/>
                </a:cubicBezTo>
                <a:cubicBezTo>
                  <a:pt x="248230" y="405746"/>
                  <a:pt x="246962" y="406032"/>
                  <a:pt x="245717" y="406399"/>
                </a:cubicBezTo>
                <a:lnTo>
                  <a:pt x="245460" y="406465"/>
                </a:lnTo>
                <a:lnTo>
                  <a:pt x="48755" y="450176"/>
                </a:lnTo>
                <a:cubicBezTo>
                  <a:pt x="37857" y="452581"/>
                  <a:pt x="29132" y="460724"/>
                  <a:pt x="25980" y="471431"/>
                </a:cubicBezTo>
                <a:cubicBezTo>
                  <a:pt x="25967" y="471472"/>
                  <a:pt x="25955" y="471513"/>
                  <a:pt x="25942" y="471554"/>
                </a:cubicBezTo>
                <a:cubicBezTo>
                  <a:pt x="5459" y="533519"/>
                  <a:pt x="-2938" y="595689"/>
                  <a:pt x="906" y="658049"/>
                </a:cubicBezTo>
                <a:cubicBezTo>
                  <a:pt x="4768" y="720728"/>
                  <a:pt x="20951" y="783531"/>
                  <a:pt x="49602" y="846444"/>
                </a:cubicBezTo>
                <a:cubicBezTo>
                  <a:pt x="54581" y="857350"/>
                  <a:pt x="65468" y="864351"/>
                  <a:pt x="77458" y="864351"/>
                </a:cubicBezTo>
                <a:lnTo>
                  <a:pt x="77458" y="864456"/>
                </a:lnTo>
                <a:lnTo>
                  <a:pt x="210075" y="864456"/>
                </a:lnTo>
                <a:cubicBezTo>
                  <a:pt x="226496" y="864461"/>
                  <a:pt x="240020" y="851554"/>
                  <a:pt x="240788" y="835152"/>
                </a:cubicBezTo>
                <a:lnTo>
                  <a:pt x="282041" y="463868"/>
                </a:lnTo>
                <a:cubicBezTo>
                  <a:pt x="282219" y="462120"/>
                  <a:pt x="283502" y="460686"/>
                  <a:pt x="285217" y="460320"/>
                </a:cubicBezTo>
                <a:lnTo>
                  <a:pt x="1619565" y="161582"/>
                </a:lnTo>
                <a:cubicBezTo>
                  <a:pt x="1620927" y="161277"/>
                  <a:pt x="1622232" y="161630"/>
                  <a:pt x="1623251" y="162582"/>
                </a:cubicBezTo>
                <a:cubicBezTo>
                  <a:pt x="1624280" y="163535"/>
                  <a:pt x="1624728" y="164811"/>
                  <a:pt x="1624523" y="166188"/>
                </a:cubicBezTo>
                <a:moveTo>
                  <a:pt x="1121779" y="618654"/>
                </a:moveTo>
                <a:cubicBezTo>
                  <a:pt x="1121779" y="721776"/>
                  <a:pt x="1038183" y="805377"/>
                  <a:pt x="935056" y="805377"/>
                </a:cubicBezTo>
                <a:cubicBezTo>
                  <a:pt x="831933" y="805377"/>
                  <a:pt x="748333" y="721781"/>
                  <a:pt x="748333" y="618654"/>
                </a:cubicBezTo>
                <a:cubicBezTo>
                  <a:pt x="748333" y="515531"/>
                  <a:pt x="831929" y="431930"/>
                  <a:pt x="935056" y="431930"/>
                </a:cubicBezTo>
                <a:cubicBezTo>
                  <a:pt x="1038178" y="431930"/>
                  <a:pt x="1121779" y="515527"/>
                  <a:pt x="1121779" y="618654"/>
                </a:cubicBezTo>
                <a:moveTo>
                  <a:pt x="1670443" y="530209"/>
                </a:moveTo>
                <a:lnTo>
                  <a:pt x="1714534" y="375890"/>
                </a:lnTo>
                <a:cubicBezTo>
                  <a:pt x="1714606" y="375647"/>
                  <a:pt x="1714701" y="375414"/>
                  <a:pt x="1714810" y="375185"/>
                </a:cubicBezTo>
                <a:lnTo>
                  <a:pt x="1778642" y="247517"/>
                </a:lnTo>
                <a:cubicBezTo>
                  <a:pt x="1779195" y="246379"/>
                  <a:pt x="1780252" y="245569"/>
                  <a:pt x="1781495" y="245331"/>
                </a:cubicBezTo>
                <a:cubicBezTo>
                  <a:pt x="1782733" y="245064"/>
                  <a:pt x="1784019" y="245402"/>
                  <a:pt x="1784972" y="246236"/>
                </a:cubicBezTo>
                <a:cubicBezTo>
                  <a:pt x="1819628" y="275925"/>
                  <a:pt x="1835016" y="317754"/>
                  <a:pt x="1825158" y="375471"/>
                </a:cubicBezTo>
                <a:lnTo>
                  <a:pt x="1825134" y="375585"/>
                </a:lnTo>
                <a:lnTo>
                  <a:pt x="1759202" y="705260"/>
                </a:lnTo>
                <a:cubicBezTo>
                  <a:pt x="1758987" y="706417"/>
                  <a:pt x="1758273" y="707417"/>
                  <a:pt x="1757249" y="707993"/>
                </a:cubicBezTo>
                <a:lnTo>
                  <a:pt x="1547428" y="830566"/>
                </a:lnTo>
                <a:cubicBezTo>
                  <a:pt x="1545785" y="831537"/>
                  <a:pt x="1543689" y="831242"/>
                  <a:pt x="1542384" y="829847"/>
                </a:cubicBezTo>
                <a:cubicBezTo>
                  <a:pt x="1541055" y="828475"/>
                  <a:pt x="1540870" y="826361"/>
                  <a:pt x="1541937" y="824775"/>
                </a:cubicBezTo>
                <a:cubicBezTo>
                  <a:pt x="1599544" y="737421"/>
                  <a:pt x="1644830" y="626488"/>
                  <a:pt x="1670419" y="530286"/>
                </a:cubicBezTo>
                <a:cubicBezTo>
                  <a:pt x="1670427" y="530260"/>
                  <a:pt x="1670435" y="530235"/>
                  <a:pt x="1670443" y="530209"/>
                </a:cubicBezTo>
                <a:close/>
              </a:path>
            </a:pathLst>
          </a:custGeom>
          <a:solidFill>
            <a:schemeClr val="tx1"/>
          </a:solidFill>
          <a:ln w="4763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D3498D0-44ED-5DA1-BEF0-63000DDB4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90655" y="5657849"/>
            <a:ext cx="2164118" cy="10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2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20733027-BBB7-4C63-A277-DF4A916DEB9F}" vid="{5B010E9F-4F57-4BB7-8C13-6C26CB6DC5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242</TotalTime>
  <Words>20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Google Sans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Pierre Dumas</dc:creator>
  <cp:lastModifiedBy>Pierre Dumas</cp:lastModifiedBy>
  <cp:revision>7</cp:revision>
  <dcterms:created xsi:type="dcterms:W3CDTF">2026-02-24T21:03:59Z</dcterms:created>
  <dcterms:modified xsi:type="dcterms:W3CDTF">2026-03-12T12:53:11Z</dcterms:modified>
</cp:coreProperties>
</file>