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7D3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654" y="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025914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1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871726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2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07896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4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72823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6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690192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Slide">
    <p:bg>
      <p:bgPr>
        <a:gradFill flip="none" rotWithShape="1">
          <a:gsLst>
            <a:gs pos="0">
              <a:schemeClr val="bg1">
                <a:lumMod val="50000"/>
              </a:schemeClr>
            </a:gs>
            <a:gs pos="97000">
              <a:schemeClr val="tx1">
                <a:lumMod val="75000"/>
                <a:lumOff val="25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955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A9DB6F-C86C-300D-D2D5-E920132438A1}"/>
              </a:ext>
            </a:extLst>
          </p:cNvPr>
          <p:cNvSpPr txBox="1"/>
          <p:nvPr userDrawn="1"/>
        </p:nvSpPr>
        <p:spPr>
          <a:xfrm>
            <a:off x="2967318" y="995082"/>
            <a:ext cx="537115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Modifier le template dans </a:t>
            </a:r>
            <a:r>
              <a:rPr lang="en-US" dirty="0" err="1"/>
              <a:t>ce</a:t>
            </a:r>
            <a:r>
              <a:rPr lang="en-US" dirty="0"/>
              <a:t> dossier:</a:t>
            </a:r>
          </a:p>
          <a:p>
            <a:endParaRPr lang="en-US" dirty="0"/>
          </a:p>
          <a:p>
            <a:r>
              <a:rPr lang="en-US" dirty="0"/>
              <a:t>C:\Users\pierr\AppData\Roaming\Microsoft\Templates</a:t>
            </a:r>
          </a:p>
        </p:txBody>
      </p:sp>
    </p:spTree>
    <p:extLst>
      <p:ext uri="{BB962C8B-B14F-4D97-AF65-F5344CB8AC3E}">
        <p14:creationId xmlns:p14="http://schemas.microsoft.com/office/powerpoint/2010/main" val="15398216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bg1">
                <a:lumMod val="85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76359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54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jpeg"/><Relationship Id="rId3" Type="http://schemas.openxmlformats.org/officeDocument/2006/relationships/image" Target="../media/image2.jpeg"/><Relationship Id="rId7" Type="http://schemas.openxmlformats.org/officeDocument/2006/relationships/hyperlink" Target="https://australian.museum/learn/science/human-evolution/homo-heidelbergensis/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eg"/><Relationship Id="rId5" Type="http://schemas.openxmlformats.org/officeDocument/2006/relationships/image" Target="../media/image3.jpeg"/><Relationship Id="rId4" Type="http://schemas.openxmlformats.org/officeDocument/2006/relationships/hyperlink" Target="https://www.mnhn.fr/fr/tout-savoir-sur-homo-luzonensis-l-homme-de-lucon" TargetMode="Externa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omparison of skull features Homo naledi">
            <a:extLst>
              <a:ext uri="{FF2B5EF4-FFF2-40B4-BE49-F238E27FC236}">
                <a16:creationId xmlns:a16="http://schemas.microsoft.com/office/drawing/2014/main" id="{05098DD3-4AF6-4BB7-82D6-8F09C6FC59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020889" y="-652466"/>
            <a:ext cx="6776020" cy="40166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487B8C2D-0214-12E9-EF9D-D5E77D0E4EC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929381" y="263493"/>
            <a:ext cx="3068089" cy="27254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79796C1-865F-A137-098D-C1E311C3F330}"/>
              </a:ext>
            </a:extLst>
          </p:cNvPr>
          <p:cNvSpPr txBox="1"/>
          <p:nvPr/>
        </p:nvSpPr>
        <p:spPr>
          <a:xfrm>
            <a:off x="9433869" y="3127803"/>
            <a:ext cx="12682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Homo </a:t>
            </a:r>
            <a:r>
              <a:rPr lang="en-US" dirty="0" err="1"/>
              <a:t>longi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90E5E9-7F9C-DB3D-514F-030A09C397D6}"/>
              </a:ext>
            </a:extLst>
          </p:cNvPr>
          <p:cNvSpPr txBox="1"/>
          <p:nvPr/>
        </p:nvSpPr>
        <p:spPr>
          <a:xfrm>
            <a:off x="-1365394" y="2760845"/>
            <a:ext cx="3374752" cy="3263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buNone/>
            </a:pPr>
            <a:r>
              <a:rPr lang="fr-FR" b="0" i="0" u="none" strike="noStrike" dirty="0">
                <a:solidFill>
                  <a:srgbClr val="E8EAED"/>
                </a:solidFill>
                <a:effectLst/>
                <a:latin typeface="Google Sans"/>
                <a:hlinkClick r:id="rId4"/>
              </a:rPr>
              <a:t>Tout savoir sur Homo </a:t>
            </a:r>
            <a:r>
              <a:rPr lang="fr-FR" b="0" i="0" u="none" strike="noStrike" dirty="0" err="1">
                <a:solidFill>
                  <a:srgbClr val="E8EAED"/>
                </a:solidFill>
                <a:effectLst/>
                <a:latin typeface="Google Sans"/>
                <a:hlinkClick r:id="rId4"/>
              </a:rPr>
              <a:t>luzonensis</a:t>
            </a:r>
            <a:endParaRPr lang="fr-FR" b="0" i="0" u="none" strike="noStrike" dirty="0">
              <a:solidFill>
                <a:srgbClr val="E8EAED"/>
              </a:solidFill>
              <a:effectLst/>
              <a:latin typeface="Google Sans"/>
              <a:hlinkClick r:id="rId4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CC2CD15-4A33-6F70-B44C-DB8015355FF2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723431" y="249235"/>
            <a:ext cx="3946753" cy="2469640"/>
          </a:xfrm>
          <a:prstGeom prst="rect">
            <a:avLst/>
          </a:prstGeom>
        </p:spPr>
      </p:pic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E57A76B3-88DE-ACCE-9AA2-95B1E57453AD}"/>
              </a:ext>
            </a:extLst>
          </p:cNvPr>
          <p:cNvSpPr/>
          <p:nvPr/>
        </p:nvSpPr>
        <p:spPr>
          <a:xfrm>
            <a:off x="-1459871" y="4648783"/>
            <a:ext cx="3294877" cy="1945723"/>
          </a:xfrm>
          <a:custGeom>
            <a:avLst/>
            <a:gdLst>
              <a:gd name="csX0" fmla="*/ 1442907 w 3370383"/>
              <a:gd name="csY0" fmla="*/ 0 h 1744448"/>
              <a:gd name="csX1" fmla="*/ 2885814 w 3370383"/>
              <a:gd name="csY1" fmla="*/ 675314 h 1744448"/>
              <a:gd name="csX2" fmla="*/ 2772423 w 3370383"/>
              <a:gd name="csY2" fmla="*/ 938177 h 1744448"/>
              <a:gd name="csX3" fmla="*/ 2747119 w 3370383"/>
              <a:gd name="csY3" fmla="*/ 959996 h 1744448"/>
              <a:gd name="csX4" fmla="*/ 2829245 w 3370383"/>
              <a:gd name="csY4" fmla="*/ 964807 h 1744448"/>
              <a:gd name="csX5" fmla="*/ 3370383 w 3370383"/>
              <a:gd name="csY5" fmla="*/ 1350627 h 1744448"/>
              <a:gd name="csX6" fmla="*/ 2692660 w 3370383"/>
              <a:gd name="csY6" fmla="*/ 1744448 h 1744448"/>
              <a:gd name="csX7" fmla="*/ 2014937 w 3370383"/>
              <a:gd name="csY7" fmla="*/ 1350627 h 1744448"/>
              <a:gd name="csX8" fmla="*/ 2025047 w 3370383"/>
              <a:gd name="csY8" fmla="*/ 1292352 h 1744448"/>
              <a:gd name="csX9" fmla="*/ 2004552 w 3370383"/>
              <a:gd name="csY9" fmla="*/ 1297559 h 1744448"/>
              <a:gd name="csX10" fmla="*/ 1442907 w 3370383"/>
              <a:gd name="csY10" fmla="*/ 1350628 h 1744448"/>
              <a:gd name="csX11" fmla="*/ 0 w 3370383"/>
              <a:gd name="csY11" fmla="*/ 675314 h 1744448"/>
              <a:gd name="csX12" fmla="*/ 1442907 w 3370383"/>
              <a:gd name="csY12" fmla="*/ 0 h 1744448"/>
              <a:gd name="csX0" fmla="*/ 1493788 w 3370464"/>
              <a:gd name="csY0" fmla="*/ 0 h 1922248"/>
              <a:gd name="csX1" fmla="*/ 2885895 w 3370464"/>
              <a:gd name="csY1" fmla="*/ 853114 h 1922248"/>
              <a:gd name="csX2" fmla="*/ 2772504 w 3370464"/>
              <a:gd name="csY2" fmla="*/ 1115977 h 1922248"/>
              <a:gd name="csX3" fmla="*/ 2747200 w 3370464"/>
              <a:gd name="csY3" fmla="*/ 1137796 h 1922248"/>
              <a:gd name="csX4" fmla="*/ 2829326 w 3370464"/>
              <a:gd name="csY4" fmla="*/ 1142607 h 1922248"/>
              <a:gd name="csX5" fmla="*/ 3370464 w 3370464"/>
              <a:gd name="csY5" fmla="*/ 1528427 h 1922248"/>
              <a:gd name="csX6" fmla="*/ 2692741 w 3370464"/>
              <a:gd name="csY6" fmla="*/ 1922248 h 1922248"/>
              <a:gd name="csX7" fmla="*/ 2015018 w 3370464"/>
              <a:gd name="csY7" fmla="*/ 1528427 h 1922248"/>
              <a:gd name="csX8" fmla="*/ 2025128 w 3370464"/>
              <a:gd name="csY8" fmla="*/ 1470152 h 1922248"/>
              <a:gd name="csX9" fmla="*/ 2004633 w 3370464"/>
              <a:gd name="csY9" fmla="*/ 1475359 h 1922248"/>
              <a:gd name="csX10" fmla="*/ 1442988 w 3370464"/>
              <a:gd name="csY10" fmla="*/ 1528428 h 1922248"/>
              <a:gd name="csX11" fmla="*/ 81 w 3370464"/>
              <a:gd name="csY11" fmla="*/ 853114 h 1922248"/>
              <a:gd name="csX12" fmla="*/ 1493788 w 3370464"/>
              <a:gd name="csY12" fmla="*/ 0 h 1922248"/>
              <a:gd name="csX0" fmla="*/ 1341413 w 3218089"/>
              <a:gd name="csY0" fmla="*/ 78 h 1922326"/>
              <a:gd name="csX1" fmla="*/ 2733520 w 3218089"/>
              <a:gd name="csY1" fmla="*/ 853192 h 1922326"/>
              <a:gd name="csX2" fmla="*/ 2620129 w 3218089"/>
              <a:gd name="csY2" fmla="*/ 1116055 h 1922326"/>
              <a:gd name="csX3" fmla="*/ 2594825 w 3218089"/>
              <a:gd name="csY3" fmla="*/ 1137874 h 1922326"/>
              <a:gd name="csX4" fmla="*/ 2676951 w 3218089"/>
              <a:gd name="csY4" fmla="*/ 1142685 h 1922326"/>
              <a:gd name="csX5" fmla="*/ 3218089 w 3218089"/>
              <a:gd name="csY5" fmla="*/ 1528505 h 1922326"/>
              <a:gd name="csX6" fmla="*/ 2540366 w 3218089"/>
              <a:gd name="csY6" fmla="*/ 1922326 h 1922326"/>
              <a:gd name="csX7" fmla="*/ 1862643 w 3218089"/>
              <a:gd name="csY7" fmla="*/ 1528505 h 1922326"/>
              <a:gd name="csX8" fmla="*/ 1872753 w 3218089"/>
              <a:gd name="csY8" fmla="*/ 1470230 h 1922326"/>
              <a:gd name="csX9" fmla="*/ 1852258 w 3218089"/>
              <a:gd name="csY9" fmla="*/ 1475437 h 1922326"/>
              <a:gd name="csX10" fmla="*/ 1290613 w 3218089"/>
              <a:gd name="csY10" fmla="*/ 1528506 h 1922326"/>
              <a:gd name="csX11" fmla="*/ 106 w 3218089"/>
              <a:gd name="csY11" fmla="*/ 903992 h 1922326"/>
              <a:gd name="csX12" fmla="*/ 1341413 w 3218089"/>
              <a:gd name="csY12" fmla="*/ 78 h 1922326"/>
              <a:gd name="csX0" fmla="*/ 1480745 w 3357421"/>
              <a:gd name="csY0" fmla="*/ 78 h 1922326"/>
              <a:gd name="csX1" fmla="*/ 2872852 w 3357421"/>
              <a:gd name="csY1" fmla="*/ 853192 h 1922326"/>
              <a:gd name="csX2" fmla="*/ 2759461 w 3357421"/>
              <a:gd name="csY2" fmla="*/ 1116055 h 1922326"/>
              <a:gd name="csX3" fmla="*/ 2734157 w 3357421"/>
              <a:gd name="csY3" fmla="*/ 1137874 h 1922326"/>
              <a:gd name="csX4" fmla="*/ 2816283 w 3357421"/>
              <a:gd name="csY4" fmla="*/ 1142685 h 1922326"/>
              <a:gd name="csX5" fmla="*/ 3357421 w 3357421"/>
              <a:gd name="csY5" fmla="*/ 1528505 h 1922326"/>
              <a:gd name="csX6" fmla="*/ 2679698 w 3357421"/>
              <a:gd name="csY6" fmla="*/ 1922326 h 1922326"/>
              <a:gd name="csX7" fmla="*/ 2001975 w 3357421"/>
              <a:gd name="csY7" fmla="*/ 1528505 h 1922326"/>
              <a:gd name="csX8" fmla="*/ 2012085 w 3357421"/>
              <a:gd name="csY8" fmla="*/ 1470230 h 1922326"/>
              <a:gd name="csX9" fmla="*/ 1991590 w 3357421"/>
              <a:gd name="csY9" fmla="*/ 1475437 h 1922326"/>
              <a:gd name="csX10" fmla="*/ 1429945 w 3357421"/>
              <a:gd name="csY10" fmla="*/ 1528506 h 1922326"/>
              <a:gd name="csX11" fmla="*/ 187559 w 3357421"/>
              <a:gd name="csY11" fmla="*/ 1654399 h 1922326"/>
              <a:gd name="csX12" fmla="*/ 139438 w 3357421"/>
              <a:gd name="csY12" fmla="*/ 903992 h 1922326"/>
              <a:gd name="csX13" fmla="*/ 1480745 w 3357421"/>
              <a:gd name="csY13" fmla="*/ 78 h 192232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2012085 w 3357421"/>
              <a:gd name="csY8" fmla="*/ 1470230 h 1928556"/>
              <a:gd name="csX9" fmla="*/ 1991590 w 3357421"/>
              <a:gd name="csY9" fmla="*/ 1475437 h 1928556"/>
              <a:gd name="csX10" fmla="*/ 1245795 w 3357421"/>
              <a:gd name="csY10" fmla="*/ 1928556 h 1928556"/>
              <a:gd name="csX11" fmla="*/ 187559 w 3357421"/>
              <a:gd name="csY11" fmla="*/ 1654399 h 1928556"/>
              <a:gd name="csX12" fmla="*/ 139438 w 3357421"/>
              <a:gd name="csY12" fmla="*/ 903992 h 1928556"/>
              <a:gd name="csX13" fmla="*/ 1480745 w 3357421"/>
              <a:gd name="csY13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2012085 w 3357421"/>
              <a:gd name="csY8" fmla="*/ 147023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1859685 w 3357421"/>
              <a:gd name="csY8" fmla="*/ 173058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46425 w 3357421"/>
              <a:gd name="csY7" fmla="*/ 1611055 h 1928556"/>
              <a:gd name="csX8" fmla="*/ 1859685 w 3357421"/>
              <a:gd name="csY8" fmla="*/ 173058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230421"/>
              <a:gd name="csY0" fmla="*/ 78 h 1928556"/>
              <a:gd name="csX1" fmla="*/ 2872852 w 3230421"/>
              <a:gd name="csY1" fmla="*/ 853192 h 1928556"/>
              <a:gd name="csX2" fmla="*/ 2759461 w 3230421"/>
              <a:gd name="csY2" fmla="*/ 1116055 h 1928556"/>
              <a:gd name="csX3" fmla="*/ 2734157 w 3230421"/>
              <a:gd name="csY3" fmla="*/ 1137874 h 1928556"/>
              <a:gd name="csX4" fmla="*/ 2816283 w 3230421"/>
              <a:gd name="csY4" fmla="*/ 1142685 h 1928556"/>
              <a:gd name="csX5" fmla="*/ 3230421 w 3230421"/>
              <a:gd name="csY5" fmla="*/ 1585655 h 1928556"/>
              <a:gd name="csX6" fmla="*/ 2679698 w 3230421"/>
              <a:gd name="csY6" fmla="*/ 1922326 h 1928556"/>
              <a:gd name="csX7" fmla="*/ 2046425 w 3230421"/>
              <a:gd name="csY7" fmla="*/ 1611055 h 1928556"/>
              <a:gd name="csX8" fmla="*/ 1859685 w 3230421"/>
              <a:gd name="csY8" fmla="*/ 1730580 h 1928556"/>
              <a:gd name="csX9" fmla="*/ 1245795 w 3230421"/>
              <a:gd name="csY9" fmla="*/ 1928556 h 1928556"/>
              <a:gd name="csX10" fmla="*/ 187559 w 3230421"/>
              <a:gd name="csY10" fmla="*/ 1654399 h 1928556"/>
              <a:gd name="csX11" fmla="*/ 139438 w 3230421"/>
              <a:gd name="csY11" fmla="*/ 903992 h 1928556"/>
              <a:gd name="csX12" fmla="*/ 1480745 w 3230421"/>
              <a:gd name="csY12" fmla="*/ 78 h 1928556"/>
              <a:gd name="csX0" fmla="*/ 1480745 w 3366119"/>
              <a:gd name="csY0" fmla="*/ 78 h 1928556"/>
              <a:gd name="csX1" fmla="*/ 2872852 w 3366119"/>
              <a:gd name="csY1" fmla="*/ 853192 h 1928556"/>
              <a:gd name="csX2" fmla="*/ 2759461 w 3366119"/>
              <a:gd name="csY2" fmla="*/ 1116055 h 1928556"/>
              <a:gd name="csX3" fmla="*/ 2734157 w 3366119"/>
              <a:gd name="csY3" fmla="*/ 1137874 h 1928556"/>
              <a:gd name="csX4" fmla="*/ 2816283 w 3366119"/>
              <a:gd name="csY4" fmla="*/ 1142685 h 1928556"/>
              <a:gd name="csX5" fmla="*/ 3230421 w 3366119"/>
              <a:gd name="csY5" fmla="*/ 1585655 h 1928556"/>
              <a:gd name="csX6" fmla="*/ 3330809 w 3366119"/>
              <a:gd name="csY6" fmla="*/ 1781399 h 1928556"/>
              <a:gd name="csX7" fmla="*/ 2679698 w 3366119"/>
              <a:gd name="csY7" fmla="*/ 1922326 h 1928556"/>
              <a:gd name="csX8" fmla="*/ 2046425 w 3366119"/>
              <a:gd name="csY8" fmla="*/ 1611055 h 1928556"/>
              <a:gd name="csX9" fmla="*/ 1859685 w 3366119"/>
              <a:gd name="csY9" fmla="*/ 1730580 h 1928556"/>
              <a:gd name="csX10" fmla="*/ 1245795 w 3366119"/>
              <a:gd name="csY10" fmla="*/ 1928556 h 1928556"/>
              <a:gd name="csX11" fmla="*/ 187559 w 3366119"/>
              <a:gd name="csY11" fmla="*/ 1654399 h 1928556"/>
              <a:gd name="csX12" fmla="*/ 139438 w 3366119"/>
              <a:gd name="csY12" fmla="*/ 903992 h 1928556"/>
              <a:gd name="csX13" fmla="*/ 1480745 w 3366119"/>
              <a:gd name="csY13" fmla="*/ 78 h 1928556"/>
              <a:gd name="csX0" fmla="*/ 1480745 w 3366119"/>
              <a:gd name="csY0" fmla="*/ 78 h 1928556"/>
              <a:gd name="csX1" fmla="*/ 2872852 w 3366119"/>
              <a:gd name="csY1" fmla="*/ 853192 h 1928556"/>
              <a:gd name="csX2" fmla="*/ 2759461 w 3366119"/>
              <a:gd name="csY2" fmla="*/ 1116055 h 1928556"/>
              <a:gd name="csX3" fmla="*/ 2734157 w 3366119"/>
              <a:gd name="csY3" fmla="*/ 1137874 h 1928556"/>
              <a:gd name="csX4" fmla="*/ 2816283 w 3366119"/>
              <a:gd name="csY4" fmla="*/ 1142685 h 1928556"/>
              <a:gd name="csX5" fmla="*/ 3230421 w 3366119"/>
              <a:gd name="csY5" fmla="*/ 1585655 h 1928556"/>
              <a:gd name="csX6" fmla="*/ 3330809 w 3366119"/>
              <a:gd name="csY6" fmla="*/ 1781399 h 1928556"/>
              <a:gd name="csX7" fmla="*/ 2311398 w 3366119"/>
              <a:gd name="csY7" fmla="*/ 1890576 h 1928556"/>
              <a:gd name="csX8" fmla="*/ 2046425 w 3366119"/>
              <a:gd name="csY8" fmla="*/ 1611055 h 1928556"/>
              <a:gd name="csX9" fmla="*/ 1859685 w 3366119"/>
              <a:gd name="csY9" fmla="*/ 1730580 h 1928556"/>
              <a:gd name="csX10" fmla="*/ 1245795 w 3366119"/>
              <a:gd name="csY10" fmla="*/ 1928556 h 1928556"/>
              <a:gd name="csX11" fmla="*/ 187559 w 3366119"/>
              <a:gd name="csY11" fmla="*/ 1654399 h 1928556"/>
              <a:gd name="csX12" fmla="*/ 139438 w 3366119"/>
              <a:gd name="csY12" fmla="*/ 903992 h 1928556"/>
              <a:gd name="csX13" fmla="*/ 1480745 w 3366119"/>
              <a:gd name="csY13" fmla="*/ 78 h 1928556"/>
              <a:gd name="csX0" fmla="*/ 1480745 w 3346074"/>
              <a:gd name="csY0" fmla="*/ 78 h 1933099"/>
              <a:gd name="csX1" fmla="*/ 2872852 w 3346074"/>
              <a:gd name="csY1" fmla="*/ 853192 h 1933099"/>
              <a:gd name="csX2" fmla="*/ 2759461 w 3346074"/>
              <a:gd name="csY2" fmla="*/ 1116055 h 1933099"/>
              <a:gd name="csX3" fmla="*/ 2734157 w 3346074"/>
              <a:gd name="csY3" fmla="*/ 1137874 h 1933099"/>
              <a:gd name="csX4" fmla="*/ 2816283 w 3346074"/>
              <a:gd name="csY4" fmla="*/ 1142685 h 1933099"/>
              <a:gd name="csX5" fmla="*/ 3230421 w 3346074"/>
              <a:gd name="csY5" fmla="*/ 1585655 h 1933099"/>
              <a:gd name="csX6" fmla="*/ 3330809 w 3346074"/>
              <a:gd name="csY6" fmla="*/ 1781399 h 1933099"/>
              <a:gd name="csX7" fmla="*/ 3114909 w 3346074"/>
              <a:gd name="csY7" fmla="*/ 1921099 h 1933099"/>
              <a:gd name="csX8" fmla="*/ 2311398 w 3346074"/>
              <a:gd name="csY8" fmla="*/ 1890576 h 1933099"/>
              <a:gd name="csX9" fmla="*/ 2046425 w 3346074"/>
              <a:gd name="csY9" fmla="*/ 1611055 h 1933099"/>
              <a:gd name="csX10" fmla="*/ 1859685 w 3346074"/>
              <a:gd name="csY10" fmla="*/ 1730580 h 1933099"/>
              <a:gd name="csX11" fmla="*/ 1245795 w 3346074"/>
              <a:gd name="csY11" fmla="*/ 1928556 h 1933099"/>
              <a:gd name="csX12" fmla="*/ 187559 w 3346074"/>
              <a:gd name="csY12" fmla="*/ 1654399 h 1933099"/>
              <a:gd name="csX13" fmla="*/ 139438 w 3346074"/>
              <a:gd name="csY13" fmla="*/ 903992 h 1933099"/>
              <a:gd name="csX14" fmla="*/ 1480745 w 3346074"/>
              <a:gd name="csY14" fmla="*/ 78 h 1933099"/>
              <a:gd name="csX0" fmla="*/ 1480745 w 3342488"/>
              <a:gd name="csY0" fmla="*/ 78 h 1933099"/>
              <a:gd name="csX1" fmla="*/ 2872852 w 3342488"/>
              <a:gd name="csY1" fmla="*/ 853192 h 1933099"/>
              <a:gd name="csX2" fmla="*/ 2759461 w 3342488"/>
              <a:gd name="csY2" fmla="*/ 1116055 h 1933099"/>
              <a:gd name="csX3" fmla="*/ 2734157 w 3342488"/>
              <a:gd name="csY3" fmla="*/ 1137874 h 1933099"/>
              <a:gd name="csX4" fmla="*/ 3025833 w 3342488"/>
              <a:gd name="csY4" fmla="*/ 1250635 h 1933099"/>
              <a:gd name="csX5" fmla="*/ 3230421 w 3342488"/>
              <a:gd name="csY5" fmla="*/ 1585655 h 1933099"/>
              <a:gd name="csX6" fmla="*/ 3330809 w 3342488"/>
              <a:gd name="csY6" fmla="*/ 1781399 h 1933099"/>
              <a:gd name="csX7" fmla="*/ 3114909 w 3342488"/>
              <a:gd name="csY7" fmla="*/ 1921099 h 1933099"/>
              <a:gd name="csX8" fmla="*/ 2311398 w 3342488"/>
              <a:gd name="csY8" fmla="*/ 1890576 h 1933099"/>
              <a:gd name="csX9" fmla="*/ 2046425 w 3342488"/>
              <a:gd name="csY9" fmla="*/ 1611055 h 1933099"/>
              <a:gd name="csX10" fmla="*/ 1859685 w 3342488"/>
              <a:gd name="csY10" fmla="*/ 1730580 h 1933099"/>
              <a:gd name="csX11" fmla="*/ 1245795 w 3342488"/>
              <a:gd name="csY11" fmla="*/ 1928556 h 1933099"/>
              <a:gd name="csX12" fmla="*/ 187559 w 3342488"/>
              <a:gd name="csY12" fmla="*/ 1654399 h 1933099"/>
              <a:gd name="csX13" fmla="*/ 139438 w 3342488"/>
              <a:gd name="csY13" fmla="*/ 903992 h 1933099"/>
              <a:gd name="csX14" fmla="*/ 1480745 w 3342488"/>
              <a:gd name="csY14" fmla="*/ 78 h 1933099"/>
              <a:gd name="csX0" fmla="*/ 1480745 w 3342488"/>
              <a:gd name="csY0" fmla="*/ 78 h 1933099"/>
              <a:gd name="csX1" fmla="*/ 2872852 w 3342488"/>
              <a:gd name="csY1" fmla="*/ 853192 h 1933099"/>
              <a:gd name="csX2" fmla="*/ 2759461 w 3342488"/>
              <a:gd name="csY2" fmla="*/ 1116055 h 1933099"/>
              <a:gd name="csX3" fmla="*/ 3077057 w 3342488"/>
              <a:gd name="csY3" fmla="*/ 1055324 h 1933099"/>
              <a:gd name="csX4" fmla="*/ 3025833 w 3342488"/>
              <a:gd name="csY4" fmla="*/ 1250635 h 1933099"/>
              <a:gd name="csX5" fmla="*/ 3230421 w 3342488"/>
              <a:gd name="csY5" fmla="*/ 1585655 h 1933099"/>
              <a:gd name="csX6" fmla="*/ 3330809 w 3342488"/>
              <a:gd name="csY6" fmla="*/ 1781399 h 1933099"/>
              <a:gd name="csX7" fmla="*/ 3114909 w 3342488"/>
              <a:gd name="csY7" fmla="*/ 1921099 h 1933099"/>
              <a:gd name="csX8" fmla="*/ 2311398 w 3342488"/>
              <a:gd name="csY8" fmla="*/ 1890576 h 1933099"/>
              <a:gd name="csX9" fmla="*/ 2046425 w 3342488"/>
              <a:gd name="csY9" fmla="*/ 1611055 h 1933099"/>
              <a:gd name="csX10" fmla="*/ 1859685 w 3342488"/>
              <a:gd name="csY10" fmla="*/ 1730580 h 1933099"/>
              <a:gd name="csX11" fmla="*/ 1245795 w 3342488"/>
              <a:gd name="csY11" fmla="*/ 1928556 h 1933099"/>
              <a:gd name="csX12" fmla="*/ 187559 w 3342488"/>
              <a:gd name="csY12" fmla="*/ 1654399 h 1933099"/>
              <a:gd name="csX13" fmla="*/ 139438 w 3342488"/>
              <a:gd name="csY13" fmla="*/ 903992 h 1933099"/>
              <a:gd name="csX14" fmla="*/ 1480745 w 3342488"/>
              <a:gd name="csY14" fmla="*/ 78 h 1933099"/>
              <a:gd name="csX0" fmla="*/ 1480745 w 3342488"/>
              <a:gd name="csY0" fmla="*/ 12861 h 1945882"/>
              <a:gd name="csX1" fmla="*/ 2809352 w 3342488"/>
              <a:gd name="csY1" fmla="*/ 434175 h 1945882"/>
              <a:gd name="csX2" fmla="*/ 2759461 w 3342488"/>
              <a:gd name="csY2" fmla="*/ 1128838 h 1945882"/>
              <a:gd name="csX3" fmla="*/ 3077057 w 3342488"/>
              <a:gd name="csY3" fmla="*/ 1068107 h 1945882"/>
              <a:gd name="csX4" fmla="*/ 3025833 w 3342488"/>
              <a:gd name="csY4" fmla="*/ 1263418 h 1945882"/>
              <a:gd name="csX5" fmla="*/ 3230421 w 3342488"/>
              <a:gd name="csY5" fmla="*/ 1598438 h 1945882"/>
              <a:gd name="csX6" fmla="*/ 3330809 w 3342488"/>
              <a:gd name="csY6" fmla="*/ 1794182 h 1945882"/>
              <a:gd name="csX7" fmla="*/ 3114909 w 3342488"/>
              <a:gd name="csY7" fmla="*/ 1933882 h 1945882"/>
              <a:gd name="csX8" fmla="*/ 2311398 w 3342488"/>
              <a:gd name="csY8" fmla="*/ 1903359 h 1945882"/>
              <a:gd name="csX9" fmla="*/ 2046425 w 3342488"/>
              <a:gd name="csY9" fmla="*/ 1623838 h 1945882"/>
              <a:gd name="csX10" fmla="*/ 1859685 w 3342488"/>
              <a:gd name="csY10" fmla="*/ 1743363 h 1945882"/>
              <a:gd name="csX11" fmla="*/ 1245795 w 3342488"/>
              <a:gd name="csY11" fmla="*/ 1941339 h 1945882"/>
              <a:gd name="csX12" fmla="*/ 187559 w 3342488"/>
              <a:gd name="csY12" fmla="*/ 1667182 h 1945882"/>
              <a:gd name="csX13" fmla="*/ 139438 w 3342488"/>
              <a:gd name="csY13" fmla="*/ 916775 h 1945882"/>
              <a:gd name="csX14" fmla="*/ 1480745 w 3342488"/>
              <a:gd name="csY14" fmla="*/ 12861 h 1945882"/>
              <a:gd name="csX0" fmla="*/ 1480745 w 3342488"/>
              <a:gd name="csY0" fmla="*/ 11887 h 1944908"/>
              <a:gd name="csX1" fmla="*/ 2809352 w 3342488"/>
              <a:gd name="csY1" fmla="*/ 433201 h 1944908"/>
              <a:gd name="csX2" fmla="*/ 2791211 w 3342488"/>
              <a:gd name="csY2" fmla="*/ 931014 h 1944908"/>
              <a:gd name="csX3" fmla="*/ 3077057 w 3342488"/>
              <a:gd name="csY3" fmla="*/ 1067133 h 1944908"/>
              <a:gd name="csX4" fmla="*/ 3025833 w 3342488"/>
              <a:gd name="csY4" fmla="*/ 1262444 h 1944908"/>
              <a:gd name="csX5" fmla="*/ 3230421 w 3342488"/>
              <a:gd name="csY5" fmla="*/ 1597464 h 1944908"/>
              <a:gd name="csX6" fmla="*/ 3330809 w 3342488"/>
              <a:gd name="csY6" fmla="*/ 1793208 h 1944908"/>
              <a:gd name="csX7" fmla="*/ 3114909 w 3342488"/>
              <a:gd name="csY7" fmla="*/ 1932908 h 1944908"/>
              <a:gd name="csX8" fmla="*/ 2311398 w 3342488"/>
              <a:gd name="csY8" fmla="*/ 1902385 h 1944908"/>
              <a:gd name="csX9" fmla="*/ 2046425 w 3342488"/>
              <a:gd name="csY9" fmla="*/ 1622864 h 1944908"/>
              <a:gd name="csX10" fmla="*/ 1859685 w 3342488"/>
              <a:gd name="csY10" fmla="*/ 1742389 h 1944908"/>
              <a:gd name="csX11" fmla="*/ 1245795 w 3342488"/>
              <a:gd name="csY11" fmla="*/ 1940365 h 1944908"/>
              <a:gd name="csX12" fmla="*/ 187559 w 3342488"/>
              <a:gd name="csY12" fmla="*/ 1666208 h 1944908"/>
              <a:gd name="csX13" fmla="*/ 139438 w 3342488"/>
              <a:gd name="csY13" fmla="*/ 915801 h 1944908"/>
              <a:gd name="csX14" fmla="*/ 1480745 w 3342488"/>
              <a:gd name="csY14" fmla="*/ 11887 h 1944908"/>
              <a:gd name="csX0" fmla="*/ 1480745 w 3342488"/>
              <a:gd name="csY0" fmla="*/ 62459 h 1995480"/>
              <a:gd name="csX1" fmla="*/ 2289409 w 3342488"/>
              <a:gd name="csY1" fmla="*/ 122930 h 1995480"/>
              <a:gd name="csX2" fmla="*/ 2809352 w 3342488"/>
              <a:gd name="csY2" fmla="*/ 483773 h 1995480"/>
              <a:gd name="csX3" fmla="*/ 2791211 w 3342488"/>
              <a:gd name="csY3" fmla="*/ 981586 h 1995480"/>
              <a:gd name="csX4" fmla="*/ 3077057 w 3342488"/>
              <a:gd name="csY4" fmla="*/ 1117705 h 1995480"/>
              <a:gd name="csX5" fmla="*/ 3025833 w 3342488"/>
              <a:gd name="csY5" fmla="*/ 1313016 h 1995480"/>
              <a:gd name="csX6" fmla="*/ 3230421 w 3342488"/>
              <a:gd name="csY6" fmla="*/ 1648036 h 1995480"/>
              <a:gd name="csX7" fmla="*/ 3330809 w 3342488"/>
              <a:gd name="csY7" fmla="*/ 1843780 h 1995480"/>
              <a:gd name="csX8" fmla="*/ 3114909 w 3342488"/>
              <a:gd name="csY8" fmla="*/ 1983480 h 1995480"/>
              <a:gd name="csX9" fmla="*/ 2311398 w 3342488"/>
              <a:gd name="csY9" fmla="*/ 1952957 h 1995480"/>
              <a:gd name="csX10" fmla="*/ 2046425 w 3342488"/>
              <a:gd name="csY10" fmla="*/ 1673436 h 1995480"/>
              <a:gd name="csX11" fmla="*/ 1859685 w 3342488"/>
              <a:gd name="csY11" fmla="*/ 1792961 h 1995480"/>
              <a:gd name="csX12" fmla="*/ 1245795 w 3342488"/>
              <a:gd name="csY12" fmla="*/ 1990937 h 1995480"/>
              <a:gd name="csX13" fmla="*/ 187559 w 3342488"/>
              <a:gd name="csY13" fmla="*/ 1716780 h 1995480"/>
              <a:gd name="csX14" fmla="*/ 139438 w 3342488"/>
              <a:gd name="csY14" fmla="*/ 966373 h 1995480"/>
              <a:gd name="csX15" fmla="*/ 1480745 w 3342488"/>
              <a:gd name="csY15" fmla="*/ 62459 h 1995480"/>
              <a:gd name="csX0" fmla="*/ 1429266 w 3291009"/>
              <a:gd name="csY0" fmla="*/ 10484 h 1943505"/>
              <a:gd name="csX1" fmla="*/ 2237930 w 3291009"/>
              <a:gd name="csY1" fmla="*/ 70955 h 1943505"/>
              <a:gd name="csX2" fmla="*/ 2757873 w 3291009"/>
              <a:gd name="csY2" fmla="*/ 431798 h 1943505"/>
              <a:gd name="csX3" fmla="*/ 2739732 w 3291009"/>
              <a:gd name="csY3" fmla="*/ 929611 h 1943505"/>
              <a:gd name="csX4" fmla="*/ 3025578 w 3291009"/>
              <a:gd name="csY4" fmla="*/ 1065730 h 1943505"/>
              <a:gd name="csX5" fmla="*/ 2974354 w 3291009"/>
              <a:gd name="csY5" fmla="*/ 1261041 h 1943505"/>
              <a:gd name="csX6" fmla="*/ 3178942 w 3291009"/>
              <a:gd name="csY6" fmla="*/ 1596061 h 1943505"/>
              <a:gd name="csX7" fmla="*/ 3279330 w 3291009"/>
              <a:gd name="csY7" fmla="*/ 1791805 h 1943505"/>
              <a:gd name="csX8" fmla="*/ 3063430 w 3291009"/>
              <a:gd name="csY8" fmla="*/ 1931505 h 1943505"/>
              <a:gd name="csX9" fmla="*/ 2259919 w 3291009"/>
              <a:gd name="csY9" fmla="*/ 1900982 h 1943505"/>
              <a:gd name="csX10" fmla="*/ 1994946 w 3291009"/>
              <a:gd name="csY10" fmla="*/ 1621461 h 1943505"/>
              <a:gd name="csX11" fmla="*/ 1808206 w 3291009"/>
              <a:gd name="csY11" fmla="*/ 1740986 h 1943505"/>
              <a:gd name="csX12" fmla="*/ 1194316 w 3291009"/>
              <a:gd name="csY12" fmla="*/ 1938962 h 1943505"/>
              <a:gd name="csX13" fmla="*/ 136080 w 3291009"/>
              <a:gd name="csY13" fmla="*/ 1664805 h 1943505"/>
              <a:gd name="csX14" fmla="*/ 87959 w 3291009"/>
              <a:gd name="csY14" fmla="*/ 914398 h 1943505"/>
              <a:gd name="csX15" fmla="*/ 631380 w 3291009"/>
              <a:gd name="csY15" fmla="*/ 210655 h 1943505"/>
              <a:gd name="csX16" fmla="*/ 1429266 w 3291009"/>
              <a:gd name="csY16" fmla="*/ 10484 h 1943505"/>
              <a:gd name="csX0" fmla="*/ 1438385 w 3300128"/>
              <a:gd name="csY0" fmla="*/ 10484 h 1943505"/>
              <a:gd name="csX1" fmla="*/ 2247049 w 3300128"/>
              <a:gd name="csY1" fmla="*/ 70955 h 1943505"/>
              <a:gd name="csX2" fmla="*/ 2766992 w 3300128"/>
              <a:gd name="csY2" fmla="*/ 431798 h 1943505"/>
              <a:gd name="csX3" fmla="*/ 2748851 w 3300128"/>
              <a:gd name="csY3" fmla="*/ 929611 h 1943505"/>
              <a:gd name="csX4" fmla="*/ 3034697 w 3300128"/>
              <a:gd name="csY4" fmla="*/ 1065730 h 1943505"/>
              <a:gd name="csX5" fmla="*/ 2983473 w 3300128"/>
              <a:gd name="csY5" fmla="*/ 1261041 h 1943505"/>
              <a:gd name="csX6" fmla="*/ 3188061 w 3300128"/>
              <a:gd name="csY6" fmla="*/ 1596061 h 1943505"/>
              <a:gd name="csX7" fmla="*/ 3288449 w 3300128"/>
              <a:gd name="csY7" fmla="*/ 1791805 h 1943505"/>
              <a:gd name="csX8" fmla="*/ 3072549 w 3300128"/>
              <a:gd name="csY8" fmla="*/ 1931505 h 1943505"/>
              <a:gd name="csX9" fmla="*/ 2269038 w 3300128"/>
              <a:gd name="csY9" fmla="*/ 1900982 h 1943505"/>
              <a:gd name="csX10" fmla="*/ 2004065 w 3300128"/>
              <a:gd name="csY10" fmla="*/ 1621461 h 1943505"/>
              <a:gd name="csX11" fmla="*/ 1817325 w 3300128"/>
              <a:gd name="csY11" fmla="*/ 1740986 h 1943505"/>
              <a:gd name="csX12" fmla="*/ 1203435 w 3300128"/>
              <a:gd name="csY12" fmla="*/ 1938962 h 1943505"/>
              <a:gd name="csX13" fmla="*/ 145199 w 3300128"/>
              <a:gd name="csY13" fmla="*/ 1664805 h 1943505"/>
              <a:gd name="csX14" fmla="*/ 78028 w 3300128"/>
              <a:gd name="csY14" fmla="*/ 914398 h 1943505"/>
              <a:gd name="csX15" fmla="*/ 640499 w 3300128"/>
              <a:gd name="csY15" fmla="*/ 210655 h 1943505"/>
              <a:gd name="csX16" fmla="*/ 1438385 w 3300128"/>
              <a:gd name="csY16" fmla="*/ 10484 h 1943505"/>
              <a:gd name="csX0" fmla="*/ 1436025 w 3297768"/>
              <a:gd name="csY0" fmla="*/ 10484 h 1943505"/>
              <a:gd name="csX1" fmla="*/ 2244689 w 3297768"/>
              <a:gd name="csY1" fmla="*/ 70955 h 1943505"/>
              <a:gd name="csX2" fmla="*/ 2764632 w 3297768"/>
              <a:gd name="csY2" fmla="*/ 431798 h 1943505"/>
              <a:gd name="csX3" fmla="*/ 2746491 w 3297768"/>
              <a:gd name="csY3" fmla="*/ 929611 h 1943505"/>
              <a:gd name="csX4" fmla="*/ 3032337 w 3297768"/>
              <a:gd name="csY4" fmla="*/ 1065730 h 1943505"/>
              <a:gd name="csX5" fmla="*/ 2981113 w 3297768"/>
              <a:gd name="csY5" fmla="*/ 1261041 h 1943505"/>
              <a:gd name="csX6" fmla="*/ 3185701 w 3297768"/>
              <a:gd name="csY6" fmla="*/ 1596061 h 1943505"/>
              <a:gd name="csX7" fmla="*/ 3286089 w 3297768"/>
              <a:gd name="csY7" fmla="*/ 1791805 h 1943505"/>
              <a:gd name="csX8" fmla="*/ 3070189 w 3297768"/>
              <a:gd name="csY8" fmla="*/ 1931505 h 1943505"/>
              <a:gd name="csX9" fmla="*/ 2266678 w 3297768"/>
              <a:gd name="csY9" fmla="*/ 1900982 h 1943505"/>
              <a:gd name="csX10" fmla="*/ 2001705 w 3297768"/>
              <a:gd name="csY10" fmla="*/ 1621461 h 1943505"/>
              <a:gd name="csX11" fmla="*/ 1814965 w 3297768"/>
              <a:gd name="csY11" fmla="*/ 1740986 h 1943505"/>
              <a:gd name="csX12" fmla="*/ 1201075 w 3297768"/>
              <a:gd name="csY12" fmla="*/ 1938962 h 1943505"/>
              <a:gd name="csX13" fmla="*/ 142839 w 3297768"/>
              <a:gd name="csY13" fmla="*/ 1664805 h 1943505"/>
              <a:gd name="csX14" fmla="*/ 75668 w 3297768"/>
              <a:gd name="csY14" fmla="*/ 914398 h 1943505"/>
              <a:gd name="csX15" fmla="*/ 638139 w 3297768"/>
              <a:gd name="csY15" fmla="*/ 210655 h 1943505"/>
              <a:gd name="csX16" fmla="*/ 1436025 w 3297768"/>
              <a:gd name="csY16" fmla="*/ 10484 h 1943505"/>
              <a:gd name="csX0" fmla="*/ 1436025 w 3297768"/>
              <a:gd name="csY0" fmla="*/ 10484 h 1943505"/>
              <a:gd name="csX1" fmla="*/ 2244689 w 3297768"/>
              <a:gd name="csY1" fmla="*/ 70955 h 1943505"/>
              <a:gd name="csX2" fmla="*/ 2764632 w 3297768"/>
              <a:gd name="csY2" fmla="*/ 431798 h 1943505"/>
              <a:gd name="csX3" fmla="*/ 2746491 w 3297768"/>
              <a:gd name="csY3" fmla="*/ 929611 h 1943505"/>
              <a:gd name="csX4" fmla="*/ 3032337 w 3297768"/>
              <a:gd name="csY4" fmla="*/ 1065730 h 1943505"/>
              <a:gd name="csX5" fmla="*/ 2981113 w 3297768"/>
              <a:gd name="csY5" fmla="*/ 1261041 h 1943505"/>
              <a:gd name="csX6" fmla="*/ 3185701 w 3297768"/>
              <a:gd name="csY6" fmla="*/ 1596061 h 1943505"/>
              <a:gd name="csX7" fmla="*/ 3286089 w 3297768"/>
              <a:gd name="csY7" fmla="*/ 1791805 h 1943505"/>
              <a:gd name="csX8" fmla="*/ 3070189 w 3297768"/>
              <a:gd name="csY8" fmla="*/ 1931505 h 1943505"/>
              <a:gd name="csX9" fmla="*/ 2266678 w 3297768"/>
              <a:gd name="csY9" fmla="*/ 1900982 h 1943505"/>
              <a:gd name="csX10" fmla="*/ 2001705 w 3297768"/>
              <a:gd name="csY10" fmla="*/ 1621461 h 1943505"/>
              <a:gd name="csX11" fmla="*/ 1814965 w 3297768"/>
              <a:gd name="csY11" fmla="*/ 1740986 h 1943505"/>
              <a:gd name="csX12" fmla="*/ 1201075 w 3297768"/>
              <a:gd name="csY12" fmla="*/ 1938962 h 1943505"/>
              <a:gd name="csX13" fmla="*/ 142839 w 3297768"/>
              <a:gd name="csY13" fmla="*/ 1664805 h 1943505"/>
              <a:gd name="csX14" fmla="*/ 75668 w 3297768"/>
              <a:gd name="csY14" fmla="*/ 914398 h 1943505"/>
              <a:gd name="csX15" fmla="*/ 638139 w 3297768"/>
              <a:gd name="csY15" fmla="*/ 210655 h 1943505"/>
              <a:gd name="csX16" fmla="*/ 1436025 w 3297768"/>
              <a:gd name="csY16" fmla="*/ 10484 h 1943505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5143"/>
              <a:gd name="csY0" fmla="*/ 10484 h 1945723"/>
              <a:gd name="csX1" fmla="*/ 2244689 w 3295143"/>
              <a:gd name="csY1" fmla="*/ 70955 h 1945723"/>
              <a:gd name="csX2" fmla="*/ 2764632 w 3295143"/>
              <a:gd name="csY2" fmla="*/ 431798 h 1945723"/>
              <a:gd name="csX3" fmla="*/ 2746491 w 3295143"/>
              <a:gd name="csY3" fmla="*/ 929611 h 1945723"/>
              <a:gd name="csX4" fmla="*/ 3032337 w 3295143"/>
              <a:gd name="csY4" fmla="*/ 1065730 h 1945723"/>
              <a:gd name="csX5" fmla="*/ 2981113 w 3295143"/>
              <a:gd name="csY5" fmla="*/ 1261041 h 1945723"/>
              <a:gd name="csX6" fmla="*/ 3222589 w 3295143"/>
              <a:gd name="csY6" fmla="*/ 1474305 h 1945723"/>
              <a:gd name="csX7" fmla="*/ 3185701 w 3295143"/>
              <a:gd name="csY7" fmla="*/ 1596061 h 1945723"/>
              <a:gd name="csX8" fmla="*/ 3286089 w 3295143"/>
              <a:gd name="csY8" fmla="*/ 1791805 h 1945723"/>
              <a:gd name="csX9" fmla="*/ 3070189 w 3295143"/>
              <a:gd name="csY9" fmla="*/ 1931505 h 1945723"/>
              <a:gd name="csX10" fmla="*/ 2266678 w 3295143"/>
              <a:gd name="csY10" fmla="*/ 1900982 h 1945723"/>
              <a:gd name="csX11" fmla="*/ 2001705 w 3295143"/>
              <a:gd name="csY11" fmla="*/ 1621461 h 1945723"/>
              <a:gd name="csX12" fmla="*/ 1814965 w 3295143"/>
              <a:gd name="csY12" fmla="*/ 1740986 h 1945723"/>
              <a:gd name="csX13" fmla="*/ 1201075 w 3295143"/>
              <a:gd name="csY13" fmla="*/ 1938962 h 1945723"/>
              <a:gd name="csX14" fmla="*/ 142839 w 3295143"/>
              <a:gd name="csY14" fmla="*/ 1664805 h 1945723"/>
              <a:gd name="csX15" fmla="*/ 75668 w 3295143"/>
              <a:gd name="csY15" fmla="*/ 914398 h 1945723"/>
              <a:gd name="csX16" fmla="*/ 638139 w 3295143"/>
              <a:gd name="csY16" fmla="*/ 210655 h 1945723"/>
              <a:gd name="csX17" fmla="*/ 1436025 w 3295143"/>
              <a:gd name="csY17" fmla="*/ 10484 h 1945723"/>
              <a:gd name="csX0" fmla="*/ 1436025 w 3295973"/>
              <a:gd name="csY0" fmla="*/ 10484 h 1945723"/>
              <a:gd name="csX1" fmla="*/ 2244689 w 3295973"/>
              <a:gd name="csY1" fmla="*/ 70955 h 1945723"/>
              <a:gd name="csX2" fmla="*/ 2764632 w 3295973"/>
              <a:gd name="csY2" fmla="*/ 431798 h 1945723"/>
              <a:gd name="csX3" fmla="*/ 2746491 w 3295973"/>
              <a:gd name="csY3" fmla="*/ 929611 h 1945723"/>
              <a:gd name="csX4" fmla="*/ 3032337 w 3295973"/>
              <a:gd name="csY4" fmla="*/ 1065730 h 1945723"/>
              <a:gd name="csX5" fmla="*/ 2981113 w 3295973"/>
              <a:gd name="csY5" fmla="*/ 1261041 h 1945723"/>
              <a:gd name="csX6" fmla="*/ 3133689 w 3295973"/>
              <a:gd name="csY6" fmla="*/ 1467955 h 1945723"/>
              <a:gd name="csX7" fmla="*/ 3185701 w 3295973"/>
              <a:gd name="csY7" fmla="*/ 1596061 h 1945723"/>
              <a:gd name="csX8" fmla="*/ 3286089 w 3295973"/>
              <a:gd name="csY8" fmla="*/ 1791805 h 1945723"/>
              <a:gd name="csX9" fmla="*/ 3070189 w 3295973"/>
              <a:gd name="csY9" fmla="*/ 1931505 h 1945723"/>
              <a:gd name="csX10" fmla="*/ 2266678 w 3295973"/>
              <a:gd name="csY10" fmla="*/ 1900982 h 1945723"/>
              <a:gd name="csX11" fmla="*/ 2001705 w 3295973"/>
              <a:gd name="csY11" fmla="*/ 1621461 h 1945723"/>
              <a:gd name="csX12" fmla="*/ 1814965 w 3295973"/>
              <a:gd name="csY12" fmla="*/ 1740986 h 1945723"/>
              <a:gd name="csX13" fmla="*/ 1201075 w 3295973"/>
              <a:gd name="csY13" fmla="*/ 1938962 h 1945723"/>
              <a:gd name="csX14" fmla="*/ 142839 w 3295973"/>
              <a:gd name="csY14" fmla="*/ 1664805 h 1945723"/>
              <a:gd name="csX15" fmla="*/ 75668 w 3295973"/>
              <a:gd name="csY15" fmla="*/ 914398 h 1945723"/>
              <a:gd name="csX16" fmla="*/ 638139 w 3295973"/>
              <a:gd name="csY16" fmla="*/ 210655 h 1945723"/>
              <a:gd name="csX17" fmla="*/ 1436025 w 3295973"/>
              <a:gd name="csY17" fmla="*/ 10484 h 1945723"/>
              <a:gd name="csX0" fmla="*/ 1436025 w 3359977"/>
              <a:gd name="csY0" fmla="*/ 10484 h 1945723"/>
              <a:gd name="csX1" fmla="*/ 2244689 w 3359977"/>
              <a:gd name="csY1" fmla="*/ 70955 h 1945723"/>
              <a:gd name="csX2" fmla="*/ 2764632 w 3359977"/>
              <a:gd name="csY2" fmla="*/ 431798 h 1945723"/>
              <a:gd name="csX3" fmla="*/ 2746491 w 3359977"/>
              <a:gd name="csY3" fmla="*/ 929611 h 1945723"/>
              <a:gd name="csX4" fmla="*/ 3032337 w 3359977"/>
              <a:gd name="csY4" fmla="*/ 1065730 h 1945723"/>
              <a:gd name="csX5" fmla="*/ 2981113 w 3359977"/>
              <a:gd name="csY5" fmla="*/ 1261041 h 1945723"/>
              <a:gd name="csX6" fmla="*/ 3355939 w 3359977"/>
              <a:gd name="csY6" fmla="*/ 1360005 h 1945723"/>
              <a:gd name="csX7" fmla="*/ 3185701 w 3359977"/>
              <a:gd name="csY7" fmla="*/ 1596061 h 1945723"/>
              <a:gd name="csX8" fmla="*/ 3286089 w 3359977"/>
              <a:gd name="csY8" fmla="*/ 1791805 h 1945723"/>
              <a:gd name="csX9" fmla="*/ 3070189 w 3359977"/>
              <a:gd name="csY9" fmla="*/ 1931505 h 1945723"/>
              <a:gd name="csX10" fmla="*/ 2266678 w 3359977"/>
              <a:gd name="csY10" fmla="*/ 1900982 h 1945723"/>
              <a:gd name="csX11" fmla="*/ 2001705 w 3359977"/>
              <a:gd name="csY11" fmla="*/ 1621461 h 1945723"/>
              <a:gd name="csX12" fmla="*/ 1814965 w 3359977"/>
              <a:gd name="csY12" fmla="*/ 1740986 h 1945723"/>
              <a:gd name="csX13" fmla="*/ 1201075 w 3359977"/>
              <a:gd name="csY13" fmla="*/ 1938962 h 1945723"/>
              <a:gd name="csX14" fmla="*/ 142839 w 3359977"/>
              <a:gd name="csY14" fmla="*/ 1664805 h 1945723"/>
              <a:gd name="csX15" fmla="*/ 75668 w 3359977"/>
              <a:gd name="csY15" fmla="*/ 914398 h 1945723"/>
              <a:gd name="csX16" fmla="*/ 638139 w 3359977"/>
              <a:gd name="csY16" fmla="*/ 210655 h 1945723"/>
              <a:gd name="csX17" fmla="*/ 1436025 w 3359977"/>
              <a:gd name="csY17" fmla="*/ 10484 h 1945723"/>
              <a:gd name="csX0" fmla="*/ 1436025 w 3355939"/>
              <a:gd name="csY0" fmla="*/ 10484 h 1945723"/>
              <a:gd name="csX1" fmla="*/ 2244689 w 3355939"/>
              <a:gd name="csY1" fmla="*/ 70955 h 1945723"/>
              <a:gd name="csX2" fmla="*/ 2764632 w 3355939"/>
              <a:gd name="csY2" fmla="*/ 431798 h 1945723"/>
              <a:gd name="csX3" fmla="*/ 2746491 w 3355939"/>
              <a:gd name="csY3" fmla="*/ 929611 h 1945723"/>
              <a:gd name="csX4" fmla="*/ 3032337 w 3355939"/>
              <a:gd name="csY4" fmla="*/ 1065730 h 1945723"/>
              <a:gd name="csX5" fmla="*/ 2981113 w 3355939"/>
              <a:gd name="csY5" fmla="*/ 1261041 h 1945723"/>
              <a:gd name="csX6" fmla="*/ 3355939 w 3355939"/>
              <a:gd name="csY6" fmla="*/ 1360005 h 1945723"/>
              <a:gd name="csX7" fmla="*/ 3185701 w 3355939"/>
              <a:gd name="csY7" fmla="*/ 1596061 h 1945723"/>
              <a:gd name="csX8" fmla="*/ 3286089 w 3355939"/>
              <a:gd name="csY8" fmla="*/ 1791805 h 1945723"/>
              <a:gd name="csX9" fmla="*/ 3070189 w 3355939"/>
              <a:gd name="csY9" fmla="*/ 1931505 h 1945723"/>
              <a:gd name="csX10" fmla="*/ 2266678 w 3355939"/>
              <a:gd name="csY10" fmla="*/ 1900982 h 1945723"/>
              <a:gd name="csX11" fmla="*/ 2001705 w 3355939"/>
              <a:gd name="csY11" fmla="*/ 1621461 h 1945723"/>
              <a:gd name="csX12" fmla="*/ 1814965 w 3355939"/>
              <a:gd name="csY12" fmla="*/ 1740986 h 1945723"/>
              <a:gd name="csX13" fmla="*/ 1201075 w 3355939"/>
              <a:gd name="csY13" fmla="*/ 1938962 h 1945723"/>
              <a:gd name="csX14" fmla="*/ 142839 w 3355939"/>
              <a:gd name="csY14" fmla="*/ 1664805 h 1945723"/>
              <a:gd name="csX15" fmla="*/ 75668 w 3355939"/>
              <a:gd name="csY15" fmla="*/ 914398 h 1945723"/>
              <a:gd name="csX16" fmla="*/ 638139 w 3355939"/>
              <a:gd name="csY16" fmla="*/ 210655 h 1945723"/>
              <a:gd name="csX17" fmla="*/ 1436025 w 3355939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2981113 w 3294877"/>
              <a:gd name="csY5" fmla="*/ 12610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2981113 w 3294877"/>
              <a:gd name="csY5" fmla="*/ 12610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562190 w 3294877"/>
              <a:gd name="csY2" fmla="*/ 363055 h 1945723"/>
              <a:gd name="csX3" fmla="*/ 2764632 w 3294877"/>
              <a:gd name="csY3" fmla="*/ 431798 h 1945723"/>
              <a:gd name="csX4" fmla="*/ 2746491 w 3294877"/>
              <a:gd name="csY4" fmla="*/ 929611 h 1945723"/>
              <a:gd name="csX5" fmla="*/ 3019637 w 3294877"/>
              <a:gd name="csY5" fmla="*/ 1046680 h 1945723"/>
              <a:gd name="csX6" fmla="*/ 3044613 w 3294877"/>
              <a:gd name="csY6" fmla="*/ 1299141 h 1945723"/>
              <a:gd name="csX7" fmla="*/ 3254339 w 3294877"/>
              <a:gd name="csY7" fmla="*/ 1467955 h 1945723"/>
              <a:gd name="csX8" fmla="*/ 3185701 w 3294877"/>
              <a:gd name="csY8" fmla="*/ 1596061 h 1945723"/>
              <a:gd name="csX9" fmla="*/ 3286089 w 3294877"/>
              <a:gd name="csY9" fmla="*/ 1791805 h 1945723"/>
              <a:gd name="csX10" fmla="*/ 3070189 w 3294877"/>
              <a:gd name="csY10" fmla="*/ 1931505 h 1945723"/>
              <a:gd name="csX11" fmla="*/ 2266678 w 3294877"/>
              <a:gd name="csY11" fmla="*/ 1900982 h 1945723"/>
              <a:gd name="csX12" fmla="*/ 2001705 w 3294877"/>
              <a:gd name="csY12" fmla="*/ 1621461 h 1945723"/>
              <a:gd name="csX13" fmla="*/ 1814965 w 3294877"/>
              <a:gd name="csY13" fmla="*/ 1740986 h 1945723"/>
              <a:gd name="csX14" fmla="*/ 1201075 w 3294877"/>
              <a:gd name="csY14" fmla="*/ 1938962 h 1945723"/>
              <a:gd name="csX15" fmla="*/ 142839 w 3294877"/>
              <a:gd name="csY15" fmla="*/ 1664805 h 1945723"/>
              <a:gd name="csX16" fmla="*/ 75668 w 3294877"/>
              <a:gd name="csY16" fmla="*/ 914398 h 1945723"/>
              <a:gd name="csX17" fmla="*/ 638139 w 3294877"/>
              <a:gd name="csY17" fmla="*/ 210655 h 1945723"/>
              <a:gd name="csX18" fmla="*/ 1436025 w 3294877"/>
              <a:gd name="csY18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562190 w 3294877"/>
              <a:gd name="csY2" fmla="*/ 363055 h 1945723"/>
              <a:gd name="csX3" fmla="*/ 2764632 w 3294877"/>
              <a:gd name="csY3" fmla="*/ 431798 h 1945723"/>
              <a:gd name="csX4" fmla="*/ 2746491 w 3294877"/>
              <a:gd name="csY4" fmla="*/ 929611 h 1945723"/>
              <a:gd name="csX5" fmla="*/ 3019637 w 3294877"/>
              <a:gd name="csY5" fmla="*/ 1046680 h 1945723"/>
              <a:gd name="csX6" fmla="*/ 3044613 w 3294877"/>
              <a:gd name="csY6" fmla="*/ 1299141 h 1945723"/>
              <a:gd name="csX7" fmla="*/ 3254339 w 3294877"/>
              <a:gd name="csY7" fmla="*/ 1467955 h 1945723"/>
              <a:gd name="csX8" fmla="*/ 3185701 w 3294877"/>
              <a:gd name="csY8" fmla="*/ 1596061 h 1945723"/>
              <a:gd name="csX9" fmla="*/ 3286089 w 3294877"/>
              <a:gd name="csY9" fmla="*/ 1791805 h 1945723"/>
              <a:gd name="csX10" fmla="*/ 3070189 w 3294877"/>
              <a:gd name="csY10" fmla="*/ 1931505 h 1945723"/>
              <a:gd name="csX11" fmla="*/ 2266678 w 3294877"/>
              <a:gd name="csY11" fmla="*/ 1900982 h 1945723"/>
              <a:gd name="csX12" fmla="*/ 2001705 w 3294877"/>
              <a:gd name="csY12" fmla="*/ 1621461 h 1945723"/>
              <a:gd name="csX13" fmla="*/ 1814965 w 3294877"/>
              <a:gd name="csY13" fmla="*/ 1740986 h 1945723"/>
              <a:gd name="csX14" fmla="*/ 1201075 w 3294877"/>
              <a:gd name="csY14" fmla="*/ 1938962 h 1945723"/>
              <a:gd name="csX15" fmla="*/ 142839 w 3294877"/>
              <a:gd name="csY15" fmla="*/ 1664805 h 1945723"/>
              <a:gd name="csX16" fmla="*/ 75668 w 3294877"/>
              <a:gd name="csY16" fmla="*/ 914398 h 1945723"/>
              <a:gd name="csX17" fmla="*/ 638139 w 3294877"/>
              <a:gd name="csY17" fmla="*/ 210655 h 1945723"/>
              <a:gd name="csX18" fmla="*/ 1436025 w 3294877"/>
              <a:gd name="csY18" fmla="*/ 10484 h 19457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3294877" h="1945723">
                <a:moveTo>
                  <a:pt x="1436025" y="10484"/>
                </a:moveTo>
                <a:cubicBezTo>
                  <a:pt x="1703783" y="-12799"/>
                  <a:pt x="2023255" y="736"/>
                  <a:pt x="2244689" y="70955"/>
                </a:cubicBezTo>
                <a:cubicBezTo>
                  <a:pt x="2429208" y="113842"/>
                  <a:pt x="2475533" y="302915"/>
                  <a:pt x="2562190" y="363055"/>
                </a:cubicBezTo>
                <a:cubicBezTo>
                  <a:pt x="2648847" y="423196"/>
                  <a:pt x="2718040" y="365947"/>
                  <a:pt x="2764632" y="431798"/>
                </a:cubicBezTo>
                <a:cubicBezTo>
                  <a:pt x="2924466" y="670157"/>
                  <a:pt x="2762356" y="829767"/>
                  <a:pt x="2746491" y="929611"/>
                </a:cubicBezTo>
                <a:cubicBezTo>
                  <a:pt x="2780390" y="1006734"/>
                  <a:pt x="2979388" y="969557"/>
                  <a:pt x="3019637" y="1046680"/>
                </a:cubicBezTo>
                <a:cubicBezTo>
                  <a:pt x="3080879" y="1118134"/>
                  <a:pt x="3078621" y="1189587"/>
                  <a:pt x="3044613" y="1299141"/>
                </a:cubicBezTo>
                <a:cubicBezTo>
                  <a:pt x="3095372" y="1484712"/>
                  <a:pt x="3080541" y="1431168"/>
                  <a:pt x="3254339" y="1467955"/>
                </a:cubicBezTo>
                <a:cubicBezTo>
                  <a:pt x="3091587" y="1536492"/>
                  <a:pt x="3180409" y="1542086"/>
                  <a:pt x="3185701" y="1596061"/>
                </a:cubicBezTo>
                <a:cubicBezTo>
                  <a:pt x="3190993" y="1650036"/>
                  <a:pt x="3330741" y="1748598"/>
                  <a:pt x="3286089" y="1791805"/>
                </a:cubicBezTo>
                <a:cubicBezTo>
                  <a:pt x="3241437" y="1835012"/>
                  <a:pt x="3309941" y="1913309"/>
                  <a:pt x="3070189" y="1931505"/>
                </a:cubicBezTo>
                <a:cubicBezTo>
                  <a:pt x="2900287" y="1949701"/>
                  <a:pt x="2444759" y="1952656"/>
                  <a:pt x="2266678" y="1900982"/>
                </a:cubicBezTo>
                <a:cubicBezTo>
                  <a:pt x="2088597" y="1849308"/>
                  <a:pt x="2109655" y="1832612"/>
                  <a:pt x="2001705" y="1621461"/>
                </a:cubicBezTo>
                <a:lnTo>
                  <a:pt x="1814965" y="1740986"/>
                </a:lnTo>
                <a:cubicBezTo>
                  <a:pt x="1610335" y="1806978"/>
                  <a:pt x="1462855" y="1885670"/>
                  <a:pt x="1201075" y="1938962"/>
                </a:cubicBezTo>
                <a:cubicBezTo>
                  <a:pt x="769170" y="1979372"/>
                  <a:pt x="453173" y="1832391"/>
                  <a:pt x="142839" y="1664805"/>
                </a:cubicBezTo>
                <a:cubicBezTo>
                  <a:pt x="-65895" y="1446419"/>
                  <a:pt x="-6882" y="1156756"/>
                  <a:pt x="75668" y="914398"/>
                </a:cubicBezTo>
                <a:cubicBezTo>
                  <a:pt x="158218" y="672040"/>
                  <a:pt x="414588" y="361307"/>
                  <a:pt x="638139" y="210655"/>
                </a:cubicBezTo>
                <a:cubicBezTo>
                  <a:pt x="861690" y="60003"/>
                  <a:pt x="1168267" y="33767"/>
                  <a:pt x="1436025" y="10484"/>
                </a:cubicBezTo>
                <a:close/>
              </a:path>
            </a:pathLst>
          </a:custGeom>
          <a:solidFill>
            <a:srgbClr val="ED7D31">
              <a:alpha val="21961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DD895EA-4412-C805-E59D-877ACC09003F}"/>
              </a:ext>
            </a:extLst>
          </p:cNvPr>
          <p:cNvSpPr/>
          <p:nvPr/>
        </p:nvSpPr>
        <p:spPr>
          <a:xfrm rot="20979426">
            <a:off x="5615315" y="4295101"/>
            <a:ext cx="3101095" cy="2653086"/>
          </a:xfrm>
          <a:custGeom>
            <a:avLst/>
            <a:gdLst>
              <a:gd name="csX0" fmla="*/ 1283516 w 2909597"/>
              <a:gd name="csY0" fmla="*/ 0 h 2374083"/>
              <a:gd name="csX1" fmla="*/ 2567032 w 2909597"/>
              <a:gd name="csY1" fmla="*/ 1119930 h 2374083"/>
              <a:gd name="csX2" fmla="*/ 2466167 w 2909597"/>
              <a:gd name="csY2" fmla="*/ 1555857 h 2374083"/>
              <a:gd name="csX3" fmla="*/ 2435634 w 2909597"/>
              <a:gd name="csY3" fmla="*/ 1611161 h 2374083"/>
              <a:gd name="csX4" fmla="*/ 2486644 w 2909597"/>
              <a:gd name="csY4" fmla="*/ 1606495 h 2374083"/>
              <a:gd name="csX5" fmla="*/ 2909597 w 2909597"/>
              <a:gd name="csY5" fmla="*/ 1990289 h 2374083"/>
              <a:gd name="csX6" fmla="*/ 2486644 w 2909597"/>
              <a:gd name="csY6" fmla="*/ 2374083 h 2374083"/>
              <a:gd name="csX7" fmla="*/ 2072284 w 2909597"/>
              <a:gd name="csY7" fmla="*/ 2067637 h 2374083"/>
              <a:gd name="csX8" fmla="*/ 2065503 w 2909597"/>
              <a:gd name="csY8" fmla="*/ 2006599 h 2374083"/>
              <a:gd name="csX9" fmla="*/ 2001142 w 2909597"/>
              <a:gd name="csY9" fmla="*/ 2048594 h 2374083"/>
              <a:gd name="csX10" fmla="*/ 1283516 w 2909597"/>
              <a:gd name="csY10" fmla="*/ 2239860 h 2374083"/>
              <a:gd name="csX11" fmla="*/ 0 w 2909597"/>
              <a:gd name="csY11" fmla="*/ 1119930 h 2374083"/>
              <a:gd name="csX12" fmla="*/ 1283516 w 2909597"/>
              <a:gd name="csY12" fmla="*/ 0 h 2374083"/>
              <a:gd name="csX0" fmla="*/ 1283516 w 2923800"/>
              <a:gd name="csY0" fmla="*/ 0 h 2609033"/>
              <a:gd name="csX1" fmla="*/ 2567032 w 2923800"/>
              <a:gd name="csY1" fmla="*/ 1119930 h 2609033"/>
              <a:gd name="csX2" fmla="*/ 2466167 w 2923800"/>
              <a:gd name="csY2" fmla="*/ 1555857 h 2609033"/>
              <a:gd name="csX3" fmla="*/ 2435634 w 2923800"/>
              <a:gd name="csY3" fmla="*/ 1611161 h 2609033"/>
              <a:gd name="csX4" fmla="*/ 2486644 w 2923800"/>
              <a:gd name="csY4" fmla="*/ 1606495 h 2609033"/>
              <a:gd name="csX5" fmla="*/ 2909597 w 2923800"/>
              <a:gd name="csY5" fmla="*/ 1990289 h 2609033"/>
              <a:gd name="csX6" fmla="*/ 2010394 w 2923800"/>
              <a:gd name="csY6" fmla="*/ 2609033 h 2609033"/>
              <a:gd name="csX7" fmla="*/ 2072284 w 2923800"/>
              <a:gd name="csY7" fmla="*/ 2067637 h 2609033"/>
              <a:gd name="csX8" fmla="*/ 2065503 w 2923800"/>
              <a:gd name="csY8" fmla="*/ 2006599 h 2609033"/>
              <a:gd name="csX9" fmla="*/ 2001142 w 2923800"/>
              <a:gd name="csY9" fmla="*/ 2048594 h 2609033"/>
              <a:gd name="csX10" fmla="*/ 1283516 w 2923800"/>
              <a:gd name="csY10" fmla="*/ 2239860 h 2609033"/>
              <a:gd name="csX11" fmla="*/ 0 w 2923800"/>
              <a:gd name="csY11" fmla="*/ 1119930 h 2609033"/>
              <a:gd name="csX12" fmla="*/ 1283516 w 2923800"/>
              <a:gd name="csY12" fmla="*/ 0 h 2609033"/>
              <a:gd name="csX0" fmla="*/ 1283516 w 3096727"/>
              <a:gd name="csY0" fmla="*/ 0 h 2741227"/>
              <a:gd name="csX1" fmla="*/ 2567032 w 3096727"/>
              <a:gd name="csY1" fmla="*/ 1119930 h 2741227"/>
              <a:gd name="csX2" fmla="*/ 2466167 w 3096727"/>
              <a:gd name="csY2" fmla="*/ 1555857 h 2741227"/>
              <a:gd name="csX3" fmla="*/ 2435634 w 3096727"/>
              <a:gd name="csY3" fmla="*/ 1611161 h 2741227"/>
              <a:gd name="csX4" fmla="*/ 2486644 w 3096727"/>
              <a:gd name="csY4" fmla="*/ 1606495 h 2741227"/>
              <a:gd name="csX5" fmla="*/ 3087397 w 3096727"/>
              <a:gd name="csY5" fmla="*/ 2657039 h 2741227"/>
              <a:gd name="csX6" fmla="*/ 2010394 w 3096727"/>
              <a:gd name="csY6" fmla="*/ 2609033 h 2741227"/>
              <a:gd name="csX7" fmla="*/ 2072284 w 3096727"/>
              <a:gd name="csY7" fmla="*/ 2067637 h 2741227"/>
              <a:gd name="csX8" fmla="*/ 2065503 w 3096727"/>
              <a:gd name="csY8" fmla="*/ 2006599 h 2741227"/>
              <a:gd name="csX9" fmla="*/ 2001142 w 3096727"/>
              <a:gd name="csY9" fmla="*/ 2048594 h 2741227"/>
              <a:gd name="csX10" fmla="*/ 1283516 w 3096727"/>
              <a:gd name="csY10" fmla="*/ 2239860 h 2741227"/>
              <a:gd name="csX11" fmla="*/ 0 w 3096727"/>
              <a:gd name="csY11" fmla="*/ 1119930 h 2741227"/>
              <a:gd name="csX12" fmla="*/ 1283516 w 3096727"/>
              <a:gd name="csY12" fmla="*/ 0 h 2741227"/>
              <a:gd name="csX0" fmla="*/ 1283516 w 3123803"/>
              <a:gd name="csY0" fmla="*/ 0 h 2689460"/>
              <a:gd name="csX1" fmla="*/ 2567032 w 3123803"/>
              <a:gd name="csY1" fmla="*/ 1119930 h 2689460"/>
              <a:gd name="csX2" fmla="*/ 2466167 w 3123803"/>
              <a:gd name="csY2" fmla="*/ 1555857 h 2689460"/>
              <a:gd name="csX3" fmla="*/ 2435634 w 3123803"/>
              <a:gd name="csY3" fmla="*/ 1611161 h 2689460"/>
              <a:gd name="csX4" fmla="*/ 2486644 w 3123803"/>
              <a:gd name="csY4" fmla="*/ 1606495 h 2689460"/>
              <a:gd name="csX5" fmla="*/ 2835536 w 3123803"/>
              <a:gd name="csY5" fmla="*/ 2317982 h 2689460"/>
              <a:gd name="csX6" fmla="*/ 3087397 w 3123803"/>
              <a:gd name="csY6" fmla="*/ 2657039 h 2689460"/>
              <a:gd name="csX7" fmla="*/ 2010394 w 3123803"/>
              <a:gd name="csY7" fmla="*/ 2609033 h 2689460"/>
              <a:gd name="csX8" fmla="*/ 2072284 w 3123803"/>
              <a:gd name="csY8" fmla="*/ 2067637 h 2689460"/>
              <a:gd name="csX9" fmla="*/ 2065503 w 3123803"/>
              <a:gd name="csY9" fmla="*/ 2006599 h 2689460"/>
              <a:gd name="csX10" fmla="*/ 2001142 w 3123803"/>
              <a:gd name="csY10" fmla="*/ 2048594 h 2689460"/>
              <a:gd name="csX11" fmla="*/ 1283516 w 3123803"/>
              <a:gd name="csY11" fmla="*/ 2239860 h 2689460"/>
              <a:gd name="csX12" fmla="*/ 0 w 3123803"/>
              <a:gd name="csY12" fmla="*/ 1119930 h 2689460"/>
              <a:gd name="csX13" fmla="*/ 1283516 w 3123803"/>
              <a:gd name="csY13" fmla="*/ 0 h 2689460"/>
              <a:gd name="csX0" fmla="*/ 1283516 w 3121209"/>
              <a:gd name="csY0" fmla="*/ 0 h 2689460"/>
              <a:gd name="csX1" fmla="*/ 2567032 w 3121209"/>
              <a:gd name="csY1" fmla="*/ 1119930 h 2689460"/>
              <a:gd name="csX2" fmla="*/ 2466167 w 3121209"/>
              <a:gd name="csY2" fmla="*/ 1555857 h 2689460"/>
              <a:gd name="csX3" fmla="*/ 2435634 w 3121209"/>
              <a:gd name="csY3" fmla="*/ 1611161 h 2689460"/>
              <a:gd name="csX4" fmla="*/ 2486644 w 3121209"/>
              <a:gd name="csY4" fmla="*/ 1606495 h 2689460"/>
              <a:gd name="csX5" fmla="*/ 2930786 w 3121209"/>
              <a:gd name="csY5" fmla="*/ 1987782 h 2689460"/>
              <a:gd name="csX6" fmla="*/ 2835536 w 3121209"/>
              <a:gd name="csY6" fmla="*/ 2317982 h 2689460"/>
              <a:gd name="csX7" fmla="*/ 3087397 w 3121209"/>
              <a:gd name="csY7" fmla="*/ 2657039 h 2689460"/>
              <a:gd name="csX8" fmla="*/ 2010394 w 3121209"/>
              <a:gd name="csY8" fmla="*/ 2609033 h 2689460"/>
              <a:gd name="csX9" fmla="*/ 2072284 w 3121209"/>
              <a:gd name="csY9" fmla="*/ 2067637 h 2689460"/>
              <a:gd name="csX10" fmla="*/ 2065503 w 3121209"/>
              <a:gd name="csY10" fmla="*/ 2006599 h 2689460"/>
              <a:gd name="csX11" fmla="*/ 2001142 w 3121209"/>
              <a:gd name="csY11" fmla="*/ 2048594 h 2689460"/>
              <a:gd name="csX12" fmla="*/ 1283516 w 3121209"/>
              <a:gd name="csY12" fmla="*/ 2239860 h 2689460"/>
              <a:gd name="csX13" fmla="*/ 0 w 3121209"/>
              <a:gd name="csY13" fmla="*/ 1119930 h 2689460"/>
              <a:gd name="csX14" fmla="*/ 1283516 w 3121209"/>
              <a:gd name="csY14" fmla="*/ 0 h 2689460"/>
              <a:gd name="csX0" fmla="*/ 1283516 w 3121209"/>
              <a:gd name="csY0" fmla="*/ 0 h 2689460"/>
              <a:gd name="csX1" fmla="*/ 2567032 w 3121209"/>
              <a:gd name="csY1" fmla="*/ 1119930 h 2689460"/>
              <a:gd name="csX2" fmla="*/ 2466167 w 3121209"/>
              <a:gd name="csY2" fmla="*/ 1555857 h 2689460"/>
              <a:gd name="csX3" fmla="*/ 2435634 w 3121209"/>
              <a:gd name="csY3" fmla="*/ 1611161 h 2689460"/>
              <a:gd name="csX4" fmla="*/ 2486644 w 3121209"/>
              <a:gd name="csY4" fmla="*/ 1606495 h 2689460"/>
              <a:gd name="csX5" fmla="*/ 2937136 w 3121209"/>
              <a:gd name="csY5" fmla="*/ 1822682 h 2689460"/>
              <a:gd name="csX6" fmla="*/ 2930786 w 3121209"/>
              <a:gd name="csY6" fmla="*/ 1987782 h 2689460"/>
              <a:gd name="csX7" fmla="*/ 2835536 w 3121209"/>
              <a:gd name="csY7" fmla="*/ 2317982 h 2689460"/>
              <a:gd name="csX8" fmla="*/ 3087397 w 3121209"/>
              <a:gd name="csY8" fmla="*/ 2657039 h 2689460"/>
              <a:gd name="csX9" fmla="*/ 2010394 w 3121209"/>
              <a:gd name="csY9" fmla="*/ 2609033 h 2689460"/>
              <a:gd name="csX10" fmla="*/ 2072284 w 3121209"/>
              <a:gd name="csY10" fmla="*/ 2067637 h 2689460"/>
              <a:gd name="csX11" fmla="*/ 2065503 w 3121209"/>
              <a:gd name="csY11" fmla="*/ 2006599 h 2689460"/>
              <a:gd name="csX12" fmla="*/ 2001142 w 3121209"/>
              <a:gd name="csY12" fmla="*/ 2048594 h 2689460"/>
              <a:gd name="csX13" fmla="*/ 1283516 w 3121209"/>
              <a:gd name="csY13" fmla="*/ 2239860 h 2689460"/>
              <a:gd name="csX14" fmla="*/ 0 w 3121209"/>
              <a:gd name="csY14" fmla="*/ 1119930 h 2689460"/>
              <a:gd name="csX15" fmla="*/ 1283516 w 3121209"/>
              <a:gd name="csY15" fmla="*/ 0 h 2689460"/>
              <a:gd name="csX0" fmla="*/ 1283516 w 3121209"/>
              <a:gd name="csY0" fmla="*/ 0 h 2689460"/>
              <a:gd name="csX1" fmla="*/ 2567032 w 3121209"/>
              <a:gd name="csY1" fmla="*/ 1119930 h 2689460"/>
              <a:gd name="csX2" fmla="*/ 2466167 w 3121209"/>
              <a:gd name="csY2" fmla="*/ 1555857 h 2689460"/>
              <a:gd name="csX3" fmla="*/ 2435634 w 3121209"/>
              <a:gd name="csY3" fmla="*/ 1611161 h 2689460"/>
              <a:gd name="csX4" fmla="*/ 2486644 w 3121209"/>
              <a:gd name="csY4" fmla="*/ 1606495 h 2689460"/>
              <a:gd name="csX5" fmla="*/ 2778386 w 3121209"/>
              <a:gd name="csY5" fmla="*/ 1651232 h 2689460"/>
              <a:gd name="csX6" fmla="*/ 2937136 w 3121209"/>
              <a:gd name="csY6" fmla="*/ 1822682 h 2689460"/>
              <a:gd name="csX7" fmla="*/ 2930786 w 3121209"/>
              <a:gd name="csY7" fmla="*/ 1987782 h 2689460"/>
              <a:gd name="csX8" fmla="*/ 2835536 w 3121209"/>
              <a:gd name="csY8" fmla="*/ 2317982 h 2689460"/>
              <a:gd name="csX9" fmla="*/ 3087397 w 3121209"/>
              <a:gd name="csY9" fmla="*/ 2657039 h 2689460"/>
              <a:gd name="csX10" fmla="*/ 2010394 w 3121209"/>
              <a:gd name="csY10" fmla="*/ 2609033 h 2689460"/>
              <a:gd name="csX11" fmla="*/ 2072284 w 3121209"/>
              <a:gd name="csY11" fmla="*/ 2067637 h 2689460"/>
              <a:gd name="csX12" fmla="*/ 2065503 w 3121209"/>
              <a:gd name="csY12" fmla="*/ 2006599 h 2689460"/>
              <a:gd name="csX13" fmla="*/ 2001142 w 3121209"/>
              <a:gd name="csY13" fmla="*/ 2048594 h 2689460"/>
              <a:gd name="csX14" fmla="*/ 1283516 w 3121209"/>
              <a:gd name="csY14" fmla="*/ 2239860 h 2689460"/>
              <a:gd name="csX15" fmla="*/ 0 w 3121209"/>
              <a:gd name="csY15" fmla="*/ 1119930 h 2689460"/>
              <a:gd name="csX16" fmla="*/ 1283516 w 3121209"/>
              <a:gd name="csY16" fmla="*/ 0 h 2689460"/>
              <a:gd name="csX0" fmla="*/ 1283516 w 3121209"/>
              <a:gd name="csY0" fmla="*/ 0 h 2689460"/>
              <a:gd name="csX1" fmla="*/ 2567032 w 3121209"/>
              <a:gd name="csY1" fmla="*/ 1119930 h 2689460"/>
              <a:gd name="csX2" fmla="*/ 2466167 w 3121209"/>
              <a:gd name="csY2" fmla="*/ 1555857 h 2689460"/>
              <a:gd name="csX3" fmla="*/ 2435634 w 3121209"/>
              <a:gd name="csY3" fmla="*/ 1611161 h 2689460"/>
              <a:gd name="csX4" fmla="*/ 2473944 w 3121209"/>
              <a:gd name="csY4" fmla="*/ 1371545 h 2689460"/>
              <a:gd name="csX5" fmla="*/ 2778386 w 3121209"/>
              <a:gd name="csY5" fmla="*/ 1651232 h 2689460"/>
              <a:gd name="csX6" fmla="*/ 2937136 w 3121209"/>
              <a:gd name="csY6" fmla="*/ 1822682 h 2689460"/>
              <a:gd name="csX7" fmla="*/ 2930786 w 3121209"/>
              <a:gd name="csY7" fmla="*/ 1987782 h 2689460"/>
              <a:gd name="csX8" fmla="*/ 2835536 w 3121209"/>
              <a:gd name="csY8" fmla="*/ 2317982 h 2689460"/>
              <a:gd name="csX9" fmla="*/ 3087397 w 3121209"/>
              <a:gd name="csY9" fmla="*/ 2657039 h 2689460"/>
              <a:gd name="csX10" fmla="*/ 2010394 w 3121209"/>
              <a:gd name="csY10" fmla="*/ 2609033 h 2689460"/>
              <a:gd name="csX11" fmla="*/ 2072284 w 3121209"/>
              <a:gd name="csY11" fmla="*/ 2067637 h 2689460"/>
              <a:gd name="csX12" fmla="*/ 2065503 w 3121209"/>
              <a:gd name="csY12" fmla="*/ 2006599 h 2689460"/>
              <a:gd name="csX13" fmla="*/ 2001142 w 3121209"/>
              <a:gd name="csY13" fmla="*/ 2048594 h 2689460"/>
              <a:gd name="csX14" fmla="*/ 1283516 w 3121209"/>
              <a:gd name="csY14" fmla="*/ 2239860 h 2689460"/>
              <a:gd name="csX15" fmla="*/ 0 w 3121209"/>
              <a:gd name="csY15" fmla="*/ 1119930 h 2689460"/>
              <a:gd name="csX16" fmla="*/ 1283516 w 3121209"/>
              <a:gd name="csY16" fmla="*/ 0 h 2689460"/>
              <a:gd name="csX0" fmla="*/ 1283516 w 3121209"/>
              <a:gd name="csY0" fmla="*/ 0 h 2689460"/>
              <a:gd name="csX1" fmla="*/ 2567032 w 3121209"/>
              <a:gd name="csY1" fmla="*/ 1119930 h 2689460"/>
              <a:gd name="csX2" fmla="*/ 2478867 w 3121209"/>
              <a:gd name="csY2" fmla="*/ 1206607 h 2689460"/>
              <a:gd name="csX3" fmla="*/ 2435634 w 3121209"/>
              <a:gd name="csY3" fmla="*/ 1611161 h 2689460"/>
              <a:gd name="csX4" fmla="*/ 2473944 w 3121209"/>
              <a:gd name="csY4" fmla="*/ 1371545 h 2689460"/>
              <a:gd name="csX5" fmla="*/ 2778386 w 3121209"/>
              <a:gd name="csY5" fmla="*/ 1651232 h 2689460"/>
              <a:gd name="csX6" fmla="*/ 2937136 w 3121209"/>
              <a:gd name="csY6" fmla="*/ 1822682 h 2689460"/>
              <a:gd name="csX7" fmla="*/ 2930786 w 3121209"/>
              <a:gd name="csY7" fmla="*/ 1987782 h 2689460"/>
              <a:gd name="csX8" fmla="*/ 2835536 w 3121209"/>
              <a:gd name="csY8" fmla="*/ 2317982 h 2689460"/>
              <a:gd name="csX9" fmla="*/ 3087397 w 3121209"/>
              <a:gd name="csY9" fmla="*/ 2657039 h 2689460"/>
              <a:gd name="csX10" fmla="*/ 2010394 w 3121209"/>
              <a:gd name="csY10" fmla="*/ 2609033 h 2689460"/>
              <a:gd name="csX11" fmla="*/ 2072284 w 3121209"/>
              <a:gd name="csY11" fmla="*/ 2067637 h 2689460"/>
              <a:gd name="csX12" fmla="*/ 2065503 w 3121209"/>
              <a:gd name="csY12" fmla="*/ 2006599 h 2689460"/>
              <a:gd name="csX13" fmla="*/ 2001142 w 3121209"/>
              <a:gd name="csY13" fmla="*/ 2048594 h 2689460"/>
              <a:gd name="csX14" fmla="*/ 1283516 w 3121209"/>
              <a:gd name="csY14" fmla="*/ 2239860 h 2689460"/>
              <a:gd name="csX15" fmla="*/ 0 w 3121209"/>
              <a:gd name="csY15" fmla="*/ 1119930 h 2689460"/>
              <a:gd name="csX16" fmla="*/ 1283516 w 3121209"/>
              <a:gd name="csY16" fmla="*/ 0 h 2689460"/>
              <a:gd name="csX0" fmla="*/ 1283516 w 3121209"/>
              <a:gd name="csY0" fmla="*/ 0 h 2689460"/>
              <a:gd name="csX1" fmla="*/ 2567032 w 3121209"/>
              <a:gd name="csY1" fmla="*/ 1119930 h 2689460"/>
              <a:gd name="csX2" fmla="*/ 2478867 w 3121209"/>
              <a:gd name="csY2" fmla="*/ 1206607 h 2689460"/>
              <a:gd name="csX3" fmla="*/ 2378484 w 3121209"/>
              <a:gd name="csY3" fmla="*/ 1312711 h 2689460"/>
              <a:gd name="csX4" fmla="*/ 2473944 w 3121209"/>
              <a:gd name="csY4" fmla="*/ 1371545 h 2689460"/>
              <a:gd name="csX5" fmla="*/ 2778386 w 3121209"/>
              <a:gd name="csY5" fmla="*/ 1651232 h 2689460"/>
              <a:gd name="csX6" fmla="*/ 2937136 w 3121209"/>
              <a:gd name="csY6" fmla="*/ 1822682 h 2689460"/>
              <a:gd name="csX7" fmla="*/ 2930786 w 3121209"/>
              <a:gd name="csY7" fmla="*/ 1987782 h 2689460"/>
              <a:gd name="csX8" fmla="*/ 2835536 w 3121209"/>
              <a:gd name="csY8" fmla="*/ 2317982 h 2689460"/>
              <a:gd name="csX9" fmla="*/ 3087397 w 3121209"/>
              <a:gd name="csY9" fmla="*/ 2657039 h 2689460"/>
              <a:gd name="csX10" fmla="*/ 2010394 w 3121209"/>
              <a:gd name="csY10" fmla="*/ 2609033 h 2689460"/>
              <a:gd name="csX11" fmla="*/ 2072284 w 3121209"/>
              <a:gd name="csY11" fmla="*/ 2067637 h 2689460"/>
              <a:gd name="csX12" fmla="*/ 2065503 w 3121209"/>
              <a:gd name="csY12" fmla="*/ 2006599 h 2689460"/>
              <a:gd name="csX13" fmla="*/ 2001142 w 3121209"/>
              <a:gd name="csY13" fmla="*/ 2048594 h 2689460"/>
              <a:gd name="csX14" fmla="*/ 1283516 w 3121209"/>
              <a:gd name="csY14" fmla="*/ 2239860 h 2689460"/>
              <a:gd name="csX15" fmla="*/ 0 w 3121209"/>
              <a:gd name="csY15" fmla="*/ 1119930 h 2689460"/>
              <a:gd name="csX16" fmla="*/ 1283516 w 3121209"/>
              <a:gd name="csY16" fmla="*/ 0 h 2689460"/>
              <a:gd name="csX0" fmla="*/ 1283516 w 3121209"/>
              <a:gd name="csY0" fmla="*/ 1189 h 2690649"/>
              <a:gd name="csX1" fmla="*/ 2935332 w 3121209"/>
              <a:gd name="csY1" fmla="*/ 911569 h 2690649"/>
              <a:gd name="csX2" fmla="*/ 2478867 w 3121209"/>
              <a:gd name="csY2" fmla="*/ 1207796 h 2690649"/>
              <a:gd name="csX3" fmla="*/ 2378484 w 3121209"/>
              <a:gd name="csY3" fmla="*/ 1313900 h 2690649"/>
              <a:gd name="csX4" fmla="*/ 2473944 w 3121209"/>
              <a:gd name="csY4" fmla="*/ 1372734 h 2690649"/>
              <a:gd name="csX5" fmla="*/ 2778386 w 3121209"/>
              <a:gd name="csY5" fmla="*/ 1652421 h 2690649"/>
              <a:gd name="csX6" fmla="*/ 2937136 w 3121209"/>
              <a:gd name="csY6" fmla="*/ 1823871 h 2690649"/>
              <a:gd name="csX7" fmla="*/ 2930786 w 3121209"/>
              <a:gd name="csY7" fmla="*/ 1988971 h 2690649"/>
              <a:gd name="csX8" fmla="*/ 2835536 w 3121209"/>
              <a:gd name="csY8" fmla="*/ 2319171 h 2690649"/>
              <a:gd name="csX9" fmla="*/ 3087397 w 3121209"/>
              <a:gd name="csY9" fmla="*/ 2658228 h 2690649"/>
              <a:gd name="csX10" fmla="*/ 2010394 w 3121209"/>
              <a:gd name="csY10" fmla="*/ 2610222 h 2690649"/>
              <a:gd name="csX11" fmla="*/ 2072284 w 3121209"/>
              <a:gd name="csY11" fmla="*/ 2068826 h 2690649"/>
              <a:gd name="csX12" fmla="*/ 2065503 w 3121209"/>
              <a:gd name="csY12" fmla="*/ 2007788 h 2690649"/>
              <a:gd name="csX13" fmla="*/ 2001142 w 3121209"/>
              <a:gd name="csY13" fmla="*/ 2049783 h 2690649"/>
              <a:gd name="csX14" fmla="*/ 1283516 w 3121209"/>
              <a:gd name="csY14" fmla="*/ 2241049 h 2690649"/>
              <a:gd name="csX15" fmla="*/ 0 w 3121209"/>
              <a:gd name="csY15" fmla="*/ 1121119 h 2690649"/>
              <a:gd name="csX16" fmla="*/ 1283516 w 3121209"/>
              <a:gd name="csY16" fmla="*/ 1189 h 2690649"/>
              <a:gd name="csX0" fmla="*/ 1283516 w 3121209"/>
              <a:gd name="csY0" fmla="*/ 1192 h 2690652"/>
              <a:gd name="csX1" fmla="*/ 2935332 w 3121209"/>
              <a:gd name="csY1" fmla="*/ 911572 h 2690652"/>
              <a:gd name="csX2" fmla="*/ 2689486 w 3121209"/>
              <a:gd name="csY2" fmla="*/ 1220625 h 2690652"/>
              <a:gd name="csX3" fmla="*/ 2478867 w 3121209"/>
              <a:gd name="csY3" fmla="*/ 1207799 h 2690652"/>
              <a:gd name="csX4" fmla="*/ 2378484 w 3121209"/>
              <a:gd name="csY4" fmla="*/ 1313903 h 2690652"/>
              <a:gd name="csX5" fmla="*/ 2473944 w 3121209"/>
              <a:gd name="csY5" fmla="*/ 1372737 h 2690652"/>
              <a:gd name="csX6" fmla="*/ 2778386 w 3121209"/>
              <a:gd name="csY6" fmla="*/ 1652424 h 2690652"/>
              <a:gd name="csX7" fmla="*/ 2937136 w 3121209"/>
              <a:gd name="csY7" fmla="*/ 1823874 h 2690652"/>
              <a:gd name="csX8" fmla="*/ 2930786 w 3121209"/>
              <a:gd name="csY8" fmla="*/ 1988974 h 2690652"/>
              <a:gd name="csX9" fmla="*/ 2835536 w 3121209"/>
              <a:gd name="csY9" fmla="*/ 2319174 h 2690652"/>
              <a:gd name="csX10" fmla="*/ 3087397 w 3121209"/>
              <a:gd name="csY10" fmla="*/ 2658231 h 2690652"/>
              <a:gd name="csX11" fmla="*/ 2010394 w 3121209"/>
              <a:gd name="csY11" fmla="*/ 2610225 h 2690652"/>
              <a:gd name="csX12" fmla="*/ 2072284 w 3121209"/>
              <a:gd name="csY12" fmla="*/ 2068829 h 2690652"/>
              <a:gd name="csX13" fmla="*/ 2065503 w 3121209"/>
              <a:gd name="csY13" fmla="*/ 2007791 h 2690652"/>
              <a:gd name="csX14" fmla="*/ 2001142 w 3121209"/>
              <a:gd name="csY14" fmla="*/ 2049786 h 2690652"/>
              <a:gd name="csX15" fmla="*/ 1283516 w 3121209"/>
              <a:gd name="csY15" fmla="*/ 2241052 h 2690652"/>
              <a:gd name="csX16" fmla="*/ 0 w 3121209"/>
              <a:gd name="csY16" fmla="*/ 1121122 h 2690652"/>
              <a:gd name="csX17" fmla="*/ 1283516 w 3121209"/>
              <a:gd name="csY17" fmla="*/ 1192 h 2690652"/>
              <a:gd name="csX0" fmla="*/ 1283516 w 3121209"/>
              <a:gd name="csY0" fmla="*/ 42525 h 2731985"/>
              <a:gd name="csX1" fmla="*/ 2130686 w 3121209"/>
              <a:gd name="csY1" fmla="*/ 303108 h 2731985"/>
              <a:gd name="csX2" fmla="*/ 2935332 w 3121209"/>
              <a:gd name="csY2" fmla="*/ 952905 h 2731985"/>
              <a:gd name="csX3" fmla="*/ 2689486 w 3121209"/>
              <a:gd name="csY3" fmla="*/ 1261958 h 2731985"/>
              <a:gd name="csX4" fmla="*/ 2478867 w 3121209"/>
              <a:gd name="csY4" fmla="*/ 1249132 h 2731985"/>
              <a:gd name="csX5" fmla="*/ 2378484 w 3121209"/>
              <a:gd name="csY5" fmla="*/ 1355236 h 2731985"/>
              <a:gd name="csX6" fmla="*/ 2473944 w 3121209"/>
              <a:gd name="csY6" fmla="*/ 1414070 h 2731985"/>
              <a:gd name="csX7" fmla="*/ 2778386 w 3121209"/>
              <a:gd name="csY7" fmla="*/ 1693757 h 2731985"/>
              <a:gd name="csX8" fmla="*/ 2937136 w 3121209"/>
              <a:gd name="csY8" fmla="*/ 1865207 h 2731985"/>
              <a:gd name="csX9" fmla="*/ 2930786 w 3121209"/>
              <a:gd name="csY9" fmla="*/ 2030307 h 2731985"/>
              <a:gd name="csX10" fmla="*/ 2835536 w 3121209"/>
              <a:gd name="csY10" fmla="*/ 2360507 h 2731985"/>
              <a:gd name="csX11" fmla="*/ 3087397 w 3121209"/>
              <a:gd name="csY11" fmla="*/ 2699564 h 2731985"/>
              <a:gd name="csX12" fmla="*/ 2010394 w 3121209"/>
              <a:gd name="csY12" fmla="*/ 2651558 h 2731985"/>
              <a:gd name="csX13" fmla="*/ 2072284 w 3121209"/>
              <a:gd name="csY13" fmla="*/ 2110162 h 2731985"/>
              <a:gd name="csX14" fmla="*/ 2065503 w 3121209"/>
              <a:gd name="csY14" fmla="*/ 2049124 h 2731985"/>
              <a:gd name="csX15" fmla="*/ 2001142 w 3121209"/>
              <a:gd name="csY15" fmla="*/ 2091119 h 2731985"/>
              <a:gd name="csX16" fmla="*/ 1283516 w 3121209"/>
              <a:gd name="csY16" fmla="*/ 2282385 h 2731985"/>
              <a:gd name="csX17" fmla="*/ 0 w 3121209"/>
              <a:gd name="csY17" fmla="*/ 1162455 h 2731985"/>
              <a:gd name="csX18" fmla="*/ 1283516 w 3121209"/>
              <a:gd name="csY18" fmla="*/ 42525 h 2731985"/>
              <a:gd name="csX0" fmla="*/ 981431 w 3123924"/>
              <a:gd name="csY0" fmla="*/ 55261 h 2655821"/>
              <a:gd name="csX1" fmla="*/ 2133401 w 3123924"/>
              <a:gd name="csY1" fmla="*/ 226944 h 2655821"/>
              <a:gd name="csX2" fmla="*/ 2938047 w 3123924"/>
              <a:gd name="csY2" fmla="*/ 876741 h 2655821"/>
              <a:gd name="csX3" fmla="*/ 2692201 w 3123924"/>
              <a:gd name="csY3" fmla="*/ 1185794 h 2655821"/>
              <a:gd name="csX4" fmla="*/ 2481582 w 3123924"/>
              <a:gd name="csY4" fmla="*/ 1172968 h 2655821"/>
              <a:gd name="csX5" fmla="*/ 2381199 w 3123924"/>
              <a:gd name="csY5" fmla="*/ 1279072 h 2655821"/>
              <a:gd name="csX6" fmla="*/ 2476659 w 3123924"/>
              <a:gd name="csY6" fmla="*/ 1337906 h 2655821"/>
              <a:gd name="csX7" fmla="*/ 2781101 w 3123924"/>
              <a:gd name="csY7" fmla="*/ 1617593 h 2655821"/>
              <a:gd name="csX8" fmla="*/ 2939851 w 3123924"/>
              <a:gd name="csY8" fmla="*/ 1789043 h 2655821"/>
              <a:gd name="csX9" fmla="*/ 2933501 w 3123924"/>
              <a:gd name="csY9" fmla="*/ 1954143 h 2655821"/>
              <a:gd name="csX10" fmla="*/ 2838251 w 3123924"/>
              <a:gd name="csY10" fmla="*/ 2284343 h 2655821"/>
              <a:gd name="csX11" fmla="*/ 3090112 w 3123924"/>
              <a:gd name="csY11" fmla="*/ 2623400 h 2655821"/>
              <a:gd name="csX12" fmla="*/ 2013109 w 3123924"/>
              <a:gd name="csY12" fmla="*/ 2575394 h 2655821"/>
              <a:gd name="csX13" fmla="*/ 2074999 w 3123924"/>
              <a:gd name="csY13" fmla="*/ 2033998 h 2655821"/>
              <a:gd name="csX14" fmla="*/ 2068218 w 3123924"/>
              <a:gd name="csY14" fmla="*/ 1972960 h 2655821"/>
              <a:gd name="csX15" fmla="*/ 2003857 w 3123924"/>
              <a:gd name="csY15" fmla="*/ 2014955 h 2655821"/>
              <a:gd name="csX16" fmla="*/ 1286231 w 3123924"/>
              <a:gd name="csY16" fmla="*/ 2206221 h 2655821"/>
              <a:gd name="csX17" fmla="*/ 2715 w 3123924"/>
              <a:gd name="csY17" fmla="*/ 1086291 h 2655821"/>
              <a:gd name="csX18" fmla="*/ 981431 w 3123924"/>
              <a:gd name="csY18" fmla="*/ 55261 h 2655821"/>
              <a:gd name="csX0" fmla="*/ 1016128 w 3158621"/>
              <a:gd name="csY0" fmla="*/ 15893 h 2616453"/>
              <a:gd name="csX1" fmla="*/ 2168098 w 3158621"/>
              <a:gd name="csY1" fmla="*/ 187576 h 2616453"/>
              <a:gd name="csX2" fmla="*/ 2972744 w 3158621"/>
              <a:gd name="csY2" fmla="*/ 837373 h 2616453"/>
              <a:gd name="csX3" fmla="*/ 2726898 w 3158621"/>
              <a:gd name="csY3" fmla="*/ 1146426 h 2616453"/>
              <a:gd name="csX4" fmla="*/ 2516279 w 3158621"/>
              <a:gd name="csY4" fmla="*/ 1133600 h 2616453"/>
              <a:gd name="csX5" fmla="*/ 2415896 w 3158621"/>
              <a:gd name="csY5" fmla="*/ 1239704 h 2616453"/>
              <a:gd name="csX6" fmla="*/ 2511356 w 3158621"/>
              <a:gd name="csY6" fmla="*/ 1298538 h 2616453"/>
              <a:gd name="csX7" fmla="*/ 2815798 w 3158621"/>
              <a:gd name="csY7" fmla="*/ 1578225 h 2616453"/>
              <a:gd name="csX8" fmla="*/ 2974548 w 3158621"/>
              <a:gd name="csY8" fmla="*/ 1749675 h 2616453"/>
              <a:gd name="csX9" fmla="*/ 2968198 w 3158621"/>
              <a:gd name="csY9" fmla="*/ 1914775 h 2616453"/>
              <a:gd name="csX10" fmla="*/ 2872948 w 3158621"/>
              <a:gd name="csY10" fmla="*/ 2244975 h 2616453"/>
              <a:gd name="csX11" fmla="*/ 3124809 w 3158621"/>
              <a:gd name="csY11" fmla="*/ 2584032 h 2616453"/>
              <a:gd name="csX12" fmla="*/ 2047806 w 3158621"/>
              <a:gd name="csY12" fmla="*/ 2536026 h 2616453"/>
              <a:gd name="csX13" fmla="*/ 2109696 w 3158621"/>
              <a:gd name="csY13" fmla="*/ 1994630 h 2616453"/>
              <a:gd name="csX14" fmla="*/ 2102915 w 3158621"/>
              <a:gd name="csY14" fmla="*/ 1933592 h 2616453"/>
              <a:gd name="csX15" fmla="*/ 2038554 w 3158621"/>
              <a:gd name="csY15" fmla="*/ 1975587 h 2616453"/>
              <a:gd name="csX16" fmla="*/ 1320928 w 3158621"/>
              <a:gd name="csY16" fmla="*/ 2166853 h 2616453"/>
              <a:gd name="csX17" fmla="*/ 37412 w 3158621"/>
              <a:gd name="csY17" fmla="*/ 1046923 h 2616453"/>
              <a:gd name="csX18" fmla="*/ 402798 w 3158621"/>
              <a:gd name="csY18" fmla="*/ 486027 h 2616453"/>
              <a:gd name="csX19" fmla="*/ 1016128 w 3158621"/>
              <a:gd name="csY19" fmla="*/ 15893 h 2616453"/>
              <a:gd name="csX0" fmla="*/ 986856 w 3129349"/>
              <a:gd name="csY0" fmla="*/ 15893 h 2616453"/>
              <a:gd name="csX1" fmla="*/ 2138826 w 3129349"/>
              <a:gd name="csY1" fmla="*/ 187576 h 2616453"/>
              <a:gd name="csX2" fmla="*/ 2943472 w 3129349"/>
              <a:gd name="csY2" fmla="*/ 837373 h 2616453"/>
              <a:gd name="csX3" fmla="*/ 2697626 w 3129349"/>
              <a:gd name="csY3" fmla="*/ 1146426 h 2616453"/>
              <a:gd name="csX4" fmla="*/ 2487007 w 3129349"/>
              <a:gd name="csY4" fmla="*/ 1133600 h 2616453"/>
              <a:gd name="csX5" fmla="*/ 2386624 w 3129349"/>
              <a:gd name="csY5" fmla="*/ 1239704 h 2616453"/>
              <a:gd name="csX6" fmla="*/ 2482084 w 3129349"/>
              <a:gd name="csY6" fmla="*/ 1298538 h 2616453"/>
              <a:gd name="csX7" fmla="*/ 2786526 w 3129349"/>
              <a:gd name="csY7" fmla="*/ 1578225 h 2616453"/>
              <a:gd name="csX8" fmla="*/ 2945276 w 3129349"/>
              <a:gd name="csY8" fmla="*/ 1749675 h 2616453"/>
              <a:gd name="csX9" fmla="*/ 2938926 w 3129349"/>
              <a:gd name="csY9" fmla="*/ 1914775 h 2616453"/>
              <a:gd name="csX10" fmla="*/ 2843676 w 3129349"/>
              <a:gd name="csY10" fmla="*/ 2244975 h 2616453"/>
              <a:gd name="csX11" fmla="*/ 3095537 w 3129349"/>
              <a:gd name="csY11" fmla="*/ 2584032 h 2616453"/>
              <a:gd name="csX12" fmla="*/ 2018534 w 3129349"/>
              <a:gd name="csY12" fmla="*/ 2536026 h 2616453"/>
              <a:gd name="csX13" fmla="*/ 2080424 w 3129349"/>
              <a:gd name="csY13" fmla="*/ 1994630 h 2616453"/>
              <a:gd name="csX14" fmla="*/ 2073643 w 3129349"/>
              <a:gd name="csY14" fmla="*/ 1933592 h 2616453"/>
              <a:gd name="csX15" fmla="*/ 2009282 w 3129349"/>
              <a:gd name="csY15" fmla="*/ 1975587 h 2616453"/>
              <a:gd name="csX16" fmla="*/ 1291656 w 3129349"/>
              <a:gd name="csY16" fmla="*/ 2166853 h 2616453"/>
              <a:gd name="csX17" fmla="*/ 221127 w 3129349"/>
              <a:gd name="csY17" fmla="*/ 1590927 h 2616453"/>
              <a:gd name="csX18" fmla="*/ 8140 w 3129349"/>
              <a:gd name="csY18" fmla="*/ 1046923 h 2616453"/>
              <a:gd name="csX19" fmla="*/ 373526 w 3129349"/>
              <a:gd name="csY19" fmla="*/ 486027 h 2616453"/>
              <a:gd name="csX20" fmla="*/ 986856 w 3129349"/>
              <a:gd name="csY20" fmla="*/ 15893 h 2616453"/>
              <a:gd name="csX0" fmla="*/ 981539 w 3124032"/>
              <a:gd name="csY0" fmla="*/ 15893 h 2616453"/>
              <a:gd name="csX1" fmla="*/ 2133509 w 3124032"/>
              <a:gd name="csY1" fmla="*/ 187576 h 2616453"/>
              <a:gd name="csX2" fmla="*/ 2938155 w 3124032"/>
              <a:gd name="csY2" fmla="*/ 837373 h 2616453"/>
              <a:gd name="csX3" fmla="*/ 2692309 w 3124032"/>
              <a:gd name="csY3" fmla="*/ 1146426 h 2616453"/>
              <a:gd name="csX4" fmla="*/ 2481690 w 3124032"/>
              <a:gd name="csY4" fmla="*/ 1133600 h 2616453"/>
              <a:gd name="csX5" fmla="*/ 2381307 w 3124032"/>
              <a:gd name="csY5" fmla="*/ 1239704 h 2616453"/>
              <a:gd name="csX6" fmla="*/ 2476767 w 3124032"/>
              <a:gd name="csY6" fmla="*/ 1298538 h 2616453"/>
              <a:gd name="csX7" fmla="*/ 2781209 w 3124032"/>
              <a:gd name="csY7" fmla="*/ 1578225 h 2616453"/>
              <a:gd name="csX8" fmla="*/ 2939959 w 3124032"/>
              <a:gd name="csY8" fmla="*/ 1749675 h 2616453"/>
              <a:gd name="csX9" fmla="*/ 2933609 w 3124032"/>
              <a:gd name="csY9" fmla="*/ 1914775 h 2616453"/>
              <a:gd name="csX10" fmla="*/ 2838359 w 3124032"/>
              <a:gd name="csY10" fmla="*/ 2244975 h 2616453"/>
              <a:gd name="csX11" fmla="*/ 3090220 w 3124032"/>
              <a:gd name="csY11" fmla="*/ 2584032 h 2616453"/>
              <a:gd name="csX12" fmla="*/ 2013217 w 3124032"/>
              <a:gd name="csY12" fmla="*/ 2536026 h 2616453"/>
              <a:gd name="csX13" fmla="*/ 2075107 w 3124032"/>
              <a:gd name="csY13" fmla="*/ 1994630 h 2616453"/>
              <a:gd name="csX14" fmla="*/ 2068326 w 3124032"/>
              <a:gd name="csY14" fmla="*/ 1933592 h 2616453"/>
              <a:gd name="csX15" fmla="*/ 2003965 w 3124032"/>
              <a:gd name="csY15" fmla="*/ 1975587 h 2616453"/>
              <a:gd name="csX16" fmla="*/ 1286339 w 3124032"/>
              <a:gd name="csY16" fmla="*/ 2166853 h 2616453"/>
              <a:gd name="csX17" fmla="*/ 488860 w 3124032"/>
              <a:gd name="csY17" fmla="*/ 1952877 h 2616453"/>
              <a:gd name="csX18" fmla="*/ 215810 w 3124032"/>
              <a:gd name="csY18" fmla="*/ 1590927 h 2616453"/>
              <a:gd name="csX19" fmla="*/ 2823 w 3124032"/>
              <a:gd name="csY19" fmla="*/ 1046923 h 2616453"/>
              <a:gd name="csX20" fmla="*/ 368209 w 3124032"/>
              <a:gd name="csY20" fmla="*/ 486027 h 2616453"/>
              <a:gd name="csX21" fmla="*/ 981539 w 3124032"/>
              <a:gd name="csY21" fmla="*/ 15893 h 2616453"/>
              <a:gd name="csX0" fmla="*/ 981539 w 3124032"/>
              <a:gd name="csY0" fmla="*/ 15893 h 2616453"/>
              <a:gd name="csX1" fmla="*/ 2133509 w 3124032"/>
              <a:gd name="csY1" fmla="*/ 187576 h 2616453"/>
              <a:gd name="csX2" fmla="*/ 2938155 w 3124032"/>
              <a:gd name="csY2" fmla="*/ 837373 h 2616453"/>
              <a:gd name="csX3" fmla="*/ 2692309 w 3124032"/>
              <a:gd name="csY3" fmla="*/ 1146426 h 2616453"/>
              <a:gd name="csX4" fmla="*/ 2481690 w 3124032"/>
              <a:gd name="csY4" fmla="*/ 1133600 h 2616453"/>
              <a:gd name="csX5" fmla="*/ 2381307 w 3124032"/>
              <a:gd name="csY5" fmla="*/ 1239704 h 2616453"/>
              <a:gd name="csX6" fmla="*/ 2476767 w 3124032"/>
              <a:gd name="csY6" fmla="*/ 1298538 h 2616453"/>
              <a:gd name="csX7" fmla="*/ 2781209 w 3124032"/>
              <a:gd name="csY7" fmla="*/ 1578225 h 2616453"/>
              <a:gd name="csX8" fmla="*/ 2939959 w 3124032"/>
              <a:gd name="csY8" fmla="*/ 1749675 h 2616453"/>
              <a:gd name="csX9" fmla="*/ 2933609 w 3124032"/>
              <a:gd name="csY9" fmla="*/ 1914775 h 2616453"/>
              <a:gd name="csX10" fmla="*/ 2838359 w 3124032"/>
              <a:gd name="csY10" fmla="*/ 2244975 h 2616453"/>
              <a:gd name="csX11" fmla="*/ 3090220 w 3124032"/>
              <a:gd name="csY11" fmla="*/ 2584032 h 2616453"/>
              <a:gd name="csX12" fmla="*/ 2013217 w 3124032"/>
              <a:gd name="csY12" fmla="*/ 2536026 h 2616453"/>
              <a:gd name="csX13" fmla="*/ 2075107 w 3124032"/>
              <a:gd name="csY13" fmla="*/ 1994630 h 2616453"/>
              <a:gd name="csX14" fmla="*/ 2068326 w 3124032"/>
              <a:gd name="csY14" fmla="*/ 1933592 h 2616453"/>
              <a:gd name="csX15" fmla="*/ 2003965 w 3124032"/>
              <a:gd name="csY15" fmla="*/ 1975587 h 2616453"/>
              <a:gd name="csX16" fmla="*/ 1286339 w 3124032"/>
              <a:gd name="csY16" fmla="*/ 2166853 h 2616453"/>
              <a:gd name="csX17" fmla="*/ 819059 w 3124032"/>
              <a:gd name="csY17" fmla="*/ 2200527 h 2616453"/>
              <a:gd name="csX18" fmla="*/ 488860 w 3124032"/>
              <a:gd name="csY18" fmla="*/ 1952877 h 2616453"/>
              <a:gd name="csX19" fmla="*/ 215810 w 3124032"/>
              <a:gd name="csY19" fmla="*/ 1590927 h 2616453"/>
              <a:gd name="csX20" fmla="*/ 2823 w 3124032"/>
              <a:gd name="csY20" fmla="*/ 1046923 h 2616453"/>
              <a:gd name="csX21" fmla="*/ 368209 w 3124032"/>
              <a:gd name="csY21" fmla="*/ 486027 h 2616453"/>
              <a:gd name="csX22" fmla="*/ 981539 w 3124032"/>
              <a:gd name="csY22" fmla="*/ 15893 h 2616453"/>
              <a:gd name="csX0" fmla="*/ 981539 w 3124032"/>
              <a:gd name="csY0" fmla="*/ 15893 h 2616453"/>
              <a:gd name="csX1" fmla="*/ 2133509 w 3124032"/>
              <a:gd name="csY1" fmla="*/ 187576 h 2616453"/>
              <a:gd name="csX2" fmla="*/ 2938155 w 3124032"/>
              <a:gd name="csY2" fmla="*/ 837373 h 2616453"/>
              <a:gd name="csX3" fmla="*/ 2692309 w 3124032"/>
              <a:gd name="csY3" fmla="*/ 1146426 h 2616453"/>
              <a:gd name="csX4" fmla="*/ 2481690 w 3124032"/>
              <a:gd name="csY4" fmla="*/ 1133600 h 2616453"/>
              <a:gd name="csX5" fmla="*/ 2381307 w 3124032"/>
              <a:gd name="csY5" fmla="*/ 1239704 h 2616453"/>
              <a:gd name="csX6" fmla="*/ 2476767 w 3124032"/>
              <a:gd name="csY6" fmla="*/ 1298538 h 2616453"/>
              <a:gd name="csX7" fmla="*/ 2781209 w 3124032"/>
              <a:gd name="csY7" fmla="*/ 1578225 h 2616453"/>
              <a:gd name="csX8" fmla="*/ 2939959 w 3124032"/>
              <a:gd name="csY8" fmla="*/ 1749675 h 2616453"/>
              <a:gd name="csX9" fmla="*/ 2933609 w 3124032"/>
              <a:gd name="csY9" fmla="*/ 1914775 h 2616453"/>
              <a:gd name="csX10" fmla="*/ 2838359 w 3124032"/>
              <a:gd name="csY10" fmla="*/ 2244975 h 2616453"/>
              <a:gd name="csX11" fmla="*/ 3090220 w 3124032"/>
              <a:gd name="csY11" fmla="*/ 2584032 h 2616453"/>
              <a:gd name="csX12" fmla="*/ 2013217 w 3124032"/>
              <a:gd name="csY12" fmla="*/ 2536026 h 2616453"/>
              <a:gd name="csX13" fmla="*/ 2075107 w 3124032"/>
              <a:gd name="csY13" fmla="*/ 1994630 h 2616453"/>
              <a:gd name="csX14" fmla="*/ 2068326 w 3124032"/>
              <a:gd name="csY14" fmla="*/ 1933592 h 2616453"/>
              <a:gd name="csX15" fmla="*/ 2003965 w 3124032"/>
              <a:gd name="csY15" fmla="*/ 1975587 h 2616453"/>
              <a:gd name="csX16" fmla="*/ 1368889 w 3124032"/>
              <a:gd name="csY16" fmla="*/ 2084303 h 2616453"/>
              <a:gd name="csX17" fmla="*/ 819059 w 3124032"/>
              <a:gd name="csY17" fmla="*/ 2200527 h 2616453"/>
              <a:gd name="csX18" fmla="*/ 488860 w 3124032"/>
              <a:gd name="csY18" fmla="*/ 1952877 h 2616453"/>
              <a:gd name="csX19" fmla="*/ 215810 w 3124032"/>
              <a:gd name="csY19" fmla="*/ 1590927 h 2616453"/>
              <a:gd name="csX20" fmla="*/ 2823 w 3124032"/>
              <a:gd name="csY20" fmla="*/ 1046923 h 2616453"/>
              <a:gd name="csX21" fmla="*/ 368209 w 3124032"/>
              <a:gd name="csY21" fmla="*/ 486027 h 2616453"/>
              <a:gd name="csX22" fmla="*/ 981539 w 3124032"/>
              <a:gd name="csY22" fmla="*/ 15893 h 2616453"/>
              <a:gd name="csX0" fmla="*/ 981539 w 3124032"/>
              <a:gd name="csY0" fmla="*/ 15893 h 2616453"/>
              <a:gd name="csX1" fmla="*/ 2133509 w 3124032"/>
              <a:gd name="csY1" fmla="*/ 187576 h 2616453"/>
              <a:gd name="csX2" fmla="*/ 2938155 w 3124032"/>
              <a:gd name="csY2" fmla="*/ 837373 h 2616453"/>
              <a:gd name="csX3" fmla="*/ 2692309 w 3124032"/>
              <a:gd name="csY3" fmla="*/ 1146426 h 2616453"/>
              <a:gd name="csX4" fmla="*/ 2481690 w 3124032"/>
              <a:gd name="csY4" fmla="*/ 1133600 h 2616453"/>
              <a:gd name="csX5" fmla="*/ 2381307 w 3124032"/>
              <a:gd name="csY5" fmla="*/ 1239704 h 2616453"/>
              <a:gd name="csX6" fmla="*/ 2476767 w 3124032"/>
              <a:gd name="csY6" fmla="*/ 1298538 h 2616453"/>
              <a:gd name="csX7" fmla="*/ 2781209 w 3124032"/>
              <a:gd name="csY7" fmla="*/ 1578225 h 2616453"/>
              <a:gd name="csX8" fmla="*/ 2939959 w 3124032"/>
              <a:gd name="csY8" fmla="*/ 1749675 h 2616453"/>
              <a:gd name="csX9" fmla="*/ 2933609 w 3124032"/>
              <a:gd name="csY9" fmla="*/ 1914775 h 2616453"/>
              <a:gd name="csX10" fmla="*/ 2838359 w 3124032"/>
              <a:gd name="csY10" fmla="*/ 2244975 h 2616453"/>
              <a:gd name="csX11" fmla="*/ 3090220 w 3124032"/>
              <a:gd name="csY11" fmla="*/ 2584032 h 2616453"/>
              <a:gd name="csX12" fmla="*/ 2013217 w 3124032"/>
              <a:gd name="csY12" fmla="*/ 2536026 h 2616453"/>
              <a:gd name="csX13" fmla="*/ 2075107 w 3124032"/>
              <a:gd name="csY13" fmla="*/ 1994630 h 2616453"/>
              <a:gd name="csX14" fmla="*/ 2068326 w 3124032"/>
              <a:gd name="csY14" fmla="*/ 1933592 h 2616453"/>
              <a:gd name="csX15" fmla="*/ 2003965 w 3124032"/>
              <a:gd name="csY15" fmla="*/ 1975587 h 2616453"/>
              <a:gd name="csX16" fmla="*/ 1771559 w 3124032"/>
              <a:gd name="csY16" fmla="*/ 1851277 h 2616453"/>
              <a:gd name="csX17" fmla="*/ 1368889 w 3124032"/>
              <a:gd name="csY17" fmla="*/ 2084303 h 2616453"/>
              <a:gd name="csX18" fmla="*/ 819059 w 3124032"/>
              <a:gd name="csY18" fmla="*/ 2200527 h 2616453"/>
              <a:gd name="csX19" fmla="*/ 488860 w 3124032"/>
              <a:gd name="csY19" fmla="*/ 1952877 h 2616453"/>
              <a:gd name="csX20" fmla="*/ 215810 w 3124032"/>
              <a:gd name="csY20" fmla="*/ 1590927 h 2616453"/>
              <a:gd name="csX21" fmla="*/ 2823 w 3124032"/>
              <a:gd name="csY21" fmla="*/ 1046923 h 2616453"/>
              <a:gd name="csX22" fmla="*/ 368209 w 3124032"/>
              <a:gd name="csY22" fmla="*/ 486027 h 2616453"/>
              <a:gd name="csX23" fmla="*/ 981539 w 3124032"/>
              <a:gd name="csY23" fmla="*/ 15893 h 2616453"/>
              <a:gd name="csX0" fmla="*/ 981539 w 3124032"/>
              <a:gd name="csY0" fmla="*/ 15893 h 2616453"/>
              <a:gd name="csX1" fmla="*/ 2133509 w 3124032"/>
              <a:gd name="csY1" fmla="*/ 187576 h 2616453"/>
              <a:gd name="csX2" fmla="*/ 2938155 w 3124032"/>
              <a:gd name="csY2" fmla="*/ 837373 h 2616453"/>
              <a:gd name="csX3" fmla="*/ 2692309 w 3124032"/>
              <a:gd name="csY3" fmla="*/ 1146426 h 2616453"/>
              <a:gd name="csX4" fmla="*/ 2481690 w 3124032"/>
              <a:gd name="csY4" fmla="*/ 1133600 h 2616453"/>
              <a:gd name="csX5" fmla="*/ 2381307 w 3124032"/>
              <a:gd name="csY5" fmla="*/ 1239704 h 2616453"/>
              <a:gd name="csX6" fmla="*/ 2476767 w 3124032"/>
              <a:gd name="csY6" fmla="*/ 1298538 h 2616453"/>
              <a:gd name="csX7" fmla="*/ 2781209 w 3124032"/>
              <a:gd name="csY7" fmla="*/ 1578225 h 2616453"/>
              <a:gd name="csX8" fmla="*/ 2939959 w 3124032"/>
              <a:gd name="csY8" fmla="*/ 1749675 h 2616453"/>
              <a:gd name="csX9" fmla="*/ 2933609 w 3124032"/>
              <a:gd name="csY9" fmla="*/ 1914775 h 2616453"/>
              <a:gd name="csX10" fmla="*/ 2838359 w 3124032"/>
              <a:gd name="csY10" fmla="*/ 2244975 h 2616453"/>
              <a:gd name="csX11" fmla="*/ 3090220 w 3124032"/>
              <a:gd name="csY11" fmla="*/ 2584032 h 2616453"/>
              <a:gd name="csX12" fmla="*/ 2013217 w 3124032"/>
              <a:gd name="csY12" fmla="*/ 2536026 h 2616453"/>
              <a:gd name="csX13" fmla="*/ 2075107 w 3124032"/>
              <a:gd name="csY13" fmla="*/ 1994630 h 2616453"/>
              <a:gd name="csX14" fmla="*/ 2068326 w 3124032"/>
              <a:gd name="csY14" fmla="*/ 1933592 h 2616453"/>
              <a:gd name="csX15" fmla="*/ 1896015 w 3124032"/>
              <a:gd name="csY15" fmla="*/ 1975587 h 2616453"/>
              <a:gd name="csX16" fmla="*/ 1771559 w 3124032"/>
              <a:gd name="csY16" fmla="*/ 1851277 h 2616453"/>
              <a:gd name="csX17" fmla="*/ 1368889 w 3124032"/>
              <a:gd name="csY17" fmla="*/ 2084303 h 2616453"/>
              <a:gd name="csX18" fmla="*/ 819059 w 3124032"/>
              <a:gd name="csY18" fmla="*/ 2200527 h 2616453"/>
              <a:gd name="csX19" fmla="*/ 488860 w 3124032"/>
              <a:gd name="csY19" fmla="*/ 1952877 h 2616453"/>
              <a:gd name="csX20" fmla="*/ 215810 w 3124032"/>
              <a:gd name="csY20" fmla="*/ 1590927 h 2616453"/>
              <a:gd name="csX21" fmla="*/ 2823 w 3124032"/>
              <a:gd name="csY21" fmla="*/ 1046923 h 2616453"/>
              <a:gd name="csX22" fmla="*/ 368209 w 3124032"/>
              <a:gd name="csY22" fmla="*/ 486027 h 2616453"/>
              <a:gd name="csX23" fmla="*/ 981539 w 3124032"/>
              <a:gd name="csY23" fmla="*/ 15893 h 2616453"/>
              <a:gd name="csX0" fmla="*/ 981539 w 3124032"/>
              <a:gd name="csY0" fmla="*/ 15893 h 2607449"/>
              <a:gd name="csX1" fmla="*/ 2133509 w 3124032"/>
              <a:gd name="csY1" fmla="*/ 187576 h 2607449"/>
              <a:gd name="csX2" fmla="*/ 2938155 w 3124032"/>
              <a:gd name="csY2" fmla="*/ 837373 h 2607449"/>
              <a:gd name="csX3" fmla="*/ 2692309 w 3124032"/>
              <a:gd name="csY3" fmla="*/ 1146426 h 2607449"/>
              <a:gd name="csX4" fmla="*/ 2481690 w 3124032"/>
              <a:gd name="csY4" fmla="*/ 1133600 h 2607449"/>
              <a:gd name="csX5" fmla="*/ 2381307 w 3124032"/>
              <a:gd name="csY5" fmla="*/ 1239704 h 2607449"/>
              <a:gd name="csX6" fmla="*/ 2476767 w 3124032"/>
              <a:gd name="csY6" fmla="*/ 1298538 h 2607449"/>
              <a:gd name="csX7" fmla="*/ 2781209 w 3124032"/>
              <a:gd name="csY7" fmla="*/ 1578225 h 2607449"/>
              <a:gd name="csX8" fmla="*/ 2939959 w 3124032"/>
              <a:gd name="csY8" fmla="*/ 1749675 h 2607449"/>
              <a:gd name="csX9" fmla="*/ 2933609 w 3124032"/>
              <a:gd name="csY9" fmla="*/ 1914775 h 2607449"/>
              <a:gd name="csX10" fmla="*/ 2838359 w 3124032"/>
              <a:gd name="csY10" fmla="*/ 2244975 h 2607449"/>
              <a:gd name="csX11" fmla="*/ 3090220 w 3124032"/>
              <a:gd name="csY11" fmla="*/ 2584032 h 2607449"/>
              <a:gd name="csX12" fmla="*/ 2013217 w 3124032"/>
              <a:gd name="csY12" fmla="*/ 2536026 h 2607449"/>
              <a:gd name="csX13" fmla="*/ 2138607 w 3124032"/>
              <a:gd name="csY13" fmla="*/ 2197830 h 2607449"/>
              <a:gd name="csX14" fmla="*/ 2068326 w 3124032"/>
              <a:gd name="csY14" fmla="*/ 1933592 h 2607449"/>
              <a:gd name="csX15" fmla="*/ 1896015 w 3124032"/>
              <a:gd name="csY15" fmla="*/ 1975587 h 2607449"/>
              <a:gd name="csX16" fmla="*/ 1771559 w 3124032"/>
              <a:gd name="csY16" fmla="*/ 1851277 h 2607449"/>
              <a:gd name="csX17" fmla="*/ 1368889 w 3124032"/>
              <a:gd name="csY17" fmla="*/ 2084303 h 2607449"/>
              <a:gd name="csX18" fmla="*/ 819059 w 3124032"/>
              <a:gd name="csY18" fmla="*/ 2200527 h 2607449"/>
              <a:gd name="csX19" fmla="*/ 488860 w 3124032"/>
              <a:gd name="csY19" fmla="*/ 1952877 h 2607449"/>
              <a:gd name="csX20" fmla="*/ 215810 w 3124032"/>
              <a:gd name="csY20" fmla="*/ 1590927 h 2607449"/>
              <a:gd name="csX21" fmla="*/ 2823 w 3124032"/>
              <a:gd name="csY21" fmla="*/ 1046923 h 2607449"/>
              <a:gd name="csX22" fmla="*/ 368209 w 3124032"/>
              <a:gd name="csY22" fmla="*/ 486027 h 2607449"/>
              <a:gd name="csX23" fmla="*/ 981539 w 3124032"/>
              <a:gd name="csY23" fmla="*/ 15893 h 2607449"/>
              <a:gd name="csX0" fmla="*/ 981539 w 3124032"/>
              <a:gd name="csY0" fmla="*/ 15893 h 2607449"/>
              <a:gd name="csX1" fmla="*/ 2133509 w 3124032"/>
              <a:gd name="csY1" fmla="*/ 187576 h 2607449"/>
              <a:gd name="csX2" fmla="*/ 2938155 w 3124032"/>
              <a:gd name="csY2" fmla="*/ 837373 h 2607449"/>
              <a:gd name="csX3" fmla="*/ 2692309 w 3124032"/>
              <a:gd name="csY3" fmla="*/ 1146426 h 2607449"/>
              <a:gd name="csX4" fmla="*/ 2481690 w 3124032"/>
              <a:gd name="csY4" fmla="*/ 1133600 h 2607449"/>
              <a:gd name="csX5" fmla="*/ 2381307 w 3124032"/>
              <a:gd name="csY5" fmla="*/ 1239704 h 2607449"/>
              <a:gd name="csX6" fmla="*/ 2476767 w 3124032"/>
              <a:gd name="csY6" fmla="*/ 1298538 h 2607449"/>
              <a:gd name="csX7" fmla="*/ 2781209 w 3124032"/>
              <a:gd name="csY7" fmla="*/ 1578225 h 2607449"/>
              <a:gd name="csX8" fmla="*/ 2939959 w 3124032"/>
              <a:gd name="csY8" fmla="*/ 1749675 h 2607449"/>
              <a:gd name="csX9" fmla="*/ 2933609 w 3124032"/>
              <a:gd name="csY9" fmla="*/ 1914775 h 2607449"/>
              <a:gd name="csX10" fmla="*/ 2838359 w 3124032"/>
              <a:gd name="csY10" fmla="*/ 2244975 h 2607449"/>
              <a:gd name="csX11" fmla="*/ 3090220 w 3124032"/>
              <a:gd name="csY11" fmla="*/ 2584032 h 2607449"/>
              <a:gd name="csX12" fmla="*/ 2013217 w 3124032"/>
              <a:gd name="csY12" fmla="*/ 2536026 h 2607449"/>
              <a:gd name="csX13" fmla="*/ 2138607 w 3124032"/>
              <a:gd name="csY13" fmla="*/ 2197830 h 2607449"/>
              <a:gd name="csX14" fmla="*/ 1896015 w 3124032"/>
              <a:gd name="csY14" fmla="*/ 1975587 h 2607449"/>
              <a:gd name="csX15" fmla="*/ 1771559 w 3124032"/>
              <a:gd name="csY15" fmla="*/ 1851277 h 2607449"/>
              <a:gd name="csX16" fmla="*/ 1368889 w 3124032"/>
              <a:gd name="csY16" fmla="*/ 2084303 h 2607449"/>
              <a:gd name="csX17" fmla="*/ 819059 w 3124032"/>
              <a:gd name="csY17" fmla="*/ 2200527 h 2607449"/>
              <a:gd name="csX18" fmla="*/ 488860 w 3124032"/>
              <a:gd name="csY18" fmla="*/ 1952877 h 2607449"/>
              <a:gd name="csX19" fmla="*/ 215810 w 3124032"/>
              <a:gd name="csY19" fmla="*/ 1590927 h 2607449"/>
              <a:gd name="csX20" fmla="*/ 2823 w 3124032"/>
              <a:gd name="csY20" fmla="*/ 1046923 h 2607449"/>
              <a:gd name="csX21" fmla="*/ 368209 w 3124032"/>
              <a:gd name="csY21" fmla="*/ 486027 h 2607449"/>
              <a:gd name="csX22" fmla="*/ 981539 w 3124032"/>
              <a:gd name="csY22" fmla="*/ 15893 h 2607449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938155 w 3124032"/>
              <a:gd name="csY2" fmla="*/ 883010 h 2653086"/>
              <a:gd name="csX3" fmla="*/ 2692309 w 3124032"/>
              <a:gd name="csY3" fmla="*/ 1192063 h 2653086"/>
              <a:gd name="csX4" fmla="*/ 2481690 w 3124032"/>
              <a:gd name="csY4" fmla="*/ 1179237 h 2653086"/>
              <a:gd name="csX5" fmla="*/ 2381307 w 3124032"/>
              <a:gd name="csY5" fmla="*/ 1285341 h 2653086"/>
              <a:gd name="csX6" fmla="*/ 2476767 w 3124032"/>
              <a:gd name="csY6" fmla="*/ 1344175 h 2653086"/>
              <a:gd name="csX7" fmla="*/ 2781209 w 3124032"/>
              <a:gd name="csY7" fmla="*/ 1623862 h 2653086"/>
              <a:gd name="csX8" fmla="*/ 2939959 w 3124032"/>
              <a:gd name="csY8" fmla="*/ 1795312 h 2653086"/>
              <a:gd name="csX9" fmla="*/ 2933609 w 3124032"/>
              <a:gd name="csY9" fmla="*/ 1960412 h 2653086"/>
              <a:gd name="csX10" fmla="*/ 2838359 w 3124032"/>
              <a:gd name="csY10" fmla="*/ 2290612 h 2653086"/>
              <a:gd name="csX11" fmla="*/ 3090220 w 3124032"/>
              <a:gd name="csY11" fmla="*/ 2629669 h 2653086"/>
              <a:gd name="csX12" fmla="*/ 2013217 w 3124032"/>
              <a:gd name="csY12" fmla="*/ 2581663 h 2653086"/>
              <a:gd name="csX13" fmla="*/ 2138607 w 3124032"/>
              <a:gd name="csY13" fmla="*/ 2243467 h 2653086"/>
              <a:gd name="csX14" fmla="*/ 1896015 w 3124032"/>
              <a:gd name="csY14" fmla="*/ 2021224 h 2653086"/>
              <a:gd name="csX15" fmla="*/ 1771559 w 3124032"/>
              <a:gd name="csY15" fmla="*/ 1896914 h 2653086"/>
              <a:gd name="csX16" fmla="*/ 1368889 w 3124032"/>
              <a:gd name="csY16" fmla="*/ 2129940 h 2653086"/>
              <a:gd name="csX17" fmla="*/ 819059 w 3124032"/>
              <a:gd name="csY17" fmla="*/ 2246164 h 2653086"/>
              <a:gd name="csX18" fmla="*/ 488860 w 3124032"/>
              <a:gd name="csY18" fmla="*/ 1998514 h 2653086"/>
              <a:gd name="csX19" fmla="*/ 215810 w 3124032"/>
              <a:gd name="csY19" fmla="*/ 1636564 h 2653086"/>
              <a:gd name="csX20" fmla="*/ 2823 w 3124032"/>
              <a:gd name="csY20" fmla="*/ 1092560 h 2653086"/>
              <a:gd name="csX21" fmla="*/ 368209 w 3124032"/>
              <a:gd name="csY21" fmla="*/ 531664 h 2653086"/>
              <a:gd name="csX22" fmla="*/ 981539 w 3124032"/>
              <a:gd name="csY22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938155 w 3124032"/>
              <a:gd name="csY2" fmla="*/ 883010 h 2653086"/>
              <a:gd name="csX3" fmla="*/ 2692309 w 3124032"/>
              <a:gd name="csY3" fmla="*/ 1192063 h 2653086"/>
              <a:gd name="csX4" fmla="*/ 2481690 w 3124032"/>
              <a:gd name="csY4" fmla="*/ 1179237 h 2653086"/>
              <a:gd name="csX5" fmla="*/ 2381307 w 3124032"/>
              <a:gd name="csY5" fmla="*/ 1285341 h 2653086"/>
              <a:gd name="csX6" fmla="*/ 2476767 w 3124032"/>
              <a:gd name="csY6" fmla="*/ 1344175 h 2653086"/>
              <a:gd name="csX7" fmla="*/ 2781209 w 3124032"/>
              <a:gd name="csY7" fmla="*/ 1623862 h 2653086"/>
              <a:gd name="csX8" fmla="*/ 2939959 w 3124032"/>
              <a:gd name="csY8" fmla="*/ 1795312 h 2653086"/>
              <a:gd name="csX9" fmla="*/ 2933609 w 3124032"/>
              <a:gd name="csY9" fmla="*/ 1960412 h 2653086"/>
              <a:gd name="csX10" fmla="*/ 2838359 w 3124032"/>
              <a:gd name="csY10" fmla="*/ 2290612 h 2653086"/>
              <a:gd name="csX11" fmla="*/ 3090220 w 3124032"/>
              <a:gd name="csY11" fmla="*/ 2629669 h 2653086"/>
              <a:gd name="csX12" fmla="*/ 2013217 w 3124032"/>
              <a:gd name="csY12" fmla="*/ 2581663 h 2653086"/>
              <a:gd name="csX13" fmla="*/ 2138607 w 3124032"/>
              <a:gd name="csY13" fmla="*/ 2243467 h 2653086"/>
              <a:gd name="csX14" fmla="*/ 1896015 w 3124032"/>
              <a:gd name="csY14" fmla="*/ 2021224 h 2653086"/>
              <a:gd name="csX15" fmla="*/ 1771559 w 3124032"/>
              <a:gd name="csY15" fmla="*/ 1896914 h 2653086"/>
              <a:gd name="csX16" fmla="*/ 1368889 w 3124032"/>
              <a:gd name="csY16" fmla="*/ 2129940 h 2653086"/>
              <a:gd name="csX17" fmla="*/ 819059 w 3124032"/>
              <a:gd name="csY17" fmla="*/ 2246164 h 2653086"/>
              <a:gd name="csX18" fmla="*/ 488860 w 3124032"/>
              <a:gd name="csY18" fmla="*/ 1998514 h 2653086"/>
              <a:gd name="csX19" fmla="*/ 215810 w 3124032"/>
              <a:gd name="csY19" fmla="*/ 1636564 h 2653086"/>
              <a:gd name="csX20" fmla="*/ 2823 w 3124032"/>
              <a:gd name="csY20" fmla="*/ 1092560 h 2653086"/>
              <a:gd name="csX21" fmla="*/ 368209 w 3124032"/>
              <a:gd name="csY21" fmla="*/ 531664 h 2653086"/>
              <a:gd name="csX22" fmla="*/ 981539 w 3124032"/>
              <a:gd name="csY22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938155 w 3124032"/>
              <a:gd name="csY2" fmla="*/ 883010 h 2653086"/>
              <a:gd name="csX3" fmla="*/ 2692309 w 3124032"/>
              <a:gd name="csY3" fmla="*/ 1192063 h 2653086"/>
              <a:gd name="csX4" fmla="*/ 2481690 w 3124032"/>
              <a:gd name="csY4" fmla="*/ 1179237 h 2653086"/>
              <a:gd name="csX5" fmla="*/ 2381307 w 3124032"/>
              <a:gd name="csY5" fmla="*/ 1285341 h 2653086"/>
              <a:gd name="csX6" fmla="*/ 2476767 w 3124032"/>
              <a:gd name="csY6" fmla="*/ 1344175 h 2653086"/>
              <a:gd name="csX7" fmla="*/ 2781209 w 3124032"/>
              <a:gd name="csY7" fmla="*/ 1623862 h 2653086"/>
              <a:gd name="csX8" fmla="*/ 2939959 w 3124032"/>
              <a:gd name="csY8" fmla="*/ 1795312 h 2653086"/>
              <a:gd name="csX9" fmla="*/ 2933609 w 3124032"/>
              <a:gd name="csY9" fmla="*/ 1960412 h 2653086"/>
              <a:gd name="csX10" fmla="*/ 2838359 w 3124032"/>
              <a:gd name="csY10" fmla="*/ 2290612 h 2653086"/>
              <a:gd name="csX11" fmla="*/ 3090220 w 3124032"/>
              <a:gd name="csY11" fmla="*/ 2629669 h 2653086"/>
              <a:gd name="csX12" fmla="*/ 2013217 w 3124032"/>
              <a:gd name="csY12" fmla="*/ 2581663 h 2653086"/>
              <a:gd name="csX13" fmla="*/ 2138607 w 3124032"/>
              <a:gd name="csY13" fmla="*/ 2243467 h 2653086"/>
              <a:gd name="csX14" fmla="*/ 1896015 w 3124032"/>
              <a:gd name="csY14" fmla="*/ 2021224 h 2653086"/>
              <a:gd name="csX15" fmla="*/ 1771559 w 3124032"/>
              <a:gd name="csY15" fmla="*/ 1896914 h 2653086"/>
              <a:gd name="csX16" fmla="*/ 1368889 w 3124032"/>
              <a:gd name="csY16" fmla="*/ 2129940 h 2653086"/>
              <a:gd name="csX17" fmla="*/ 819059 w 3124032"/>
              <a:gd name="csY17" fmla="*/ 2246164 h 2653086"/>
              <a:gd name="csX18" fmla="*/ 488860 w 3124032"/>
              <a:gd name="csY18" fmla="*/ 1998514 h 2653086"/>
              <a:gd name="csX19" fmla="*/ 215810 w 3124032"/>
              <a:gd name="csY19" fmla="*/ 1636564 h 2653086"/>
              <a:gd name="csX20" fmla="*/ 2823 w 3124032"/>
              <a:gd name="csY20" fmla="*/ 1092560 h 2653086"/>
              <a:gd name="csX21" fmla="*/ 368209 w 3124032"/>
              <a:gd name="csY21" fmla="*/ 531664 h 2653086"/>
              <a:gd name="csX22" fmla="*/ 981539 w 3124032"/>
              <a:gd name="csY22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2309 w 3124032"/>
              <a:gd name="csY4" fmla="*/ 1192063 h 2653086"/>
              <a:gd name="csX5" fmla="*/ 2481690 w 3124032"/>
              <a:gd name="csY5" fmla="*/ 1179237 h 2653086"/>
              <a:gd name="csX6" fmla="*/ 2381307 w 3124032"/>
              <a:gd name="csY6" fmla="*/ 1285341 h 2653086"/>
              <a:gd name="csX7" fmla="*/ 2476767 w 3124032"/>
              <a:gd name="csY7" fmla="*/ 134417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2309 w 3124032"/>
              <a:gd name="csY4" fmla="*/ 1192063 h 2653086"/>
              <a:gd name="csX5" fmla="*/ 2481690 w 3124032"/>
              <a:gd name="csY5" fmla="*/ 1179237 h 2653086"/>
              <a:gd name="csX6" fmla="*/ 2381307 w 3124032"/>
              <a:gd name="csY6" fmla="*/ 1285341 h 2653086"/>
              <a:gd name="csX7" fmla="*/ 2476767 w 3124032"/>
              <a:gd name="csY7" fmla="*/ 134417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2309 w 3124032"/>
              <a:gd name="csY4" fmla="*/ 1192063 h 2653086"/>
              <a:gd name="csX5" fmla="*/ 2481690 w 3124032"/>
              <a:gd name="csY5" fmla="*/ 1179237 h 2653086"/>
              <a:gd name="csX6" fmla="*/ 2381307 w 3124032"/>
              <a:gd name="csY6" fmla="*/ 1285341 h 2653086"/>
              <a:gd name="csX7" fmla="*/ 2476767 w 3124032"/>
              <a:gd name="csY7" fmla="*/ 134417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2309 w 3124032"/>
              <a:gd name="csY4" fmla="*/ 1192063 h 2653086"/>
              <a:gd name="csX5" fmla="*/ 2481690 w 3124032"/>
              <a:gd name="csY5" fmla="*/ 1179237 h 2653086"/>
              <a:gd name="csX6" fmla="*/ 2381307 w 3124032"/>
              <a:gd name="csY6" fmla="*/ 1285341 h 2653086"/>
              <a:gd name="csX7" fmla="*/ 2476767 w 3124032"/>
              <a:gd name="csY7" fmla="*/ 134417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285341 h 2653086"/>
              <a:gd name="csX7" fmla="*/ 2476767 w 3124032"/>
              <a:gd name="csY7" fmla="*/ 134417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285341 h 2653086"/>
              <a:gd name="csX7" fmla="*/ 2476767 w 3124032"/>
              <a:gd name="csY7" fmla="*/ 134417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323441 h 2653086"/>
              <a:gd name="csX7" fmla="*/ 2476767 w 3124032"/>
              <a:gd name="csY7" fmla="*/ 134417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323441 h 2653086"/>
              <a:gd name="csX7" fmla="*/ 2546617 w 3124032"/>
              <a:gd name="csY7" fmla="*/ 140132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323441 h 2653086"/>
              <a:gd name="csX7" fmla="*/ 2546617 w 3124032"/>
              <a:gd name="csY7" fmla="*/ 140132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323441 h 2653086"/>
              <a:gd name="csX7" fmla="*/ 2546617 w 3124032"/>
              <a:gd name="csY7" fmla="*/ 140132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323441 h 2653086"/>
              <a:gd name="csX7" fmla="*/ 2546617 w 3124032"/>
              <a:gd name="csY7" fmla="*/ 140132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4032"/>
              <a:gd name="csY0" fmla="*/ 61530 h 2653086"/>
              <a:gd name="csX1" fmla="*/ 2133509 w 3124032"/>
              <a:gd name="csY1" fmla="*/ 233213 h 2653086"/>
              <a:gd name="csX2" fmla="*/ 2546259 w 3124032"/>
              <a:gd name="csY2" fmla="*/ 626914 h 2653086"/>
              <a:gd name="csX3" fmla="*/ 2938155 w 3124032"/>
              <a:gd name="csY3" fmla="*/ 883010 h 2653086"/>
              <a:gd name="csX4" fmla="*/ 2698659 w 3124032"/>
              <a:gd name="csY4" fmla="*/ 1211113 h 2653086"/>
              <a:gd name="csX5" fmla="*/ 2481690 w 3124032"/>
              <a:gd name="csY5" fmla="*/ 1179237 h 2653086"/>
              <a:gd name="csX6" fmla="*/ 2381307 w 3124032"/>
              <a:gd name="csY6" fmla="*/ 1323441 h 2653086"/>
              <a:gd name="csX7" fmla="*/ 2546617 w 3124032"/>
              <a:gd name="csY7" fmla="*/ 1401325 h 2653086"/>
              <a:gd name="csX8" fmla="*/ 2781209 w 3124032"/>
              <a:gd name="csY8" fmla="*/ 1623862 h 2653086"/>
              <a:gd name="csX9" fmla="*/ 2939959 w 3124032"/>
              <a:gd name="csY9" fmla="*/ 1795312 h 2653086"/>
              <a:gd name="csX10" fmla="*/ 2933609 w 3124032"/>
              <a:gd name="csY10" fmla="*/ 1960412 h 2653086"/>
              <a:gd name="csX11" fmla="*/ 2838359 w 3124032"/>
              <a:gd name="csY11" fmla="*/ 2290612 h 2653086"/>
              <a:gd name="csX12" fmla="*/ 3090220 w 3124032"/>
              <a:gd name="csY12" fmla="*/ 2629669 h 2653086"/>
              <a:gd name="csX13" fmla="*/ 2013217 w 3124032"/>
              <a:gd name="csY13" fmla="*/ 2581663 h 2653086"/>
              <a:gd name="csX14" fmla="*/ 2138607 w 3124032"/>
              <a:gd name="csY14" fmla="*/ 2243467 h 2653086"/>
              <a:gd name="csX15" fmla="*/ 1896015 w 3124032"/>
              <a:gd name="csY15" fmla="*/ 2021224 h 2653086"/>
              <a:gd name="csX16" fmla="*/ 1771559 w 3124032"/>
              <a:gd name="csY16" fmla="*/ 1896914 h 2653086"/>
              <a:gd name="csX17" fmla="*/ 1368889 w 3124032"/>
              <a:gd name="csY17" fmla="*/ 2129940 h 2653086"/>
              <a:gd name="csX18" fmla="*/ 819059 w 3124032"/>
              <a:gd name="csY18" fmla="*/ 2246164 h 2653086"/>
              <a:gd name="csX19" fmla="*/ 488860 w 3124032"/>
              <a:gd name="csY19" fmla="*/ 1998514 h 2653086"/>
              <a:gd name="csX20" fmla="*/ 215810 w 3124032"/>
              <a:gd name="csY20" fmla="*/ 1636564 h 2653086"/>
              <a:gd name="csX21" fmla="*/ 2823 w 3124032"/>
              <a:gd name="csY21" fmla="*/ 1092560 h 2653086"/>
              <a:gd name="csX22" fmla="*/ 368209 w 3124032"/>
              <a:gd name="csY22" fmla="*/ 531664 h 2653086"/>
              <a:gd name="csX23" fmla="*/ 981539 w 3124032"/>
              <a:gd name="csY23" fmla="*/ 61530 h 2653086"/>
              <a:gd name="csX0" fmla="*/ 981539 w 3122240"/>
              <a:gd name="csY0" fmla="*/ 61530 h 2653086"/>
              <a:gd name="csX1" fmla="*/ 2133509 w 3122240"/>
              <a:gd name="csY1" fmla="*/ 233213 h 2653086"/>
              <a:gd name="csX2" fmla="*/ 2546259 w 3122240"/>
              <a:gd name="csY2" fmla="*/ 626914 h 2653086"/>
              <a:gd name="csX3" fmla="*/ 2938155 w 3122240"/>
              <a:gd name="csY3" fmla="*/ 883010 h 2653086"/>
              <a:gd name="csX4" fmla="*/ 2698659 w 3122240"/>
              <a:gd name="csY4" fmla="*/ 1211113 h 2653086"/>
              <a:gd name="csX5" fmla="*/ 2481690 w 3122240"/>
              <a:gd name="csY5" fmla="*/ 1179237 h 2653086"/>
              <a:gd name="csX6" fmla="*/ 2381307 w 3122240"/>
              <a:gd name="csY6" fmla="*/ 1323441 h 2653086"/>
              <a:gd name="csX7" fmla="*/ 2546617 w 3122240"/>
              <a:gd name="csY7" fmla="*/ 1401325 h 2653086"/>
              <a:gd name="csX8" fmla="*/ 2781209 w 3122240"/>
              <a:gd name="csY8" fmla="*/ 1623862 h 2653086"/>
              <a:gd name="csX9" fmla="*/ 2939959 w 3122240"/>
              <a:gd name="csY9" fmla="*/ 1795312 h 2653086"/>
              <a:gd name="csX10" fmla="*/ 2933609 w 3122240"/>
              <a:gd name="csY10" fmla="*/ 1960412 h 2653086"/>
              <a:gd name="csX11" fmla="*/ 2838359 w 3122240"/>
              <a:gd name="csY11" fmla="*/ 2290612 h 2653086"/>
              <a:gd name="csX12" fmla="*/ 3090220 w 3122240"/>
              <a:gd name="csY12" fmla="*/ 2629669 h 2653086"/>
              <a:gd name="csX13" fmla="*/ 2013217 w 3122240"/>
              <a:gd name="csY13" fmla="*/ 2581663 h 2653086"/>
              <a:gd name="csX14" fmla="*/ 2138607 w 3122240"/>
              <a:gd name="csY14" fmla="*/ 2243467 h 2653086"/>
              <a:gd name="csX15" fmla="*/ 1896015 w 3122240"/>
              <a:gd name="csY15" fmla="*/ 2021224 h 2653086"/>
              <a:gd name="csX16" fmla="*/ 1771559 w 3122240"/>
              <a:gd name="csY16" fmla="*/ 1896914 h 2653086"/>
              <a:gd name="csX17" fmla="*/ 1368889 w 3122240"/>
              <a:gd name="csY17" fmla="*/ 2129940 h 2653086"/>
              <a:gd name="csX18" fmla="*/ 819059 w 3122240"/>
              <a:gd name="csY18" fmla="*/ 2246164 h 2653086"/>
              <a:gd name="csX19" fmla="*/ 488860 w 3122240"/>
              <a:gd name="csY19" fmla="*/ 1998514 h 2653086"/>
              <a:gd name="csX20" fmla="*/ 215810 w 3122240"/>
              <a:gd name="csY20" fmla="*/ 1636564 h 2653086"/>
              <a:gd name="csX21" fmla="*/ 2823 w 3122240"/>
              <a:gd name="csY21" fmla="*/ 1092560 h 2653086"/>
              <a:gd name="csX22" fmla="*/ 368209 w 3122240"/>
              <a:gd name="csY22" fmla="*/ 531664 h 2653086"/>
              <a:gd name="csX23" fmla="*/ 981539 w 312224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38607 w 3090220"/>
              <a:gd name="csY14" fmla="*/ 2243467 h 2653086"/>
              <a:gd name="csX15" fmla="*/ 1896015 w 3090220"/>
              <a:gd name="csY15" fmla="*/ 2021224 h 2653086"/>
              <a:gd name="csX16" fmla="*/ 1771559 w 3090220"/>
              <a:gd name="csY16" fmla="*/ 1896914 h 2653086"/>
              <a:gd name="csX17" fmla="*/ 1368889 w 3090220"/>
              <a:gd name="csY17" fmla="*/ 21299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38607 w 3090220"/>
              <a:gd name="csY14" fmla="*/ 2243467 h 2653086"/>
              <a:gd name="csX15" fmla="*/ 1896015 w 3090220"/>
              <a:gd name="csY15" fmla="*/ 2021224 h 2653086"/>
              <a:gd name="csX16" fmla="*/ 1771559 w 3090220"/>
              <a:gd name="csY16" fmla="*/ 1896914 h 2653086"/>
              <a:gd name="csX17" fmla="*/ 1368889 w 3090220"/>
              <a:gd name="csY17" fmla="*/ 21299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71559 w 3090220"/>
              <a:gd name="csY16" fmla="*/ 1896914 h 2653086"/>
              <a:gd name="csX17" fmla="*/ 1368889 w 3090220"/>
              <a:gd name="csY17" fmla="*/ 21299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71559 w 3090220"/>
              <a:gd name="csY16" fmla="*/ 1896914 h 2653086"/>
              <a:gd name="csX17" fmla="*/ 1368889 w 3090220"/>
              <a:gd name="csY17" fmla="*/ 21299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68889 w 3090220"/>
              <a:gd name="csY17" fmla="*/ 21299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49839 w 3090220"/>
              <a:gd name="csY17" fmla="*/ 21172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49839 w 3090220"/>
              <a:gd name="csY17" fmla="*/ 21172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49839 w 3090220"/>
              <a:gd name="csY17" fmla="*/ 21172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49839 w 3090220"/>
              <a:gd name="csY17" fmla="*/ 2117240 h 2653086"/>
              <a:gd name="csX18" fmla="*/ 819059 w 3090220"/>
              <a:gd name="csY18" fmla="*/ 22461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49839 w 3090220"/>
              <a:gd name="csY17" fmla="*/ 2117240 h 2653086"/>
              <a:gd name="csX18" fmla="*/ 761909 w 3090220"/>
              <a:gd name="csY18" fmla="*/ 2271564 h 2653086"/>
              <a:gd name="csX19" fmla="*/ 488860 w 3090220"/>
              <a:gd name="csY19" fmla="*/ 1998514 h 2653086"/>
              <a:gd name="csX20" fmla="*/ 215810 w 3090220"/>
              <a:gd name="csY20" fmla="*/ 1636564 h 2653086"/>
              <a:gd name="csX21" fmla="*/ 2823 w 3090220"/>
              <a:gd name="csY21" fmla="*/ 1092560 h 2653086"/>
              <a:gd name="csX22" fmla="*/ 368209 w 3090220"/>
              <a:gd name="csY22" fmla="*/ 531664 h 2653086"/>
              <a:gd name="csX23" fmla="*/ 981539 w 3090220"/>
              <a:gd name="csY23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49839 w 3090220"/>
              <a:gd name="csY17" fmla="*/ 2117240 h 2653086"/>
              <a:gd name="csX18" fmla="*/ 1034959 w 3090220"/>
              <a:gd name="csY18" fmla="*/ 2182664 h 2653086"/>
              <a:gd name="csX19" fmla="*/ 761909 w 3090220"/>
              <a:gd name="csY19" fmla="*/ 2271564 h 2653086"/>
              <a:gd name="csX20" fmla="*/ 488860 w 3090220"/>
              <a:gd name="csY20" fmla="*/ 1998514 h 2653086"/>
              <a:gd name="csX21" fmla="*/ 215810 w 3090220"/>
              <a:gd name="csY21" fmla="*/ 1636564 h 2653086"/>
              <a:gd name="csX22" fmla="*/ 2823 w 3090220"/>
              <a:gd name="csY22" fmla="*/ 1092560 h 2653086"/>
              <a:gd name="csX23" fmla="*/ 368209 w 3090220"/>
              <a:gd name="csY23" fmla="*/ 531664 h 2653086"/>
              <a:gd name="csX24" fmla="*/ 981539 w 3090220"/>
              <a:gd name="csY24" fmla="*/ 61530 h 2653086"/>
              <a:gd name="csX0" fmla="*/ 981539 w 3090220"/>
              <a:gd name="csY0" fmla="*/ 61530 h 2653086"/>
              <a:gd name="csX1" fmla="*/ 2133509 w 3090220"/>
              <a:gd name="csY1" fmla="*/ 233213 h 2653086"/>
              <a:gd name="csX2" fmla="*/ 2546259 w 3090220"/>
              <a:gd name="csY2" fmla="*/ 626914 h 2653086"/>
              <a:gd name="csX3" fmla="*/ 2938155 w 3090220"/>
              <a:gd name="csY3" fmla="*/ 883010 h 2653086"/>
              <a:gd name="csX4" fmla="*/ 2698659 w 3090220"/>
              <a:gd name="csY4" fmla="*/ 1211113 h 2653086"/>
              <a:gd name="csX5" fmla="*/ 2481690 w 3090220"/>
              <a:gd name="csY5" fmla="*/ 1179237 h 2653086"/>
              <a:gd name="csX6" fmla="*/ 2381307 w 3090220"/>
              <a:gd name="csY6" fmla="*/ 1323441 h 2653086"/>
              <a:gd name="csX7" fmla="*/ 2546617 w 3090220"/>
              <a:gd name="csY7" fmla="*/ 1401325 h 2653086"/>
              <a:gd name="csX8" fmla="*/ 2781209 w 3090220"/>
              <a:gd name="csY8" fmla="*/ 1623862 h 2653086"/>
              <a:gd name="csX9" fmla="*/ 2939959 w 3090220"/>
              <a:gd name="csY9" fmla="*/ 1795312 h 2653086"/>
              <a:gd name="csX10" fmla="*/ 2933609 w 3090220"/>
              <a:gd name="csY10" fmla="*/ 1960412 h 2653086"/>
              <a:gd name="csX11" fmla="*/ 2838359 w 3090220"/>
              <a:gd name="csY11" fmla="*/ 2290612 h 2653086"/>
              <a:gd name="csX12" fmla="*/ 3090220 w 3090220"/>
              <a:gd name="csY12" fmla="*/ 2629669 h 2653086"/>
              <a:gd name="csX13" fmla="*/ 2013217 w 3090220"/>
              <a:gd name="csY13" fmla="*/ 2581663 h 2653086"/>
              <a:gd name="csX14" fmla="*/ 2100507 w 3090220"/>
              <a:gd name="csY14" fmla="*/ 2243467 h 2653086"/>
              <a:gd name="csX15" fmla="*/ 1896015 w 3090220"/>
              <a:gd name="csY15" fmla="*/ 2021224 h 2653086"/>
              <a:gd name="csX16" fmla="*/ 1752509 w 3090220"/>
              <a:gd name="csY16" fmla="*/ 1884214 h 2653086"/>
              <a:gd name="csX17" fmla="*/ 1349839 w 3090220"/>
              <a:gd name="csY17" fmla="*/ 2117240 h 2653086"/>
              <a:gd name="csX18" fmla="*/ 1034959 w 3090220"/>
              <a:gd name="csY18" fmla="*/ 2182664 h 2653086"/>
              <a:gd name="csX19" fmla="*/ 761909 w 3090220"/>
              <a:gd name="csY19" fmla="*/ 2271564 h 2653086"/>
              <a:gd name="csX20" fmla="*/ 495210 w 3090220"/>
              <a:gd name="csY20" fmla="*/ 2023914 h 2653086"/>
              <a:gd name="csX21" fmla="*/ 215810 w 3090220"/>
              <a:gd name="csY21" fmla="*/ 1636564 h 2653086"/>
              <a:gd name="csX22" fmla="*/ 2823 w 3090220"/>
              <a:gd name="csY22" fmla="*/ 1092560 h 2653086"/>
              <a:gd name="csX23" fmla="*/ 368209 w 3090220"/>
              <a:gd name="csY23" fmla="*/ 531664 h 2653086"/>
              <a:gd name="csX24" fmla="*/ 981539 w 3090220"/>
              <a:gd name="csY24" fmla="*/ 61530 h 2653086"/>
              <a:gd name="csX0" fmla="*/ 988663 w 3097344"/>
              <a:gd name="csY0" fmla="*/ 61530 h 2653086"/>
              <a:gd name="csX1" fmla="*/ 2140633 w 3097344"/>
              <a:gd name="csY1" fmla="*/ 233213 h 2653086"/>
              <a:gd name="csX2" fmla="*/ 2553383 w 3097344"/>
              <a:gd name="csY2" fmla="*/ 626914 h 2653086"/>
              <a:gd name="csX3" fmla="*/ 2945279 w 3097344"/>
              <a:gd name="csY3" fmla="*/ 883010 h 2653086"/>
              <a:gd name="csX4" fmla="*/ 2705783 w 3097344"/>
              <a:gd name="csY4" fmla="*/ 1211113 h 2653086"/>
              <a:gd name="csX5" fmla="*/ 2488814 w 3097344"/>
              <a:gd name="csY5" fmla="*/ 1179237 h 2653086"/>
              <a:gd name="csX6" fmla="*/ 2388431 w 3097344"/>
              <a:gd name="csY6" fmla="*/ 1323441 h 2653086"/>
              <a:gd name="csX7" fmla="*/ 2553741 w 3097344"/>
              <a:gd name="csY7" fmla="*/ 1401325 h 2653086"/>
              <a:gd name="csX8" fmla="*/ 2788333 w 3097344"/>
              <a:gd name="csY8" fmla="*/ 1623862 h 2653086"/>
              <a:gd name="csX9" fmla="*/ 2947083 w 3097344"/>
              <a:gd name="csY9" fmla="*/ 1795312 h 2653086"/>
              <a:gd name="csX10" fmla="*/ 2940733 w 3097344"/>
              <a:gd name="csY10" fmla="*/ 1960412 h 2653086"/>
              <a:gd name="csX11" fmla="*/ 2845483 w 3097344"/>
              <a:gd name="csY11" fmla="*/ 2290612 h 2653086"/>
              <a:gd name="csX12" fmla="*/ 3097344 w 3097344"/>
              <a:gd name="csY12" fmla="*/ 2629669 h 2653086"/>
              <a:gd name="csX13" fmla="*/ 2020341 w 3097344"/>
              <a:gd name="csY13" fmla="*/ 2581663 h 2653086"/>
              <a:gd name="csX14" fmla="*/ 2107631 w 3097344"/>
              <a:gd name="csY14" fmla="*/ 2243467 h 2653086"/>
              <a:gd name="csX15" fmla="*/ 1903139 w 3097344"/>
              <a:gd name="csY15" fmla="*/ 2021224 h 2653086"/>
              <a:gd name="csX16" fmla="*/ 1759633 w 3097344"/>
              <a:gd name="csY16" fmla="*/ 1884214 h 2653086"/>
              <a:gd name="csX17" fmla="*/ 1356963 w 3097344"/>
              <a:gd name="csY17" fmla="*/ 2117240 h 2653086"/>
              <a:gd name="csX18" fmla="*/ 1042083 w 3097344"/>
              <a:gd name="csY18" fmla="*/ 2182664 h 2653086"/>
              <a:gd name="csX19" fmla="*/ 769033 w 3097344"/>
              <a:gd name="csY19" fmla="*/ 2271564 h 2653086"/>
              <a:gd name="csX20" fmla="*/ 502334 w 3097344"/>
              <a:gd name="csY20" fmla="*/ 2023914 h 2653086"/>
              <a:gd name="csX21" fmla="*/ 140384 w 3097344"/>
              <a:gd name="csY21" fmla="*/ 1573064 h 2653086"/>
              <a:gd name="csX22" fmla="*/ 9947 w 3097344"/>
              <a:gd name="csY22" fmla="*/ 1092560 h 2653086"/>
              <a:gd name="csX23" fmla="*/ 375333 w 3097344"/>
              <a:gd name="csY23" fmla="*/ 531664 h 2653086"/>
              <a:gd name="csX24" fmla="*/ 988663 w 3097344"/>
              <a:gd name="csY24" fmla="*/ 61530 h 2653086"/>
              <a:gd name="csX0" fmla="*/ 992414 w 3101095"/>
              <a:gd name="csY0" fmla="*/ 61530 h 2653086"/>
              <a:gd name="csX1" fmla="*/ 2144384 w 3101095"/>
              <a:gd name="csY1" fmla="*/ 233213 h 2653086"/>
              <a:gd name="csX2" fmla="*/ 2557134 w 3101095"/>
              <a:gd name="csY2" fmla="*/ 626914 h 2653086"/>
              <a:gd name="csX3" fmla="*/ 2949030 w 3101095"/>
              <a:gd name="csY3" fmla="*/ 883010 h 2653086"/>
              <a:gd name="csX4" fmla="*/ 2709534 w 3101095"/>
              <a:gd name="csY4" fmla="*/ 1211113 h 2653086"/>
              <a:gd name="csX5" fmla="*/ 2492565 w 3101095"/>
              <a:gd name="csY5" fmla="*/ 1179237 h 2653086"/>
              <a:gd name="csX6" fmla="*/ 2392182 w 3101095"/>
              <a:gd name="csY6" fmla="*/ 1323441 h 2653086"/>
              <a:gd name="csX7" fmla="*/ 2557492 w 3101095"/>
              <a:gd name="csY7" fmla="*/ 1401325 h 2653086"/>
              <a:gd name="csX8" fmla="*/ 2792084 w 3101095"/>
              <a:gd name="csY8" fmla="*/ 1623862 h 2653086"/>
              <a:gd name="csX9" fmla="*/ 2950834 w 3101095"/>
              <a:gd name="csY9" fmla="*/ 1795312 h 2653086"/>
              <a:gd name="csX10" fmla="*/ 2944484 w 3101095"/>
              <a:gd name="csY10" fmla="*/ 1960412 h 2653086"/>
              <a:gd name="csX11" fmla="*/ 2849234 w 3101095"/>
              <a:gd name="csY11" fmla="*/ 2290612 h 2653086"/>
              <a:gd name="csX12" fmla="*/ 3101095 w 3101095"/>
              <a:gd name="csY12" fmla="*/ 2629669 h 2653086"/>
              <a:gd name="csX13" fmla="*/ 2024092 w 3101095"/>
              <a:gd name="csY13" fmla="*/ 2581663 h 2653086"/>
              <a:gd name="csX14" fmla="*/ 2111382 w 3101095"/>
              <a:gd name="csY14" fmla="*/ 2243467 h 2653086"/>
              <a:gd name="csX15" fmla="*/ 1906890 w 3101095"/>
              <a:gd name="csY15" fmla="*/ 2021224 h 2653086"/>
              <a:gd name="csX16" fmla="*/ 1763384 w 3101095"/>
              <a:gd name="csY16" fmla="*/ 1884214 h 2653086"/>
              <a:gd name="csX17" fmla="*/ 1360714 w 3101095"/>
              <a:gd name="csY17" fmla="*/ 2117240 h 2653086"/>
              <a:gd name="csX18" fmla="*/ 1045834 w 3101095"/>
              <a:gd name="csY18" fmla="*/ 2182664 h 2653086"/>
              <a:gd name="csX19" fmla="*/ 772784 w 3101095"/>
              <a:gd name="csY19" fmla="*/ 2271564 h 2653086"/>
              <a:gd name="csX20" fmla="*/ 506085 w 3101095"/>
              <a:gd name="csY20" fmla="*/ 2023914 h 2653086"/>
              <a:gd name="csX21" fmla="*/ 144135 w 3101095"/>
              <a:gd name="csY21" fmla="*/ 1573064 h 2653086"/>
              <a:gd name="csX22" fmla="*/ 13698 w 3101095"/>
              <a:gd name="csY22" fmla="*/ 1092560 h 2653086"/>
              <a:gd name="csX23" fmla="*/ 379084 w 3101095"/>
              <a:gd name="csY23" fmla="*/ 531664 h 2653086"/>
              <a:gd name="csX24" fmla="*/ 992414 w 3101095"/>
              <a:gd name="csY24" fmla="*/ 61530 h 265308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</a:cxnLst>
            <a:rect l="l" t="t" r="r" b="b"/>
            <a:pathLst>
              <a:path w="3101095" h="2653086">
                <a:moveTo>
                  <a:pt x="992414" y="61530"/>
                </a:moveTo>
                <a:cubicBezTo>
                  <a:pt x="1477131" y="-96162"/>
                  <a:pt x="1869081" y="81483"/>
                  <a:pt x="2144384" y="233213"/>
                </a:cubicBezTo>
                <a:cubicBezTo>
                  <a:pt x="2386121" y="398352"/>
                  <a:pt x="2423026" y="518615"/>
                  <a:pt x="2557134" y="626914"/>
                </a:cubicBezTo>
                <a:cubicBezTo>
                  <a:pt x="2691242" y="805064"/>
                  <a:pt x="2950088" y="726377"/>
                  <a:pt x="2949030" y="883010"/>
                </a:cubicBezTo>
                <a:cubicBezTo>
                  <a:pt x="3042163" y="1042818"/>
                  <a:pt x="2785611" y="1161742"/>
                  <a:pt x="2709534" y="1211113"/>
                </a:cubicBezTo>
                <a:cubicBezTo>
                  <a:pt x="2633457" y="1260484"/>
                  <a:pt x="2551807" y="1143582"/>
                  <a:pt x="2492565" y="1179237"/>
                </a:cubicBezTo>
                <a:cubicBezTo>
                  <a:pt x="2427354" y="1182855"/>
                  <a:pt x="2425643" y="1288073"/>
                  <a:pt x="2392182" y="1323441"/>
                </a:cubicBezTo>
                <a:lnTo>
                  <a:pt x="2557492" y="1401325"/>
                </a:lnTo>
                <a:cubicBezTo>
                  <a:pt x="2608267" y="1588979"/>
                  <a:pt x="2697952" y="1625931"/>
                  <a:pt x="2792084" y="1623862"/>
                </a:cubicBezTo>
                <a:cubicBezTo>
                  <a:pt x="2867166" y="1659893"/>
                  <a:pt x="2919084" y="1748745"/>
                  <a:pt x="2950834" y="1795312"/>
                </a:cubicBezTo>
                <a:cubicBezTo>
                  <a:pt x="2982584" y="1841879"/>
                  <a:pt x="2921201" y="1870454"/>
                  <a:pt x="2944484" y="1960412"/>
                </a:cubicBezTo>
                <a:cubicBezTo>
                  <a:pt x="2999517" y="2202770"/>
                  <a:pt x="2845357" y="2182244"/>
                  <a:pt x="2849234" y="2290612"/>
                </a:cubicBezTo>
                <a:cubicBezTo>
                  <a:pt x="2891211" y="2424380"/>
                  <a:pt x="3022719" y="2492261"/>
                  <a:pt x="3101095" y="2629669"/>
                </a:cubicBezTo>
                <a:cubicBezTo>
                  <a:pt x="2963571" y="2678177"/>
                  <a:pt x="2182694" y="2646030"/>
                  <a:pt x="2024092" y="2581663"/>
                </a:cubicBezTo>
                <a:cubicBezTo>
                  <a:pt x="2030590" y="2428396"/>
                  <a:pt x="2150821" y="2418356"/>
                  <a:pt x="2111382" y="2243467"/>
                </a:cubicBezTo>
                <a:cubicBezTo>
                  <a:pt x="2017818" y="1972536"/>
                  <a:pt x="1975054" y="2095305"/>
                  <a:pt x="1906890" y="2021224"/>
                </a:cubicBezTo>
                <a:cubicBezTo>
                  <a:pt x="1861662" y="2042430"/>
                  <a:pt x="1869230" y="1866095"/>
                  <a:pt x="1763384" y="1884214"/>
                </a:cubicBezTo>
                <a:cubicBezTo>
                  <a:pt x="1632138" y="1895983"/>
                  <a:pt x="1504647" y="2030457"/>
                  <a:pt x="1360714" y="2117240"/>
                </a:cubicBezTo>
                <a:cubicBezTo>
                  <a:pt x="1251706" y="2172273"/>
                  <a:pt x="1143822" y="2156943"/>
                  <a:pt x="1045834" y="2182664"/>
                </a:cubicBezTo>
                <a:cubicBezTo>
                  <a:pt x="947846" y="2208385"/>
                  <a:pt x="874384" y="2307547"/>
                  <a:pt x="772784" y="2271564"/>
                </a:cubicBezTo>
                <a:cubicBezTo>
                  <a:pt x="671184" y="2235581"/>
                  <a:pt x="606627" y="2104347"/>
                  <a:pt x="506085" y="2023914"/>
                </a:cubicBezTo>
                <a:cubicBezTo>
                  <a:pt x="405544" y="1943481"/>
                  <a:pt x="230433" y="1701831"/>
                  <a:pt x="144135" y="1573064"/>
                </a:cubicBezTo>
                <a:cubicBezTo>
                  <a:pt x="19737" y="1533197"/>
                  <a:pt x="-25460" y="1266127"/>
                  <a:pt x="13698" y="1092560"/>
                </a:cubicBezTo>
                <a:cubicBezTo>
                  <a:pt x="52856" y="918993"/>
                  <a:pt x="215965" y="703502"/>
                  <a:pt x="379084" y="531664"/>
                </a:cubicBezTo>
                <a:cubicBezTo>
                  <a:pt x="542203" y="359826"/>
                  <a:pt x="507697" y="219222"/>
                  <a:pt x="992414" y="61530"/>
                </a:cubicBezTo>
                <a:close/>
              </a:path>
            </a:pathLst>
          </a:custGeom>
          <a:solidFill>
            <a:srgbClr val="ED7D31">
              <a:alpha val="21961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E1516F9B-6810-F904-D0B4-FA1DB0625B68}"/>
              </a:ext>
            </a:extLst>
          </p:cNvPr>
          <p:cNvSpPr/>
          <p:nvPr/>
        </p:nvSpPr>
        <p:spPr>
          <a:xfrm rot="21150944">
            <a:off x="9592160" y="4619589"/>
            <a:ext cx="2700481" cy="2004111"/>
          </a:xfrm>
          <a:custGeom>
            <a:avLst/>
            <a:gdLst>
              <a:gd name="csX0" fmla="*/ 1283516 w 2734576"/>
              <a:gd name="csY0" fmla="*/ 0 h 2239860"/>
              <a:gd name="csX1" fmla="*/ 2567032 w 2734576"/>
              <a:gd name="csY1" fmla="*/ 1119930 h 2239860"/>
              <a:gd name="csX2" fmla="*/ 2560405 w 2734576"/>
              <a:gd name="csY2" fmla="*/ 1234436 h 2239860"/>
              <a:gd name="csX3" fmla="*/ 2545053 w 2734576"/>
              <a:gd name="csY3" fmla="*/ 1322208 h 2239860"/>
              <a:gd name="csX4" fmla="*/ 2548100 w 2734576"/>
              <a:gd name="csY4" fmla="*/ 1323709 h 2239860"/>
              <a:gd name="csX5" fmla="*/ 2734576 w 2734576"/>
              <a:gd name="csY5" fmla="*/ 1641957 h 2239860"/>
              <a:gd name="csX6" fmla="*/ 2311623 w 2734576"/>
              <a:gd name="csY6" fmla="*/ 2025751 h 2239860"/>
              <a:gd name="csX7" fmla="*/ 2146991 w 2734576"/>
              <a:gd name="csY7" fmla="*/ 1995591 h 2239860"/>
              <a:gd name="csX8" fmla="*/ 2109052 w 2734576"/>
              <a:gd name="csY8" fmla="*/ 1976905 h 2239860"/>
              <a:gd name="csX9" fmla="*/ 2099951 w 2734576"/>
              <a:gd name="csY9" fmla="*/ 1984122 h 2239860"/>
              <a:gd name="csX10" fmla="*/ 1283516 w 2734576"/>
              <a:gd name="csY10" fmla="*/ 2239860 h 2239860"/>
              <a:gd name="csX11" fmla="*/ 0 w 2734576"/>
              <a:gd name="csY11" fmla="*/ 1119930 h 2239860"/>
              <a:gd name="csX12" fmla="*/ 1283516 w 2734576"/>
              <a:gd name="csY12" fmla="*/ 0 h 2239860"/>
              <a:gd name="csX0" fmla="*/ 1322421 w 2773481"/>
              <a:gd name="csY0" fmla="*/ 0 h 2239860"/>
              <a:gd name="csX1" fmla="*/ 2605937 w 2773481"/>
              <a:gd name="csY1" fmla="*/ 1119930 h 2239860"/>
              <a:gd name="csX2" fmla="*/ 2599310 w 2773481"/>
              <a:gd name="csY2" fmla="*/ 1234436 h 2239860"/>
              <a:gd name="csX3" fmla="*/ 2583958 w 2773481"/>
              <a:gd name="csY3" fmla="*/ 1322208 h 2239860"/>
              <a:gd name="csX4" fmla="*/ 2587005 w 2773481"/>
              <a:gd name="csY4" fmla="*/ 1323709 h 2239860"/>
              <a:gd name="csX5" fmla="*/ 2773481 w 2773481"/>
              <a:gd name="csY5" fmla="*/ 1641957 h 2239860"/>
              <a:gd name="csX6" fmla="*/ 2350528 w 2773481"/>
              <a:gd name="csY6" fmla="*/ 2025751 h 2239860"/>
              <a:gd name="csX7" fmla="*/ 2185896 w 2773481"/>
              <a:gd name="csY7" fmla="*/ 1995591 h 2239860"/>
              <a:gd name="csX8" fmla="*/ 2147957 w 2773481"/>
              <a:gd name="csY8" fmla="*/ 1976905 h 2239860"/>
              <a:gd name="csX9" fmla="*/ 2138856 w 2773481"/>
              <a:gd name="csY9" fmla="*/ 1984122 h 2239860"/>
              <a:gd name="csX10" fmla="*/ 1322421 w 2773481"/>
              <a:gd name="csY10" fmla="*/ 2239860 h 2239860"/>
              <a:gd name="csX11" fmla="*/ 421086 w 2773481"/>
              <a:gd name="csY11" fmla="*/ 1556821 h 2239860"/>
              <a:gd name="csX12" fmla="*/ 38905 w 2773481"/>
              <a:gd name="csY12" fmla="*/ 1119930 h 2239860"/>
              <a:gd name="csX13" fmla="*/ 1322421 w 2773481"/>
              <a:gd name="csY13" fmla="*/ 0 h 2239860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023971 w 2773481"/>
              <a:gd name="csY10" fmla="*/ 1731860 h 2025751"/>
              <a:gd name="csX11" fmla="*/ 421086 w 2773481"/>
              <a:gd name="csY11" fmla="*/ 1556821 h 2025751"/>
              <a:gd name="csX12" fmla="*/ 38905 w 2773481"/>
              <a:gd name="csY12" fmla="*/ 1119930 h 2025751"/>
              <a:gd name="csX13" fmla="*/ 1322421 w 2773481"/>
              <a:gd name="csY13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418037 w 2773481"/>
              <a:gd name="csY10" fmla="*/ 1506022 h 2025751"/>
              <a:gd name="csX11" fmla="*/ 1023971 w 2773481"/>
              <a:gd name="csY11" fmla="*/ 1731860 h 2025751"/>
              <a:gd name="csX12" fmla="*/ 421086 w 2773481"/>
              <a:gd name="csY12" fmla="*/ 1556821 h 2025751"/>
              <a:gd name="csX13" fmla="*/ 38905 w 2773481"/>
              <a:gd name="csY13" fmla="*/ 1119930 h 2025751"/>
              <a:gd name="csX14" fmla="*/ 1322421 w 2773481"/>
              <a:gd name="csY14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678387 w 2773481"/>
              <a:gd name="csY10" fmla="*/ 1544122 h 2025751"/>
              <a:gd name="csX11" fmla="*/ 1418037 w 2773481"/>
              <a:gd name="csY11" fmla="*/ 1506022 h 2025751"/>
              <a:gd name="csX12" fmla="*/ 1023971 w 2773481"/>
              <a:gd name="csY12" fmla="*/ 1731860 h 2025751"/>
              <a:gd name="csX13" fmla="*/ 421086 w 2773481"/>
              <a:gd name="csY13" fmla="*/ 1556821 h 2025751"/>
              <a:gd name="csX14" fmla="*/ 38905 w 2773481"/>
              <a:gd name="csY14" fmla="*/ 1119930 h 2025751"/>
              <a:gd name="csX15" fmla="*/ 1322421 w 2773481"/>
              <a:gd name="csY15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824437 w 2773481"/>
              <a:gd name="csY10" fmla="*/ 1798122 h 2025751"/>
              <a:gd name="csX11" fmla="*/ 1678387 w 2773481"/>
              <a:gd name="csY11" fmla="*/ 1544122 h 2025751"/>
              <a:gd name="csX12" fmla="*/ 1418037 w 2773481"/>
              <a:gd name="csY12" fmla="*/ 1506022 h 2025751"/>
              <a:gd name="csX13" fmla="*/ 1023971 w 2773481"/>
              <a:gd name="csY13" fmla="*/ 1731860 h 2025751"/>
              <a:gd name="csX14" fmla="*/ 421086 w 2773481"/>
              <a:gd name="csY14" fmla="*/ 1556821 h 2025751"/>
              <a:gd name="csX15" fmla="*/ 38905 w 2773481"/>
              <a:gd name="csY15" fmla="*/ 1119930 h 2025751"/>
              <a:gd name="csX16" fmla="*/ 1322421 w 2773481"/>
              <a:gd name="csY16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1961056 w 2773481"/>
              <a:gd name="csY9" fmla="*/ 2003172 h 2025751"/>
              <a:gd name="csX10" fmla="*/ 1824437 w 2773481"/>
              <a:gd name="csY10" fmla="*/ 1798122 h 2025751"/>
              <a:gd name="csX11" fmla="*/ 1678387 w 2773481"/>
              <a:gd name="csY11" fmla="*/ 1544122 h 2025751"/>
              <a:gd name="csX12" fmla="*/ 1418037 w 2773481"/>
              <a:gd name="csY12" fmla="*/ 1506022 h 2025751"/>
              <a:gd name="csX13" fmla="*/ 1023971 w 2773481"/>
              <a:gd name="csY13" fmla="*/ 1731860 h 2025751"/>
              <a:gd name="csX14" fmla="*/ 421086 w 2773481"/>
              <a:gd name="csY14" fmla="*/ 1556821 h 2025751"/>
              <a:gd name="csX15" fmla="*/ 38905 w 2773481"/>
              <a:gd name="csY15" fmla="*/ 1119930 h 2025751"/>
              <a:gd name="csX16" fmla="*/ 1322421 w 2773481"/>
              <a:gd name="csY16" fmla="*/ 0 h 2025751"/>
              <a:gd name="csX0" fmla="*/ 1322421 w 2858596"/>
              <a:gd name="csY0" fmla="*/ 0 h 2003172"/>
              <a:gd name="csX1" fmla="*/ 2605937 w 2858596"/>
              <a:gd name="csY1" fmla="*/ 1119930 h 2003172"/>
              <a:gd name="csX2" fmla="*/ 2599310 w 2858596"/>
              <a:gd name="csY2" fmla="*/ 1234436 h 2003172"/>
              <a:gd name="csX3" fmla="*/ 2583958 w 2858596"/>
              <a:gd name="csY3" fmla="*/ 1322208 h 2003172"/>
              <a:gd name="csX4" fmla="*/ 2587005 w 2858596"/>
              <a:gd name="csY4" fmla="*/ 1323709 h 2003172"/>
              <a:gd name="csX5" fmla="*/ 2773481 w 2858596"/>
              <a:gd name="csY5" fmla="*/ 1641957 h 2003172"/>
              <a:gd name="csX6" fmla="*/ 2737878 w 2858596"/>
              <a:gd name="csY6" fmla="*/ 1943201 h 2003172"/>
              <a:gd name="csX7" fmla="*/ 2185896 w 2858596"/>
              <a:gd name="csY7" fmla="*/ 1995591 h 2003172"/>
              <a:gd name="csX8" fmla="*/ 2147957 w 2858596"/>
              <a:gd name="csY8" fmla="*/ 1976905 h 2003172"/>
              <a:gd name="csX9" fmla="*/ 1961056 w 2858596"/>
              <a:gd name="csY9" fmla="*/ 2003172 h 2003172"/>
              <a:gd name="csX10" fmla="*/ 1824437 w 2858596"/>
              <a:gd name="csY10" fmla="*/ 1798122 h 2003172"/>
              <a:gd name="csX11" fmla="*/ 1678387 w 2858596"/>
              <a:gd name="csY11" fmla="*/ 1544122 h 2003172"/>
              <a:gd name="csX12" fmla="*/ 1418037 w 2858596"/>
              <a:gd name="csY12" fmla="*/ 1506022 h 2003172"/>
              <a:gd name="csX13" fmla="*/ 1023971 w 2858596"/>
              <a:gd name="csY13" fmla="*/ 1731860 h 2003172"/>
              <a:gd name="csX14" fmla="*/ 421086 w 2858596"/>
              <a:gd name="csY14" fmla="*/ 1556821 h 2003172"/>
              <a:gd name="csX15" fmla="*/ 38905 w 2858596"/>
              <a:gd name="csY15" fmla="*/ 1119930 h 2003172"/>
              <a:gd name="csX16" fmla="*/ 1322421 w 2858596"/>
              <a:gd name="csY16" fmla="*/ 0 h 2003172"/>
              <a:gd name="csX0" fmla="*/ 1322421 w 2789957"/>
              <a:gd name="csY0" fmla="*/ 0 h 2003172"/>
              <a:gd name="csX1" fmla="*/ 2605937 w 2789957"/>
              <a:gd name="csY1" fmla="*/ 1119930 h 2003172"/>
              <a:gd name="csX2" fmla="*/ 2599310 w 2789957"/>
              <a:gd name="csY2" fmla="*/ 1234436 h 2003172"/>
              <a:gd name="csX3" fmla="*/ 2583958 w 2789957"/>
              <a:gd name="csY3" fmla="*/ 1322208 h 2003172"/>
              <a:gd name="csX4" fmla="*/ 2587005 w 2789957"/>
              <a:gd name="csY4" fmla="*/ 1323709 h 2003172"/>
              <a:gd name="csX5" fmla="*/ 2773481 w 2789957"/>
              <a:gd name="csY5" fmla="*/ 1641957 h 2003172"/>
              <a:gd name="csX6" fmla="*/ 2737878 w 2789957"/>
              <a:gd name="csY6" fmla="*/ 1943201 h 2003172"/>
              <a:gd name="csX7" fmla="*/ 2395446 w 2789957"/>
              <a:gd name="csY7" fmla="*/ 1976541 h 2003172"/>
              <a:gd name="csX8" fmla="*/ 2147957 w 2789957"/>
              <a:gd name="csY8" fmla="*/ 1976905 h 2003172"/>
              <a:gd name="csX9" fmla="*/ 1961056 w 2789957"/>
              <a:gd name="csY9" fmla="*/ 2003172 h 2003172"/>
              <a:gd name="csX10" fmla="*/ 1824437 w 2789957"/>
              <a:gd name="csY10" fmla="*/ 1798122 h 2003172"/>
              <a:gd name="csX11" fmla="*/ 1678387 w 2789957"/>
              <a:gd name="csY11" fmla="*/ 1544122 h 2003172"/>
              <a:gd name="csX12" fmla="*/ 1418037 w 2789957"/>
              <a:gd name="csY12" fmla="*/ 1506022 h 2003172"/>
              <a:gd name="csX13" fmla="*/ 1023971 w 2789957"/>
              <a:gd name="csY13" fmla="*/ 1731860 h 2003172"/>
              <a:gd name="csX14" fmla="*/ 421086 w 2789957"/>
              <a:gd name="csY14" fmla="*/ 1556821 h 2003172"/>
              <a:gd name="csX15" fmla="*/ 38905 w 2789957"/>
              <a:gd name="csY15" fmla="*/ 1119930 h 2003172"/>
              <a:gd name="csX16" fmla="*/ 1322421 w 2789957"/>
              <a:gd name="csY16" fmla="*/ 0 h 2003172"/>
              <a:gd name="csX0" fmla="*/ 1322421 w 2789957"/>
              <a:gd name="csY0" fmla="*/ 0 h 2003172"/>
              <a:gd name="csX1" fmla="*/ 2605937 w 2789957"/>
              <a:gd name="csY1" fmla="*/ 1119930 h 2003172"/>
              <a:gd name="csX2" fmla="*/ 2599310 w 2789957"/>
              <a:gd name="csY2" fmla="*/ 1234436 h 2003172"/>
              <a:gd name="csX3" fmla="*/ 2583958 w 2789957"/>
              <a:gd name="csY3" fmla="*/ 1322208 h 2003172"/>
              <a:gd name="csX4" fmla="*/ 2587005 w 2789957"/>
              <a:gd name="csY4" fmla="*/ 1323709 h 2003172"/>
              <a:gd name="csX5" fmla="*/ 2773481 w 2789957"/>
              <a:gd name="csY5" fmla="*/ 1641957 h 2003172"/>
              <a:gd name="csX6" fmla="*/ 2737878 w 2789957"/>
              <a:gd name="csY6" fmla="*/ 1943201 h 2003172"/>
              <a:gd name="csX7" fmla="*/ 2395446 w 2789957"/>
              <a:gd name="csY7" fmla="*/ 1976541 h 2003172"/>
              <a:gd name="csX8" fmla="*/ 2147957 w 2789957"/>
              <a:gd name="csY8" fmla="*/ 1976905 h 2003172"/>
              <a:gd name="csX9" fmla="*/ 1961056 w 2789957"/>
              <a:gd name="csY9" fmla="*/ 2003172 h 2003172"/>
              <a:gd name="csX10" fmla="*/ 1824437 w 2789957"/>
              <a:gd name="csY10" fmla="*/ 1798122 h 2003172"/>
              <a:gd name="csX11" fmla="*/ 1678387 w 2789957"/>
              <a:gd name="csY11" fmla="*/ 1544122 h 2003172"/>
              <a:gd name="csX12" fmla="*/ 1418037 w 2789957"/>
              <a:gd name="csY12" fmla="*/ 1506022 h 2003172"/>
              <a:gd name="csX13" fmla="*/ 1023971 w 2789957"/>
              <a:gd name="csY13" fmla="*/ 1731860 h 2003172"/>
              <a:gd name="csX14" fmla="*/ 421086 w 2789957"/>
              <a:gd name="csY14" fmla="*/ 1556821 h 2003172"/>
              <a:gd name="csX15" fmla="*/ 38905 w 2789957"/>
              <a:gd name="csY15" fmla="*/ 1119930 h 2003172"/>
              <a:gd name="csX16" fmla="*/ 1322421 w 2789957"/>
              <a:gd name="csY16" fmla="*/ 0 h 2003172"/>
              <a:gd name="csX0" fmla="*/ 1322421 w 2741529"/>
              <a:gd name="csY0" fmla="*/ 0 h 2003172"/>
              <a:gd name="csX1" fmla="*/ 2605937 w 2741529"/>
              <a:gd name="csY1" fmla="*/ 1119930 h 2003172"/>
              <a:gd name="csX2" fmla="*/ 2599310 w 2741529"/>
              <a:gd name="csY2" fmla="*/ 1234436 h 2003172"/>
              <a:gd name="csX3" fmla="*/ 2583958 w 2741529"/>
              <a:gd name="csY3" fmla="*/ 1322208 h 2003172"/>
              <a:gd name="csX4" fmla="*/ 2587005 w 2741529"/>
              <a:gd name="csY4" fmla="*/ 1323709 h 2003172"/>
              <a:gd name="csX5" fmla="*/ 2576631 w 2741529"/>
              <a:gd name="csY5" fmla="*/ 1603857 h 2003172"/>
              <a:gd name="csX6" fmla="*/ 2737878 w 2741529"/>
              <a:gd name="csY6" fmla="*/ 1943201 h 2003172"/>
              <a:gd name="csX7" fmla="*/ 2395446 w 2741529"/>
              <a:gd name="csY7" fmla="*/ 1976541 h 2003172"/>
              <a:gd name="csX8" fmla="*/ 2147957 w 2741529"/>
              <a:gd name="csY8" fmla="*/ 1976905 h 2003172"/>
              <a:gd name="csX9" fmla="*/ 1961056 w 2741529"/>
              <a:gd name="csY9" fmla="*/ 2003172 h 2003172"/>
              <a:gd name="csX10" fmla="*/ 1824437 w 2741529"/>
              <a:gd name="csY10" fmla="*/ 1798122 h 2003172"/>
              <a:gd name="csX11" fmla="*/ 1678387 w 2741529"/>
              <a:gd name="csY11" fmla="*/ 1544122 h 2003172"/>
              <a:gd name="csX12" fmla="*/ 1418037 w 2741529"/>
              <a:gd name="csY12" fmla="*/ 1506022 h 2003172"/>
              <a:gd name="csX13" fmla="*/ 1023971 w 2741529"/>
              <a:gd name="csY13" fmla="*/ 1731860 h 2003172"/>
              <a:gd name="csX14" fmla="*/ 421086 w 2741529"/>
              <a:gd name="csY14" fmla="*/ 1556821 h 2003172"/>
              <a:gd name="csX15" fmla="*/ 38905 w 2741529"/>
              <a:gd name="csY15" fmla="*/ 1119930 h 2003172"/>
              <a:gd name="csX16" fmla="*/ 1322421 w 2741529"/>
              <a:gd name="csY16" fmla="*/ 0 h 2003172"/>
              <a:gd name="csX0" fmla="*/ 1322421 w 2741529"/>
              <a:gd name="csY0" fmla="*/ 0 h 2003172"/>
              <a:gd name="csX1" fmla="*/ 2605937 w 2741529"/>
              <a:gd name="csY1" fmla="*/ 1119930 h 2003172"/>
              <a:gd name="csX2" fmla="*/ 2516760 w 2741529"/>
              <a:gd name="csY2" fmla="*/ 1082036 h 2003172"/>
              <a:gd name="csX3" fmla="*/ 2583958 w 2741529"/>
              <a:gd name="csY3" fmla="*/ 1322208 h 2003172"/>
              <a:gd name="csX4" fmla="*/ 2587005 w 2741529"/>
              <a:gd name="csY4" fmla="*/ 1323709 h 2003172"/>
              <a:gd name="csX5" fmla="*/ 2576631 w 2741529"/>
              <a:gd name="csY5" fmla="*/ 1603857 h 2003172"/>
              <a:gd name="csX6" fmla="*/ 2737878 w 2741529"/>
              <a:gd name="csY6" fmla="*/ 1943201 h 2003172"/>
              <a:gd name="csX7" fmla="*/ 2395446 w 2741529"/>
              <a:gd name="csY7" fmla="*/ 1976541 h 2003172"/>
              <a:gd name="csX8" fmla="*/ 2147957 w 2741529"/>
              <a:gd name="csY8" fmla="*/ 1976905 h 2003172"/>
              <a:gd name="csX9" fmla="*/ 1961056 w 2741529"/>
              <a:gd name="csY9" fmla="*/ 2003172 h 2003172"/>
              <a:gd name="csX10" fmla="*/ 1824437 w 2741529"/>
              <a:gd name="csY10" fmla="*/ 1798122 h 2003172"/>
              <a:gd name="csX11" fmla="*/ 1678387 w 2741529"/>
              <a:gd name="csY11" fmla="*/ 1544122 h 2003172"/>
              <a:gd name="csX12" fmla="*/ 1418037 w 2741529"/>
              <a:gd name="csY12" fmla="*/ 1506022 h 2003172"/>
              <a:gd name="csX13" fmla="*/ 1023971 w 2741529"/>
              <a:gd name="csY13" fmla="*/ 1731860 h 2003172"/>
              <a:gd name="csX14" fmla="*/ 421086 w 2741529"/>
              <a:gd name="csY14" fmla="*/ 1556821 h 2003172"/>
              <a:gd name="csX15" fmla="*/ 38905 w 2741529"/>
              <a:gd name="csY15" fmla="*/ 1119930 h 2003172"/>
              <a:gd name="csX16" fmla="*/ 1322421 w 2741529"/>
              <a:gd name="csY16" fmla="*/ 0 h 2003172"/>
              <a:gd name="csX0" fmla="*/ 1322421 w 2741529"/>
              <a:gd name="csY0" fmla="*/ 3682 h 2006854"/>
              <a:gd name="csX1" fmla="*/ 2644037 w 2741529"/>
              <a:gd name="csY1" fmla="*/ 774362 h 2006854"/>
              <a:gd name="csX2" fmla="*/ 2516760 w 2741529"/>
              <a:gd name="csY2" fmla="*/ 1085718 h 2006854"/>
              <a:gd name="csX3" fmla="*/ 2583958 w 2741529"/>
              <a:gd name="csY3" fmla="*/ 1325890 h 2006854"/>
              <a:gd name="csX4" fmla="*/ 2587005 w 2741529"/>
              <a:gd name="csY4" fmla="*/ 1327391 h 2006854"/>
              <a:gd name="csX5" fmla="*/ 2576631 w 2741529"/>
              <a:gd name="csY5" fmla="*/ 1607539 h 2006854"/>
              <a:gd name="csX6" fmla="*/ 2737878 w 2741529"/>
              <a:gd name="csY6" fmla="*/ 1946883 h 2006854"/>
              <a:gd name="csX7" fmla="*/ 2395446 w 2741529"/>
              <a:gd name="csY7" fmla="*/ 1980223 h 2006854"/>
              <a:gd name="csX8" fmla="*/ 2147957 w 2741529"/>
              <a:gd name="csY8" fmla="*/ 1980587 h 2006854"/>
              <a:gd name="csX9" fmla="*/ 1961056 w 2741529"/>
              <a:gd name="csY9" fmla="*/ 2006854 h 2006854"/>
              <a:gd name="csX10" fmla="*/ 1824437 w 2741529"/>
              <a:gd name="csY10" fmla="*/ 1801804 h 2006854"/>
              <a:gd name="csX11" fmla="*/ 1678387 w 2741529"/>
              <a:gd name="csY11" fmla="*/ 1547804 h 2006854"/>
              <a:gd name="csX12" fmla="*/ 1418037 w 2741529"/>
              <a:gd name="csY12" fmla="*/ 1509704 h 2006854"/>
              <a:gd name="csX13" fmla="*/ 1023971 w 2741529"/>
              <a:gd name="csY13" fmla="*/ 1735542 h 2006854"/>
              <a:gd name="csX14" fmla="*/ 421086 w 2741529"/>
              <a:gd name="csY14" fmla="*/ 1560503 h 2006854"/>
              <a:gd name="csX15" fmla="*/ 38905 w 2741529"/>
              <a:gd name="csY15" fmla="*/ 1123612 h 2006854"/>
              <a:gd name="csX16" fmla="*/ 1322421 w 2741529"/>
              <a:gd name="csY16" fmla="*/ 3682 h 2006854"/>
              <a:gd name="csX0" fmla="*/ 1285024 w 2704132"/>
              <a:gd name="csY0" fmla="*/ 10117 h 2013289"/>
              <a:gd name="csX1" fmla="*/ 2606640 w 2704132"/>
              <a:gd name="csY1" fmla="*/ 780797 h 2013289"/>
              <a:gd name="csX2" fmla="*/ 2479363 w 2704132"/>
              <a:gd name="csY2" fmla="*/ 1092153 h 2013289"/>
              <a:gd name="csX3" fmla="*/ 2546561 w 2704132"/>
              <a:gd name="csY3" fmla="*/ 1332325 h 2013289"/>
              <a:gd name="csX4" fmla="*/ 2549608 w 2704132"/>
              <a:gd name="csY4" fmla="*/ 1333826 h 2013289"/>
              <a:gd name="csX5" fmla="*/ 2539234 w 2704132"/>
              <a:gd name="csY5" fmla="*/ 1613974 h 2013289"/>
              <a:gd name="csX6" fmla="*/ 2700481 w 2704132"/>
              <a:gd name="csY6" fmla="*/ 1953318 h 2013289"/>
              <a:gd name="csX7" fmla="*/ 2358049 w 2704132"/>
              <a:gd name="csY7" fmla="*/ 1986658 h 2013289"/>
              <a:gd name="csX8" fmla="*/ 2110560 w 2704132"/>
              <a:gd name="csY8" fmla="*/ 1987022 h 2013289"/>
              <a:gd name="csX9" fmla="*/ 1923659 w 2704132"/>
              <a:gd name="csY9" fmla="*/ 2013289 h 2013289"/>
              <a:gd name="csX10" fmla="*/ 1787040 w 2704132"/>
              <a:gd name="csY10" fmla="*/ 1808239 h 2013289"/>
              <a:gd name="csX11" fmla="*/ 1640990 w 2704132"/>
              <a:gd name="csY11" fmla="*/ 1554239 h 2013289"/>
              <a:gd name="csX12" fmla="*/ 1380640 w 2704132"/>
              <a:gd name="csY12" fmla="*/ 1516139 h 2013289"/>
              <a:gd name="csX13" fmla="*/ 986574 w 2704132"/>
              <a:gd name="csY13" fmla="*/ 1741977 h 2013289"/>
              <a:gd name="csX14" fmla="*/ 383689 w 2704132"/>
              <a:gd name="csY14" fmla="*/ 1566938 h 2013289"/>
              <a:gd name="csX15" fmla="*/ 1508 w 2704132"/>
              <a:gd name="csY15" fmla="*/ 1130047 h 2013289"/>
              <a:gd name="csX16" fmla="*/ 294790 w 2704132"/>
              <a:gd name="csY16" fmla="*/ 392189 h 2013289"/>
              <a:gd name="csX17" fmla="*/ 1285024 w 2704132"/>
              <a:gd name="csY17" fmla="*/ 10117 h 2013289"/>
              <a:gd name="csX0" fmla="*/ 1285024 w 2704132"/>
              <a:gd name="csY0" fmla="*/ 5577 h 2008749"/>
              <a:gd name="csX1" fmla="*/ 1996589 w 2704132"/>
              <a:gd name="csY1" fmla="*/ 203500 h 2008749"/>
              <a:gd name="csX2" fmla="*/ 2606640 w 2704132"/>
              <a:gd name="csY2" fmla="*/ 776257 h 2008749"/>
              <a:gd name="csX3" fmla="*/ 2479363 w 2704132"/>
              <a:gd name="csY3" fmla="*/ 1087613 h 2008749"/>
              <a:gd name="csX4" fmla="*/ 2546561 w 2704132"/>
              <a:gd name="csY4" fmla="*/ 1327785 h 2008749"/>
              <a:gd name="csX5" fmla="*/ 2549608 w 2704132"/>
              <a:gd name="csY5" fmla="*/ 1329286 h 2008749"/>
              <a:gd name="csX6" fmla="*/ 2539234 w 2704132"/>
              <a:gd name="csY6" fmla="*/ 1609434 h 2008749"/>
              <a:gd name="csX7" fmla="*/ 2700481 w 2704132"/>
              <a:gd name="csY7" fmla="*/ 1948778 h 2008749"/>
              <a:gd name="csX8" fmla="*/ 2358049 w 2704132"/>
              <a:gd name="csY8" fmla="*/ 1982118 h 2008749"/>
              <a:gd name="csX9" fmla="*/ 2110560 w 2704132"/>
              <a:gd name="csY9" fmla="*/ 1982482 h 2008749"/>
              <a:gd name="csX10" fmla="*/ 1923659 w 2704132"/>
              <a:gd name="csY10" fmla="*/ 2008749 h 2008749"/>
              <a:gd name="csX11" fmla="*/ 1787040 w 2704132"/>
              <a:gd name="csY11" fmla="*/ 1803699 h 2008749"/>
              <a:gd name="csX12" fmla="*/ 1640990 w 2704132"/>
              <a:gd name="csY12" fmla="*/ 1549699 h 2008749"/>
              <a:gd name="csX13" fmla="*/ 1380640 w 2704132"/>
              <a:gd name="csY13" fmla="*/ 1511599 h 2008749"/>
              <a:gd name="csX14" fmla="*/ 986574 w 2704132"/>
              <a:gd name="csY14" fmla="*/ 1737437 h 2008749"/>
              <a:gd name="csX15" fmla="*/ 383689 w 2704132"/>
              <a:gd name="csY15" fmla="*/ 1562398 h 2008749"/>
              <a:gd name="csX16" fmla="*/ 1508 w 2704132"/>
              <a:gd name="csY16" fmla="*/ 1125507 h 2008749"/>
              <a:gd name="csX17" fmla="*/ 294790 w 2704132"/>
              <a:gd name="csY17" fmla="*/ 387649 h 2008749"/>
              <a:gd name="csX18" fmla="*/ 1285024 w 2704132"/>
              <a:gd name="csY18" fmla="*/ 5577 h 2008749"/>
              <a:gd name="csX0" fmla="*/ 1107224 w 2704132"/>
              <a:gd name="csY0" fmla="*/ 6496 h 1990618"/>
              <a:gd name="csX1" fmla="*/ 1996589 w 2704132"/>
              <a:gd name="csY1" fmla="*/ 185369 h 1990618"/>
              <a:gd name="csX2" fmla="*/ 2606640 w 2704132"/>
              <a:gd name="csY2" fmla="*/ 758126 h 1990618"/>
              <a:gd name="csX3" fmla="*/ 2479363 w 2704132"/>
              <a:gd name="csY3" fmla="*/ 1069482 h 1990618"/>
              <a:gd name="csX4" fmla="*/ 2546561 w 2704132"/>
              <a:gd name="csY4" fmla="*/ 1309654 h 1990618"/>
              <a:gd name="csX5" fmla="*/ 2549608 w 2704132"/>
              <a:gd name="csY5" fmla="*/ 1311155 h 1990618"/>
              <a:gd name="csX6" fmla="*/ 2539234 w 2704132"/>
              <a:gd name="csY6" fmla="*/ 1591303 h 1990618"/>
              <a:gd name="csX7" fmla="*/ 2700481 w 2704132"/>
              <a:gd name="csY7" fmla="*/ 1930647 h 1990618"/>
              <a:gd name="csX8" fmla="*/ 2358049 w 2704132"/>
              <a:gd name="csY8" fmla="*/ 1963987 h 1990618"/>
              <a:gd name="csX9" fmla="*/ 2110560 w 2704132"/>
              <a:gd name="csY9" fmla="*/ 1964351 h 1990618"/>
              <a:gd name="csX10" fmla="*/ 1923659 w 2704132"/>
              <a:gd name="csY10" fmla="*/ 1990618 h 1990618"/>
              <a:gd name="csX11" fmla="*/ 1787040 w 2704132"/>
              <a:gd name="csY11" fmla="*/ 1785568 h 1990618"/>
              <a:gd name="csX12" fmla="*/ 1640990 w 2704132"/>
              <a:gd name="csY12" fmla="*/ 1531568 h 1990618"/>
              <a:gd name="csX13" fmla="*/ 1380640 w 2704132"/>
              <a:gd name="csY13" fmla="*/ 1493468 h 1990618"/>
              <a:gd name="csX14" fmla="*/ 986574 w 2704132"/>
              <a:gd name="csY14" fmla="*/ 1719306 h 1990618"/>
              <a:gd name="csX15" fmla="*/ 383689 w 2704132"/>
              <a:gd name="csY15" fmla="*/ 1544267 h 1990618"/>
              <a:gd name="csX16" fmla="*/ 1508 w 2704132"/>
              <a:gd name="csY16" fmla="*/ 1107376 h 1990618"/>
              <a:gd name="csX17" fmla="*/ 294790 w 2704132"/>
              <a:gd name="csY17" fmla="*/ 369518 h 1990618"/>
              <a:gd name="csX18" fmla="*/ 1107224 w 2704132"/>
              <a:gd name="csY18" fmla="*/ 6496 h 1990618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2003089"/>
              <a:gd name="csX1" fmla="*/ 1996589 w 2704132"/>
              <a:gd name="csY1" fmla="*/ 180256 h 2003089"/>
              <a:gd name="csX2" fmla="*/ 2606640 w 2704132"/>
              <a:gd name="csY2" fmla="*/ 753013 h 2003089"/>
              <a:gd name="csX3" fmla="*/ 2479363 w 2704132"/>
              <a:gd name="csY3" fmla="*/ 1064369 h 2003089"/>
              <a:gd name="csX4" fmla="*/ 2546561 w 2704132"/>
              <a:gd name="csY4" fmla="*/ 1304541 h 2003089"/>
              <a:gd name="csX5" fmla="*/ 2549608 w 2704132"/>
              <a:gd name="csY5" fmla="*/ 1306042 h 2003089"/>
              <a:gd name="csX6" fmla="*/ 2539234 w 2704132"/>
              <a:gd name="csY6" fmla="*/ 1586190 h 2003089"/>
              <a:gd name="csX7" fmla="*/ 2700481 w 2704132"/>
              <a:gd name="csY7" fmla="*/ 1925534 h 2003089"/>
              <a:gd name="csX8" fmla="*/ 2358049 w 2704132"/>
              <a:gd name="csY8" fmla="*/ 1958874 h 2003089"/>
              <a:gd name="csX9" fmla="*/ 2110560 w 2704132"/>
              <a:gd name="csY9" fmla="*/ 1959238 h 2003089"/>
              <a:gd name="csX10" fmla="*/ 1923659 w 2704132"/>
              <a:gd name="csY10" fmla="*/ 1985505 h 2003089"/>
              <a:gd name="csX11" fmla="*/ 1787040 w 2704132"/>
              <a:gd name="csY11" fmla="*/ 1780455 h 2003089"/>
              <a:gd name="csX12" fmla="*/ 1640990 w 2704132"/>
              <a:gd name="csY12" fmla="*/ 1526455 h 2003089"/>
              <a:gd name="csX13" fmla="*/ 1380640 w 2704132"/>
              <a:gd name="csY13" fmla="*/ 1488355 h 2003089"/>
              <a:gd name="csX14" fmla="*/ 1031024 w 2704132"/>
              <a:gd name="csY14" fmla="*/ 1733243 h 2003089"/>
              <a:gd name="csX15" fmla="*/ 383689 w 2704132"/>
              <a:gd name="csY15" fmla="*/ 1539154 h 2003089"/>
              <a:gd name="csX16" fmla="*/ 1508 w 2704132"/>
              <a:gd name="csY16" fmla="*/ 1102263 h 2003089"/>
              <a:gd name="csX17" fmla="*/ 294790 w 2704132"/>
              <a:gd name="csY17" fmla="*/ 364405 h 2003089"/>
              <a:gd name="csX18" fmla="*/ 1107224 w 2704132"/>
              <a:gd name="csY18" fmla="*/ 1383 h 2003089"/>
              <a:gd name="csX0" fmla="*/ 1107224 w 2704132"/>
              <a:gd name="csY0" fmla="*/ 1383 h 2004111"/>
              <a:gd name="csX1" fmla="*/ 1996589 w 2704132"/>
              <a:gd name="csY1" fmla="*/ 180256 h 2004111"/>
              <a:gd name="csX2" fmla="*/ 2606640 w 2704132"/>
              <a:gd name="csY2" fmla="*/ 753013 h 2004111"/>
              <a:gd name="csX3" fmla="*/ 2479363 w 2704132"/>
              <a:gd name="csY3" fmla="*/ 1064369 h 2004111"/>
              <a:gd name="csX4" fmla="*/ 2546561 w 2704132"/>
              <a:gd name="csY4" fmla="*/ 1304541 h 2004111"/>
              <a:gd name="csX5" fmla="*/ 2549608 w 2704132"/>
              <a:gd name="csY5" fmla="*/ 1306042 h 2004111"/>
              <a:gd name="csX6" fmla="*/ 2539234 w 2704132"/>
              <a:gd name="csY6" fmla="*/ 1586190 h 2004111"/>
              <a:gd name="csX7" fmla="*/ 2700481 w 2704132"/>
              <a:gd name="csY7" fmla="*/ 1925534 h 2004111"/>
              <a:gd name="csX8" fmla="*/ 2358049 w 2704132"/>
              <a:gd name="csY8" fmla="*/ 1958874 h 2004111"/>
              <a:gd name="csX9" fmla="*/ 2110560 w 2704132"/>
              <a:gd name="csY9" fmla="*/ 1959238 h 2004111"/>
              <a:gd name="csX10" fmla="*/ 1923659 w 2704132"/>
              <a:gd name="csY10" fmla="*/ 1985505 h 2004111"/>
              <a:gd name="csX11" fmla="*/ 1787040 w 2704132"/>
              <a:gd name="csY11" fmla="*/ 1780455 h 2004111"/>
              <a:gd name="csX12" fmla="*/ 1640990 w 2704132"/>
              <a:gd name="csY12" fmla="*/ 1526455 h 2004111"/>
              <a:gd name="csX13" fmla="*/ 1380640 w 2704132"/>
              <a:gd name="csY13" fmla="*/ 1488355 h 2004111"/>
              <a:gd name="csX14" fmla="*/ 1031024 w 2704132"/>
              <a:gd name="csY14" fmla="*/ 1733243 h 2004111"/>
              <a:gd name="csX15" fmla="*/ 383689 w 2704132"/>
              <a:gd name="csY15" fmla="*/ 1539154 h 2004111"/>
              <a:gd name="csX16" fmla="*/ 1508 w 2704132"/>
              <a:gd name="csY16" fmla="*/ 1102263 h 2004111"/>
              <a:gd name="csX17" fmla="*/ 294790 w 2704132"/>
              <a:gd name="csY17" fmla="*/ 364405 h 2004111"/>
              <a:gd name="csX18" fmla="*/ 1107224 w 2704132"/>
              <a:gd name="csY18" fmla="*/ 1383 h 2004111"/>
              <a:gd name="csX0" fmla="*/ 1107224 w 2703089"/>
              <a:gd name="csY0" fmla="*/ 1383 h 2004111"/>
              <a:gd name="csX1" fmla="*/ 1996589 w 2703089"/>
              <a:gd name="csY1" fmla="*/ 180256 h 2004111"/>
              <a:gd name="csX2" fmla="*/ 2606640 w 2703089"/>
              <a:gd name="csY2" fmla="*/ 753013 h 2004111"/>
              <a:gd name="csX3" fmla="*/ 2479363 w 2703089"/>
              <a:gd name="csY3" fmla="*/ 1064369 h 2004111"/>
              <a:gd name="csX4" fmla="*/ 2546561 w 2703089"/>
              <a:gd name="csY4" fmla="*/ 1304541 h 2004111"/>
              <a:gd name="csX5" fmla="*/ 2549608 w 2703089"/>
              <a:gd name="csY5" fmla="*/ 1306042 h 2004111"/>
              <a:gd name="csX6" fmla="*/ 2539234 w 2703089"/>
              <a:gd name="csY6" fmla="*/ 1586190 h 2004111"/>
              <a:gd name="csX7" fmla="*/ 2700481 w 2703089"/>
              <a:gd name="csY7" fmla="*/ 1925534 h 2004111"/>
              <a:gd name="csX8" fmla="*/ 2389799 w 2703089"/>
              <a:gd name="csY8" fmla="*/ 1958874 h 2004111"/>
              <a:gd name="csX9" fmla="*/ 2110560 w 2703089"/>
              <a:gd name="csY9" fmla="*/ 1959238 h 2004111"/>
              <a:gd name="csX10" fmla="*/ 1923659 w 2703089"/>
              <a:gd name="csY10" fmla="*/ 1985505 h 2004111"/>
              <a:gd name="csX11" fmla="*/ 1787040 w 2703089"/>
              <a:gd name="csY11" fmla="*/ 1780455 h 2004111"/>
              <a:gd name="csX12" fmla="*/ 1640990 w 2703089"/>
              <a:gd name="csY12" fmla="*/ 1526455 h 2004111"/>
              <a:gd name="csX13" fmla="*/ 1380640 w 2703089"/>
              <a:gd name="csY13" fmla="*/ 1488355 h 2004111"/>
              <a:gd name="csX14" fmla="*/ 1031024 w 2703089"/>
              <a:gd name="csY14" fmla="*/ 1733243 h 2004111"/>
              <a:gd name="csX15" fmla="*/ 383689 w 2703089"/>
              <a:gd name="csY15" fmla="*/ 1539154 h 2004111"/>
              <a:gd name="csX16" fmla="*/ 1508 w 2703089"/>
              <a:gd name="csY16" fmla="*/ 1102263 h 2004111"/>
              <a:gd name="csX17" fmla="*/ 294790 w 2703089"/>
              <a:gd name="csY17" fmla="*/ 364405 h 2004111"/>
              <a:gd name="csX18" fmla="*/ 1107224 w 2703089"/>
              <a:gd name="csY18" fmla="*/ 1383 h 2004111"/>
              <a:gd name="csX0" fmla="*/ 1107224 w 2703089"/>
              <a:gd name="csY0" fmla="*/ 1383 h 2004111"/>
              <a:gd name="csX1" fmla="*/ 1996589 w 2703089"/>
              <a:gd name="csY1" fmla="*/ 180256 h 2004111"/>
              <a:gd name="csX2" fmla="*/ 2606640 w 2703089"/>
              <a:gd name="csY2" fmla="*/ 753013 h 2004111"/>
              <a:gd name="csX3" fmla="*/ 2479363 w 2703089"/>
              <a:gd name="csY3" fmla="*/ 1064369 h 2004111"/>
              <a:gd name="csX4" fmla="*/ 2546561 w 2703089"/>
              <a:gd name="csY4" fmla="*/ 1304541 h 2004111"/>
              <a:gd name="csX5" fmla="*/ 2549608 w 2703089"/>
              <a:gd name="csY5" fmla="*/ 1306042 h 2004111"/>
              <a:gd name="csX6" fmla="*/ 2539234 w 2703089"/>
              <a:gd name="csY6" fmla="*/ 1586190 h 2004111"/>
              <a:gd name="csX7" fmla="*/ 2700481 w 2703089"/>
              <a:gd name="csY7" fmla="*/ 1925534 h 2004111"/>
              <a:gd name="csX8" fmla="*/ 2389799 w 2703089"/>
              <a:gd name="csY8" fmla="*/ 1958874 h 2004111"/>
              <a:gd name="csX9" fmla="*/ 2110560 w 2703089"/>
              <a:gd name="csY9" fmla="*/ 1959238 h 2004111"/>
              <a:gd name="csX10" fmla="*/ 1923659 w 2703089"/>
              <a:gd name="csY10" fmla="*/ 1985505 h 2004111"/>
              <a:gd name="csX11" fmla="*/ 1787040 w 2703089"/>
              <a:gd name="csY11" fmla="*/ 1780455 h 2004111"/>
              <a:gd name="csX12" fmla="*/ 1640990 w 2703089"/>
              <a:gd name="csY12" fmla="*/ 1526455 h 2004111"/>
              <a:gd name="csX13" fmla="*/ 1380640 w 2703089"/>
              <a:gd name="csY13" fmla="*/ 1488355 h 2004111"/>
              <a:gd name="csX14" fmla="*/ 1031024 w 2703089"/>
              <a:gd name="csY14" fmla="*/ 1733243 h 2004111"/>
              <a:gd name="csX15" fmla="*/ 383689 w 2703089"/>
              <a:gd name="csY15" fmla="*/ 1539154 h 2004111"/>
              <a:gd name="csX16" fmla="*/ 1508 w 2703089"/>
              <a:gd name="csY16" fmla="*/ 1102263 h 2004111"/>
              <a:gd name="csX17" fmla="*/ 294790 w 2703089"/>
              <a:gd name="csY17" fmla="*/ 364405 h 2004111"/>
              <a:gd name="csX18" fmla="*/ 1107224 w 2703089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46561 w 2700481"/>
              <a:gd name="csY4" fmla="*/ 1304541 h 2004111"/>
              <a:gd name="csX5" fmla="*/ 2549608 w 2700481"/>
              <a:gd name="csY5" fmla="*/ 1306042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46561 w 2700481"/>
              <a:gd name="csY4" fmla="*/ 1304541 h 2004111"/>
              <a:gd name="csX5" fmla="*/ 2575008 w 2700481"/>
              <a:gd name="csY5" fmla="*/ 1274292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46561 w 2700481"/>
              <a:gd name="csY4" fmla="*/ 130454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06640 w 2700481"/>
              <a:gd name="csY3" fmla="*/ 7530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06640 w 2700481"/>
              <a:gd name="csY3" fmla="*/ 7530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06640 w 2700481"/>
              <a:gd name="csY3" fmla="*/ 7530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2700481" h="2004111">
                <a:moveTo>
                  <a:pt x="1107224" y="1383"/>
                </a:moveTo>
                <a:cubicBezTo>
                  <a:pt x="1460707" y="-10258"/>
                  <a:pt x="1776320" y="51809"/>
                  <a:pt x="1996589" y="180256"/>
                </a:cubicBezTo>
                <a:cubicBezTo>
                  <a:pt x="2217842" y="265101"/>
                  <a:pt x="2314015" y="453096"/>
                  <a:pt x="2422040" y="586655"/>
                </a:cubicBezTo>
                <a:cubicBezTo>
                  <a:pt x="2631665" y="701164"/>
                  <a:pt x="2605116" y="710937"/>
                  <a:pt x="2632040" y="791113"/>
                </a:cubicBezTo>
                <a:cubicBezTo>
                  <a:pt x="2635244" y="959632"/>
                  <a:pt x="2477395" y="969570"/>
                  <a:pt x="2479363" y="1064369"/>
                </a:cubicBezTo>
                <a:lnTo>
                  <a:pt x="2578311" y="1298191"/>
                </a:lnTo>
                <a:cubicBezTo>
                  <a:pt x="2616085" y="1362441"/>
                  <a:pt x="2518872" y="1481633"/>
                  <a:pt x="2539234" y="1586190"/>
                </a:cubicBezTo>
                <a:cubicBezTo>
                  <a:pt x="2559596" y="1690747"/>
                  <a:pt x="2674587" y="1742770"/>
                  <a:pt x="2700481" y="1925534"/>
                </a:cubicBezTo>
                <a:cubicBezTo>
                  <a:pt x="2675575" y="1987648"/>
                  <a:pt x="2484850" y="1997345"/>
                  <a:pt x="2389799" y="1958874"/>
                </a:cubicBezTo>
                <a:lnTo>
                  <a:pt x="2110560" y="1959238"/>
                </a:lnTo>
                <a:cubicBezTo>
                  <a:pt x="2118110" y="1974344"/>
                  <a:pt x="2024059" y="2033899"/>
                  <a:pt x="1923659" y="1985505"/>
                </a:cubicBezTo>
                <a:cubicBezTo>
                  <a:pt x="1944881" y="1963116"/>
                  <a:pt x="1984435" y="1853788"/>
                  <a:pt x="1787040" y="1780455"/>
                </a:cubicBezTo>
                <a:cubicBezTo>
                  <a:pt x="1710295" y="1707122"/>
                  <a:pt x="1650515" y="1614297"/>
                  <a:pt x="1640990" y="1526455"/>
                </a:cubicBezTo>
                <a:cubicBezTo>
                  <a:pt x="1561615" y="1489413"/>
                  <a:pt x="1542626" y="1616874"/>
                  <a:pt x="1380640" y="1488355"/>
                </a:cubicBezTo>
                <a:cubicBezTo>
                  <a:pt x="1205954" y="1524936"/>
                  <a:pt x="1308308" y="1733243"/>
                  <a:pt x="1031024" y="1733243"/>
                </a:cubicBezTo>
                <a:cubicBezTo>
                  <a:pt x="752137" y="1729760"/>
                  <a:pt x="997658" y="1655959"/>
                  <a:pt x="383689" y="1539154"/>
                </a:cubicBezTo>
                <a:cubicBezTo>
                  <a:pt x="252320" y="1422349"/>
                  <a:pt x="105224" y="1615554"/>
                  <a:pt x="1508" y="1102263"/>
                </a:cubicBezTo>
                <a:cubicBezTo>
                  <a:pt x="-13308" y="906472"/>
                  <a:pt x="80871" y="551060"/>
                  <a:pt x="294790" y="364405"/>
                </a:cubicBezTo>
                <a:cubicBezTo>
                  <a:pt x="508709" y="177750"/>
                  <a:pt x="753741" y="13024"/>
                  <a:pt x="1107224" y="1383"/>
                </a:cubicBezTo>
                <a:close/>
              </a:path>
            </a:pathLst>
          </a:custGeom>
          <a:solidFill>
            <a:srgbClr val="ED7D31">
              <a:alpha val="21961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A81E86BB-767D-FF07-75EA-D754BD63CD20}"/>
              </a:ext>
            </a:extLst>
          </p:cNvPr>
          <p:cNvSpPr/>
          <p:nvPr/>
        </p:nvSpPr>
        <p:spPr>
          <a:xfrm rot="266392">
            <a:off x="2146587" y="4626187"/>
            <a:ext cx="3071052" cy="1990914"/>
          </a:xfrm>
          <a:custGeom>
            <a:avLst/>
            <a:gdLst>
              <a:gd name="csX0" fmla="*/ 1442907 w 3370383"/>
              <a:gd name="csY0" fmla="*/ 0 h 1744448"/>
              <a:gd name="csX1" fmla="*/ 2885814 w 3370383"/>
              <a:gd name="csY1" fmla="*/ 675314 h 1744448"/>
              <a:gd name="csX2" fmla="*/ 2772423 w 3370383"/>
              <a:gd name="csY2" fmla="*/ 938177 h 1744448"/>
              <a:gd name="csX3" fmla="*/ 2747119 w 3370383"/>
              <a:gd name="csY3" fmla="*/ 959996 h 1744448"/>
              <a:gd name="csX4" fmla="*/ 2829245 w 3370383"/>
              <a:gd name="csY4" fmla="*/ 964807 h 1744448"/>
              <a:gd name="csX5" fmla="*/ 3370383 w 3370383"/>
              <a:gd name="csY5" fmla="*/ 1350627 h 1744448"/>
              <a:gd name="csX6" fmla="*/ 2692660 w 3370383"/>
              <a:gd name="csY6" fmla="*/ 1744448 h 1744448"/>
              <a:gd name="csX7" fmla="*/ 2014937 w 3370383"/>
              <a:gd name="csY7" fmla="*/ 1350627 h 1744448"/>
              <a:gd name="csX8" fmla="*/ 2025047 w 3370383"/>
              <a:gd name="csY8" fmla="*/ 1292352 h 1744448"/>
              <a:gd name="csX9" fmla="*/ 2004552 w 3370383"/>
              <a:gd name="csY9" fmla="*/ 1297559 h 1744448"/>
              <a:gd name="csX10" fmla="*/ 1442907 w 3370383"/>
              <a:gd name="csY10" fmla="*/ 1350628 h 1744448"/>
              <a:gd name="csX11" fmla="*/ 0 w 3370383"/>
              <a:gd name="csY11" fmla="*/ 675314 h 1744448"/>
              <a:gd name="csX12" fmla="*/ 1442907 w 3370383"/>
              <a:gd name="csY12" fmla="*/ 0 h 1744448"/>
              <a:gd name="csX0" fmla="*/ 1493788 w 3370464"/>
              <a:gd name="csY0" fmla="*/ 0 h 1922248"/>
              <a:gd name="csX1" fmla="*/ 2885895 w 3370464"/>
              <a:gd name="csY1" fmla="*/ 853114 h 1922248"/>
              <a:gd name="csX2" fmla="*/ 2772504 w 3370464"/>
              <a:gd name="csY2" fmla="*/ 1115977 h 1922248"/>
              <a:gd name="csX3" fmla="*/ 2747200 w 3370464"/>
              <a:gd name="csY3" fmla="*/ 1137796 h 1922248"/>
              <a:gd name="csX4" fmla="*/ 2829326 w 3370464"/>
              <a:gd name="csY4" fmla="*/ 1142607 h 1922248"/>
              <a:gd name="csX5" fmla="*/ 3370464 w 3370464"/>
              <a:gd name="csY5" fmla="*/ 1528427 h 1922248"/>
              <a:gd name="csX6" fmla="*/ 2692741 w 3370464"/>
              <a:gd name="csY6" fmla="*/ 1922248 h 1922248"/>
              <a:gd name="csX7" fmla="*/ 2015018 w 3370464"/>
              <a:gd name="csY7" fmla="*/ 1528427 h 1922248"/>
              <a:gd name="csX8" fmla="*/ 2025128 w 3370464"/>
              <a:gd name="csY8" fmla="*/ 1470152 h 1922248"/>
              <a:gd name="csX9" fmla="*/ 2004633 w 3370464"/>
              <a:gd name="csY9" fmla="*/ 1475359 h 1922248"/>
              <a:gd name="csX10" fmla="*/ 1442988 w 3370464"/>
              <a:gd name="csY10" fmla="*/ 1528428 h 1922248"/>
              <a:gd name="csX11" fmla="*/ 81 w 3370464"/>
              <a:gd name="csY11" fmla="*/ 853114 h 1922248"/>
              <a:gd name="csX12" fmla="*/ 1493788 w 3370464"/>
              <a:gd name="csY12" fmla="*/ 0 h 1922248"/>
              <a:gd name="csX0" fmla="*/ 1341413 w 3218089"/>
              <a:gd name="csY0" fmla="*/ 78 h 1922326"/>
              <a:gd name="csX1" fmla="*/ 2733520 w 3218089"/>
              <a:gd name="csY1" fmla="*/ 853192 h 1922326"/>
              <a:gd name="csX2" fmla="*/ 2620129 w 3218089"/>
              <a:gd name="csY2" fmla="*/ 1116055 h 1922326"/>
              <a:gd name="csX3" fmla="*/ 2594825 w 3218089"/>
              <a:gd name="csY3" fmla="*/ 1137874 h 1922326"/>
              <a:gd name="csX4" fmla="*/ 2676951 w 3218089"/>
              <a:gd name="csY4" fmla="*/ 1142685 h 1922326"/>
              <a:gd name="csX5" fmla="*/ 3218089 w 3218089"/>
              <a:gd name="csY5" fmla="*/ 1528505 h 1922326"/>
              <a:gd name="csX6" fmla="*/ 2540366 w 3218089"/>
              <a:gd name="csY6" fmla="*/ 1922326 h 1922326"/>
              <a:gd name="csX7" fmla="*/ 1862643 w 3218089"/>
              <a:gd name="csY7" fmla="*/ 1528505 h 1922326"/>
              <a:gd name="csX8" fmla="*/ 1872753 w 3218089"/>
              <a:gd name="csY8" fmla="*/ 1470230 h 1922326"/>
              <a:gd name="csX9" fmla="*/ 1852258 w 3218089"/>
              <a:gd name="csY9" fmla="*/ 1475437 h 1922326"/>
              <a:gd name="csX10" fmla="*/ 1290613 w 3218089"/>
              <a:gd name="csY10" fmla="*/ 1528506 h 1922326"/>
              <a:gd name="csX11" fmla="*/ 106 w 3218089"/>
              <a:gd name="csY11" fmla="*/ 903992 h 1922326"/>
              <a:gd name="csX12" fmla="*/ 1341413 w 3218089"/>
              <a:gd name="csY12" fmla="*/ 78 h 1922326"/>
              <a:gd name="csX0" fmla="*/ 1480745 w 3357421"/>
              <a:gd name="csY0" fmla="*/ 78 h 1922326"/>
              <a:gd name="csX1" fmla="*/ 2872852 w 3357421"/>
              <a:gd name="csY1" fmla="*/ 853192 h 1922326"/>
              <a:gd name="csX2" fmla="*/ 2759461 w 3357421"/>
              <a:gd name="csY2" fmla="*/ 1116055 h 1922326"/>
              <a:gd name="csX3" fmla="*/ 2734157 w 3357421"/>
              <a:gd name="csY3" fmla="*/ 1137874 h 1922326"/>
              <a:gd name="csX4" fmla="*/ 2816283 w 3357421"/>
              <a:gd name="csY4" fmla="*/ 1142685 h 1922326"/>
              <a:gd name="csX5" fmla="*/ 3357421 w 3357421"/>
              <a:gd name="csY5" fmla="*/ 1528505 h 1922326"/>
              <a:gd name="csX6" fmla="*/ 2679698 w 3357421"/>
              <a:gd name="csY6" fmla="*/ 1922326 h 1922326"/>
              <a:gd name="csX7" fmla="*/ 2001975 w 3357421"/>
              <a:gd name="csY7" fmla="*/ 1528505 h 1922326"/>
              <a:gd name="csX8" fmla="*/ 2012085 w 3357421"/>
              <a:gd name="csY8" fmla="*/ 1470230 h 1922326"/>
              <a:gd name="csX9" fmla="*/ 1991590 w 3357421"/>
              <a:gd name="csY9" fmla="*/ 1475437 h 1922326"/>
              <a:gd name="csX10" fmla="*/ 1429945 w 3357421"/>
              <a:gd name="csY10" fmla="*/ 1528506 h 1922326"/>
              <a:gd name="csX11" fmla="*/ 187559 w 3357421"/>
              <a:gd name="csY11" fmla="*/ 1654399 h 1922326"/>
              <a:gd name="csX12" fmla="*/ 139438 w 3357421"/>
              <a:gd name="csY12" fmla="*/ 903992 h 1922326"/>
              <a:gd name="csX13" fmla="*/ 1480745 w 3357421"/>
              <a:gd name="csY13" fmla="*/ 78 h 192232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2012085 w 3357421"/>
              <a:gd name="csY8" fmla="*/ 1470230 h 1928556"/>
              <a:gd name="csX9" fmla="*/ 1991590 w 3357421"/>
              <a:gd name="csY9" fmla="*/ 1475437 h 1928556"/>
              <a:gd name="csX10" fmla="*/ 1245795 w 3357421"/>
              <a:gd name="csY10" fmla="*/ 1928556 h 1928556"/>
              <a:gd name="csX11" fmla="*/ 187559 w 3357421"/>
              <a:gd name="csY11" fmla="*/ 1654399 h 1928556"/>
              <a:gd name="csX12" fmla="*/ 139438 w 3357421"/>
              <a:gd name="csY12" fmla="*/ 903992 h 1928556"/>
              <a:gd name="csX13" fmla="*/ 1480745 w 3357421"/>
              <a:gd name="csY13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2012085 w 3357421"/>
              <a:gd name="csY8" fmla="*/ 147023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1859685 w 3357421"/>
              <a:gd name="csY8" fmla="*/ 173058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46425 w 3357421"/>
              <a:gd name="csY7" fmla="*/ 1611055 h 1928556"/>
              <a:gd name="csX8" fmla="*/ 1859685 w 3357421"/>
              <a:gd name="csY8" fmla="*/ 173058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230421"/>
              <a:gd name="csY0" fmla="*/ 78 h 1928556"/>
              <a:gd name="csX1" fmla="*/ 2872852 w 3230421"/>
              <a:gd name="csY1" fmla="*/ 853192 h 1928556"/>
              <a:gd name="csX2" fmla="*/ 2759461 w 3230421"/>
              <a:gd name="csY2" fmla="*/ 1116055 h 1928556"/>
              <a:gd name="csX3" fmla="*/ 2734157 w 3230421"/>
              <a:gd name="csY3" fmla="*/ 1137874 h 1928556"/>
              <a:gd name="csX4" fmla="*/ 2816283 w 3230421"/>
              <a:gd name="csY4" fmla="*/ 1142685 h 1928556"/>
              <a:gd name="csX5" fmla="*/ 3230421 w 3230421"/>
              <a:gd name="csY5" fmla="*/ 1585655 h 1928556"/>
              <a:gd name="csX6" fmla="*/ 2679698 w 3230421"/>
              <a:gd name="csY6" fmla="*/ 1922326 h 1928556"/>
              <a:gd name="csX7" fmla="*/ 2046425 w 3230421"/>
              <a:gd name="csY7" fmla="*/ 1611055 h 1928556"/>
              <a:gd name="csX8" fmla="*/ 1859685 w 3230421"/>
              <a:gd name="csY8" fmla="*/ 1730580 h 1928556"/>
              <a:gd name="csX9" fmla="*/ 1245795 w 3230421"/>
              <a:gd name="csY9" fmla="*/ 1928556 h 1928556"/>
              <a:gd name="csX10" fmla="*/ 187559 w 3230421"/>
              <a:gd name="csY10" fmla="*/ 1654399 h 1928556"/>
              <a:gd name="csX11" fmla="*/ 139438 w 3230421"/>
              <a:gd name="csY11" fmla="*/ 903992 h 1928556"/>
              <a:gd name="csX12" fmla="*/ 1480745 w 3230421"/>
              <a:gd name="csY12" fmla="*/ 78 h 1928556"/>
              <a:gd name="csX0" fmla="*/ 1480745 w 3366119"/>
              <a:gd name="csY0" fmla="*/ 78 h 1928556"/>
              <a:gd name="csX1" fmla="*/ 2872852 w 3366119"/>
              <a:gd name="csY1" fmla="*/ 853192 h 1928556"/>
              <a:gd name="csX2" fmla="*/ 2759461 w 3366119"/>
              <a:gd name="csY2" fmla="*/ 1116055 h 1928556"/>
              <a:gd name="csX3" fmla="*/ 2734157 w 3366119"/>
              <a:gd name="csY3" fmla="*/ 1137874 h 1928556"/>
              <a:gd name="csX4" fmla="*/ 2816283 w 3366119"/>
              <a:gd name="csY4" fmla="*/ 1142685 h 1928556"/>
              <a:gd name="csX5" fmla="*/ 3230421 w 3366119"/>
              <a:gd name="csY5" fmla="*/ 1585655 h 1928556"/>
              <a:gd name="csX6" fmla="*/ 3330809 w 3366119"/>
              <a:gd name="csY6" fmla="*/ 1781399 h 1928556"/>
              <a:gd name="csX7" fmla="*/ 2679698 w 3366119"/>
              <a:gd name="csY7" fmla="*/ 1922326 h 1928556"/>
              <a:gd name="csX8" fmla="*/ 2046425 w 3366119"/>
              <a:gd name="csY8" fmla="*/ 1611055 h 1928556"/>
              <a:gd name="csX9" fmla="*/ 1859685 w 3366119"/>
              <a:gd name="csY9" fmla="*/ 1730580 h 1928556"/>
              <a:gd name="csX10" fmla="*/ 1245795 w 3366119"/>
              <a:gd name="csY10" fmla="*/ 1928556 h 1928556"/>
              <a:gd name="csX11" fmla="*/ 187559 w 3366119"/>
              <a:gd name="csY11" fmla="*/ 1654399 h 1928556"/>
              <a:gd name="csX12" fmla="*/ 139438 w 3366119"/>
              <a:gd name="csY12" fmla="*/ 903992 h 1928556"/>
              <a:gd name="csX13" fmla="*/ 1480745 w 3366119"/>
              <a:gd name="csY13" fmla="*/ 78 h 1928556"/>
              <a:gd name="csX0" fmla="*/ 1480745 w 3366119"/>
              <a:gd name="csY0" fmla="*/ 78 h 1928556"/>
              <a:gd name="csX1" fmla="*/ 2872852 w 3366119"/>
              <a:gd name="csY1" fmla="*/ 853192 h 1928556"/>
              <a:gd name="csX2" fmla="*/ 2759461 w 3366119"/>
              <a:gd name="csY2" fmla="*/ 1116055 h 1928556"/>
              <a:gd name="csX3" fmla="*/ 2734157 w 3366119"/>
              <a:gd name="csY3" fmla="*/ 1137874 h 1928556"/>
              <a:gd name="csX4" fmla="*/ 2816283 w 3366119"/>
              <a:gd name="csY4" fmla="*/ 1142685 h 1928556"/>
              <a:gd name="csX5" fmla="*/ 3230421 w 3366119"/>
              <a:gd name="csY5" fmla="*/ 1585655 h 1928556"/>
              <a:gd name="csX6" fmla="*/ 3330809 w 3366119"/>
              <a:gd name="csY6" fmla="*/ 1781399 h 1928556"/>
              <a:gd name="csX7" fmla="*/ 2311398 w 3366119"/>
              <a:gd name="csY7" fmla="*/ 1890576 h 1928556"/>
              <a:gd name="csX8" fmla="*/ 2046425 w 3366119"/>
              <a:gd name="csY8" fmla="*/ 1611055 h 1928556"/>
              <a:gd name="csX9" fmla="*/ 1859685 w 3366119"/>
              <a:gd name="csY9" fmla="*/ 1730580 h 1928556"/>
              <a:gd name="csX10" fmla="*/ 1245795 w 3366119"/>
              <a:gd name="csY10" fmla="*/ 1928556 h 1928556"/>
              <a:gd name="csX11" fmla="*/ 187559 w 3366119"/>
              <a:gd name="csY11" fmla="*/ 1654399 h 1928556"/>
              <a:gd name="csX12" fmla="*/ 139438 w 3366119"/>
              <a:gd name="csY12" fmla="*/ 903992 h 1928556"/>
              <a:gd name="csX13" fmla="*/ 1480745 w 3366119"/>
              <a:gd name="csY13" fmla="*/ 78 h 1928556"/>
              <a:gd name="csX0" fmla="*/ 1480745 w 3346074"/>
              <a:gd name="csY0" fmla="*/ 78 h 1933099"/>
              <a:gd name="csX1" fmla="*/ 2872852 w 3346074"/>
              <a:gd name="csY1" fmla="*/ 853192 h 1933099"/>
              <a:gd name="csX2" fmla="*/ 2759461 w 3346074"/>
              <a:gd name="csY2" fmla="*/ 1116055 h 1933099"/>
              <a:gd name="csX3" fmla="*/ 2734157 w 3346074"/>
              <a:gd name="csY3" fmla="*/ 1137874 h 1933099"/>
              <a:gd name="csX4" fmla="*/ 2816283 w 3346074"/>
              <a:gd name="csY4" fmla="*/ 1142685 h 1933099"/>
              <a:gd name="csX5" fmla="*/ 3230421 w 3346074"/>
              <a:gd name="csY5" fmla="*/ 1585655 h 1933099"/>
              <a:gd name="csX6" fmla="*/ 3330809 w 3346074"/>
              <a:gd name="csY6" fmla="*/ 1781399 h 1933099"/>
              <a:gd name="csX7" fmla="*/ 3114909 w 3346074"/>
              <a:gd name="csY7" fmla="*/ 1921099 h 1933099"/>
              <a:gd name="csX8" fmla="*/ 2311398 w 3346074"/>
              <a:gd name="csY8" fmla="*/ 1890576 h 1933099"/>
              <a:gd name="csX9" fmla="*/ 2046425 w 3346074"/>
              <a:gd name="csY9" fmla="*/ 1611055 h 1933099"/>
              <a:gd name="csX10" fmla="*/ 1859685 w 3346074"/>
              <a:gd name="csY10" fmla="*/ 1730580 h 1933099"/>
              <a:gd name="csX11" fmla="*/ 1245795 w 3346074"/>
              <a:gd name="csY11" fmla="*/ 1928556 h 1933099"/>
              <a:gd name="csX12" fmla="*/ 187559 w 3346074"/>
              <a:gd name="csY12" fmla="*/ 1654399 h 1933099"/>
              <a:gd name="csX13" fmla="*/ 139438 w 3346074"/>
              <a:gd name="csY13" fmla="*/ 903992 h 1933099"/>
              <a:gd name="csX14" fmla="*/ 1480745 w 3346074"/>
              <a:gd name="csY14" fmla="*/ 78 h 1933099"/>
              <a:gd name="csX0" fmla="*/ 1480745 w 3342488"/>
              <a:gd name="csY0" fmla="*/ 78 h 1933099"/>
              <a:gd name="csX1" fmla="*/ 2872852 w 3342488"/>
              <a:gd name="csY1" fmla="*/ 853192 h 1933099"/>
              <a:gd name="csX2" fmla="*/ 2759461 w 3342488"/>
              <a:gd name="csY2" fmla="*/ 1116055 h 1933099"/>
              <a:gd name="csX3" fmla="*/ 2734157 w 3342488"/>
              <a:gd name="csY3" fmla="*/ 1137874 h 1933099"/>
              <a:gd name="csX4" fmla="*/ 3025833 w 3342488"/>
              <a:gd name="csY4" fmla="*/ 1250635 h 1933099"/>
              <a:gd name="csX5" fmla="*/ 3230421 w 3342488"/>
              <a:gd name="csY5" fmla="*/ 1585655 h 1933099"/>
              <a:gd name="csX6" fmla="*/ 3330809 w 3342488"/>
              <a:gd name="csY6" fmla="*/ 1781399 h 1933099"/>
              <a:gd name="csX7" fmla="*/ 3114909 w 3342488"/>
              <a:gd name="csY7" fmla="*/ 1921099 h 1933099"/>
              <a:gd name="csX8" fmla="*/ 2311398 w 3342488"/>
              <a:gd name="csY8" fmla="*/ 1890576 h 1933099"/>
              <a:gd name="csX9" fmla="*/ 2046425 w 3342488"/>
              <a:gd name="csY9" fmla="*/ 1611055 h 1933099"/>
              <a:gd name="csX10" fmla="*/ 1859685 w 3342488"/>
              <a:gd name="csY10" fmla="*/ 1730580 h 1933099"/>
              <a:gd name="csX11" fmla="*/ 1245795 w 3342488"/>
              <a:gd name="csY11" fmla="*/ 1928556 h 1933099"/>
              <a:gd name="csX12" fmla="*/ 187559 w 3342488"/>
              <a:gd name="csY12" fmla="*/ 1654399 h 1933099"/>
              <a:gd name="csX13" fmla="*/ 139438 w 3342488"/>
              <a:gd name="csY13" fmla="*/ 903992 h 1933099"/>
              <a:gd name="csX14" fmla="*/ 1480745 w 3342488"/>
              <a:gd name="csY14" fmla="*/ 78 h 1933099"/>
              <a:gd name="csX0" fmla="*/ 1480745 w 3342488"/>
              <a:gd name="csY0" fmla="*/ 78 h 1933099"/>
              <a:gd name="csX1" fmla="*/ 2872852 w 3342488"/>
              <a:gd name="csY1" fmla="*/ 853192 h 1933099"/>
              <a:gd name="csX2" fmla="*/ 2759461 w 3342488"/>
              <a:gd name="csY2" fmla="*/ 1116055 h 1933099"/>
              <a:gd name="csX3" fmla="*/ 3077057 w 3342488"/>
              <a:gd name="csY3" fmla="*/ 1055324 h 1933099"/>
              <a:gd name="csX4" fmla="*/ 3025833 w 3342488"/>
              <a:gd name="csY4" fmla="*/ 1250635 h 1933099"/>
              <a:gd name="csX5" fmla="*/ 3230421 w 3342488"/>
              <a:gd name="csY5" fmla="*/ 1585655 h 1933099"/>
              <a:gd name="csX6" fmla="*/ 3330809 w 3342488"/>
              <a:gd name="csY6" fmla="*/ 1781399 h 1933099"/>
              <a:gd name="csX7" fmla="*/ 3114909 w 3342488"/>
              <a:gd name="csY7" fmla="*/ 1921099 h 1933099"/>
              <a:gd name="csX8" fmla="*/ 2311398 w 3342488"/>
              <a:gd name="csY8" fmla="*/ 1890576 h 1933099"/>
              <a:gd name="csX9" fmla="*/ 2046425 w 3342488"/>
              <a:gd name="csY9" fmla="*/ 1611055 h 1933099"/>
              <a:gd name="csX10" fmla="*/ 1859685 w 3342488"/>
              <a:gd name="csY10" fmla="*/ 1730580 h 1933099"/>
              <a:gd name="csX11" fmla="*/ 1245795 w 3342488"/>
              <a:gd name="csY11" fmla="*/ 1928556 h 1933099"/>
              <a:gd name="csX12" fmla="*/ 187559 w 3342488"/>
              <a:gd name="csY12" fmla="*/ 1654399 h 1933099"/>
              <a:gd name="csX13" fmla="*/ 139438 w 3342488"/>
              <a:gd name="csY13" fmla="*/ 903992 h 1933099"/>
              <a:gd name="csX14" fmla="*/ 1480745 w 3342488"/>
              <a:gd name="csY14" fmla="*/ 78 h 1933099"/>
              <a:gd name="csX0" fmla="*/ 1480745 w 3342488"/>
              <a:gd name="csY0" fmla="*/ 12861 h 1945882"/>
              <a:gd name="csX1" fmla="*/ 2809352 w 3342488"/>
              <a:gd name="csY1" fmla="*/ 434175 h 1945882"/>
              <a:gd name="csX2" fmla="*/ 2759461 w 3342488"/>
              <a:gd name="csY2" fmla="*/ 1128838 h 1945882"/>
              <a:gd name="csX3" fmla="*/ 3077057 w 3342488"/>
              <a:gd name="csY3" fmla="*/ 1068107 h 1945882"/>
              <a:gd name="csX4" fmla="*/ 3025833 w 3342488"/>
              <a:gd name="csY4" fmla="*/ 1263418 h 1945882"/>
              <a:gd name="csX5" fmla="*/ 3230421 w 3342488"/>
              <a:gd name="csY5" fmla="*/ 1598438 h 1945882"/>
              <a:gd name="csX6" fmla="*/ 3330809 w 3342488"/>
              <a:gd name="csY6" fmla="*/ 1794182 h 1945882"/>
              <a:gd name="csX7" fmla="*/ 3114909 w 3342488"/>
              <a:gd name="csY7" fmla="*/ 1933882 h 1945882"/>
              <a:gd name="csX8" fmla="*/ 2311398 w 3342488"/>
              <a:gd name="csY8" fmla="*/ 1903359 h 1945882"/>
              <a:gd name="csX9" fmla="*/ 2046425 w 3342488"/>
              <a:gd name="csY9" fmla="*/ 1623838 h 1945882"/>
              <a:gd name="csX10" fmla="*/ 1859685 w 3342488"/>
              <a:gd name="csY10" fmla="*/ 1743363 h 1945882"/>
              <a:gd name="csX11" fmla="*/ 1245795 w 3342488"/>
              <a:gd name="csY11" fmla="*/ 1941339 h 1945882"/>
              <a:gd name="csX12" fmla="*/ 187559 w 3342488"/>
              <a:gd name="csY12" fmla="*/ 1667182 h 1945882"/>
              <a:gd name="csX13" fmla="*/ 139438 w 3342488"/>
              <a:gd name="csY13" fmla="*/ 916775 h 1945882"/>
              <a:gd name="csX14" fmla="*/ 1480745 w 3342488"/>
              <a:gd name="csY14" fmla="*/ 12861 h 1945882"/>
              <a:gd name="csX0" fmla="*/ 1480745 w 3342488"/>
              <a:gd name="csY0" fmla="*/ 11887 h 1944908"/>
              <a:gd name="csX1" fmla="*/ 2809352 w 3342488"/>
              <a:gd name="csY1" fmla="*/ 433201 h 1944908"/>
              <a:gd name="csX2" fmla="*/ 2791211 w 3342488"/>
              <a:gd name="csY2" fmla="*/ 931014 h 1944908"/>
              <a:gd name="csX3" fmla="*/ 3077057 w 3342488"/>
              <a:gd name="csY3" fmla="*/ 1067133 h 1944908"/>
              <a:gd name="csX4" fmla="*/ 3025833 w 3342488"/>
              <a:gd name="csY4" fmla="*/ 1262444 h 1944908"/>
              <a:gd name="csX5" fmla="*/ 3230421 w 3342488"/>
              <a:gd name="csY5" fmla="*/ 1597464 h 1944908"/>
              <a:gd name="csX6" fmla="*/ 3330809 w 3342488"/>
              <a:gd name="csY6" fmla="*/ 1793208 h 1944908"/>
              <a:gd name="csX7" fmla="*/ 3114909 w 3342488"/>
              <a:gd name="csY7" fmla="*/ 1932908 h 1944908"/>
              <a:gd name="csX8" fmla="*/ 2311398 w 3342488"/>
              <a:gd name="csY8" fmla="*/ 1902385 h 1944908"/>
              <a:gd name="csX9" fmla="*/ 2046425 w 3342488"/>
              <a:gd name="csY9" fmla="*/ 1622864 h 1944908"/>
              <a:gd name="csX10" fmla="*/ 1859685 w 3342488"/>
              <a:gd name="csY10" fmla="*/ 1742389 h 1944908"/>
              <a:gd name="csX11" fmla="*/ 1245795 w 3342488"/>
              <a:gd name="csY11" fmla="*/ 1940365 h 1944908"/>
              <a:gd name="csX12" fmla="*/ 187559 w 3342488"/>
              <a:gd name="csY12" fmla="*/ 1666208 h 1944908"/>
              <a:gd name="csX13" fmla="*/ 139438 w 3342488"/>
              <a:gd name="csY13" fmla="*/ 915801 h 1944908"/>
              <a:gd name="csX14" fmla="*/ 1480745 w 3342488"/>
              <a:gd name="csY14" fmla="*/ 11887 h 1944908"/>
              <a:gd name="csX0" fmla="*/ 1480745 w 3342488"/>
              <a:gd name="csY0" fmla="*/ 62459 h 1995480"/>
              <a:gd name="csX1" fmla="*/ 2289409 w 3342488"/>
              <a:gd name="csY1" fmla="*/ 122930 h 1995480"/>
              <a:gd name="csX2" fmla="*/ 2809352 w 3342488"/>
              <a:gd name="csY2" fmla="*/ 483773 h 1995480"/>
              <a:gd name="csX3" fmla="*/ 2791211 w 3342488"/>
              <a:gd name="csY3" fmla="*/ 981586 h 1995480"/>
              <a:gd name="csX4" fmla="*/ 3077057 w 3342488"/>
              <a:gd name="csY4" fmla="*/ 1117705 h 1995480"/>
              <a:gd name="csX5" fmla="*/ 3025833 w 3342488"/>
              <a:gd name="csY5" fmla="*/ 1313016 h 1995480"/>
              <a:gd name="csX6" fmla="*/ 3230421 w 3342488"/>
              <a:gd name="csY6" fmla="*/ 1648036 h 1995480"/>
              <a:gd name="csX7" fmla="*/ 3330809 w 3342488"/>
              <a:gd name="csY7" fmla="*/ 1843780 h 1995480"/>
              <a:gd name="csX8" fmla="*/ 3114909 w 3342488"/>
              <a:gd name="csY8" fmla="*/ 1983480 h 1995480"/>
              <a:gd name="csX9" fmla="*/ 2311398 w 3342488"/>
              <a:gd name="csY9" fmla="*/ 1952957 h 1995480"/>
              <a:gd name="csX10" fmla="*/ 2046425 w 3342488"/>
              <a:gd name="csY10" fmla="*/ 1673436 h 1995480"/>
              <a:gd name="csX11" fmla="*/ 1859685 w 3342488"/>
              <a:gd name="csY11" fmla="*/ 1792961 h 1995480"/>
              <a:gd name="csX12" fmla="*/ 1245795 w 3342488"/>
              <a:gd name="csY12" fmla="*/ 1990937 h 1995480"/>
              <a:gd name="csX13" fmla="*/ 187559 w 3342488"/>
              <a:gd name="csY13" fmla="*/ 1716780 h 1995480"/>
              <a:gd name="csX14" fmla="*/ 139438 w 3342488"/>
              <a:gd name="csY14" fmla="*/ 966373 h 1995480"/>
              <a:gd name="csX15" fmla="*/ 1480745 w 3342488"/>
              <a:gd name="csY15" fmla="*/ 62459 h 1995480"/>
              <a:gd name="csX0" fmla="*/ 1429266 w 3291009"/>
              <a:gd name="csY0" fmla="*/ 10484 h 1943505"/>
              <a:gd name="csX1" fmla="*/ 2237930 w 3291009"/>
              <a:gd name="csY1" fmla="*/ 70955 h 1943505"/>
              <a:gd name="csX2" fmla="*/ 2757873 w 3291009"/>
              <a:gd name="csY2" fmla="*/ 431798 h 1943505"/>
              <a:gd name="csX3" fmla="*/ 2739732 w 3291009"/>
              <a:gd name="csY3" fmla="*/ 929611 h 1943505"/>
              <a:gd name="csX4" fmla="*/ 3025578 w 3291009"/>
              <a:gd name="csY4" fmla="*/ 1065730 h 1943505"/>
              <a:gd name="csX5" fmla="*/ 2974354 w 3291009"/>
              <a:gd name="csY5" fmla="*/ 1261041 h 1943505"/>
              <a:gd name="csX6" fmla="*/ 3178942 w 3291009"/>
              <a:gd name="csY6" fmla="*/ 1596061 h 1943505"/>
              <a:gd name="csX7" fmla="*/ 3279330 w 3291009"/>
              <a:gd name="csY7" fmla="*/ 1791805 h 1943505"/>
              <a:gd name="csX8" fmla="*/ 3063430 w 3291009"/>
              <a:gd name="csY8" fmla="*/ 1931505 h 1943505"/>
              <a:gd name="csX9" fmla="*/ 2259919 w 3291009"/>
              <a:gd name="csY9" fmla="*/ 1900982 h 1943505"/>
              <a:gd name="csX10" fmla="*/ 1994946 w 3291009"/>
              <a:gd name="csY10" fmla="*/ 1621461 h 1943505"/>
              <a:gd name="csX11" fmla="*/ 1808206 w 3291009"/>
              <a:gd name="csY11" fmla="*/ 1740986 h 1943505"/>
              <a:gd name="csX12" fmla="*/ 1194316 w 3291009"/>
              <a:gd name="csY12" fmla="*/ 1938962 h 1943505"/>
              <a:gd name="csX13" fmla="*/ 136080 w 3291009"/>
              <a:gd name="csY13" fmla="*/ 1664805 h 1943505"/>
              <a:gd name="csX14" fmla="*/ 87959 w 3291009"/>
              <a:gd name="csY14" fmla="*/ 914398 h 1943505"/>
              <a:gd name="csX15" fmla="*/ 631380 w 3291009"/>
              <a:gd name="csY15" fmla="*/ 210655 h 1943505"/>
              <a:gd name="csX16" fmla="*/ 1429266 w 3291009"/>
              <a:gd name="csY16" fmla="*/ 10484 h 1943505"/>
              <a:gd name="csX0" fmla="*/ 1438385 w 3300128"/>
              <a:gd name="csY0" fmla="*/ 10484 h 1943505"/>
              <a:gd name="csX1" fmla="*/ 2247049 w 3300128"/>
              <a:gd name="csY1" fmla="*/ 70955 h 1943505"/>
              <a:gd name="csX2" fmla="*/ 2766992 w 3300128"/>
              <a:gd name="csY2" fmla="*/ 431798 h 1943505"/>
              <a:gd name="csX3" fmla="*/ 2748851 w 3300128"/>
              <a:gd name="csY3" fmla="*/ 929611 h 1943505"/>
              <a:gd name="csX4" fmla="*/ 3034697 w 3300128"/>
              <a:gd name="csY4" fmla="*/ 1065730 h 1943505"/>
              <a:gd name="csX5" fmla="*/ 2983473 w 3300128"/>
              <a:gd name="csY5" fmla="*/ 1261041 h 1943505"/>
              <a:gd name="csX6" fmla="*/ 3188061 w 3300128"/>
              <a:gd name="csY6" fmla="*/ 1596061 h 1943505"/>
              <a:gd name="csX7" fmla="*/ 3288449 w 3300128"/>
              <a:gd name="csY7" fmla="*/ 1791805 h 1943505"/>
              <a:gd name="csX8" fmla="*/ 3072549 w 3300128"/>
              <a:gd name="csY8" fmla="*/ 1931505 h 1943505"/>
              <a:gd name="csX9" fmla="*/ 2269038 w 3300128"/>
              <a:gd name="csY9" fmla="*/ 1900982 h 1943505"/>
              <a:gd name="csX10" fmla="*/ 2004065 w 3300128"/>
              <a:gd name="csY10" fmla="*/ 1621461 h 1943505"/>
              <a:gd name="csX11" fmla="*/ 1817325 w 3300128"/>
              <a:gd name="csY11" fmla="*/ 1740986 h 1943505"/>
              <a:gd name="csX12" fmla="*/ 1203435 w 3300128"/>
              <a:gd name="csY12" fmla="*/ 1938962 h 1943505"/>
              <a:gd name="csX13" fmla="*/ 145199 w 3300128"/>
              <a:gd name="csY13" fmla="*/ 1664805 h 1943505"/>
              <a:gd name="csX14" fmla="*/ 78028 w 3300128"/>
              <a:gd name="csY14" fmla="*/ 914398 h 1943505"/>
              <a:gd name="csX15" fmla="*/ 640499 w 3300128"/>
              <a:gd name="csY15" fmla="*/ 210655 h 1943505"/>
              <a:gd name="csX16" fmla="*/ 1438385 w 3300128"/>
              <a:gd name="csY16" fmla="*/ 10484 h 1943505"/>
              <a:gd name="csX0" fmla="*/ 1436025 w 3297768"/>
              <a:gd name="csY0" fmla="*/ 10484 h 1943505"/>
              <a:gd name="csX1" fmla="*/ 2244689 w 3297768"/>
              <a:gd name="csY1" fmla="*/ 70955 h 1943505"/>
              <a:gd name="csX2" fmla="*/ 2764632 w 3297768"/>
              <a:gd name="csY2" fmla="*/ 431798 h 1943505"/>
              <a:gd name="csX3" fmla="*/ 2746491 w 3297768"/>
              <a:gd name="csY3" fmla="*/ 929611 h 1943505"/>
              <a:gd name="csX4" fmla="*/ 3032337 w 3297768"/>
              <a:gd name="csY4" fmla="*/ 1065730 h 1943505"/>
              <a:gd name="csX5" fmla="*/ 2981113 w 3297768"/>
              <a:gd name="csY5" fmla="*/ 1261041 h 1943505"/>
              <a:gd name="csX6" fmla="*/ 3185701 w 3297768"/>
              <a:gd name="csY6" fmla="*/ 1596061 h 1943505"/>
              <a:gd name="csX7" fmla="*/ 3286089 w 3297768"/>
              <a:gd name="csY7" fmla="*/ 1791805 h 1943505"/>
              <a:gd name="csX8" fmla="*/ 3070189 w 3297768"/>
              <a:gd name="csY8" fmla="*/ 1931505 h 1943505"/>
              <a:gd name="csX9" fmla="*/ 2266678 w 3297768"/>
              <a:gd name="csY9" fmla="*/ 1900982 h 1943505"/>
              <a:gd name="csX10" fmla="*/ 2001705 w 3297768"/>
              <a:gd name="csY10" fmla="*/ 1621461 h 1943505"/>
              <a:gd name="csX11" fmla="*/ 1814965 w 3297768"/>
              <a:gd name="csY11" fmla="*/ 1740986 h 1943505"/>
              <a:gd name="csX12" fmla="*/ 1201075 w 3297768"/>
              <a:gd name="csY12" fmla="*/ 1938962 h 1943505"/>
              <a:gd name="csX13" fmla="*/ 142839 w 3297768"/>
              <a:gd name="csY13" fmla="*/ 1664805 h 1943505"/>
              <a:gd name="csX14" fmla="*/ 75668 w 3297768"/>
              <a:gd name="csY14" fmla="*/ 914398 h 1943505"/>
              <a:gd name="csX15" fmla="*/ 638139 w 3297768"/>
              <a:gd name="csY15" fmla="*/ 210655 h 1943505"/>
              <a:gd name="csX16" fmla="*/ 1436025 w 3297768"/>
              <a:gd name="csY16" fmla="*/ 10484 h 1943505"/>
              <a:gd name="csX0" fmla="*/ 1436025 w 3297768"/>
              <a:gd name="csY0" fmla="*/ 10484 h 1943505"/>
              <a:gd name="csX1" fmla="*/ 2244689 w 3297768"/>
              <a:gd name="csY1" fmla="*/ 70955 h 1943505"/>
              <a:gd name="csX2" fmla="*/ 2764632 w 3297768"/>
              <a:gd name="csY2" fmla="*/ 431798 h 1943505"/>
              <a:gd name="csX3" fmla="*/ 2746491 w 3297768"/>
              <a:gd name="csY3" fmla="*/ 929611 h 1943505"/>
              <a:gd name="csX4" fmla="*/ 3032337 w 3297768"/>
              <a:gd name="csY4" fmla="*/ 1065730 h 1943505"/>
              <a:gd name="csX5" fmla="*/ 2981113 w 3297768"/>
              <a:gd name="csY5" fmla="*/ 1261041 h 1943505"/>
              <a:gd name="csX6" fmla="*/ 3185701 w 3297768"/>
              <a:gd name="csY6" fmla="*/ 1596061 h 1943505"/>
              <a:gd name="csX7" fmla="*/ 3286089 w 3297768"/>
              <a:gd name="csY7" fmla="*/ 1791805 h 1943505"/>
              <a:gd name="csX8" fmla="*/ 3070189 w 3297768"/>
              <a:gd name="csY8" fmla="*/ 1931505 h 1943505"/>
              <a:gd name="csX9" fmla="*/ 2266678 w 3297768"/>
              <a:gd name="csY9" fmla="*/ 1900982 h 1943505"/>
              <a:gd name="csX10" fmla="*/ 2001705 w 3297768"/>
              <a:gd name="csY10" fmla="*/ 1621461 h 1943505"/>
              <a:gd name="csX11" fmla="*/ 1814965 w 3297768"/>
              <a:gd name="csY11" fmla="*/ 1740986 h 1943505"/>
              <a:gd name="csX12" fmla="*/ 1201075 w 3297768"/>
              <a:gd name="csY12" fmla="*/ 1938962 h 1943505"/>
              <a:gd name="csX13" fmla="*/ 142839 w 3297768"/>
              <a:gd name="csY13" fmla="*/ 1664805 h 1943505"/>
              <a:gd name="csX14" fmla="*/ 75668 w 3297768"/>
              <a:gd name="csY14" fmla="*/ 914398 h 1943505"/>
              <a:gd name="csX15" fmla="*/ 638139 w 3297768"/>
              <a:gd name="csY15" fmla="*/ 210655 h 1943505"/>
              <a:gd name="csX16" fmla="*/ 1436025 w 3297768"/>
              <a:gd name="csY16" fmla="*/ 10484 h 1943505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5143"/>
              <a:gd name="csY0" fmla="*/ 10484 h 1945723"/>
              <a:gd name="csX1" fmla="*/ 2244689 w 3295143"/>
              <a:gd name="csY1" fmla="*/ 70955 h 1945723"/>
              <a:gd name="csX2" fmla="*/ 2764632 w 3295143"/>
              <a:gd name="csY2" fmla="*/ 431798 h 1945723"/>
              <a:gd name="csX3" fmla="*/ 2746491 w 3295143"/>
              <a:gd name="csY3" fmla="*/ 929611 h 1945723"/>
              <a:gd name="csX4" fmla="*/ 3032337 w 3295143"/>
              <a:gd name="csY4" fmla="*/ 1065730 h 1945723"/>
              <a:gd name="csX5" fmla="*/ 2981113 w 3295143"/>
              <a:gd name="csY5" fmla="*/ 1261041 h 1945723"/>
              <a:gd name="csX6" fmla="*/ 3222589 w 3295143"/>
              <a:gd name="csY6" fmla="*/ 1474305 h 1945723"/>
              <a:gd name="csX7" fmla="*/ 3185701 w 3295143"/>
              <a:gd name="csY7" fmla="*/ 1596061 h 1945723"/>
              <a:gd name="csX8" fmla="*/ 3286089 w 3295143"/>
              <a:gd name="csY8" fmla="*/ 1791805 h 1945723"/>
              <a:gd name="csX9" fmla="*/ 3070189 w 3295143"/>
              <a:gd name="csY9" fmla="*/ 1931505 h 1945723"/>
              <a:gd name="csX10" fmla="*/ 2266678 w 3295143"/>
              <a:gd name="csY10" fmla="*/ 1900982 h 1945723"/>
              <a:gd name="csX11" fmla="*/ 2001705 w 3295143"/>
              <a:gd name="csY11" fmla="*/ 1621461 h 1945723"/>
              <a:gd name="csX12" fmla="*/ 1814965 w 3295143"/>
              <a:gd name="csY12" fmla="*/ 1740986 h 1945723"/>
              <a:gd name="csX13" fmla="*/ 1201075 w 3295143"/>
              <a:gd name="csY13" fmla="*/ 1938962 h 1945723"/>
              <a:gd name="csX14" fmla="*/ 142839 w 3295143"/>
              <a:gd name="csY14" fmla="*/ 1664805 h 1945723"/>
              <a:gd name="csX15" fmla="*/ 75668 w 3295143"/>
              <a:gd name="csY15" fmla="*/ 914398 h 1945723"/>
              <a:gd name="csX16" fmla="*/ 638139 w 3295143"/>
              <a:gd name="csY16" fmla="*/ 210655 h 1945723"/>
              <a:gd name="csX17" fmla="*/ 1436025 w 3295143"/>
              <a:gd name="csY17" fmla="*/ 10484 h 1945723"/>
              <a:gd name="csX0" fmla="*/ 1436025 w 3295973"/>
              <a:gd name="csY0" fmla="*/ 10484 h 1945723"/>
              <a:gd name="csX1" fmla="*/ 2244689 w 3295973"/>
              <a:gd name="csY1" fmla="*/ 70955 h 1945723"/>
              <a:gd name="csX2" fmla="*/ 2764632 w 3295973"/>
              <a:gd name="csY2" fmla="*/ 431798 h 1945723"/>
              <a:gd name="csX3" fmla="*/ 2746491 w 3295973"/>
              <a:gd name="csY3" fmla="*/ 929611 h 1945723"/>
              <a:gd name="csX4" fmla="*/ 3032337 w 3295973"/>
              <a:gd name="csY4" fmla="*/ 1065730 h 1945723"/>
              <a:gd name="csX5" fmla="*/ 2981113 w 3295973"/>
              <a:gd name="csY5" fmla="*/ 1261041 h 1945723"/>
              <a:gd name="csX6" fmla="*/ 3133689 w 3295973"/>
              <a:gd name="csY6" fmla="*/ 1467955 h 1945723"/>
              <a:gd name="csX7" fmla="*/ 3185701 w 3295973"/>
              <a:gd name="csY7" fmla="*/ 1596061 h 1945723"/>
              <a:gd name="csX8" fmla="*/ 3286089 w 3295973"/>
              <a:gd name="csY8" fmla="*/ 1791805 h 1945723"/>
              <a:gd name="csX9" fmla="*/ 3070189 w 3295973"/>
              <a:gd name="csY9" fmla="*/ 1931505 h 1945723"/>
              <a:gd name="csX10" fmla="*/ 2266678 w 3295973"/>
              <a:gd name="csY10" fmla="*/ 1900982 h 1945723"/>
              <a:gd name="csX11" fmla="*/ 2001705 w 3295973"/>
              <a:gd name="csY11" fmla="*/ 1621461 h 1945723"/>
              <a:gd name="csX12" fmla="*/ 1814965 w 3295973"/>
              <a:gd name="csY12" fmla="*/ 1740986 h 1945723"/>
              <a:gd name="csX13" fmla="*/ 1201075 w 3295973"/>
              <a:gd name="csY13" fmla="*/ 1938962 h 1945723"/>
              <a:gd name="csX14" fmla="*/ 142839 w 3295973"/>
              <a:gd name="csY14" fmla="*/ 1664805 h 1945723"/>
              <a:gd name="csX15" fmla="*/ 75668 w 3295973"/>
              <a:gd name="csY15" fmla="*/ 914398 h 1945723"/>
              <a:gd name="csX16" fmla="*/ 638139 w 3295973"/>
              <a:gd name="csY16" fmla="*/ 210655 h 1945723"/>
              <a:gd name="csX17" fmla="*/ 1436025 w 3295973"/>
              <a:gd name="csY17" fmla="*/ 10484 h 1945723"/>
              <a:gd name="csX0" fmla="*/ 1436025 w 3359977"/>
              <a:gd name="csY0" fmla="*/ 10484 h 1945723"/>
              <a:gd name="csX1" fmla="*/ 2244689 w 3359977"/>
              <a:gd name="csY1" fmla="*/ 70955 h 1945723"/>
              <a:gd name="csX2" fmla="*/ 2764632 w 3359977"/>
              <a:gd name="csY2" fmla="*/ 431798 h 1945723"/>
              <a:gd name="csX3" fmla="*/ 2746491 w 3359977"/>
              <a:gd name="csY3" fmla="*/ 929611 h 1945723"/>
              <a:gd name="csX4" fmla="*/ 3032337 w 3359977"/>
              <a:gd name="csY4" fmla="*/ 1065730 h 1945723"/>
              <a:gd name="csX5" fmla="*/ 2981113 w 3359977"/>
              <a:gd name="csY5" fmla="*/ 1261041 h 1945723"/>
              <a:gd name="csX6" fmla="*/ 3355939 w 3359977"/>
              <a:gd name="csY6" fmla="*/ 1360005 h 1945723"/>
              <a:gd name="csX7" fmla="*/ 3185701 w 3359977"/>
              <a:gd name="csY7" fmla="*/ 1596061 h 1945723"/>
              <a:gd name="csX8" fmla="*/ 3286089 w 3359977"/>
              <a:gd name="csY8" fmla="*/ 1791805 h 1945723"/>
              <a:gd name="csX9" fmla="*/ 3070189 w 3359977"/>
              <a:gd name="csY9" fmla="*/ 1931505 h 1945723"/>
              <a:gd name="csX10" fmla="*/ 2266678 w 3359977"/>
              <a:gd name="csY10" fmla="*/ 1900982 h 1945723"/>
              <a:gd name="csX11" fmla="*/ 2001705 w 3359977"/>
              <a:gd name="csY11" fmla="*/ 1621461 h 1945723"/>
              <a:gd name="csX12" fmla="*/ 1814965 w 3359977"/>
              <a:gd name="csY12" fmla="*/ 1740986 h 1945723"/>
              <a:gd name="csX13" fmla="*/ 1201075 w 3359977"/>
              <a:gd name="csY13" fmla="*/ 1938962 h 1945723"/>
              <a:gd name="csX14" fmla="*/ 142839 w 3359977"/>
              <a:gd name="csY14" fmla="*/ 1664805 h 1945723"/>
              <a:gd name="csX15" fmla="*/ 75668 w 3359977"/>
              <a:gd name="csY15" fmla="*/ 914398 h 1945723"/>
              <a:gd name="csX16" fmla="*/ 638139 w 3359977"/>
              <a:gd name="csY16" fmla="*/ 210655 h 1945723"/>
              <a:gd name="csX17" fmla="*/ 1436025 w 3359977"/>
              <a:gd name="csY17" fmla="*/ 10484 h 1945723"/>
              <a:gd name="csX0" fmla="*/ 1436025 w 3355939"/>
              <a:gd name="csY0" fmla="*/ 10484 h 1945723"/>
              <a:gd name="csX1" fmla="*/ 2244689 w 3355939"/>
              <a:gd name="csY1" fmla="*/ 70955 h 1945723"/>
              <a:gd name="csX2" fmla="*/ 2764632 w 3355939"/>
              <a:gd name="csY2" fmla="*/ 431798 h 1945723"/>
              <a:gd name="csX3" fmla="*/ 2746491 w 3355939"/>
              <a:gd name="csY3" fmla="*/ 929611 h 1945723"/>
              <a:gd name="csX4" fmla="*/ 3032337 w 3355939"/>
              <a:gd name="csY4" fmla="*/ 1065730 h 1945723"/>
              <a:gd name="csX5" fmla="*/ 2981113 w 3355939"/>
              <a:gd name="csY5" fmla="*/ 1261041 h 1945723"/>
              <a:gd name="csX6" fmla="*/ 3355939 w 3355939"/>
              <a:gd name="csY6" fmla="*/ 1360005 h 1945723"/>
              <a:gd name="csX7" fmla="*/ 3185701 w 3355939"/>
              <a:gd name="csY7" fmla="*/ 1596061 h 1945723"/>
              <a:gd name="csX8" fmla="*/ 3286089 w 3355939"/>
              <a:gd name="csY8" fmla="*/ 1791805 h 1945723"/>
              <a:gd name="csX9" fmla="*/ 3070189 w 3355939"/>
              <a:gd name="csY9" fmla="*/ 1931505 h 1945723"/>
              <a:gd name="csX10" fmla="*/ 2266678 w 3355939"/>
              <a:gd name="csY10" fmla="*/ 1900982 h 1945723"/>
              <a:gd name="csX11" fmla="*/ 2001705 w 3355939"/>
              <a:gd name="csY11" fmla="*/ 1621461 h 1945723"/>
              <a:gd name="csX12" fmla="*/ 1814965 w 3355939"/>
              <a:gd name="csY12" fmla="*/ 1740986 h 1945723"/>
              <a:gd name="csX13" fmla="*/ 1201075 w 3355939"/>
              <a:gd name="csY13" fmla="*/ 1938962 h 1945723"/>
              <a:gd name="csX14" fmla="*/ 142839 w 3355939"/>
              <a:gd name="csY14" fmla="*/ 1664805 h 1945723"/>
              <a:gd name="csX15" fmla="*/ 75668 w 3355939"/>
              <a:gd name="csY15" fmla="*/ 914398 h 1945723"/>
              <a:gd name="csX16" fmla="*/ 638139 w 3355939"/>
              <a:gd name="csY16" fmla="*/ 210655 h 1945723"/>
              <a:gd name="csX17" fmla="*/ 1436025 w 3355939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2981113 w 3294877"/>
              <a:gd name="csY5" fmla="*/ 12610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2981113 w 3294877"/>
              <a:gd name="csY5" fmla="*/ 12610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562190 w 3294877"/>
              <a:gd name="csY2" fmla="*/ 363055 h 1945723"/>
              <a:gd name="csX3" fmla="*/ 2764632 w 3294877"/>
              <a:gd name="csY3" fmla="*/ 431798 h 1945723"/>
              <a:gd name="csX4" fmla="*/ 2746491 w 3294877"/>
              <a:gd name="csY4" fmla="*/ 929611 h 1945723"/>
              <a:gd name="csX5" fmla="*/ 3019637 w 3294877"/>
              <a:gd name="csY5" fmla="*/ 1046680 h 1945723"/>
              <a:gd name="csX6" fmla="*/ 3044613 w 3294877"/>
              <a:gd name="csY6" fmla="*/ 1299141 h 1945723"/>
              <a:gd name="csX7" fmla="*/ 3254339 w 3294877"/>
              <a:gd name="csY7" fmla="*/ 1467955 h 1945723"/>
              <a:gd name="csX8" fmla="*/ 3185701 w 3294877"/>
              <a:gd name="csY8" fmla="*/ 1596061 h 1945723"/>
              <a:gd name="csX9" fmla="*/ 3286089 w 3294877"/>
              <a:gd name="csY9" fmla="*/ 1791805 h 1945723"/>
              <a:gd name="csX10" fmla="*/ 3070189 w 3294877"/>
              <a:gd name="csY10" fmla="*/ 1931505 h 1945723"/>
              <a:gd name="csX11" fmla="*/ 2266678 w 3294877"/>
              <a:gd name="csY11" fmla="*/ 1900982 h 1945723"/>
              <a:gd name="csX12" fmla="*/ 2001705 w 3294877"/>
              <a:gd name="csY12" fmla="*/ 1621461 h 1945723"/>
              <a:gd name="csX13" fmla="*/ 1814965 w 3294877"/>
              <a:gd name="csY13" fmla="*/ 1740986 h 1945723"/>
              <a:gd name="csX14" fmla="*/ 1201075 w 3294877"/>
              <a:gd name="csY14" fmla="*/ 1938962 h 1945723"/>
              <a:gd name="csX15" fmla="*/ 142839 w 3294877"/>
              <a:gd name="csY15" fmla="*/ 1664805 h 1945723"/>
              <a:gd name="csX16" fmla="*/ 75668 w 3294877"/>
              <a:gd name="csY16" fmla="*/ 914398 h 1945723"/>
              <a:gd name="csX17" fmla="*/ 638139 w 3294877"/>
              <a:gd name="csY17" fmla="*/ 210655 h 1945723"/>
              <a:gd name="csX18" fmla="*/ 1436025 w 3294877"/>
              <a:gd name="csY18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562190 w 3294877"/>
              <a:gd name="csY2" fmla="*/ 363055 h 1945723"/>
              <a:gd name="csX3" fmla="*/ 2764632 w 3294877"/>
              <a:gd name="csY3" fmla="*/ 431798 h 1945723"/>
              <a:gd name="csX4" fmla="*/ 2746491 w 3294877"/>
              <a:gd name="csY4" fmla="*/ 929611 h 1945723"/>
              <a:gd name="csX5" fmla="*/ 3019637 w 3294877"/>
              <a:gd name="csY5" fmla="*/ 1046680 h 1945723"/>
              <a:gd name="csX6" fmla="*/ 3044613 w 3294877"/>
              <a:gd name="csY6" fmla="*/ 1299141 h 1945723"/>
              <a:gd name="csX7" fmla="*/ 3254339 w 3294877"/>
              <a:gd name="csY7" fmla="*/ 1467955 h 1945723"/>
              <a:gd name="csX8" fmla="*/ 3185701 w 3294877"/>
              <a:gd name="csY8" fmla="*/ 1596061 h 1945723"/>
              <a:gd name="csX9" fmla="*/ 3286089 w 3294877"/>
              <a:gd name="csY9" fmla="*/ 1791805 h 1945723"/>
              <a:gd name="csX10" fmla="*/ 3070189 w 3294877"/>
              <a:gd name="csY10" fmla="*/ 1931505 h 1945723"/>
              <a:gd name="csX11" fmla="*/ 2266678 w 3294877"/>
              <a:gd name="csY11" fmla="*/ 1900982 h 1945723"/>
              <a:gd name="csX12" fmla="*/ 2001705 w 3294877"/>
              <a:gd name="csY12" fmla="*/ 1621461 h 1945723"/>
              <a:gd name="csX13" fmla="*/ 1814965 w 3294877"/>
              <a:gd name="csY13" fmla="*/ 1740986 h 1945723"/>
              <a:gd name="csX14" fmla="*/ 1201075 w 3294877"/>
              <a:gd name="csY14" fmla="*/ 1938962 h 1945723"/>
              <a:gd name="csX15" fmla="*/ 142839 w 3294877"/>
              <a:gd name="csY15" fmla="*/ 1664805 h 1945723"/>
              <a:gd name="csX16" fmla="*/ 75668 w 3294877"/>
              <a:gd name="csY16" fmla="*/ 914398 h 1945723"/>
              <a:gd name="csX17" fmla="*/ 638139 w 3294877"/>
              <a:gd name="csY17" fmla="*/ 210655 h 1945723"/>
              <a:gd name="csX18" fmla="*/ 1436025 w 3294877"/>
              <a:gd name="csY18" fmla="*/ 10484 h 1945723"/>
              <a:gd name="csX0" fmla="*/ 1388917 w 3247769"/>
              <a:gd name="csY0" fmla="*/ 10484 h 1945723"/>
              <a:gd name="csX1" fmla="*/ 2197581 w 3247769"/>
              <a:gd name="csY1" fmla="*/ 70955 h 1945723"/>
              <a:gd name="csX2" fmla="*/ 2515082 w 3247769"/>
              <a:gd name="csY2" fmla="*/ 363055 h 1945723"/>
              <a:gd name="csX3" fmla="*/ 2717524 w 3247769"/>
              <a:gd name="csY3" fmla="*/ 431798 h 1945723"/>
              <a:gd name="csX4" fmla="*/ 2699383 w 3247769"/>
              <a:gd name="csY4" fmla="*/ 929611 h 1945723"/>
              <a:gd name="csX5" fmla="*/ 2972529 w 3247769"/>
              <a:gd name="csY5" fmla="*/ 1046680 h 1945723"/>
              <a:gd name="csX6" fmla="*/ 2997505 w 3247769"/>
              <a:gd name="csY6" fmla="*/ 1299141 h 1945723"/>
              <a:gd name="csX7" fmla="*/ 3207231 w 3247769"/>
              <a:gd name="csY7" fmla="*/ 1467955 h 1945723"/>
              <a:gd name="csX8" fmla="*/ 3138593 w 3247769"/>
              <a:gd name="csY8" fmla="*/ 1596061 h 1945723"/>
              <a:gd name="csX9" fmla="*/ 3238981 w 3247769"/>
              <a:gd name="csY9" fmla="*/ 1791805 h 1945723"/>
              <a:gd name="csX10" fmla="*/ 3023081 w 3247769"/>
              <a:gd name="csY10" fmla="*/ 1931505 h 1945723"/>
              <a:gd name="csX11" fmla="*/ 2219570 w 3247769"/>
              <a:gd name="csY11" fmla="*/ 1900982 h 1945723"/>
              <a:gd name="csX12" fmla="*/ 1954597 w 3247769"/>
              <a:gd name="csY12" fmla="*/ 1621461 h 1945723"/>
              <a:gd name="csX13" fmla="*/ 1767857 w 3247769"/>
              <a:gd name="csY13" fmla="*/ 1740986 h 1945723"/>
              <a:gd name="csX14" fmla="*/ 1153967 w 3247769"/>
              <a:gd name="csY14" fmla="*/ 1938962 h 1945723"/>
              <a:gd name="csX15" fmla="*/ 95731 w 3247769"/>
              <a:gd name="csY15" fmla="*/ 1664805 h 1945723"/>
              <a:gd name="csX16" fmla="*/ 155087 w 3247769"/>
              <a:gd name="csY16" fmla="*/ 897634 h 1945723"/>
              <a:gd name="csX17" fmla="*/ 591031 w 3247769"/>
              <a:gd name="csY17" fmla="*/ 210655 h 1945723"/>
              <a:gd name="csX18" fmla="*/ 1388917 w 3247769"/>
              <a:gd name="csY18" fmla="*/ 10484 h 1945723"/>
              <a:gd name="csX0" fmla="*/ 1350145 w 3208997"/>
              <a:gd name="csY0" fmla="*/ 10484 h 1946834"/>
              <a:gd name="csX1" fmla="*/ 2158809 w 3208997"/>
              <a:gd name="csY1" fmla="*/ 70955 h 1946834"/>
              <a:gd name="csX2" fmla="*/ 2476310 w 3208997"/>
              <a:gd name="csY2" fmla="*/ 363055 h 1946834"/>
              <a:gd name="csX3" fmla="*/ 2678752 w 3208997"/>
              <a:gd name="csY3" fmla="*/ 431798 h 1946834"/>
              <a:gd name="csX4" fmla="*/ 2660611 w 3208997"/>
              <a:gd name="csY4" fmla="*/ 929611 h 1946834"/>
              <a:gd name="csX5" fmla="*/ 2933757 w 3208997"/>
              <a:gd name="csY5" fmla="*/ 1046680 h 1946834"/>
              <a:gd name="csX6" fmla="*/ 2958733 w 3208997"/>
              <a:gd name="csY6" fmla="*/ 1299141 h 1946834"/>
              <a:gd name="csX7" fmla="*/ 3168459 w 3208997"/>
              <a:gd name="csY7" fmla="*/ 1467955 h 1946834"/>
              <a:gd name="csX8" fmla="*/ 3099821 w 3208997"/>
              <a:gd name="csY8" fmla="*/ 1596061 h 1946834"/>
              <a:gd name="csX9" fmla="*/ 3200209 w 3208997"/>
              <a:gd name="csY9" fmla="*/ 1791805 h 1946834"/>
              <a:gd name="csX10" fmla="*/ 2984309 w 3208997"/>
              <a:gd name="csY10" fmla="*/ 1931505 h 1946834"/>
              <a:gd name="csX11" fmla="*/ 2180798 w 3208997"/>
              <a:gd name="csY11" fmla="*/ 1900982 h 1946834"/>
              <a:gd name="csX12" fmla="*/ 1915825 w 3208997"/>
              <a:gd name="csY12" fmla="*/ 1621461 h 1946834"/>
              <a:gd name="csX13" fmla="*/ 1729085 w 3208997"/>
              <a:gd name="csY13" fmla="*/ 1740986 h 1946834"/>
              <a:gd name="csX14" fmla="*/ 1115195 w 3208997"/>
              <a:gd name="csY14" fmla="*/ 1938962 h 1946834"/>
              <a:gd name="csX15" fmla="*/ 108962 w 3208997"/>
              <a:gd name="csY15" fmla="*/ 1691696 h 1946834"/>
              <a:gd name="csX16" fmla="*/ 116315 w 3208997"/>
              <a:gd name="csY16" fmla="*/ 897634 h 1946834"/>
              <a:gd name="csX17" fmla="*/ 552259 w 3208997"/>
              <a:gd name="csY17" fmla="*/ 210655 h 1946834"/>
              <a:gd name="csX18" fmla="*/ 1350145 w 3208997"/>
              <a:gd name="csY18" fmla="*/ 10484 h 1946834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915825 w 3208997"/>
              <a:gd name="csY12" fmla="*/ 1621461 h 1991373"/>
              <a:gd name="csX13" fmla="*/ 1729085 w 3208997"/>
              <a:gd name="csY13" fmla="*/ 1740986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915825 w 3208997"/>
              <a:gd name="csY12" fmla="*/ 1621461 h 1991373"/>
              <a:gd name="csX13" fmla="*/ 1651224 w 3208997"/>
              <a:gd name="csY13" fmla="*/ 1576663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843078 w 3208997"/>
              <a:gd name="csY12" fmla="*/ 1534219 h 1991373"/>
              <a:gd name="csX13" fmla="*/ 1651224 w 3208997"/>
              <a:gd name="csY13" fmla="*/ 1576663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843078 w 3208997"/>
              <a:gd name="csY12" fmla="*/ 1534219 h 1991373"/>
              <a:gd name="csX13" fmla="*/ 1398203 w 3208997"/>
              <a:gd name="csY13" fmla="*/ 1721090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055692 w 3208997"/>
              <a:gd name="csY11" fmla="*/ 1813029 h 1991373"/>
              <a:gd name="csX12" fmla="*/ 1843078 w 3208997"/>
              <a:gd name="csY12" fmla="*/ 1534219 h 1991373"/>
              <a:gd name="csX13" fmla="*/ 1398203 w 3208997"/>
              <a:gd name="csY13" fmla="*/ 1721090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314864 w 3208997"/>
              <a:gd name="csY11" fmla="*/ 1972590 h 1991373"/>
              <a:gd name="csX12" fmla="*/ 2055692 w 3208997"/>
              <a:gd name="csY12" fmla="*/ 1813029 h 1991373"/>
              <a:gd name="csX13" fmla="*/ 1843078 w 3208997"/>
              <a:gd name="csY13" fmla="*/ 1534219 h 1991373"/>
              <a:gd name="csX14" fmla="*/ 1398203 w 3208997"/>
              <a:gd name="csY14" fmla="*/ 1721090 h 1991373"/>
              <a:gd name="csX15" fmla="*/ 780334 w 3208997"/>
              <a:gd name="csY15" fmla="*/ 1985243 h 1991373"/>
              <a:gd name="csX16" fmla="*/ 108962 w 3208997"/>
              <a:gd name="csY16" fmla="*/ 1691696 h 1991373"/>
              <a:gd name="csX17" fmla="*/ 116315 w 3208997"/>
              <a:gd name="csY17" fmla="*/ 897634 h 1991373"/>
              <a:gd name="csX18" fmla="*/ 552259 w 3208997"/>
              <a:gd name="csY18" fmla="*/ 210655 h 1991373"/>
              <a:gd name="csX19" fmla="*/ 1350145 w 3208997"/>
              <a:gd name="csY19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64311 w 3208997"/>
              <a:gd name="csY10" fmla="*/ 1929693 h 1991373"/>
              <a:gd name="csX11" fmla="*/ 2314864 w 3208997"/>
              <a:gd name="csY11" fmla="*/ 1972590 h 1991373"/>
              <a:gd name="csX12" fmla="*/ 2055692 w 3208997"/>
              <a:gd name="csY12" fmla="*/ 1813029 h 1991373"/>
              <a:gd name="csX13" fmla="*/ 1843078 w 3208997"/>
              <a:gd name="csY13" fmla="*/ 1534219 h 1991373"/>
              <a:gd name="csX14" fmla="*/ 1398203 w 3208997"/>
              <a:gd name="csY14" fmla="*/ 1721090 h 1991373"/>
              <a:gd name="csX15" fmla="*/ 780334 w 3208997"/>
              <a:gd name="csY15" fmla="*/ 1985243 h 1991373"/>
              <a:gd name="csX16" fmla="*/ 108962 w 3208997"/>
              <a:gd name="csY16" fmla="*/ 1691696 h 1991373"/>
              <a:gd name="csX17" fmla="*/ 116315 w 3208997"/>
              <a:gd name="csY17" fmla="*/ 897634 h 1991373"/>
              <a:gd name="csX18" fmla="*/ 552259 w 3208997"/>
              <a:gd name="csY18" fmla="*/ 210655 h 1991373"/>
              <a:gd name="csX19" fmla="*/ 1350145 w 3208997"/>
              <a:gd name="csY19" fmla="*/ 10484 h 1991373"/>
              <a:gd name="csX0" fmla="*/ 1350145 w 3168459"/>
              <a:gd name="csY0" fmla="*/ 10484 h 1991373"/>
              <a:gd name="csX1" fmla="*/ 2158809 w 3168459"/>
              <a:gd name="csY1" fmla="*/ 70955 h 1991373"/>
              <a:gd name="csX2" fmla="*/ 2476310 w 3168459"/>
              <a:gd name="csY2" fmla="*/ 363055 h 1991373"/>
              <a:gd name="csX3" fmla="*/ 2678752 w 3168459"/>
              <a:gd name="csY3" fmla="*/ 431798 h 1991373"/>
              <a:gd name="csX4" fmla="*/ 2660611 w 3168459"/>
              <a:gd name="csY4" fmla="*/ 929611 h 1991373"/>
              <a:gd name="csX5" fmla="*/ 2933757 w 3168459"/>
              <a:gd name="csY5" fmla="*/ 1046680 h 1991373"/>
              <a:gd name="csX6" fmla="*/ 2958733 w 3168459"/>
              <a:gd name="csY6" fmla="*/ 1299141 h 1991373"/>
              <a:gd name="csX7" fmla="*/ 3168459 w 3168459"/>
              <a:gd name="csY7" fmla="*/ 1467955 h 1991373"/>
              <a:gd name="csX8" fmla="*/ 3099821 w 3168459"/>
              <a:gd name="csY8" fmla="*/ 1596061 h 1991373"/>
              <a:gd name="csX9" fmla="*/ 3110765 w 3168459"/>
              <a:gd name="csY9" fmla="*/ 1799832 h 1991373"/>
              <a:gd name="csX10" fmla="*/ 2964311 w 3168459"/>
              <a:gd name="csY10" fmla="*/ 1929693 h 1991373"/>
              <a:gd name="csX11" fmla="*/ 2314864 w 3168459"/>
              <a:gd name="csY11" fmla="*/ 1972590 h 1991373"/>
              <a:gd name="csX12" fmla="*/ 2055692 w 3168459"/>
              <a:gd name="csY12" fmla="*/ 1813029 h 1991373"/>
              <a:gd name="csX13" fmla="*/ 1843078 w 3168459"/>
              <a:gd name="csY13" fmla="*/ 1534219 h 1991373"/>
              <a:gd name="csX14" fmla="*/ 1398203 w 3168459"/>
              <a:gd name="csY14" fmla="*/ 1721090 h 1991373"/>
              <a:gd name="csX15" fmla="*/ 780334 w 3168459"/>
              <a:gd name="csY15" fmla="*/ 1985243 h 1991373"/>
              <a:gd name="csX16" fmla="*/ 108962 w 3168459"/>
              <a:gd name="csY16" fmla="*/ 1691696 h 1991373"/>
              <a:gd name="csX17" fmla="*/ 116315 w 3168459"/>
              <a:gd name="csY17" fmla="*/ 897634 h 1991373"/>
              <a:gd name="csX18" fmla="*/ 552259 w 3168459"/>
              <a:gd name="csY18" fmla="*/ 210655 h 1991373"/>
              <a:gd name="csX19" fmla="*/ 1350145 w 3168459"/>
              <a:gd name="csY19" fmla="*/ 10484 h 1991373"/>
              <a:gd name="csX0" fmla="*/ 1350145 w 3168459"/>
              <a:gd name="csY0" fmla="*/ 10484 h 1991373"/>
              <a:gd name="csX1" fmla="*/ 2158809 w 3168459"/>
              <a:gd name="csY1" fmla="*/ 70955 h 1991373"/>
              <a:gd name="csX2" fmla="*/ 2476310 w 3168459"/>
              <a:gd name="csY2" fmla="*/ 363055 h 1991373"/>
              <a:gd name="csX3" fmla="*/ 2678752 w 3168459"/>
              <a:gd name="csY3" fmla="*/ 431798 h 1991373"/>
              <a:gd name="csX4" fmla="*/ 2660611 w 3168459"/>
              <a:gd name="csY4" fmla="*/ 929611 h 1991373"/>
              <a:gd name="csX5" fmla="*/ 2933757 w 3168459"/>
              <a:gd name="csY5" fmla="*/ 1046680 h 1991373"/>
              <a:gd name="csX6" fmla="*/ 2958733 w 3168459"/>
              <a:gd name="csY6" fmla="*/ 1299141 h 1991373"/>
              <a:gd name="csX7" fmla="*/ 3168459 w 3168459"/>
              <a:gd name="csY7" fmla="*/ 1467955 h 1991373"/>
              <a:gd name="csX8" fmla="*/ 2935074 w 3168459"/>
              <a:gd name="csY8" fmla="*/ 1478306 h 1991373"/>
              <a:gd name="csX9" fmla="*/ 3110765 w 3168459"/>
              <a:gd name="csY9" fmla="*/ 1799832 h 1991373"/>
              <a:gd name="csX10" fmla="*/ 2964311 w 3168459"/>
              <a:gd name="csY10" fmla="*/ 1929693 h 1991373"/>
              <a:gd name="csX11" fmla="*/ 2314864 w 3168459"/>
              <a:gd name="csY11" fmla="*/ 1972590 h 1991373"/>
              <a:gd name="csX12" fmla="*/ 2055692 w 3168459"/>
              <a:gd name="csY12" fmla="*/ 1813029 h 1991373"/>
              <a:gd name="csX13" fmla="*/ 1843078 w 3168459"/>
              <a:gd name="csY13" fmla="*/ 1534219 h 1991373"/>
              <a:gd name="csX14" fmla="*/ 1398203 w 3168459"/>
              <a:gd name="csY14" fmla="*/ 1721090 h 1991373"/>
              <a:gd name="csX15" fmla="*/ 780334 w 3168459"/>
              <a:gd name="csY15" fmla="*/ 1985243 h 1991373"/>
              <a:gd name="csX16" fmla="*/ 108962 w 3168459"/>
              <a:gd name="csY16" fmla="*/ 1691696 h 1991373"/>
              <a:gd name="csX17" fmla="*/ 116315 w 3168459"/>
              <a:gd name="csY17" fmla="*/ 897634 h 1991373"/>
              <a:gd name="csX18" fmla="*/ 552259 w 3168459"/>
              <a:gd name="csY18" fmla="*/ 210655 h 1991373"/>
              <a:gd name="csX19" fmla="*/ 1350145 w 3168459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60611 w 3118346"/>
              <a:gd name="csY4" fmla="*/ 929611 h 1991373"/>
              <a:gd name="csX5" fmla="*/ 2933757 w 3118346"/>
              <a:gd name="csY5" fmla="*/ 1046680 h 1991373"/>
              <a:gd name="csX6" fmla="*/ 2958733 w 3118346"/>
              <a:gd name="csY6" fmla="*/ 129914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60611 w 3118346"/>
              <a:gd name="csY4" fmla="*/ 929611 h 1991373"/>
              <a:gd name="csX5" fmla="*/ 2933757 w 3118346"/>
              <a:gd name="csY5" fmla="*/ 1046680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60611 w 3118346"/>
              <a:gd name="csY4" fmla="*/ 929611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34043 w 3118346"/>
              <a:gd name="csY4" fmla="*/ 844537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57366 w 3118346"/>
              <a:gd name="csY3" fmla="*/ 645601 h 1991373"/>
              <a:gd name="csX4" fmla="*/ 2634043 w 3118346"/>
              <a:gd name="csY4" fmla="*/ 844537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503235 w 3118346"/>
              <a:gd name="csY2" fmla="*/ 421949 h 1991373"/>
              <a:gd name="csX3" fmla="*/ 2657366 w 3118346"/>
              <a:gd name="csY3" fmla="*/ 645601 h 1991373"/>
              <a:gd name="csX4" fmla="*/ 2634043 w 3118346"/>
              <a:gd name="csY4" fmla="*/ 844537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49 h 1980938"/>
              <a:gd name="csX1" fmla="*/ 2266117 w 3118346"/>
              <a:gd name="csY1" fmla="*/ 211381 h 1980938"/>
              <a:gd name="csX2" fmla="*/ 2503235 w 3118346"/>
              <a:gd name="csY2" fmla="*/ 411514 h 1980938"/>
              <a:gd name="csX3" fmla="*/ 2657366 w 3118346"/>
              <a:gd name="csY3" fmla="*/ 635166 h 1980938"/>
              <a:gd name="csX4" fmla="*/ 2634043 w 3118346"/>
              <a:gd name="csY4" fmla="*/ 834102 h 1980938"/>
              <a:gd name="csX5" fmla="*/ 2792311 w 3118346"/>
              <a:gd name="csY5" fmla="*/ 1017381 h 1980938"/>
              <a:gd name="csX6" fmla="*/ 2734346 w 3118346"/>
              <a:gd name="csY6" fmla="*/ 1139336 h 1980938"/>
              <a:gd name="csX7" fmla="*/ 2777547 w 3118346"/>
              <a:gd name="csY7" fmla="*/ 1321290 h 1980938"/>
              <a:gd name="csX8" fmla="*/ 2935074 w 3118346"/>
              <a:gd name="csY8" fmla="*/ 1467871 h 1980938"/>
              <a:gd name="csX9" fmla="*/ 3110765 w 3118346"/>
              <a:gd name="csY9" fmla="*/ 1789397 h 1980938"/>
              <a:gd name="csX10" fmla="*/ 2964311 w 3118346"/>
              <a:gd name="csY10" fmla="*/ 1919258 h 1980938"/>
              <a:gd name="csX11" fmla="*/ 2314864 w 3118346"/>
              <a:gd name="csY11" fmla="*/ 1962155 h 1980938"/>
              <a:gd name="csX12" fmla="*/ 2055692 w 3118346"/>
              <a:gd name="csY12" fmla="*/ 1802594 h 1980938"/>
              <a:gd name="csX13" fmla="*/ 1843078 w 3118346"/>
              <a:gd name="csY13" fmla="*/ 1523784 h 1980938"/>
              <a:gd name="csX14" fmla="*/ 1398203 w 3118346"/>
              <a:gd name="csY14" fmla="*/ 1710655 h 1980938"/>
              <a:gd name="csX15" fmla="*/ 780334 w 3118346"/>
              <a:gd name="csY15" fmla="*/ 1974808 h 1980938"/>
              <a:gd name="csX16" fmla="*/ 108962 w 3118346"/>
              <a:gd name="csY16" fmla="*/ 1681261 h 1980938"/>
              <a:gd name="csX17" fmla="*/ 116315 w 3118346"/>
              <a:gd name="csY17" fmla="*/ 887199 h 1980938"/>
              <a:gd name="csX18" fmla="*/ 552259 w 3118346"/>
              <a:gd name="csY18" fmla="*/ 200220 h 1980938"/>
              <a:gd name="csX19" fmla="*/ 1350145 w 3118346"/>
              <a:gd name="csY19" fmla="*/ 49 h 1980938"/>
              <a:gd name="csX0" fmla="*/ 1350145 w 3118346"/>
              <a:gd name="csY0" fmla="*/ 45474 h 2026363"/>
              <a:gd name="csX1" fmla="*/ 1793574 w 3118346"/>
              <a:gd name="csY1" fmla="*/ 16666 h 2026363"/>
              <a:gd name="csX2" fmla="*/ 2266117 w 3118346"/>
              <a:gd name="csY2" fmla="*/ 256806 h 2026363"/>
              <a:gd name="csX3" fmla="*/ 2503235 w 3118346"/>
              <a:gd name="csY3" fmla="*/ 456939 h 2026363"/>
              <a:gd name="csX4" fmla="*/ 2657366 w 3118346"/>
              <a:gd name="csY4" fmla="*/ 680591 h 2026363"/>
              <a:gd name="csX5" fmla="*/ 2634043 w 3118346"/>
              <a:gd name="csY5" fmla="*/ 879527 h 2026363"/>
              <a:gd name="csX6" fmla="*/ 2792311 w 3118346"/>
              <a:gd name="csY6" fmla="*/ 1062806 h 2026363"/>
              <a:gd name="csX7" fmla="*/ 2734346 w 3118346"/>
              <a:gd name="csY7" fmla="*/ 1184761 h 2026363"/>
              <a:gd name="csX8" fmla="*/ 2777547 w 3118346"/>
              <a:gd name="csY8" fmla="*/ 1366715 h 2026363"/>
              <a:gd name="csX9" fmla="*/ 2935074 w 3118346"/>
              <a:gd name="csY9" fmla="*/ 1513296 h 2026363"/>
              <a:gd name="csX10" fmla="*/ 3110765 w 3118346"/>
              <a:gd name="csY10" fmla="*/ 1834822 h 2026363"/>
              <a:gd name="csX11" fmla="*/ 2964311 w 3118346"/>
              <a:gd name="csY11" fmla="*/ 1964683 h 2026363"/>
              <a:gd name="csX12" fmla="*/ 2314864 w 3118346"/>
              <a:gd name="csY12" fmla="*/ 2007580 h 2026363"/>
              <a:gd name="csX13" fmla="*/ 2055692 w 3118346"/>
              <a:gd name="csY13" fmla="*/ 1848019 h 2026363"/>
              <a:gd name="csX14" fmla="*/ 1843078 w 3118346"/>
              <a:gd name="csY14" fmla="*/ 1569209 h 2026363"/>
              <a:gd name="csX15" fmla="*/ 1398203 w 3118346"/>
              <a:gd name="csY15" fmla="*/ 1756080 h 2026363"/>
              <a:gd name="csX16" fmla="*/ 780334 w 3118346"/>
              <a:gd name="csY16" fmla="*/ 2020233 h 2026363"/>
              <a:gd name="csX17" fmla="*/ 108962 w 3118346"/>
              <a:gd name="csY17" fmla="*/ 1726686 h 2026363"/>
              <a:gd name="csX18" fmla="*/ 116315 w 3118346"/>
              <a:gd name="csY18" fmla="*/ 932624 h 2026363"/>
              <a:gd name="csX19" fmla="*/ 552259 w 3118346"/>
              <a:gd name="csY19" fmla="*/ 245645 h 2026363"/>
              <a:gd name="csX20" fmla="*/ 1350145 w 3118346"/>
              <a:gd name="csY20" fmla="*/ 45474 h 2026363"/>
              <a:gd name="csX0" fmla="*/ 1351134 w 3119335"/>
              <a:gd name="csY0" fmla="*/ 45772 h 2026661"/>
              <a:gd name="csX1" fmla="*/ 1794563 w 3119335"/>
              <a:gd name="csY1" fmla="*/ 16964 h 2026661"/>
              <a:gd name="csX2" fmla="*/ 2267106 w 3119335"/>
              <a:gd name="csY2" fmla="*/ 257104 h 2026661"/>
              <a:gd name="csX3" fmla="*/ 2504224 w 3119335"/>
              <a:gd name="csY3" fmla="*/ 457237 h 2026661"/>
              <a:gd name="csX4" fmla="*/ 2658355 w 3119335"/>
              <a:gd name="csY4" fmla="*/ 680889 h 2026661"/>
              <a:gd name="csX5" fmla="*/ 2635032 w 3119335"/>
              <a:gd name="csY5" fmla="*/ 879825 h 2026661"/>
              <a:gd name="csX6" fmla="*/ 2793300 w 3119335"/>
              <a:gd name="csY6" fmla="*/ 1063104 h 2026661"/>
              <a:gd name="csX7" fmla="*/ 2735335 w 3119335"/>
              <a:gd name="csY7" fmla="*/ 1185059 h 2026661"/>
              <a:gd name="csX8" fmla="*/ 2778536 w 3119335"/>
              <a:gd name="csY8" fmla="*/ 1367013 h 2026661"/>
              <a:gd name="csX9" fmla="*/ 2936063 w 3119335"/>
              <a:gd name="csY9" fmla="*/ 1513594 h 2026661"/>
              <a:gd name="csX10" fmla="*/ 3111754 w 3119335"/>
              <a:gd name="csY10" fmla="*/ 1835120 h 2026661"/>
              <a:gd name="csX11" fmla="*/ 2965300 w 3119335"/>
              <a:gd name="csY11" fmla="*/ 1964981 h 2026661"/>
              <a:gd name="csX12" fmla="*/ 2315853 w 3119335"/>
              <a:gd name="csY12" fmla="*/ 2007878 h 2026661"/>
              <a:gd name="csX13" fmla="*/ 2056681 w 3119335"/>
              <a:gd name="csY13" fmla="*/ 1848317 h 2026661"/>
              <a:gd name="csX14" fmla="*/ 1844067 w 3119335"/>
              <a:gd name="csY14" fmla="*/ 1569507 h 2026661"/>
              <a:gd name="csX15" fmla="*/ 1399192 w 3119335"/>
              <a:gd name="csY15" fmla="*/ 1756378 h 2026661"/>
              <a:gd name="csX16" fmla="*/ 781323 w 3119335"/>
              <a:gd name="csY16" fmla="*/ 2020531 h 2026661"/>
              <a:gd name="csX17" fmla="*/ 109951 w 3119335"/>
              <a:gd name="csY17" fmla="*/ 1726984 h 2026661"/>
              <a:gd name="csX18" fmla="*/ 117304 w 3119335"/>
              <a:gd name="csY18" fmla="*/ 932922 h 2026661"/>
              <a:gd name="csX19" fmla="*/ 574703 w 3119335"/>
              <a:gd name="csY19" fmla="*/ 253936 h 2026661"/>
              <a:gd name="csX20" fmla="*/ 1351134 w 3119335"/>
              <a:gd name="csY20" fmla="*/ 45772 h 2026661"/>
              <a:gd name="csX0" fmla="*/ 1351134 w 3119335"/>
              <a:gd name="csY0" fmla="*/ 45772 h 2026661"/>
              <a:gd name="csX1" fmla="*/ 1794563 w 3119335"/>
              <a:gd name="csY1" fmla="*/ 16964 h 2026661"/>
              <a:gd name="csX2" fmla="*/ 2267106 w 3119335"/>
              <a:gd name="csY2" fmla="*/ 257104 h 2026661"/>
              <a:gd name="csX3" fmla="*/ 2504224 w 3119335"/>
              <a:gd name="csY3" fmla="*/ 457237 h 2026661"/>
              <a:gd name="csX4" fmla="*/ 2658355 w 3119335"/>
              <a:gd name="csY4" fmla="*/ 680889 h 2026661"/>
              <a:gd name="csX5" fmla="*/ 2635032 w 3119335"/>
              <a:gd name="csY5" fmla="*/ 879825 h 2026661"/>
              <a:gd name="csX6" fmla="*/ 2793300 w 3119335"/>
              <a:gd name="csY6" fmla="*/ 1063104 h 2026661"/>
              <a:gd name="csX7" fmla="*/ 2735335 w 3119335"/>
              <a:gd name="csY7" fmla="*/ 1185059 h 2026661"/>
              <a:gd name="csX8" fmla="*/ 2778536 w 3119335"/>
              <a:gd name="csY8" fmla="*/ 1367013 h 2026661"/>
              <a:gd name="csX9" fmla="*/ 2936063 w 3119335"/>
              <a:gd name="csY9" fmla="*/ 1513594 h 2026661"/>
              <a:gd name="csX10" fmla="*/ 3111754 w 3119335"/>
              <a:gd name="csY10" fmla="*/ 1835120 h 2026661"/>
              <a:gd name="csX11" fmla="*/ 2965300 w 3119335"/>
              <a:gd name="csY11" fmla="*/ 1964981 h 2026661"/>
              <a:gd name="csX12" fmla="*/ 2315853 w 3119335"/>
              <a:gd name="csY12" fmla="*/ 2007878 h 2026661"/>
              <a:gd name="csX13" fmla="*/ 2056681 w 3119335"/>
              <a:gd name="csY13" fmla="*/ 1848317 h 2026661"/>
              <a:gd name="csX14" fmla="*/ 1844067 w 3119335"/>
              <a:gd name="csY14" fmla="*/ 1569507 h 2026661"/>
              <a:gd name="csX15" fmla="*/ 1399192 w 3119335"/>
              <a:gd name="csY15" fmla="*/ 1756378 h 2026661"/>
              <a:gd name="csX16" fmla="*/ 781323 w 3119335"/>
              <a:gd name="csY16" fmla="*/ 2020531 h 2026661"/>
              <a:gd name="csX17" fmla="*/ 109951 w 3119335"/>
              <a:gd name="csY17" fmla="*/ 1726984 h 2026661"/>
              <a:gd name="csX18" fmla="*/ 117304 w 3119335"/>
              <a:gd name="csY18" fmla="*/ 932922 h 2026661"/>
              <a:gd name="csX19" fmla="*/ 574703 w 3119335"/>
              <a:gd name="csY19" fmla="*/ 253936 h 2026661"/>
              <a:gd name="csX20" fmla="*/ 1351134 w 3119335"/>
              <a:gd name="csY20" fmla="*/ 45772 h 2026661"/>
              <a:gd name="csX0" fmla="*/ 1302851 w 3071052"/>
              <a:gd name="csY0" fmla="*/ 45772 h 2026661"/>
              <a:gd name="csX1" fmla="*/ 1746280 w 3071052"/>
              <a:gd name="csY1" fmla="*/ 16964 h 2026661"/>
              <a:gd name="csX2" fmla="*/ 2218823 w 3071052"/>
              <a:gd name="csY2" fmla="*/ 257104 h 2026661"/>
              <a:gd name="csX3" fmla="*/ 2455941 w 3071052"/>
              <a:gd name="csY3" fmla="*/ 457237 h 2026661"/>
              <a:gd name="csX4" fmla="*/ 2610072 w 3071052"/>
              <a:gd name="csY4" fmla="*/ 680889 h 2026661"/>
              <a:gd name="csX5" fmla="*/ 2586749 w 3071052"/>
              <a:gd name="csY5" fmla="*/ 879825 h 2026661"/>
              <a:gd name="csX6" fmla="*/ 2745017 w 3071052"/>
              <a:gd name="csY6" fmla="*/ 1063104 h 2026661"/>
              <a:gd name="csX7" fmla="*/ 2687052 w 3071052"/>
              <a:gd name="csY7" fmla="*/ 1185059 h 2026661"/>
              <a:gd name="csX8" fmla="*/ 2730253 w 3071052"/>
              <a:gd name="csY8" fmla="*/ 1367013 h 2026661"/>
              <a:gd name="csX9" fmla="*/ 2887780 w 3071052"/>
              <a:gd name="csY9" fmla="*/ 1513594 h 2026661"/>
              <a:gd name="csX10" fmla="*/ 3063471 w 3071052"/>
              <a:gd name="csY10" fmla="*/ 1835120 h 2026661"/>
              <a:gd name="csX11" fmla="*/ 2917017 w 3071052"/>
              <a:gd name="csY11" fmla="*/ 1964981 h 2026661"/>
              <a:gd name="csX12" fmla="*/ 2267570 w 3071052"/>
              <a:gd name="csY12" fmla="*/ 2007878 h 2026661"/>
              <a:gd name="csX13" fmla="*/ 2008398 w 3071052"/>
              <a:gd name="csY13" fmla="*/ 1848317 h 2026661"/>
              <a:gd name="csX14" fmla="*/ 1795784 w 3071052"/>
              <a:gd name="csY14" fmla="*/ 1569507 h 2026661"/>
              <a:gd name="csX15" fmla="*/ 1350909 w 3071052"/>
              <a:gd name="csY15" fmla="*/ 1756378 h 2026661"/>
              <a:gd name="csX16" fmla="*/ 733040 w 3071052"/>
              <a:gd name="csY16" fmla="*/ 2020531 h 2026661"/>
              <a:gd name="csX17" fmla="*/ 61668 w 3071052"/>
              <a:gd name="csY17" fmla="*/ 1726984 h 2026661"/>
              <a:gd name="csX18" fmla="*/ 69021 w 3071052"/>
              <a:gd name="csY18" fmla="*/ 932922 h 2026661"/>
              <a:gd name="csX19" fmla="*/ 526420 w 3071052"/>
              <a:gd name="csY19" fmla="*/ 253936 h 2026661"/>
              <a:gd name="csX20" fmla="*/ 1302851 w 3071052"/>
              <a:gd name="csY20" fmla="*/ 45772 h 2026661"/>
              <a:gd name="csX0" fmla="*/ 1302851 w 3071052"/>
              <a:gd name="csY0" fmla="*/ 45772 h 2025059"/>
              <a:gd name="csX1" fmla="*/ 1746280 w 3071052"/>
              <a:gd name="csY1" fmla="*/ 16964 h 2025059"/>
              <a:gd name="csX2" fmla="*/ 2218823 w 3071052"/>
              <a:gd name="csY2" fmla="*/ 257104 h 2025059"/>
              <a:gd name="csX3" fmla="*/ 2455941 w 3071052"/>
              <a:gd name="csY3" fmla="*/ 457237 h 2025059"/>
              <a:gd name="csX4" fmla="*/ 2610072 w 3071052"/>
              <a:gd name="csY4" fmla="*/ 680889 h 2025059"/>
              <a:gd name="csX5" fmla="*/ 2586749 w 3071052"/>
              <a:gd name="csY5" fmla="*/ 879825 h 2025059"/>
              <a:gd name="csX6" fmla="*/ 2745017 w 3071052"/>
              <a:gd name="csY6" fmla="*/ 1063104 h 2025059"/>
              <a:gd name="csX7" fmla="*/ 2687052 w 3071052"/>
              <a:gd name="csY7" fmla="*/ 1185059 h 2025059"/>
              <a:gd name="csX8" fmla="*/ 2730253 w 3071052"/>
              <a:gd name="csY8" fmla="*/ 1367013 h 2025059"/>
              <a:gd name="csX9" fmla="*/ 2887780 w 3071052"/>
              <a:gd name="csY9" fmla="*/ 1513594 h 2025059"/>
              <a:gd name="csX10" fmla="*/ 3063471 w 3071052"/>
              <a:gd name="csY10" fmla="*/ 1835120 h 2025059"/>
              <a:gd name="csX11" fmla="*/ 2917017 w 3071052"/>
              <a:gd name="csY11" fmla="*/ 1964981 h 2025059"/>
              <a:gd name="csX12" fmla="*/ 2267570 w 3071052"/>
              <a:gd name="csY12" fmla="*/ 2007878 h 2025059"/>
              <a:gd name="csX13" fmla="*/ 2008398 w 3071052"/>
              <a:gd name="csY13" fmla="*/ 1848317 h 2025059"/>
              <a:gd name="csX14" fmla="*/ 1795784 w 3071052"/>
              <a:gd name="csY14" fmla="*/ 1569507 h 2025059"/>
              <a:gd name="csX15" fmla="*/ 1350909 w 3071052"/>
              <a:gd name="csY15" fmla="*/ 1756378 h 2025059"/>
              <a:gd name="csX16" fmla="*/ 733040 w 3071052"/>
              <a:gd name="csY16" fmla="*/ 2020531 h 2025059"/>
              <a:gd name="csX17" fmla="*/ 61668 w 3071052"/>
              <a:gd name="csY17" fmla="*/ 1726984 h 2025059"/>
              <a:gd name="csX18" fmla="*/ 69021 w 3071052"/>
              <a:gd name="csY18" fmla="*/ 932922 h 2025059"/>
              <a:gd name="csX19" fmla="*/ 526420 w 3071052"/>
              <a:gd name="csY19" fmla="*/ 253936 h 2025059"/>
              <a:gd name="csX20" fmla="*/ 1302851 w 3071052"/>
              <a:gd name="csY20" fmla="*/ 45772 h 2025059"/>
              <a:gd name="csX0" fmla="*/ 1302851 w 3071052"/>
              <a:gd name="csY0" fmla="*/ 45772 h 2023029"/>
              <a:gd name="csX1" fmla="*/ 1746280 w 3071052"/>
              <a:gd name="csY1" fmla="*/ 16964 h 2023029"/>
              <a:gd name="csX2" fmla="*/ 2218823 w 3071052"/>
              <a:gd name="csY2" fmla="*/ 257104 h 2023029"/>
              <a:gd name="csX3" fmla="*/ 2455941 w 3071052"/>
              <a:gd name="csY3" fmla="*/ 457237 h 2023029"/>
              <a:gd name="csX4" fmla="*/ 2610072 w 3071052"/>
              <a:gd name="csY4" fmla="*/ 680889 h 2023029"/>
              <a:gd name="csX5" fmla="*/ 2586749 w 3071052"/>
              <a:gd name="csY5" fmla="*/ 879825 h 2023029"/>
              <a:gd name="csX6" fmla="*/ 2745017 w 3071052"/>
              <a:gd name="csY6" fmla="*/ 1063104 h 2023029"/>
              <a:gd name="csX7" fmla="*/ 2687052 w 3071052"/>
              <a:gd name="csY7" fmla="*/ 1185059 h 2023029"/>
              <a:gd name="csX8" fmla="*/ 2730253 w 3071052"/>
              <a:gd name="csY8" fmla="*/ 1367013 h 2023029"/>
              <a:gd name="csX9" fmla="*/ 2887780 w 3071052"/>
              <a:gd name="csY9" fmla="*/ 1513594 h 2023029"/>
              <a:gd name="csX10" fmla="*/ 3063471 w 3071052"/>
              <a:gd name="csY10" fmla="*/ 1835120 h 2023029"/>
              <a:gd name="csX11" fmla="*/ 2917017 w 3071052"/>
              <a:gd name="csY11" fmla="*/ 1964981 h 2023029"/>
              <a:gd name="csX12" fmla="*/ 2267570 w 3071052"/>
              <a:gd name="csY12" fmla="*/ 2007878 h 2023029"/>
              <a:gd name="csX13" fmla="*/ 2008398 w 3071052"/>
              <a:gd name="csY13" fmla="*/ 1848317 h 2023029"/>
              <a:gd name="csX14" fmla="*/ 1795784 w 3071052"/>
              <a:gd name="csY14" fmla="*/ 1569507 h 2023029"/>
              <a:gd name="csX15" fmla="*/ 1350909 w 3071052"/>
              <a:gd name="csY15" fmla="*/ 1756378 h 2023029"/>
              <a:gd name="csX16" fmla="*/ 733040 w 3071052"/>
              <a:gd name="csY16" fmla="*/ 2020531 h 2023029"/>
              <a:gd name="csX17" fmla="*/ 280981 w 3071052"/>
              <a:gd name="csY17" fmla="*/ 1813782 h 2023029"/>
              <a:gd name="csX18" fmla="*/ 61668 w 3071052"/>
              <a:gd name="csY18" fmla="*/ 1726984 h 2023029"/>
              <a:gd name="csX19" fmla="*/ 69021 w 3071052"/>
              <a:gd name="csY19" fmla="*/ 932922 h 2023029"/>
              <a:gd name="csX20" fmla="*/ 526420 w 3071052"/>
              <a:gd name="csY20" fmla="*/ 253936 h 2023029"/>
              <a:gd name="csX21" fmla="*/ 1302851 w 3071052"/>
              <a:gd name="csY21" fmla="*/ 45772 h 2023029"/>
              <a:gd name="csX0" fmla="*/ 1302851 w 3071052"/>
              <a:gd name="csY0" fmla="*/ 45772 h 2023029"/>
              <a:gd name="csX1" fmla="*/ 1746280 w 3071052"/>
              <a:gd name="csY1" fmla="*/ 16964 h 2023029"/>
              <a:gd name="csX2" fmla="*/ 2218823 w 3071052"/>
              <a:gd name="csY2" fmla="*/ 257104 h 2023029"/>
              <a:gd name="csX3" fmla="*/ 2455941 w 3071052"/>
              <a:gd name="csY3" fmla="*/ 457237 h 2023029"/>
              <a:gd name="csX4" fmla="*/ 2610072 w 3071052"/>
              <a:gd name="csY4" fmla="*/ 680889 h 2023029"/>
              <a:gd name="csX5" fmla="*/ 2586749 w 3071052"/>
              <a:gd name="csY5" fmla="*/ 879825 h 2023029"/>
              <a:gd name="csX6" fmla="*/ 2745017 w 3071052"/>
              <a:gd name="csY6" fmla="*/ 1063104 h 2023029"/>
              <a:gd name="csX7" fmla="*/ 2687052 w 3071052"/>
              <a:gd name="csY7" fmla="*/ 1185059 h 2023029"/>
              <a:gd name="csX8" fmla="*/ 2730253 w 3071052"/>
              <a:gd name="csY8" fmla="*/ 1367013 h 2023029"/>
              <a:gd name="csX9" fmla="*/ 2887780 w 3071052"/>
              <a:gd name="csY9" fmla="*/ 1513594 h 2023029"/>
              <a:gd name="csX10" fmla="*/ 3063471 w 3071052"/>
              <a:gd name="csY10" fmla="*/ 1835120 h 2023029"/>
              <a:gd name="csX11" fmla="*/ 2917017 w 3071052"/>
              <a:gd name="csY11" fmla="*/ 1964981 h 2023029"/>
              <a:gd name="csX12" fmla="*/ 2267570 w 3071052"/>
              <a:gd name="csY12" fmla="*/ 2007878 h 2023029"/>
              <a:gd name="csX13" fmla="*/ 2008398 w 3071052"/>
              <a:gd name="csY13" fmla="*/ 1848317 h 2023029"/>
              <a:gd name="csX14" fmla="*/ 1795784 w 3071052"/>
              <a:gd name="csY14" fmla="*/ 1569507 h 2023029"/>
              <a:gd name="csX15" fmla="*/ 1350909 w 3071052"/>
              <a:gd name="csY15" fmla="*/ 1756378 h 2023029"/>
              <a:gd name="csX16" fmla="*/ 733040 w 3071052"/>
              <a:gd name="csY16" fmla="*/ 2020531 h 2023029"/>
              <a:gd name="csX17" fmla="*/ 280981 w 3071052"/>
              <a:gd name="csY17" fmla="*/ 1813782 h 2023029"/>
              <a:gd name="csX18" fmla="*/ 61668 w 3071052"/>
              <a:gd name="csY18" fmla="*/ 1726984 h 2023029"/>
              <a:gd name="csX19" fmla="*/ 69021 w 3071052"/>
              <a:gd name="csY19" fmla="*/ 932922 h 2023029"/>
              <a:gd name="csX20" fmla="*/ 526420 w 3071052"/>
              <a:gd name="csY20" fmla="*/ 253936 h 2023029"/>
              <a:gd name="csX21" fmla="*/ 1302851 w 3071052"/>
              <a:gd name="csY21" fmla="*/ 45772 h 2023029"/>
              <a:gd name="csX0" fmla="*/ 1302851 w 3071052"/>
              <a:gd name="csY0" fmla="*/ 45772 h 2023029"/>
              <a:gd name="csX1" fmla="*/ 1746280 w 3071052"/>
              <a:gd name="csY1" fmla="*/ 16964 h 2023029"/>
              <a:gd name="csX2" fmla="*/ 2218823 w 3071052"/>
              <a:gd name="csY2" fmla="*/ 257104 h 2023029"/>
              <a:gd name="csX3" fmla="*/ 2455941 w 3071052"/>
              <a:gd name="csY3" fmla="*/ 457237 h 2023029"/>
              <a:gd name="csX4" fmla="*/ 2610072 w 3071052"/>
              <a:gd name="csY4" fmla="*/ 680889 h 2023029"/>
              <a:gd name="csX5" fmla="*/ 2586749 w 3071052"/>
              <a:gd name="csY5" fmla="*/ 879825 h 2023029"/>
              <a:gd name="csX6" fmla="*/ 2745017 w 3071052"/>
              <a:gd name="csY6" fmla="*/ 1063104 h 2023029"/>
              <a:gd name="csX7" fmla="*/ 2687052 w 3071052"/>
              <a:gd name="csY7" fmla="*/ 1185059 h 2023029"/>
              <a:gd name="csX8" fmla="*/ 2730253 w 3071052"/>
              <a:gd name="csY8" fmla="*/ 1367013 h 2023029"/>
              <a:gd name="csX9" fmla="*/ 2887780 w 3071052"/>
              <a:gd name="csY9" fmla="*/ 1513594 h 2023029"/>
              <a:gd name="csX10" fmla="*/ 3063471 w 3071052"/>
              <a:gd name="csY10" fmla="*/ 1835120 h 2023029"/>
              <a:gd name="csX11" fmla="*/ 2917017 w 3071052"/>
              <a:gd name="csY11" fmla="*/ 1964981 h 2023029"/>
              <a:gd name="csX12" fmla="*/ 2267570 w 3071052"/>
              <a:gd name="csY12" fmla="*/ 2007878 h 2023029"/>
              <a:gd name="csX13" fmla="*/ 2008398 w 3071052"/>
              <a:gd name="csY13" fmla="*/ 1848317 h 2023029"/>
              <a:gd name="csX14" fmla="*/ 1795784 w 3071052"/>
              <a:gd name="csY14" fmla="*/ 1569507 h 2023029"/>
              <a:gd name="csX15" fmla="*/ 1350909 w 3071052"/>
              <a:gd name="csY15" fmla="*/ 1756378 h 2023029"/>
              <a:gd name="csX16" fmla="*/ 733040 w 3071052"/>
              <a:gd name="csY16" fmla="*/ 2020531 h 2023029"/>
              <a:gd name="csX17" fmla="*/ 280981 w 3071052"/>
              <a:gd name="csY17" fmla="*/ 1813782 h 2023029"/>
              <a:gd name="csX18" fmla="*/ 61668 w 3071052"/>
              <a:gd name="csY18" fmla="*/ 1726984 h 2023029"/>
              <a:gd name="csX19" fmla="*/ 69021 w 3071052"/>
              <a:gd name="csY19" fmla="*/ 932922 h 2023029"/>
              <a:gd name="csX20" fmla="*/ 526420 w 3071052"/>
              <a:gd name="csY20" fmla="*/ 253936 h 2023029"/>
              <a:gd name="csX21" fmla="*/ 1302851 w 3071052"/>
              <a:gd name="csY21" fmla="*/ 45772 h 2023029"/>
              <a:gd name="csX0" fmla="*/ 1302851 w 3071052"/>
              <a:gd name="csY0" fmla="*/ 45772 h 2023775"/>
              <a:gd name="csX1" fmla="*/ 1746280 w 3071052"/>
              <a:gd name="csY1" fmla="*/ 16964 h 2023775"/>
              <a:gd name="csX2" fmla="*/ 2218823 w 3071052"/>
              <a:gd name="csY2" fmla="*/ 257104 h 2023775"/>
              <a:gd name="csX3" fmla="*/ 2455941 w 3071052"/>
              <a:gd name="csY3" fmla="*/ 457237 h 2023775"/>
              <a:gd name="csX4" fmla="*/ 2610072 w 3071052"/>
              <a:gd name="csY4" fmla="*/ 680889 h 2023775"/>
              <a:gd name="csX5" fmla="*/ 2586749 w 3071052"/>
              <a:gd name="csY5" fmla="*/ 879825 h 2023775"/>
              <a:gd name="csX6" fmla="*/ 2745017 w 3071052"/>
              <a:gd name="csY6" fmla="*/ 1063104 h 2023775"/>
              <a:gd name="csX7" fmla="*/ 2687052 w 3071052"/>
              <a:gd name="csY7" fmla="*/ 1185059 h 2023775"/>
              <a:gd name="csX8" fmla="*/ 2730253 w 3071052"/>
              <a:gd name="csY8" fmla="*/ 1367013 h 2023775"/>
              <a:gd name="csX9" fmla="*/ 2887780 w 3071052"/>
              <a:gd name="csY9" fmla="*/ 1513594 h 2023775"/>
              <a:gd name="csX10" fmla="*/ 3063471 w 3071052"/>
              <a:gd name="csY10" fmla="*/ 1835120 h 2023775"/>
              <a:gd name="csX11" fmla="*/ 2917017 w 3071052"/>
              <a:gd name="csY11" fmla="*/ 1964981 h 2023775"/>
              <a:gd name="csX12" fmla="*/ 2267570 w 3071052"/>
              <a:gd name="csY12" fmla="*/ 2007878 h 2023775"/>
              <a:gd name="csX13" fmla="*/ 2008398 w 3071052"/>
              <a:gd name="csY13" fmla="*/ 1848317 h 2023775"/>
              <a:gd name="csX14" fmla="*/ 1795784 w 3071052"/>
              <a:gd name="csY14" fmla="*/ 1569507 h 2023775"/>
              <a:gd name="csX15" fmla="*/ 1350909 w 3071052"/>
              <a:gd name="csY15" fmla="*/ 1756378 h 2023775"/>
              <a:gd name="csX16" fmla="*/ 733040 w 3071052"/>
              <a:gd name="csY16" fmla="*/ 2020531 h 2023775"/>
              <a:gd name="csX17" fmla="*/ 280981 w 3071052"/>
              <a:gd name="csY17" fmla="*/ 1813782 h 2023775"/>
              <a:gd name="csX18" fmla="*/ 61668 w 3071052"/>
              <a:gd name="csY18" fmla="*/ 1726984 h 2023775"/>
              <a:gd name="csX19" fmla="*/ 69021 w 3071052"/>
              <a:gd name="csY19" fmla="*/ 932922 h 2023775"/>
              <a:gd name="csX20" fmla="*/ 526420 w 3071052"/>
              <a:gd name="csY20" fmla="*/ 253936 h 2023775"/>
              <a:gd name="csX21" fmla="*/ 1302851 w 3071052"/>
              <a:gd name="csY21" fmla="*/ 45772 h 2023775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28808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302851 w 3071052"/>
              <a:gd name="csY21" fmla="*/ 28808 h 1990914"/>
              <a:gd name="csX0" fmla="*/ 1162878 w 3071052"/>
              <a:gd name="csY0" fmla="*/ 71574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162878 w 3071052"/>
              <a:gd name="csY21" fmla="*/ 71574 h 1990914"/>
              <a:gd name="csX0" fmla="*/ 1162878 w 3071052"/>
              <a:gd name="csY0" fmla="*/ 71574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162878 w 3071052"/>
              <a:gd name="csY21" fmla="*/ 71574 h 1990914"/>
              <a:gd name="csX0" fmla="*/ 1162878 w 3071052"/>
              <a:gd name="csY0" fmla="*/ 71574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162878 w 3071052"/>
              <a:gd name="csY21" fmla="*/ 71574 h 19909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</a:cxnLst>
            <a:rect l="l" t="t" r="r" b="b"/>
            <a:pathLst>
              <a:path w="3071052" h="1990914">
                <a:moveTo>
                  <a:pt x="1162878" y="71574"/>
                </a:moveTo>
                <a:cubicBezTo>
                  <a:pt x="1530156" y="-19603"/>
                  <a:pt x="1599993" y="5681"/>
                  <a:pt x="1746280" y="0"/>
                </a:cubicBezTo>
                <a:cubicBezTo>
                  <a:pt x="1898942" y="35222"/>
                  <a:pt x="2115686" y="129488"/>
                  <a:pt x="2218823" y="240140"/>
                </a:cubicBezTo>
                <a:cubicBezTo>
                  <a:pt x="2299547" y="327055"/>
                  <a:pt x="2325112" y="400327"/>
                  <a:pt x="2455941" y="440273"/>
                </a:cubicBezTo>
                <a:cubicBezTo>
                  <a:pt x="2498977" y="536787"/>
                  <a:pt x="2563480" y="598074"/>
                  <a:pt x="2610072" y="663925"/>
                </a:cubicBezTo>
                <a:cubicBezTo>
                  <a:pt x="2626241" y="763252"/>
                  <a:pt x="2602614" y="763017"/>
                  <a:pt x="2586749" y="862861"/>
                </a:cubicBezTo>
                <a:cubicBezTo>
                  <a:pt x="2620648" y="939984"/>
                  <a:pt x="2705673" y="959018"/>
                  <a:pt x="2745922" y="1036141"/>
                </a:cubicBezTo>
                <a:cubicBezTo>
                  <a:pt x="2780986" y="1107240"/>
                  <a:pt x="2721060" y="1058541"/>
                  <a:pt x="2687052" y="1168095"/>
                </a:cubicBezTo>
                <a:cubicBezTo>
                  <a:pt x="2737811" y="1353666"/>
                  <a:pt x="2707884" y="1277582"/>
                  <a:pt x="2730253" y="1350049"/>
                </a:cubicBezTo>
                <a:cubicBezTo>
                  <a:pt x="2760027" y="1418890"/>
                  <a:pt x="2832244" y="1418612"/>
                  <a:pt x="2887780" y="1496630"/>
                </a:cubicBezTo>
                <a:cubicBezTo>
                  <a:pt x="2943316" y="1574648"/>
                  <a:pt x="3108123" y="1774949"/>
                  <a:pt x="3063471" y="1818156"/>
                </a:cubicBezTo>
                <a:cubicBezTo>
                  <a:pt x="2995179" y="1844099"/>
                  <a:pt x="2971160" y="1821380"/>
                  <a:pt x="2917017" y="1948017"/>
                </a:cubicBezTo>
                <a:cubicBezTo>
                  <a:pt x="2781211" y="1963418"/>
                  <a:pt x="2469229" y="1960469"/>
                  <a:pt x="2267570" y="1990914"/>
                </a:cubicBezTo>
                <a:cubicBezTo>
                  <a:pt x="2122392" y="1831906"/>
                  <a:pt x="2087029" y="1904415"/>
                  <a:pt x="2008398" y="1831353"/>
                </a:cubicBezTo>
                <a:cubicBezTo>
                  <a:pt x="1929767" y="1758291"/>
                  <a:pt x="1884464" y="1764973"/>
                  <a:pt x="1795784" y="1552543"/>
                </a:cubicBezTo>
                <a:cubicBezTo>
                  <a:pt x="1653495" y="1626468"/>
                  <a:pt x="1514246" y="1533316"/>
                  <a:pt x="1350909" y="1739414"/>
                </a:cubicBezTo>
                <a:cubicBezTo>
                  <a:pt x="1254281" y="1848459"/>
                  <a:pt x="1069717" y="1935889"/>
                  <a:pt x="742667" y="1975203"/>
                </a:cubicBezTo>
                <a:cubicBezTo>
                  <a:pt x="561684" y="2001163"/>
                  <a:pt x="381437" y="1894104"/>
                  <a:pt x="280981" y="1796818"/>
                </a:cubicBezTo>
                <a:cubicBezTo>
                  <a:pt x="129250" y="1675732"/>
                  <a:pt x="126304" y="1787403"/>
                  <a:pt x="61668" y="1710020"/>
                </a:cubicBezTo>
                <a:cubicBezTo>
                  <a:pt x="-33611" y="1530140"/>
                  <a:pt x="-8438" y="1161466"/>
                  <a:pt x="69021" y="915958"/>
                </a:cubicBezTo>
                <a:cubicBezTo>
                  <a:pt x="183565" y="661713"/>
                  <a:pt x="302869" y="387624"/>
                  <a:pt x="526420" y="236972"/>
                </a:cubicBezTo>
                <a:cubicBezTo>
                  <a:pt x="953741" y="-4097"/>
                  <a:pt x="959568" y="111069"/>
                  <a:pt x="1162878" y="71574"/>
                </a:cubicBezTo>
                <a:close/>
              </a:path>
            </a:pathLst>
          </a:custGeom>
          <a:solidFill>
            <a:srgbClr val="ED7D31">
              <a:alpha val="21961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1034" name="Picture 10" descr="Homo heidelbergensis - The Australian Museum">
            <a:extLst>
              <a:ext uri="{FF2B5EF4-FFF2-40B4-BE49-F238E27FC236}">
                <a16:creationId xmlns:a16="http://schemas.microsoft.com/office/drawing/2014/main" id="{C3D5BB83-6E4C-E624-EAAB-753A7F29CB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2192000" y="583994"/>
            <a:ext cx="3334020" cy="22226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25A0FBF6-0B29-0EB3-29A0-C41CC7C84B79}"/>
              </a:ext>
            </a:extLst>
          </p:cNvPr>
          <p:cNvSpPr/>
          <p:nvPr/>
        </p:nvSpPr>
        <p:spPr>
          <a:xfrm rot="20876155">
            <a:off x="12643602" y="4591767"/>
            <a:ext cx="2667191" cy="2059754"/>
          </a:xfrm>
          <a:custGeom>
            <a:avLst/>
            <a:gdLst>
              <a:gd name="csX0" fmla="*/ 1283516 w 2734576"/>
              <a:gd name="csY0" fmla="*/ 0 h 2239860"/>
              <a:gd name="csX1" fmla="*/ 2567032 w 2734576"/>
              <a:gd name="csY1" fmla="*/ 1119930 h 2239860"/>
              <a:gd name="csX2" fmla="*/ 2560405 w 2734576"/>
              <a:gd name="csY2" fmla="*/ 1234436 h 2239860"/>
              <a:gd name="csX3" fmla="*/ 2545053 w 2734576"/>
              <a:gd name="csY3" fmla="*/ 1322208 h 2239860"/>
              <a:gd name="csX4" fmla="*/ 2548100 w 2734576"/>
              <a:gd name="csY4" fmla="*/ 1323709 h 2239860"/>
              <a:gd name="csX5" fmla="*/ 2734576 w 2734576"/>
              <a:gd name="csY5" fmla="*/ 1641957 h 2239860"/>
              <a:gd name="csX6" fmla="*/ 2311623 w 2734576"/>
              <a:gd name="csY6" fmla="*/ 2025751 h 2239860"/>
              <a:gd name="csX7" fmla="*/ 2146991 w 2734576"/>
              <a:gd name="csY7" fmla="*/ 1995591 h 2239860"/>
              <a:gd name="csX8" fmla="*/ 2109052 w 2734576"/>
              <a:gd name="csY8" fmla="*/ 1976905 h 2239860"/>
              <a:gd name="csX9" fmla="*/ 2099951 w 2734576"/>
              <a:gd name="csY9" fmla="*/ 1984122 h 2239860"/>
              <a:gd name="csX10" fmla="*/ 1283516 w 2734576"/>
              <a:gd name="csY10" fmla="*/ 2239860 h 2239860"/>
              <a:gd name="csX11" fmla="*/ 0 w 2734576"/>
              <a:gd name="csY11" fmla="*/ 1119930 h 2239860"/>
              <a:gd name="csX12" fmla="*/ 1283516 w 2734576"/>
              <a:gd name="csY12" fmla="*/ 0 h 2239860"/>
              <a:gd name="csX0" fmla="*/ 1322421 w 2773481"/>
              <a:gd name="csY0" fmla="*/ 0 h 2239860"/>
              <a:gd name="csX1" fmla="*/ 2605937 w 2773481"/>
              <a:gd name="csY1" fmla="*/ 1119930 h 2239860"/>
              <a:gd name="csX2" fmla="*/ 2599310 w 2773481"/>
              <a:gd name="csY2" fmla="*/ 1234436 h 2239860"/>
              <a:gd name="csX3" fmla="*/ 2583958 w 2773481"/>
              <a:gd name="csY3" fmla="*/ 1322208 h 2239860"/>
              <a:gd name="csX4" fmla="*/ 2587005 w 2773481"/>
              <a:gd name="csY4" fmla="*/ 1323709 h 2239860"/>
              <a:gd name="csX5" fmla="*/ 2773481 w 2773481"/>
              <a:gd name="csY5" fmla="*/ 1641957 h 2239860"/>
              <a:gd name="csX6" fmla="*/ 2350528 w 2773481"/>
              <a:gd name="csY6" fmla="*/ 2025751 h 2239860"/>
              <a:gd name="csX7" fmla="*/ 2185896 w 2773481"/>
              <a:gd name="csY7" fmla="*/ 1995591 h 2239860"/>
              <a:gd name="csX8" fmla="*/ 2147957 w 2773481"/>
              <a:gd name="csY8" fmla="*/ 1976905 h 2239860"/>
              <a:gd name="csX9" fmla="*/ 2138856 w 2773481"/>
              <a:gd name="csY9" fmla="*/ 1984122 h 2239860"/>
              <a:gd name="csX10" fmla="*/ 1322421 w 2773481"/>
              <a:gd name="csY10" fmla="*/ 2239860 h 2239860"/>
              <a:gd name="csX11" fmla="*/ 421086 w 2773481"/>
              <a:gd name="csY11" fmla="*/ 1556821 h 2239860"/>
              <a:gd name="csX12" fmla="*/ 38905 w 2773481"/>
              <a:gd name="csY12" fmla="*/ 1119930 h 2239860"/>
              <a:gd name="csX13" fmla="*/ 1322421 w 2773481"/>
              <a:gd name="csY13" fmla="*/ 0 h 2239860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023971 w 2773481"/>
              <a:gd name="csY10" fmla="*/ 1731860 h 2025751"/>
              <a:gd name="csX11" fmla="*/ 421086 w 2773481"/>
              <a:gd name="csY11" fmla="*/ 1556821 h 2025751"/>
              <a:gd name="csX12" fmla="*/ 38905 w 2773481"/>
              <a:gd name="csY12" fmla="*/ 1119930 h 2025751"/>
              <a:gd name="csX13" fmla="*/ 1322421 w 2773481"/>
              <a:gd name="csY13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418037 w 2773481"/>
              <a:gd name="csY10" fmla="*/ 1506022 h 2025751"/>
              <a:gd name="csX11" fmla="*/ 1023971 w 2773481"/>
              <a:gd name="csY11" fmla="*/ 1731860 h 2025751"/>
              <a:gd name="csX12" fmla="*/ 421086 w 2773481"/>
              <a:gd name="csY12" fmla="*/ 1556821 h 2025751"/>
              <a:gd name="csX13" fmla="*/ 38905 w 2773481"/>
              <a:gd name="csY13" fmla="*/ 1119930 h 2025751"/>
              <a:gd name="csX14" fmla="*/ 1322421 w 2773481"/>
              <a:gd name="csY14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678387 w 2773481"/>
              <a:gd name="csY10" fmla="*/ 1544122 h 2025751"/>
              <a:gd name="csX11" fmla="*/ 1418037 w 2773481"/>
              <a:gd name="csY11" fmla="*/ 1506022 h 2025751"/>
              <a:gd name="csX12" fmla="*/ 1023971 w 2773481"/>
              <a:gd name="csY12" fmla="*/ 1731860 h 2025751"/>
              <a:gd name="csX13" fmla="*/ 421086 w 2773481"/>
              <a:gd name="csY13" fmla="*/ 1556821 h 2025751"/>
              <a:gd name="csX14" fmla="*/ 38905 w 2773481"/>
              <a:gd name="csY14" fmla="*/ 1119930 h 2025751"/>
              <a:gd name="csX15" fmla="*/ 1322421 w 2773481"/>
              <a:gd name="csY15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2138856 w 2773481"/>
              <a:gd name="csY9" fmla="*/ 1984122 h 2025751"/>
              <a:gd name="csX10" fmla="*/ 1824437 w 2773481"/>
              <a:gd name="csY10" fmla="*/ 1798122 h 2025751"/>
              <a:gd name="csX11" fmla="*/ 1678387 w 2773481"/>
              <a:gd name="csY11" fmla="*/ 1544122 h 2025751"/>
              <a:gd name="csX12" fmla="*/ 1418037 w 2773481"/>
              <a:gd name="csY12" fmla="*/ 1506022 h 2025751"/>
              <a:gd name="csX13" fmla="*/ 1023971 w 2773481"/>
              <a:gd name="csY13" fmla="*/ 1731860 h 2025751"/>
              <a:gd name="csX14" fmla="*/ 421086 w 2773481"/>
              <a:gd name="csY14" fmla="*/ 1556821 h 2025751"/>
              <a:gd name="csX15" fmla="*/ 38905 w 2773481"/>
              <a:gd name="csY15" fmla="*/ 1119930 h 2025751"/>
              <a:gd name="csX16" fmla="*/ 1322421 w 2773481"/>
              <a:gd name="csY16" fmla="*/ 0 h 2025751"/>
              <a:gd name="csX0" fmla="*/ 1322421 w 2773481"/>
              <a:gd name="csY0" fmla="*/ 0 h 2025751"/>
              <a:gd name="csX1" fmla="*/ 2605937 w 2773481"/>
              <a:gd name="csY1" fmla="*/ 1119930 h 2025751"/>
              <a:gd name="csX2" fmla="*/ 2599310 w 2773481"/>
              <a:gd name="csY2" fmla="*/ 1234436 h 2025751"/>
              <a:gd name="csX3" fmla="*/ 2583958 w 2773481"/>
              <a:gd name="csY3" fmla="*/ 1322208 h 2025751"/>
              <a:gd name="csX4" fmla="*/ 2587005 w 2773481"/>
              <a:gd name="csY4" fmla="*/ 1323709 h 2025751"/>
              <a:gd name="csX5" fmla="*/ 2773481 w 2773481"/>
              <a:gd name="csY5" fmla="*/ 1641957 h 2025751"/>
              <a:gd name="csX6" fmla="*/ 2350528 w 2773481"/>
              <a:gd name="csY6" fmla="*/ 2025751 h 2025751"/>
              <a:gd name="csX7" fmla="*/ 2185896 w 2773481"/>
              <a:gd name="csY7" fmla="*/ 1995591 h 2025751"/>
              <a:gd name="csX8" fmla="*/ 2147957 w 2773481"/>
              <a:gd name="csY8" fmla="*/ 1976905 h 2025751"/>
              <a:gd name="csX9" fmla="*/ 1961056 w 2773481"/>
              <a:gd name="csY9" fmla="*/ 2003172 h 2025751"/>
              <a:gd name="csX10" fmla="*/ 1824437 w 2773481"/>
              <a:gd name="csY10" fmla="*/ 1798122 h 2025751"/>
              <a:gd name="csX11" fmla="*/ 1678387 w 2773481"/>
              <a:gd name="csY11" fmla="*/ 1544122 h 2025751"/>
              <a:gd name="csX12" fmla="*/ 1418037 w 2773481"/>
              <a:gd name="csY12" fmla="*/ 1506022 h 2025751"/>
              <a:gd name="csX13" fmla="*/ 1023971 w 2773481"/>
              <a:gd name="csY13" fmla="*/ 1731860 h 2025751"/>
              <a:gd name="csX14" fmla="*/ 421086 w 2773481"/>
              <a:gd name="csY14" fmla="*/ 1556821 h 2025751"/>
              <a:gd name="csX15" fmla="*/ 38905 w 2773481"/>
              <a:gd name="csY15" fmla="*/ 1119930 h 2025751"/>
              <a:gd name="csX16" fmla="*/ 1322421 w 2773481"/>
              <a:gd name="csY16" fmla="*/ 0 h 2025751"/>
              <a:gd name="csX0" fmla="*/ 1322421 w 2858596"/>
              <a:gd name="csY0" fmla="*/ 0 h 2003172"/>
              <a:gd name="csX1" fmla="*/ 2605937 w 2858596"/>
              <a:gd name="csY1" fmla="*/ 1119930 h 2003172"/>
              <a:gd name="csX2" fmla="*/ 2599310 w 2858596"/>
              <a:gd name="csY2" fmla="*/ 1234436 h 2003172"/>
              <a:gd name="csX3" fmla="*/ 2583958 w 2858596"/>
              <a:gd name="csY3" fmla="*/ 1322208 h 2003172"/>
              <a:gd name="csX4" fmla="*/ 2587005 w 2858596"/>
              <a:gd name="csY4" fmla="*/ 1323709 h 2003172"/>
              <a:gd name="csX5" fmla="*/ 2773481 w 2858596"/>
              <a:gd name="csY5" fmla="*/ 1641957 h 2003172"/>
              <a:gd name="csX6" fmla="*/ 2737878 w 2858596"/>
              <a:gd name="csY6" fmla="*/ 1943201 h 2003172"/>
              <a:gd name="csX7" fmla="*/ 2185896 w 2858596"/>
              <a:gd name="csY7" fmla="*/ 1995591 h 2003172"/>
              <a:gd name="csX8" fmla="*/ 2147957 w 2858596"/>
              <a:gd name="csY8" fmla="*/ 1976905 h 2003172"/>
              <a:gd name="csX9" fmla="*/ 1961056 w 2858596"/>
              <a:gd name="csY9" fmla="*/ 2003172 h 2003172"/>
              <a:gd name="csX10" fmla="*/ 1824437 w 2858596"/>
              <a:gd name="csY10" fmla="*/ 1798122 h 2003172"/>
              <a:gd name="csX11" fmla="*/ 1678387 w 2858596"/>
              <a:gd name="csY11" fmla="*/ 1544122 h 2003172"/>
              <a:gd name="csX12" fmla="*/ 1418037 w 2858596"/>
              <a:gd name="csY12" fmla="*/ 1506022 h 2003172"/>
              <a:gd name="csX13" fmla="*/ 1023971 w 2858596"/>
              <a:gd name="csY13" fmla="*/ 1731860 h 2003172"/>
              <a:gd name="csX14" fmla="*/ 421086 w 2858596"/>
              <a:gd name="csY14" fmla="*/ 1556821 h 2003172"/>
              <a:gd name="csX15" fmla="*/ 38905 w 2858596"/>
              <a:gd name="csY15" fmla="*/ 1119930 h 2003172"/>
              <a:gd name="csX16" fmla="*/ 1322421 w 2858596"/>
              <a:gd name="csY16" fmla="*/ 0 h 2003172"/>
              <a:gd name="csX0" fmla="*/ 1322421 w 2789957"/>
              <a:gd name="csY0" fmla="*/ 0 h 2003172"/>
              <a:gd name="csX1" fmla="*/ 2605937 w 2789957"/>
              <a:gd name="csY1" fmla="*/ 1119930 h 2003172"/>
              <a:gd name="csX2" fmla="*/ 2599310 w 2789957"/>
              <a:gd name="csY2" fmla="*/ 1234436 h 2003172"/>
              <a:gd name="csX3" fmla="*/ 2583958 w 2789957"/>
              <a:gd name="csY3" fmla="*/ 1322208 h 2003172"/>
              <a:gd name="csX4" fmla="*/ 2587005 w 2789957"/>
              <a:gd name="csY4" fmla="*/ 1323709 h 2003172"/>
              <a:gd name="csX5" fmla="*/ 2773481 w 2789957"/>
              <a:gd name="csY5" fmla="*/ 1641957 h 2003172"/>
              <a:gd name="csX6" fmla="*/ 2737878 w 2789957"/>
              <a:gd name="csY6" fmla="*/ 1943201 h 2003172"/>
              <a:gd name="csX7" fmla="*/ 2395446 w 2789957"/>
              <a:gd name="csY7" fmla="*/ 1976541 h 2003172"/>
              <a:gd name="csX8" fmla="*/ 2147957 w 2789957"/>
              <a:gd name="csY8" fmla="*/ 1976905 h 2003172"/>
              <a:gd name="csX9" fmla="*/ 1961056 w 2789957"/>
              <a:gd name="csY9" fmla="*/ 2003172 h 2003172"/>
              <a:gd name="csX10" fmla="*/ 1824437 w 2789957"/>
              <a:gd name="csY10" fmla="*/ 1798122 h 2003172"/>
              <a:gd name="csX11" fmla="*/ 1678387 w 2789957"/>
              <a:gd name="csY11" fmla="*/ 1544122 h 2003172"/>
              <a:gd name="csX12" fmla="*/ 1418037 w 2789957"/>
              <a:gd name="csY12" fmla="*/ 1506022 h 2003172"/>
              <a:gd name="csX13" fmla="*/ 1023971 w 2789957"/>
              <a:gd name="csY13" fmla="*/ 1731860 h 2003172"/>
              <a:gd name="csX14" fmla="*/ 421086 w 2789957"/>
              <a:gd name="csY14" fmla="*/ 1556821 h 2003172"/>
              <a:gd name="csX15" fmla="*/ 38905 w 2789957"/>
              <a:gd name="csY15" fmla="*/ 1119930 h 2003172"/>
              <a:gd name="csX16" fmla="*/ 1322421 w 2789957"/>
              <a:gd name="csY16" fmla="*/ 0 h 2003172"/>
              <a:gd name="csX0" fmla="*/ 1322421 w 2789957"/>
              <a:gd name="csY0" fmla="*/ 0 h 2003172"/>
              <a:gd name="csX1" fmla="*/ 2605937 w 2789957"/>
              <a:gd name="csY1" fmla="*/ 1119930 h 2003172"/>
              <a:gd name="csX2" fmla="*/ 2599310 w 2789957"/>
              <a:gd name="csY2" fmla="*/ 1234436 h 2003172"/>
              <a:gd name="csX3" fmla="*/ 2583958 w 2789957"/>
              <a:gd name="csY3" fmla="*/ 1322208 h 2003172"/>
              <a:gd name="csX4" fmla="*/ 2587005 w 2789957"/>
              <a:gd name="csY4" fmla="*/ 1323709 h 2003172"/>
              <a:gd name="csX5" fmla="*/ 2773481 w 2789957"/>
              <a:gd name="csY5" fmla="*/ 1641957 h 2003172"/>
              <a:gd name="csX6" fmla="*/ 2737878 w 2789957"/>
              <a:gd name="csY6" fmla="*/ 1943201 h 2003172"/>
              <a:gd name="csX7" fmla="*/ 2395446 w 2789957"/>
              <a:gd name="csY7" fmla="*/ 1976541 h 2003172"/>
              <a:gd name="csX8" fmla="*/ 2147957 w 2789957"/>
              <a:gd name="csY8" fmla="*/ 1976905 h 2003172"/>
              <a:gd name="csX9" fmla="*/ 1961056 w 2789957"/>
              <a:gd name="csY9" fmla="*/ 2003172 h 2003172"/>
              <a:gd name="csX10" fmla="*/ 1824437 w 2789957"/>
              <a:gd name="csY10" fmla="*/ 1798122 h 2003172"/>
              <a:gd name="csX11" fmla="*/ 1678387 w 2789957"/>
              <a:gd name="csY11" fmla="*/ 1544122 h 2003172"/>
              <a:gd name="csX12" fmla="*/ 1418037 w 2789957"/>
              <a:gd name="csY12" fmla="*/ 1506022 h 2003172"/>
              <a:gd name="csX13" fmla="*/ 1023971 w 2789957"/>
              <a:gd name="csY13" fmla="*/ 1731860 h 2003172"/>
              <a:gd name="csX14" fmla="*/ 421086 w 2789957"/>
              <a:gd name="csY14" fmla="*/ 1556821 h 2003172"/>
              <a:gd name="csX15" fmla="*/ 38905 w 2789957"/>
              <a:gd name="csY15" fmla="*/ 1119930 h 2003172"/>
              <a:gd name="csX16" fmla="*/ 1322421 w 2789957"/>
              <a:gd name="csY16" fmla="*/ 0 h 2003172"/>
              <a:gd name="csX0" fmla="*/ 1322421 w 2741529"/>
              <a:gd name="csY0" fmla="*/ 0 h 2003172"/>
              <a:gd name="csX1" fmla="*/ 2605937 w 2741529"/>
              <a:gd name="csY1" fmla="*/ 1119930 h 2003172"/>
              <a:gd name="csX2" fmla="*/ 2599310 w 2741529"/>
              <a:gd name="csY2" fmla="*/ 1234436 h 2003172"/>
              <a:gd name="csX3" fmla="*/ 2583958 w 2741529"/>
              <a:gd name="csY3" fmla="*/ 1322208 h 2003172"/>
              <a:gd name="csX4" fmla="*/ 2587005 w 2741529"/>
              <a:gd name="csY4" fmla="*/ 1323709 h 2003172"/>
              <a:gd name="csX5" fmla="*/ 2576631 w 2741529"/>
              <a:gd name="csY5" fmla="*/ 1603857 h 2003172"/>
              <a:gd name="csX6" fmla="*/ 2737878 w 2741529"/>
              <a:gd name="csY6" fmla="*/ 1943201 h 2003172"/>
              <a:gd name="csX7" fmla="*/ 2395446 w 2741529"/>
              <a:gd name="csY7" fmla="*/ 1976541 h 2003172"/>
              <a:gd name="csX8" fmla="*/ 2147957 w 2741529"/>
              <a:gd name="csY8" fmla="*/ 1976905 h 2003172"/>
              <a:gd name="csX9" fmla="*/ 1961056 w 2741529"/>
              <a:gd name="csY9" fmla="*/ 2003172 h 2003172"/>
              <a:gd name="csX10" fmla="*/ 1824437 w 2741529"/>
              <a:gd name="csY10" fmla="*/ 1798122 h 2003172"/>
              <a:gd name="csX11" fmla="*/ 1678387 w 2741529"/>
              <a:gd name="csY11" fmla="*/ 1544122 h 2003172"/>
              <a:gd name="csX12" fmla="*/ 1418037 w 2741529"/>
              <a:gd name="csY12" fmla="*/ 1506022 h 2003172"/>
              <a:gd name="csX13" fmla="*/ 1023971 w 2741529"/>
              <a:gd name="csY13" fmla="*/ 1731860 h 2003172"/>
              <a:gd name="csX14" fmla="*/ 421086 w 2741529"/>
              <a:gd name="csY14" fmla="*/ 1556821 h 2003172"/>
              <a:gd name="csX15" fmla="*/ 38905 w 2741529"/>
              <a:gd name="csY15" fmla="*/ 1119930 h 2003172"/>
              <a:gd name="csX16" fmla="*/ 1322421 w 2741529"/>
              <a:gd name="csY16" fmla="*/ 0 h 2003172"/>
              <a:gd name="csX0" fmla="*/ 1322421 w 2741529"/>
              <a:gd name="csY0" fmla="*/ 0 h 2003172"/>
              <a:gd name="csX1" fmla="*/ 2605937 w 2741529"/>
              <a:gd name="csY1" fmla="*/ 1119930 h 2003172"/>
              <a:gd name="csX2" fmla="*/ 2516760 w 2741529"/>
              <a:gd name="csY2" fmla="*/ 1082036 h 2003172"/>
              <a:gd name="csX3" fmla="*/ 2583958 w 2741529"/>
              <a:gd name="csY3" fmla="*/ 1322208 h 2003172"/>
              <a:gd name="csX4" fmla="*/ 2587005 w 2741529"/>
              <a:gd name="csY4" fmla="*/ 1323709 h 2003172"/>
              <a:gd name="csX5" fmla="*/ 2576631 w 2741529"/>
              <a:gd name="csY5" fmla="*/ 1603857 h 2003172"/>
              <a:gd name="csX6" fmla="*/ 2737878 w 2741529"/>
              <a:gd name="csY6" fmla="*/ 1943201 h 2003172"/>
              <a:gd name="csX7" fmla="*/ 2395446 w 2741529"/>
              <a:gd name="csY7" fmla="*/ 1976541 h 2003172"/>
              <a:gd name="csX8" fmla="*/ 2147957 w 2741529"/>
              <a:gd name="csY8" fmla="*/ 1976905 h 2003172"/>
              <a:gd name="csX9" fmla="*/ 1961056 w 2741529"/>
              <a:gd name="csY9" fmla="*/ 2003172 h 2003172"/>
              <a:gd name="csX10" fmla="*/ 1824437 w 2741529"/>
              <a:gd name="csY10" fmla="*/ 1798122 h 2003172"/>
              <a:gd name="csX11" fmla="*/ 1678387 w 2741529"/>
              <a:gd name="csY11" fmla="*/ 1544122 h 2003172"/>
              <a:gd name="csX12" fmla="*/ 1418037 w 2741529"/>
              <a:gd name="csY12" fmla="*/ 1506022 h 2003172"/>
              <a:gd name="csX13" fmla="*/ 1023971 w 2741529"/>
              <a:gd name="csY13" fmla="*/ 1731860 h 2003172"/>
              <a:gd name="csX14" fmla="*/ 421086 w 2741529"/>
              <a:gd name="csY14" fmla="*/ 1556821 h 2003172"/>
              <a:gd name="csX15" fmla="*/ 38905 w 2741529"/>
              <a:gd name="csY15" fmla="*/ 1119930 h 2003172"/>
              <a:gd name="csX16" fmla="*/ 1322421 w 2741529"/>
              <a:gd name="csY16" fmla="*/ 0 h 2003172"/>
              <a:gd name="csX0" fmla="*/ 1322421 w 2741529"/>
              <a:gd name="csY0" fmla="*/ 3682 h 2006854"/>
              <a:gd name="csX1" fmla="*/ 2644037 w 2741529"/>
              <a:gd name="csY1" fmla="*/ 774362 h 2006854"/>
              <a:gd name="csX2" fmla="*/ 2516760 w 2741529"/>
              <a:gd name="csY2" fmla="*/ 1085718 h 2006854"/>
              <a:gd name="csX3" fmla="*/ 2583958 w 2741529"/>
              <a:gd name="csY3" fmla="*/ 1325890 h 2006854"/>
              <a:gd name="csX4" fmla="*/ 2587005 w 2741529"/>
              <a:gd name="csY4" fmla="*/ 1327391 h 2006854"/>
              <a:gd name="csX5" fmla="*/ 2576631 w 2741529"/>
              <a:gd name="csY5" fmla="*/ 1607539 h 2006854"/>
              <a:gd name="csX6" fmla="*/ 2737878 w 2741529"/>
              <a:gd name="csY6" fmla="*/ 1946883 h 2006854"/>
              <a:gd name="csX7" fmla="*/ 2395446 w 2741529"/>
              <a:gd name="csY7" fmla="*/ 1980223 h 2006854"/>
              <a:gd name="csX8" fmla="*/ 2147957 w 2741529"/>
              <a:gd name="csY8" fmla="*/ 1980587 h 2006854"/>
              <a:gd name="csX9" fmla="*/ 1961056 w 2741529"/>
              <a:gd name="csY9" fmla="*/ 2006854 h 2006854"/>
              <a:gd name="csX10" fmla="*/ 1824437 w 2741529"/>
              <a:gd name="csY10" fmla="*/ 1801804 h 2006854"/>
              <a:gd name="csX11" fmla="*/ 1678387 w 2741529"/>
              <a:gd name="csY11" fmla="*/ 1547804 h 2006854"/>
              <a:gd name="csX12" fmla="*/ 1418037 w 2741529"/>
              <a:gd name="csY12" fmla="*/ 1509704 h 2006854"/>
              <a:gd name="csX13" fmla="*/ 1023971 w 2741529"/>
              <a:gd name="csY13" fmla="*/ 1735542 h 2006854"/>
              <a:gd name="csX14" fmla="*/ 421086 w 2741529"/>
              <a:gd name="csY14" fmla="*/ 1560503 h 2006854"/>
              <a:gd name="csX15" fmla="*/ 38905 w 2741529"/>
              <a:gd name="csY15" fmla="*/ 1123612 h 2006854"/>
              <a:gd name="csX16" fmla="*/ 1322421 w 2741529"/>
              <a:gd name="csY16" fmla="*/ 3682 h 2006854"/>
              <a:gd name="csX0" fmla="*/ 1285024 w 2704132"/>
              <a:gd name="csY0" fmla="*/ 10117 h 2013289"/>
              <a:gd name="csX1" fmla="*/ 2606640 w 2704132"/>
              <a:gd name="csY1" fmla="*/ 780797 h 2013289"/>
              <a:gd name="csX2" fmla="*/ 2479363 w 2704132"/>
              <a:gd name="csY2" fmla="*/ 1092153 h 2013289"/>
              <a:gd name="csX3" fmla="*/ 2546561 w 2704132"/>
              <a:gd name="csY3" fmla="*/ 1332325 h 2013289"/>
              <a:gd name="csX4" fmla="*/ 2549608 w 2704132"/>
              <a:gd name="csY4" fmla="*/ 1333826 h 2013289"/>
              <a:gd name="csX5" fmla="*/ 2539234 w 2704132"/>
              <a:gd name="csY5" fmla="*/ 1613974 h 2013289"/>
              <a:gd name="csX6" fmla="*/ 2700481 w 2704132"/>
              <a:gd name="csY6" fmla="*/ 1953318 h 2013289"/>
              <a:gd name="csX7" fmla="*/ 2358049 w 2704132"/>
              <a:gd name="csY7" fmla="*/ 1986658 h 2013289"/>
              <a:gd name="csX8" fmla="*/ 2110560 w 2704132"/>
              <a:gd name="csY8" fmla="*/ 1987022 h 2013289"/>
              <a:gd name="csX9" fmla="*/ 1923659 w 2704132"/>
              <a:gd name="csY9" fmla="*/ 2013289 h 2013289"/>
              <a:gd name="csX10" fmla="*/ 1787040 w 2704132"/>
              <a:gd name="csY10" fmla="*/ 1808239 h 2013289"/>
              <a:gd name="csX11" fmla="*/ 1640990 w 2704132"/>
              <a:gd name="csY11" fmla="*/ 1554239 h 2013289"/>
              <a:gd name="csX12" fmla="*/ 1380640 w 2704132"/>
              <a:gd name="csY12" fmla="*/ 1516139 h 2013289"/>
              <a:gd name="csX13" fmla="*/ 986574 w 2704132"/>
              <a:gd name="csY13" fmla="*/ 1741977 h 2013289"/>
              <a:gd name="csX14" fmla="*/ 383689 w 2704132"/>
              <a:gd name="csY14" fmla="*/ 1566938 h 2013289"/>
              <a:gd name="csX15" fmla="*/ 1508 w 2704132"/>
              <a:gd name="csY15" fmla="*/ 1130047 h 2013289"/>
              <a:gd name="csX16" fmla="*/ 294790 w 2704132"/>
              <a:gd name="csY16" fmla="*/ 392189 h 2013289"/>
              <a:gd name="csX17" fmla="*/ 1285024 w 2704132"/>
              <a:gd name="csY17" fmla="*/ 10117 h 2013289"/>
              <a:gd name="csX0" fmla="*/ 1285024 w 2704132"/>
              <a:gd name="csY0" fmla="*/ 5577 h 2008749"/>
              <a:gd name="csX1" fmla="*/ 1996589 w 2704132"/>
              <a:gd name="csY1" fmla="*/ 203500 h 2008749"/>
              <a:gd name="csX2" fmla="*/ 2606640 w 2704132"/>
              <a:gd name="csY2" fmla="*/ 776257 h 2008749"/>
              <a:gd name="csX3" fmla="*/ 2479363 w 2704132"/>
              <a:gd name="csY3" fmla="*/ 1087613 h 2008749"/>
              <a:gd name="csX4" fmla="*/ 2546561 w 2704132"/>
              <a:gd name="csY4" fmla="*/ 1327785 h 2008749"/>
              <a:gd name="csX5" fmla="*/ 2549608 w 2704132"/>
              <a:gd name="csY5" fmla="*/ 1329286 h 2008749"/>
              <a:gd name="csX6" fmla="*/ 2539234 w 2704132"/>
              <a:gd name="csY6" fmla="*/ 1609434 h 2008749"/>
              <a:gd name="csX7" fmla="*/ 2700481 w 2704132"/>
              <a:gd name="csY7" fmla="*/ 1948778 h 2008749"/>
              <a:gd name="csX8" fmla="*/ 2358049 w 2704132"/>
              <a:gd name="csY8" fmla="*/ 1982118 h 2008749"/>
              <a:gd name="csX9" fmla="*/ 2110560 w 2704132"/>
              <a:gd name="csY9" fmla="*/ 1982482 h 2008749"/>
              <a:gd name="csX10" fmla="*/ 1923659 w 2704132"/>
              <a:gd name="csY10" fmla="*/ 2008749 h 2008749"/>
              <a:gd name="csX11" fmla="*/ 1787040 w 2704132"/>
              <a:gd name="csY11" fmla="*/ 1803699 h 2008749"/>
              <a:gd name="csX12" fmla="*/ 1640990 w 2704132"/>
              <a:gd name="csY12" fmla="*/ 1549699 h 2008749"/>
              <a:gd name="csX13" fmla="*/ 1380640 w 2704132"/>
              <a:gd name="csY13" fmla="*/ 1511599 h 2008749"/>
              <a:gd name="csX14" fmla="*/ 986574 w 2704132"/>
              <a:gd name="csY14" fmla="*/ 1737437 h 2008749"/>
              <a:gd name="csX15" fmla="*/ 383689 w 2704132"/>
              <a:gd name="csY15" fmla="*/ 1562398 h 2008749"/>
              <a:gd name="csX16" fmla="*/ 1508 w 2704132"/>
              <a:gd name="csY16" fmla="*/ 1125507 h 2008749"/>
              <a:gd name="csX17" fmla="*/ 294790 w 2704132"/>
              <a:gd name="csY17" fmla="*/ 387649 h 2008749"/>
              <a:gd name="csX18" fmla="*/ 1285024 w 2704132"/>
              <a:gd name="csY18" fmla="*/ 5577 h 2008749"/>
              <a:gd name="csX0" fmla="*/ 1107224 w 2704132"/>
              <a:gd name="csY0" fmla="*/ 6496 h 1990618"/>
              <a:gd name="csX1" fmla="*/ 1996589 w 2704132"/>
              <a:gd name="csY1" fmla="*/ 185369 h 1990618"/>
              <a:gd name="csX2" fmla="*/ 2606640 w 2704132"/>
              <a:gd name="csY2" fmla="*/ 758126 h 1990618"/>
              <a:gd name="csX3" fmla="*/ 2479363 w 2704132"/>
              <a:gd name="csY3" fmla="*/ 1069482 h 1990618"/>
              <a:gd name="csX4" fmla="*/ 2546561 w 2704132"/>
              <a:gd name="csY4" fmla="*/ 1309654 h 1990618"/>
              <a:gd name="csX5" fmla="*/ 2549608 w 2704132"/>
              <a:gd name="csY5" fmla="*/ 1311155 h 1990618"/>
              <a:gd name="csX6" fmla="*/ 2539234 w 2704132"/>
              <a:gd name="csY6" fmla="*/ 1591303 h 1990618"/>
              <a:gd name="csX7" fmla="*/ 2700481 w 2704132"/>
              <a:gd name="csY7" fmla="*/ 1930647 h 1990618"/>
              <a:gd name="csX8" fmla="*/ 2358049 w 2704132"/>
              <a:gd name="csY8" fmla="*/ 1963987 h 1990618"/>
              <a:gd name="csX9" fmla="*/ 2110560 w 2704132"/>
              <a:gd name="csY9" fmla="*/ 1964351 h 1990618"/>
              <a:gd name="csX10" fmla="*/ 1923659 w 2704132"/>
              <a:gd name="csY10" fmla="*/ 1990618 h 1990618"/>
              <a:gd name="csX11" fmla="*/ 1787040 w 2704132"/>
              <a:gd name="csY11" fmla="*/ 1785568 h 1990618"/>
              <a:gd name="csX12" fmla="*/ 1640990 w 2704132"/>
              <a:gd name="csY12" fmla="*/ 1531568 h 1990618"/>
              <a:gd name="csX13" fmla="*/ 1380640 w 2704132"/>
              <a:gd name="csY13" fmla="*/ 1493468 h 1990618"/>
              <a:gd name="csX14" fmla="*/ 986574 w 2704132"/>
              <a:gd name="csY14" fmla="*/ 1719306 h 1990618"/>
              <a:gd name="csX15" fmla="*/ 383689 w 2704132"/>
              <a:gd name="csY15" fmla="*/ 1544267 h 1990618"/>
              <a:gd name="csX16" fmla="*/ 1508 w 2704132"/>
              <a:gd name="csY16" fmla="*/ 1107376 h 1990618"/>
              <a:gd name="csX17" fmla="*/ 294790 w 2704132"/>
              <a:gd name="csY17" fmla="*/ 369518 h 1990618"/>
              <a:gd name="csX18" fmla="*/ 1107224 w 2704132"/>
              <a:gd name="csY18" fmla="*/ 6496 h 1990618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986574 w 2704132"/>
              <a:gd name="csY14" fmla="*/ 171419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1985505"/>
              <a:gd name="csX1" fmla="*/ 1996589 w 2704132"/>
              <a:gd name="csY1" fmla="*/ 180256 h 1985505"/>
              <a:gd name="csX2" fmla="*/ 2606640 w 2704132"/>
              <a:gd name="csY2" fmla="*/ 753013 h 1985505"/>
              <a:gd name="csX3" fmla="*/ 2479363 w 2704132"/>
              <a:gd name="csY3" fmla="*/ 1064369 h 1985505"/>
              <a:gd name="csX4" fmla="*/ 2546561 w 2704132"/>
              <a:gd name="csY4" fmla="*/ 1304541 h 1985505"/>
              <a:gd name="csX5" fmla="*/ 2549608 w 2704132"/>
              <a:gd name="csY5" fmla="*/ 1306042 h 1985505"/>
              <a:gd name="csX6" fmla="*/ 2539234 w 2704132"/>
              <a:gd name="csY6" fmla="*/ 1586190 h 1985505"/>
              <a:gd name="csX7" fmla="*/ 2700481 w 2704132"/>
              <a:gd name="csY7" fmla="*/ 1925534 h 1985505"/>
              <a:gd name="csX8" fmla="*/ 2358049 w 2704132"/>
              <a:gd name="csY8" fmla="*/ 1958874 h 1985505"/>
              <a:gd name="csX9" fmla="*/ 2110560 w 2704132"/>
              <a:gd name="csY9" fmla="*/ 1959238 h 1985505"/>
              <a:gd name="csX10" fmla="*/ 1923659 w 2704132"/>
              <a:gd name="csY10" fmla="*/ 1985505 h 1985505"/>
              <a:gd name="csX11" fmla="*/ 1787040 w 2704132"/>
              <a:gd name="csY11" fmla="*/ 1780455 h 1985505"/>
              <a:gd name="csX12" fmla="*/ 1640990 w 2704132"/>
              <a:gd name="csY12" fmla="*/ 1526455 h 1985505"/>
              <a:gd name="csX13" fmla="*/ 1380640 w 2704132"/>
              <a:gd name="csY13" fmla="*/ 1488355 h 1985505"/>
              <a:gd name="csX14" fmla="*/ 1031024 w 2704132"/>
              <a:gd name="csY14" fmla="*/ 1733243 h 1985505"/>
              <a:gd name="csX15" fmla="*/ 383689 w 2704132"/>
              <a:gd name="csY15" fmla="*/ 1539154 h 1985505"/>
              <a:gd name="csX16" fmla="*/ 1508 w 2704132"/>
              <a:gd name="csY16" fmla="*/ 1102263 h 1985505"/>
              <a:gd name="csX17" fmla="*/ 294790 w 2704132"/>
              <a:gd name="csY17" fmla="*/ 364405 h 1985505"/>
              <a:gd name="csX18" fmla="*/ 1107224 w 2704132"/>
              <a:gd name="csY18" fmla="*/ 1383 h 1985505"/>
              <a:gd name="csX0" fmla="*/ 1107224 w 2704132"/>
              <a:gd name="csY0" fmla="*/ 1383 h 2003089"/>
              <a:gd name="csX1" fmla="*/ 1996589 w 2704132"/>
              <a:gd name="csY1" fmla="*/ 180256 h 2003089"/>
              <a:gd name="csX2" fmla="*/ 2606640 w 2704132"/>
              <a:gd name="csY2" fmla="*/ 753013 h 2003089"/>
              <a:gd name="csX3" fmla="*/ 2479363 w 2704132"/>
              <a:gd name="csY3" fmla="*/ 1064369 h 2003089"/>
              <a:gd name="csX4" fmla="*/ 2546561 w 2704132"/>
              <a:gd name="csY4" fmla="*/ 1304541 h 2003089"/>
              <a:gd name="csX5" fmla="*/ 2549608 w 2704132"/>
              <a:gd name="csY5" fmla="*/ 1306042 h 2003089"/>
              <a:gd name="csX6" fmla="*/ 2539234 w 2704132"/>
              <a:gd name="csY6" fmla="*/ 1586190 h 2003089"/>
              <a:gd name="csX7" fmla="*/ 2700481 w 2704132"/>
              <a:gd name="csY7" fmla="*/ 1925534 h 2003089"/>
              <a:gd name="csX8" fmla="*/ 2358049 w 2704132"/>
              <a:gd name="csY8" fmla="*/ 1958874 h 2003089"/>
              <a:gd name="csX9" fmla="*/ 2110560 w 2704132"/>
              <a:gd name="csY9" fmla="*/ 1959238 h 2003089"/>
              <a:gd name="csX10" fmla="*/ 1923659 w 2704132"/>
              <a:gd name="csY10" fmla="*/ 1985505 h 2003089"/>
              <a:gd name="csX11" fmla="*/ 1787040 w 2704132"/>
              <a:gd name="csY11" fmla="*/ 1780455 h 2003089"/>
              <a:gd name="csX12" fmla="*/ 1640990 w 2704132"/>
              <a:gd name="csY12" fmla="*/ 1526455 h 2003089"/>
              <a:gd name="csX13" fmla="*/ 1380640 w 2704132"/>
              <a:gd name="csY13" fmla="*/ 1488355 h 2003089"/>
              <a:gd name="csX14" fmla="*/ 1031024 w 2704132"/>
              <a:gd name="csY14" fmla="*/ 1733243 h 2003089"/>
              <a:gd name="csX15" fmla="*/ 383689 w 2704132"/>
              <a:gd name="csY15" fmla="*/ 1539154 h 2003089"/>
              <a:gd name="csX16" fmla="*/ 1508 w 2704132"/>
              <a:gd name="csY16" fmla="*/ 1102263 h 2003089"/>
              <a:gd name="csX17" fmla="*/ 294790 w 2704132"/>
              <a:gd name="csY17" fmla="*/ 364405 h 2003089"/>
              <a:gd name="csX18" fmla="*/ 1107224 w 2704132"/>
              <a:gd name="csY18" fmla="*/ 1383 h 2003089"/>
              <a:gd name="csX0" fmla="*/ 1107224 w 2704132"/>
              <a:gd name="csY0" fmla="*/ 1383 h 2004111"/>
              <a:gd name="csX1" fmla="*/ 1996589 w 2704132"/>
              <a:gd name="csY1" fmla="*/ 180256 h 2004111"/>
              <a:gd name="csX2" fmla="*/ 2606640 w 2704132"/>
              <a:gd name="csY2" fmla="*/ 753013 h 2004111"/>
              <a:gd name="csX3" fmla="*/ 2479363 w 2704132"/>
              <a:gd name="csY3" fmla="*/ 1064369 h 2004111"/>
              <a:gd name="csX4" fmla="*/ 2546561 w 2704132"/>
              <a:gd name="csY4" fmla="*/ 1304541 h 2004111"/>
              <a:gd name="csX5" fmla="*/ 2549608 w 2704132"/>
              <a:gd name="csY5" fmla="*/ 1306042 h 2004111"/>
              <a:gd name="csX6" fmla="*/ 2539234 w 2704132"/>
              <a:gd name="csY6" fmla="*/ 1586190 h 2004111"/>
              <a:gd name="csX7" fmla="*/ 2700481 w 2704132"/>
              <a:gd name="csY7" fmla="*/ 1925534 h 2004111"/>
              <a:gd name="csX8" fmla="*/ 2358049 w 2704132"/>
              <a:gd name="csY8" fmla="*/ 1958874 h 2004111"/>
              <a:gd name="csX9" fmla="*/ 2110560 w 2704132"/>
              <a:gd name="csY9" fmla="*/ 1959238 h 2004111"/>
              <a:gd name="csX10" fmla="*/ 1923659 w 2704132"/>
              <a:gd name="csY10" fmla="*/ 1985505 h 2004111"/>
              <a:gd name="csX11" fmla="*/ 1787040 w 2704132"/>
              <a:gd name="csY11" fmla="*/ 1780455 h 2004111"/>
              <a:gd name="csX12" fmla="*/ 1640990 w 2704132"/>
              <a:gd name="csY12" fmla="*/ 1526455 h 2004111"/>
              <a:gd name="csX13" fmla="*/ 1380640 w 2704132"/>
              <a:gd name="csY13" fmla="*/ 1488355 h 2004111"/>
              <a:gd name="csX14" fmla="*/ 1031024 w 2704132"/>
              <a:gd name="csY14" fmla="*/ 1733243 h 2004111"/>
              <a:gd name="csX15" fmla="*/ 383689 w 2704132"/>
              <a:gd name="csY15" fmla="*/ 1539154 h 2004111"/>
              <a:gd name="csX16" fmla="*/ 1508 w 2704132"/>
              <a:gd name="csY16" fmla="*/ 1102263 h 2004111"/>
              <a:gd name="csX17" fmla="*/ 294790 w 2704132"/>
              <a:gd name="csY17" fmla="*/ 364405 h 2004111"/>
              <a:gd name="csX18" fmla="*/ 1107224 w 2704132"/>
              <a:gd name="csY18" fmla="*/ 1383 h 2004111"/>
              <a:gd name="csX0" fmla="*/ 1107224 w 2703089"/>
              <a:gd name="csY0" fmla="*/ 1383 h 2004111"/>
              <a:gd name="csX1" fmla="*/ 1996589 w 2703089"/>
              <a:gd name="csY1" fmla="*/ 180256 h 2004111"/>
              <a:gd name="csX2" fmla="*/ 2606640 w 2703089"/>
              <a:gd name="csY2" fmla="*/ 753013 h 2004111"/>
              <a:gd name="csX3" fmla="*/ 2479363 w 2703089"/>
              <a:gd name="csY3" fmla="*/ 1064369 h 2004111"/>
              <a:gd name="csX4" fmla="*/ 2546561 w 2703089"/>
              <a:gd name="csY4" fmla="*/ 1304541 h 2004111"/>
              <a:gd name="csX5" fmla="*/ 2549608 w 2703089"/>
              <a:gd name="csY5" fmla="*/ 1306042 h 2004111"/>
              <a:gd name="csX6" fmla="*/ 2539234 w 2703089"/>
              <a:gd name="csY6" fmla="*/ 1586190 h 2004111"/>
              <a:gd name="csX7" fmla="*/ 2700481 w 2703089"/>
              <a:gd name="csY7" fmla="*/ 1925534 h 2004111"/>
              <a:gd name="csX8" fmla="*/ 2389799 w 2703089"/>
              <a:gd name="csY8" fmla="*/ 1958874 h 2004111"/>
              <a:gd name="csX9" fmla="*/ 2110560 w 2703089"/>
              <a:gd name="csY9" fmla="*/ 1959238 h 2004111"/>
              <a:gd name="csX10" fmla="*/ 1923659 w 2703089"/>
              <a:gd name="csY10" fmla="*/ 1985505 h 2004111"/>
              <a:gd name="csX11" fmla="*/ 1787040 w 2703089"/>
              <a:gd name="csY11" fmla="*/ 1780455 h 2004111"/>
              <a:gd name="csX12" fmla="*/ 1640990 w 2703089"/>
              <a:gd name="csY12" fmla="*/ 1526455 h 2004111"/>
              <a:gd name="csX13" fmla="*/ 1380640 w 2703089"/>
              <a:gd name="csY13" fmla="*/ 1488355 h 2004111"/>
              <a:gd name="csX14" fmla="*/ 1031024 w 2703089"/>
              <a:gd name="csY14" fmla="*/ 1733243 h 2004111"/>
              <a:gd name="csX15" fmla="*/ 383689 w 2703089"/>
              <a:gd name="csY15" fmla="*/ 1539154 h 2004111"/>
              <a:gd name="csX16" fmla="*/ 1508 w 2703089"/>
              <a:gd name="csY16" fmla="*/ 1102263 h 2004111"/>
              <a:gd name="csX17" fmla="*/ 294790 w 2703089"/>
              <a:gd name="csY17" fmla="*/ 364405 h 2004111"/>
              <a:gd name="csX18" fmla="*/ 1107224 w 2703089"/>
              <a:gd name="csY18" fmla="*/ 1383 h 2004111"/>
              <a:gd name="csX0" fmla="*/ 1107224 w 2703089"/>
              <a:gd name="csY0" fmla="*/ 1383 h 2004111"/>
              <a:gd name="csX1" fmla="*/ 1996589 w 2703089"/>
              <a:gd name="csY1" fmla="*/ 180256 h 2004111"/>
              <a:gd name="csX2" fmla="*/ 2606640 w 2703089"/>
              <a:gd name="csY2" fmla="*/ 753013 h 2004111"/>
              <a:gd name="csX3" fmla="*/ 2479363 w 2703089"/>
              <a:gd name="csY3" fmla="*/ 1064369 h 2004111"/>
              <a:gd name="csX4" fmla="*/ 2546561 w 2703089"/>
              <a:gd name="csY4" fmla="*/ 1304541 h 2004111"/>
              <a:gd name="csX5" fmla="*/ 2549608 w 2703089"/>
              <a:gd name="csY5" fmla="*/ 1306042 h 2004111"/>
              <a:gd name="csX6" fmla="*/ 2539234 w 2703089"/>
              <a:gd name="csY6" fmla="*/ 1586190 h 2004111"/>
              <a:gd name="csX7" fmla="*/ 2700481 w 2703089"/>
              <a:gd name="csY7" fmla="*/ 1925534 h 2004111"/>
              <a:gd name="csX8" fmla="*/ 2389799 w 2703089"/>
              <a:gd name="csY8" fmla="*/ 1958874 h 2004111"/>
              <a:gd name="csX9" fmla="*/ 2110560 w 2703089"/>
              <a:gd name="csY9" fmla="*/ 1959238 h 2004111"/>
              <a:gd name="csX10" fmla="*/ 1923659 w 2703089"/>
              <a:gd name="csY10" fmla="*/ 1985505 h 2004111"/>
              <a:gd name="csX11" fmla="*/ 1787040 w 2703089"/>
              <a:gd name="csY11" fmla="*/ 1780455 h 2004111"/>
              <a:gd name="csX12" fmla="*/ 1640990 w 2703089"/>
              <a:gd name="csY12" fmla="*/ 1526455 h 2004111"/>
              <a:gd name="csX13" fmla="*/ 1380640 w 2703089"/>
              <a:gd name="csY13" fmla="*/ 1488355 h 2004111"/>
              <a:gd name="csX14" fmla="*/ 1031024 w 2703089"/>
              <a:gd name="csY14" fmla="*/ 1733243 h 2004111"/>
              <a:gd name="csX15" fmla="*/ 383689 w 2703089"/>
              <a:gd name="csY15" fmla="*/ 1539154 h 2004111"/>
              <a:gd name="csX16" fmla="*/ 1508 w 2703089"/>
              <a:gd name="csY16" fmla="*/ 1102263 h 2004111"/>
              <a:gd name="csX17" fmla="*/ 294790 w 2703089"/>
              <a:gd name="csY17" fmla="*/ 364405 h 2004111"/>
              <a:gd name="csX18" fmla="*/ 1107224 w 2703089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46561 w 2700481"/>
              <a:gd name="csY4" fmla="*/ 1304541 h 2004111"/>
              <a:gd name="csX5" fmla="*/ 2549608 w 2700481"/>
              <a:gd name="csY5" fmla="*/ 1306042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46561 w 2700481"/>
              <a:gd name="csY4" fmla="*/ 1304541 h 2004111"/>
              <a:gd name="csX5" fmla="*/ 2575008 w 2700481"/>
              <a:gd name="csY5" fmla="*/ 1274292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46561 w 2700481"/>
              <a:gd name="csY4" fmla="*/ 130454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606640 w 2700481"/>
              <a:gd name="csY2" fmla="*/ 753013 h 2004111"/>
              <a:gd name="csX3" fmla="*/ 2479363 w 2700481"/>
              <a:gd name="csY3" fmla="*/ 1064369 h 2004111"/>
              <a:gd name="csX4" fmla="*/ 2578311 w 2700481"/>
              <a:gd name="csY4" fmla="*/ 1298191 h 2004111"/>
              <a:gd name="csX5" fmla="*/ 2539234 w 2700481"/>
              <a:gd name="csY5" fmla="*/ 1586190 h 2004111"/>
              <a:gd name="csX6" fmla="*/ 2700481 w 2700481"/>
              <a:gd name="csY6" fmla="*/ 1925534 h 2004111"/>
              <a:gd name="csX7" fmla="*/ 2389799 w 2700481"/>
              <a:gd name="csY7" fmla="*/ 1958874 h 2004111"/>
              <a:gd name="csX8" fmla="*/ 2110560 w 2700481"/>
              <a:gd name="csY8" fmla="*/ 1959238 h 2004111"/>
              <a:gd name="csX9" fmla="*/ 1923659 w 2700481"/>
              <a:gd name="csY9" fmla="*/ 1985505 h 2004111"/>
              <a:gd name="csX10" fmla="*/ 1787040 w 2700481"/>
              <a:gd name="csY10" fmla="*/ 1780455 h 2004111"/>
              <a:gd name="csX11" fmla="*/ 1640990 w 2700481"/>
              <a:gd name="csY11" fmla="*/ 1526455 h 2004111"/>
              <a:gd name="csX12" fmla="*/ 1380640 w 2700481"/>
              <a:gd name="csY12" fmla="*/ 1488355 h 2004111"/>
              <a:gd name="csX13" fmla="*/ 1031024 w 2700481"/>
              <a:gd name="csY13" fmla="*/ 1733243 h 2004111"/>
              <a:gd name="csX14" fmla="*/ 383689 w 2700481"/>
              <a:gd name="csY14" fmla="*/ 1539154 h 2004111"/>
              <a:gd name="csX15" fmla="*/ 1508 w 2700481"/>
              <a:gd name="csY15" fmla="*/ 1102263 h 2004111"/>
              <a:gd name="csX16" fmla="*/ 294790 w 2700481"/>
              <a:gd name="csY16" fmla="*/ 364405 h 2004111"/>
              <a:gd name="csX17" fmla="*/ 1107224 w 2700481"/>
              <a:gd name="csY17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06640 w 2700481"/>
              <a:gd name="csY3" fmla="*/ 7530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06640 w 2700481"/>
              <a:gd name="csY3" fmla="*/ 7530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06640 w 2700481"/>
              <a:gd name="csY3" fmla="*/ 7530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224 w 2700481"/>
              <a:gd name="csY0" fmla="*/ 1383 h 2004111"/>
              <a:gd name="csX1" fmla="*/ 1996589 w 2700481"/>
              <a:gd name="csY1" fmla="*/ 180256 h 2004111"/>
              <a:gd name="csX2" fmla="*/ 2422040 w 2700481"/>
              <a:gd name="csY2" fmla="*/ 586655 h 2004111"/>
              <a:gd name="csX3" fmla="*/ 2632040 w 2700481"/>
              <a:gd name="csY3" fmla="*/ 791113 h 2004111"/>
              <a:gd name="csX4" fmla="*/ 2479363 w 2700481"/>
              <a:gd name="csY4" fmla="*/ 1064369 h 2004111"/>
              <a:gd name="csX5" fmla="*/ 2578311 w 2700481"/>
              <a:gd name="csY5" fmla="*/ 1298191 h 2004111"/>
              <a:gd name="csX6" fmla="*/ 2539234 w 2700481"/>
              <a:gd name="csY6" fmla="*/ 1586190 h 2004111"/>
              <a:gd name="csX7" fmla="*/ 2700481 w 2700481"/>
              <a:gd name="csY7" fmla="*/ 1925534 h 2004111"/>
              <a:gd name="csX8" fmla="*/ 2389799 w 2700481"/>
              <a:gd name="csY8" fmla="*/ 1958874 h 2004111"/>
              <a:gd name="csX9" fmla="*/ 2110560 w 2700481"/>
              <a:gd name="csY9" fmla="*/ 1959238 h 2004111"/>
              <a:gd name="csX10" fmla="*/ 1923659 w 2700481"/>
              <a:gd name="csY10" fmla="*/ 1985505 h 2004111"/>
              <a:gd name="csX11" fmla="*/ 1787040 w 2700481"/>
              <a:gd name="csY11" fmla="*/ 1780455 h 2004111"/>
              <a:gd name="csX12" fmla="*/ 1640990 w 2700481"/>
              <a:gd name="csY12" fmla="*/ 1526455 h 2004111"/>
              <a:gd name="csX13" fmla="*/ 1380640 w 2700481"/>
              <a:gd name="csY13" fmla="*/ 1488355 h 2004111"/>
              <a:gd name="csX14" fmla="*/ 1031024 w 2700481"/>
              <a:gd name="csY14" fmla="*/ 1733243 h 2004111"/>
              <a:gd name="csX15" fmla="*/ 383689 w 2700481"/>
              <a:gd name="csY15" fmla="*/ 1539154 h 2004111"/>
              <a:gd name="csX16" fmla="*/ 1508 w 2700481"/>
              <a:gd name="csY16" fmla="*/ 1102263 h 2004111"/>
              <a:gd name="csX17" fmla="*/ 294790 w 2700481"/>
              <a:gd name="csY17" fmla="*/ 364405 h 2004111"/>
              <a:gd name="csX18" fmla="*/ 1107224 w 2700481"/>
              <a:gd name="csY18" fmla="*/ 1383 h 2004111"/>
              <a:gd name="csX0" fmla="*/ 1107019 w 2700276"/>
              <a:gd name="csY0" fmla="*/ 10077 h 2012805"/>
              <a:gd name="csX1" fmla="*/ 1996384 w 2700276"/>
              <a:gd name="csY1" fmla="*/ 188950 h 2012805"/>
              <a:gd name="csX2" fmla="*/ 2421835 w 2700276"/>
              <a:gd name="csY2" fmla="*/ 595349 h 2012805"/>
              <a:gd name="csX3" fmla="*/ 2631835 w 2700276"/>
              <a:gd name="csY3" fmla="*/ 799807 h 2012805"/>
              <a:gd name="csX4" fmla="*/ 2479158 w 2700276"/>
              <a:gd name="csY4" fmla="*/ 1073063 h 2012805"/>
              <a:gd name="csX5" fmla="*/ 2578106 w 2700276"/>
              <a:gd name="csY5" fmla="*/ 1306885 h 2012805"/>
              <a:gd name="csX6" fmla="*/ 2539029 w 2700276"/>
              <a:gd name="csY6" fmla="*/ 1594884 h 2012805"/>
              <a:gd name="csX7" fmla="*/ 2700276 w 2700276"/>
              <a:gd name="csY7" fmla="*/ 1934228 h 2012805"/>
              <a:gd name="csX8" fmla="*/ 2389594 w 2700276"/>
              <a:gd name="csY8" fmla="*/ 1967568 h 2012805"/>
              <a:gd name="csX9" fmla="*/ 2110355 w 2700276"/>
              <a:gd name="csY9" fmla="*/ 1967932 h 2012805"/>
              <a:gd name="csX10" fmla="*/ 1923454 w 2700276"/>
              <a:gd name="csY10" fmla="*/ 1994199 h 2012805"/>
              <a:gd name="csX11" fmla="*/ 1786835 w 2700276"/>
              <a:gd name="csY11" fmla="*/ 1789149 h 2012805"/>
              <a:gd name="csX12" fmla="*/ 1640785 w 2700276"/>
              <a:gd name="csY12" fmla="*/ 1535149 h 2012805"/>
              <a:gd name="csX13" fmla="*/ 1380435 w 2700276"/>
              <a:gd name="csY13" fmla="*/ 1497049 h 2012805"/>
              <a:gd name="csX14" fmla="*/ 1030819 w 2700276"/>
              <a:gd name="csY14" fmla="*/ 1741937 h 2012805"/>
              <a:gd name="csX15" fmla="*/ 383484 w 2700276"/>
              <a:gd name="csY15" fmla="*/ 1547848 h 2012805"/>
              <a:gd name="csX16" fmla="*/ 1303 w 2700276"/>
              <a:gd name="csY16" fmla="*/ 1110957 h 2012805"/>
              <a:gd name="csX17" fmla="*/ 312491 w 2700276"/>
              <a:gd name="csY17" fmla="*/ 437896 h 2012805"/>
              <a:gd name="csX18" fmla="*/ 1107019 w 2700276"/>
              <a:gd name="csY18" fmla="*/ 10077 h 2012805"/>
              <a:gd name="csX0" fmla="*/ 1033299 w 2626556"/>
              <a:gd name="csY0" fmla="*/ 10077 h 2012805"/>
              <a:gd name="csX1" fmla="*/ 1922664 w 2626556"/>
              <a:gd name="csY1" fmla="*/ 188950 h 2012805"/>
              <a:gd name="csX2" fmla="*/ 2348115 w 2626556"/>
              <a:gd name="csY2" fmla="*/ 595349 h 2012805"/>
              <a:gd name="csX3" fmla="*/ 2558115 w 2626556"/>
              <a:gd name="csY3" fmla="*/ 799807 h 2012805"/>
              <a:gd name="csX4" fmla="*/ 2405438 w 2626556"/>
              <a:gd name="csY4" fmla="*/ 1073063 h 2012805"/>
              <a:gd name="csX5" fmla="*/ 2504386 w 2626556"/>
              <a:gd name="csY5" fmla="*/ 1306885 h 2012805"/>
              <a:gd name="csX6" fmla="*/ 2465309 w 2626556"/>
              <a:gd name="csY6" fmla="*/ 1594884 h 2012805"/>
              <a:gd name="csX7" fmla="*/ 2626556 w 2626556"/>
              <a:gd name="csY7" fmla="*/ 1934228 h 2012805"/>
              <a:gd name="csX8" fmla="*/ 2315874 w 2626556"/>
              <a:gd name="csY8" fmla="*/ 1967568 h 2012805"/>
              <a:gd name="csX9" fmla="*/ 2036635 w 2626556"/>
              <a:gd name="csY9" fmla="*/ 1967932 h 2012805"/>
              <a:gd name="csX10" fmla="*/ 1849734 w 2626556"/>
              <a:gd name="csY10" fmla="*/ 1994199 h 2012805"/>
              <a:gd name="csX11" fmla="*/ 1713115 w 2626556"/>
              <a:gd name="csY11" fmla="*/ 1789149 h 2012805"/>
              <a:gd name="csX12" fmla="*/ 1567065 w 2626556"/>
              <a:gd name="csY12" fmla="*/ 1535149 h 2012805"/>
              <a:gd name="csX13" fmla="*/ 1306715 w 2626556"/>
              <a:gd name="csY13" fmla="*/ 1497049 h 2012805"/>
              <a:gd name="csX14" fmla="*/ 957099 w 2626556"/>
              <a:gd name="csY14" fmla="*/ 1741937 h 2012805"/>
              <a:gd name="csX15" fmla="*/ 309764 w 2626556"/>
              <a:gd name="csY15" fmla="*/ 1547848 h 2012805"/>
              <a:gd name="csX16" fmla="*/ 2893 w 2626556"/>
              <a:gd name="csY16" fmla="*/ 1159278 h 2012805"/>
              <a:gd name="csX17" fmla="*/ 238771 w 2626556"/>
              <a:gd name="csY17" fmla="*/ 437896 h 2012805"/>
              <a:gd name="csX18" fmla="*/ 1033299 w 2626556"/>
              <a:gd name="csY18" fmla="*/ 10077 h 2012805"/>
              <a:gd name="csX0" fmla="*/ 1033299 w 2626556"/>
              <a:gd name="csY0" fmla="*/ 10077 h 2012805"/>
              <a:gd name="csX1" fmla="*/ 1922664 w 2626556"/>
              <a:gd name="csY1" fmla="*/ 188950 h 2012805"/>
              <a:gd name="csX2" fmla="*/ 2348115 w 2626556"/>
              <a:gd name="csY2" fmla="*/ 595349 h 2012805"/>
              <a:gd name="csX3" fmla="*/ 2558115 w 2626556"/>
              <a:gd name="csY3" fmla="*/ 799807 h 2012805"/>
              <a:gd name="csX4" fmla="*/ 2405438 w 2626556"/>
              <a:gd name="csY4" fmla="*/ 1073063 h 2012805"/>
              <a:gd name="csX5" fmla="*/ 2504386 w 2626556"/>
              <a:gd name="csY5" fmla="*/ 1306885 h 2012805"/>
              <a:gd name="csX6" fmla="*/ 2465309 w 2626556"/>
              <a:gd name="csY6" fmla="*/ 1594884 h 2012805"/>
              <a:gd name="csX7" fmla="*/ 2626556 w 2626556"/>
              <a:gd name="csY7" fmla="*/ 1934228 h 2012805"/>
              <a:gd name="csX8" fmla="*/ 2315874 w 2626556"/>
              <a:gd name="csY8" fmla="*/ 1967568 h 2012805"/>
              <a:gd name="csX9" fmla="*/ 2036635 w 2626556"/>
              <a:gd name="csY9" fmla="*/ 1967932 h 2012805"/>
              <a:gd name="csX10" fmla="*/ 1849734 w 2626556"/>
              <a:gd name="csY10" fmla="*/ 1994199 h 2012805"/>
              <a:gd name="csX11" fmla="*/ 1713115 w 2626556"/>
              <a:gd name="csY11" fmla="*/ 1789149 h 2012805"/>
              <a:gd name="csX12" fmla="*/ 1567065 w 2626556"/>
              <a:gd name="csY12" fmla="*/ 1535149 h 2012805"/>
              <a:gd name="csX13" fmla="*/ 1306715 w 2626556"/>
              <a:gd name="csY13" fmla="*/ 1497049 h 2012805"/>
              <a:gd name="csX14" fmla="*/ 957099 w 2626556"/>
              <a:gd name="csY14" fmla="*/ 1741937 h 2012805"/>
              <a:gd name="csX15" fmla="*/ 266905 w 2626556"/>
              <a:gd name="csY15" fmla="*/ 1599859 h 2012805"/>
              <a:gd name="csX16" fmla="*/ 2893 w 2626556"/>
              <a:gd name="csY16" fmla="*/ 1159278 h 2012805"/>
              <a:gd name="csX17" fmla="*/ 238771 w 2626556"/>
              <a:gd name="csY17" fmla="*/ 437896 h 2012805"/>
              <a:gd name="csX18" fmla="*/ 1033299 w 2626556"/>
              <a:gd name="csY18" fmla="*/ 10077 h 2012805"/>
              <a:gd name="csX0" fmla="*/ 1033299 w 2626556"/>
              <a:gd name="csY0" fmla="*/ 10077 h 2012805"/>
              <a:gd name="csX1" fmla="*/ 1922664 w 2626556"/>
              <a:gd name="csY1" fmla="*/ 188950 h 2012805"/>
              <a:gd name="csX2" fmla="*/ 2348115 w 2626556"/>
              <a:gd name="csY2" fmla="*/ 595349 h 2012805"/>
              <a:gd name="csX3" fmla="*/ 2558115 w 2626556"/>
              <a:gd name="csY3" fmla="*/ 799807 h 2012805"/>
              <a:gd name="csX4" fmla="*/ 2405438 w 2626556"/>
              <a:gd name="csY4" fmla="*/ 1073063 h 2012805"/>
              <a:gd name="csX5" fmla="*/ 2504386 w 2626556"/>
              <a:gd name="csY5" fmla="*/ 1306885 h 2012805"/>
              <a:gd name="csX6" fmla="*/ 2465309 w 2626556"/>
              <a:gd name="csY6" fmla="*/ 1594884 h 2012805"/>
              <a:gd name="csX7" fmla="*/ 2626556 w 2626556"/>
              <a:gd name="csY7" fmla="*/ 1934228 h 2012805"/>
              <a:gd name="csX8" fmla="*/ 2315874 w 2626556"/>
              <a:gd name="csY8" fmla="*/ 1967568 h 2012805"/>
              <a:gd name="csX9" fmla="*/ 2036635 w 2626556"/>
              <a:gd name="csY9" fmla="*/ 1967932 h 2012805"/>
              <a:gd name="csX10" fmla="*/ 1849734 w 2626556"/>
              <a:gd name="csY10" fmla="*/ 1994199 h 2012805"/>
              <a:gd name="csX11" fmla="*/ 1713115 w 2626556"/>
              <a:gd name="csY11" fmla="*/ 1789149 h 2012805"/>
              <a:gd name="csX12" fmla="*/ 1567065 w 2626556"/>
              <a:gd name="csY12" fmla="*/ 1535149 h 2012805"/>
              <a:gd name="csX13" fmla="*/ 1306715 w 2626556"/>
              <a:gd name="csY13" fmla="*/ 1497049 h 2012805"/>
              <a:gd name="csX14" fmla="*/ 839412 w 2626556"/>
              <a:gd name="csY14" fmla="*/ 1668835 h 2012805"/>
              <a:gd name="csX15" fmla="*/ 266905 w 2626556"/>
              <a:gd name="csY15" fmla="*/ 1599859 h 2012805"/>
              <a:gd name="csX16" fmla="*/ 2893 w 2626556"/>
              <a:gd name="csY16" fmla="*/ 1159278 h 2012805"/>
              <a:gd name="csX17" fmla="*/ 238771 w 2626556"/>
              <a:gd name="csY17" fmla="*/ 437896 h 2012805"/>
              <a:gd name="csX18" fmla="*/ 1033299 w 2626556"/>
              <a:gd name="csY18" fmla="*/ 10077 h 2012805"/>
              <a:gd name="csX0" fmla="*/ 1033299 w 2626556"/>
              <a:gd name="csY0" fmla="*/ 10077 h 2012805"/>
              <a:gd name="csX1" fmla="*/ 1922664 w 2626556"/>
              <a:gd name="csY1" fmla="*/ 188950 h 2012805"/>
              <a:gd name="csX2" fmla="*/ 2348115 w 2626556"/>
              <a:gd name="csY2" fmla="*/ 595349 h 2012805"/>
              <a:gd name="csX3" fmla="*/ 2558115 w 2626556"/>
              <a:gd name="csY3" fmla="*/ 799807 h 2012805"/>
              <a:gd name="csX4" fmla="*/ 2405438 w 2626556"/>
              <a:gd name="csY4" fmla="*/ 1073063 h 2012805"/>
              <a:gd name="csX5" fmla="*/ 2504386 w 2626556"/>
              <a:gd name="csY5" fmla="*/ 1306885 h 2012805"/>
              <a:gd name="csX6" fmla="*/ 2465309 w 2626556"/>
              <a:gd name="csY6" fmla="*/ 1594884 h 2012805"/>
              <a:gd name="csX7" fmla="*/ 2626556 w 2626556"/>
              <a:gd name="csY7" fmla="*/ 1934228 h 2012805"/>
              <a:gd name="csX8" fmla="*/ 2315874 w 2626556"/>
              <a:gd name="csY8" fmla="*/ 1967568 h 2012805"/>
              <a:gd name="csX9" fmla="*/ 2036635 w 2626556"/>
              <a:gd name="csY9" fmla="*/ 1967932 h 2012805"/>
              <a:gd name="csX10" fmla="*/ 1849734 w 2626556"/>
              <a:gd name="csY10" fmla="*/ 1994199 h 2012805"/>
              <a:gd name="csX11" fmla="*/ 1713115 w 2626556"/>
              <a:gd name="csY11" fmla="*/ 1789149 h 2012805"/>
              <a:gd name="csX12" fmla="*/ 1567065 w 2626556"/>
              <a:gd name="csY12" fmla="*/ 1535149 h 2012805"/>
              <a:gd name="csX13" fmla="*/ 1378526 w 2626556"/>
              <a:gd name="csY13" fmla="*/ 1444039 h 2012805"/>
              <a:gd name="csX14" fmla="*/ 839412 w 2626556"/>
              <a:gd name="csY14" fmla="*/ 1668835 h 2012805"/>
              <a:gd name="csX15" fmla="*/ 266905 w 2626556"/>
              <a:gd name="csY15" fmla="*/ 1599859 h 2012805"/>
              <a:gd name="csX16" fmla="*/ 2893 w 2626556"/>
              <a:gd name="csY16" fmla="*/ 1159278 h 2012805"/>
              <a:gd name="csX17" fmla="*/ 238771 w 2626556"/>
              <a:gd name="csY17" fmla="*/ 437896 h 2012805"/>
              <a:gd name="csX18" fmla="*/ 1033299 w 2626556"/>
              <a:gd name="csY18" fmla="*/ 10077 h 2012805"/>
              <a:gd name="csX0" fmla="*/ 1033299 w 2626556"/>
              <a:gd name="csY0" fmla="*/ 10077 h 2012805"/>
              <a:gd name="csX1" fmla="*/ 1922664 w 2626556"/>
              <a:gd name="csY1" fmla="*/ 188950 h 2012805"/>
              <a:gd name="csX2" fmla="*/ 2348115 w 2626556"/>
              <a:gd name="csY2" fmla="*/ 595349 h 2012805"/>
              <a:gd name="csX3" fmla="*/ 2558115 w 2626556"/>
              <a:gd name="csY3" fmla="*/ 799807 h 2012805"/>
              <a:gd name="csX4" fmla="*/ 2405438 w 2626556"/>
              <a:gd name="csY4" fmla="*/ 1073063 h 2012805"/>
              <a:gd name="csX5" fmla="*/ 2504386 w 2626556"/>
              <a:gd name="csY5" fmla="*/ 1306885 h 2012805"/>
              <a:gd name="csX6" fmla="*/ 2465309 w 2626556"/>
              <a:gd name="csY6" fmla="*/ 1594884 h 2012805"/>
              <a:gd name="csX7" fmla="*/ 2626556 w 2626556"/>
              <a:gd name="csY7" fmla="*/ 1934228 h 2012805"/>
              <a:gd name="csX8" fmla="*/ 2315874 w 2626556"/>
              <a:gd name="csY8" fmla="*/ 1967568 h 2012805"/>
              <a:gd name="csX9" fmla="*/ 2036635 w 2626556"/>
              <a:gd name="csY9" fmla="*/ 1967932 h 2012805"/>
              <a:gd name="csX10" fmla="*/ 1849734 w 2626556"/>
              <a:gd name="csY10" fmla="*/ 1994199 h 2012805"/>
              <a:gd name="csX11" fmla="*/ 1713115 w 2626556"/>
              <a:gd name="csY11" fmla="*/ 1789149 h 2012805"/>
              <a:gd name="csX12" fmla="*/ 1529771 w 2626556"/>
              <a:gd name="csY12" fmla="*/ 1453395 h 2012805"/>
              <a:gd name="csX13" fmla="*/ 1378526 w 2626556"/>
              <a:gd name="csY13" fmla="*/ 1444039 h 2012805"/>
              <a:gd name="csX14" fmla="*/ 839412 w 2626556"/>
              <a:gd name="csY14" fmla="*/ 1668835 h 2012805"/>
              <a:gd name="csX15" fmla="*/ 266905 w 2626556"/>
              <a:gd name="csY15" fmla="*/ 1599859 h 2012805"/>
              <a:gd name="csX16" fmla="*/ 2893 w 2626556"/>
              <a:gd name="csY16" fmla="*/ 1159278 h 2012805"/>
              <a:gd name="csX17" fmla="*/ 238771 w 2626556"/>
              <a:gd name="csY17" fmla="*/ 437896 h 2012805"/>
              <a:gd name="csX18" fmla="*/ 1033299 w 2626556"/>
              <a:gd name="csY18" fmla="*/ 10077 h 2012805"/>
              <a:gd name="csX0" fmla="*/ 1033299 w 2626556"/>
              <a:gd name="csY0" fmla="*/ 10077 h 2012805"/>
              <a:gd name="csX1" fmla="*/ 1922664 w 2626556"/>
              <a:gd name="csY1" fmla="*/ 188950 h 2012805"/>
              <a:gd name="csX2" fmla="*/ 2348115 w 2626556"/>
              <a:gd name="csY2" fmla="*/ 595349 h 2012805"/>
              <a:gd name="csX3" fmla="*/ 2558115 w 2626556"/>
              <a:gd name="csY3" fmla="*/ 799807 h 2012805"/>
              <a:gd name="csX4" fmla="*/ 2405438 w 2626556"/>
              <a:gd name="csY4" fmla="*/ 1073063 h 2012805"/>
              <a:gd name="csX5" fmla="*/ 2504386 w 2626556"/>
              <a:gd name="csY5" fmla="*/ 1306885 h 2012805"/>
              <a:gd name="csX6" fmla="*/ 2465309 w 2626556"/>
              <a:gd name="csY6" fmla="*/ 1594884 h 2012805"/>
              <a:gd name="csX7" fmla="*/ 2626556 w 2626556"/>
              <a:gd name="csY7" fmla="*/ 1934228 h 2012805"/>
              <a:gd name="csX8" fmla="*/ 2315874 w 2626556"/>
              <a:gd name="csY8" fmla="*/ 1967568 h 2012805"/>
              <a:gd name="csX9" fmla="*/ 2036635 w 2626556"/>
              <a:gd name="csY9" fmla="*/ 1967932 h 2012805"/>
              <a:gd name="csX10" fmla="*/ 1849734 w 2626556"/>
              <a:gd name="csY10" fmla="*/ 1994199 h 2012805"/>
              <a:gd name="csX11" fmla="*/ 1745200 w 2626556"/>
              <a:gd name="csY11" fmla="*/ 1618040 h 2012805"/>
              <a:gd name="csX12" fmla="*/ 1529771 w 2626556"/>
              <a:gd name="csY12" fmla="*/ 1453395 h 2012805"/>
              <a:gd name="csX13" fmla="*/ 1378526 w 2626556"/>
              <a:gd name="csY13" fmla="*/ 1444039 h 2012805"/>
              <a:gd name="csX14" fmla="*/ 839412 w 2626556"/>
              <a:gd name="csY14" fmla="*/ 1668835 h 2012805"/>
              <a:gd name="csX15" fmla="*/ 266905 w 2626556"/>
              <a:gd name="csY15" fmla="*/ 1599859 h 2012805"/>
              <a:gd name="csX16" fmla="*/ 2893 w 2626556"/>
              <a:gd name="csY16" fmla="*/ 1159278 h 2012805"/>
              <a:gd name="csX17" fmla="*/ 238771 w 2626556"/>
              <a:gd name="csY17" fmla="*/ 437896 h 2012805"/>
              <a:gd name="csX18" fmla="*/ 1033299 w 2626556"/>
              <a:gd name="csY18" fmla="*/ 10077 h 2012805"/>
              <a:gd name="csX0" fmla="*/ 1033299 w 2626556"/>
              <a:gd name="csY0" fmla="*/ 10077 h 1990348"/>
              <a:gd name="csX1" fmla="*/ 1922664 w 2626556"/>
              <a:gd name="csY1" fmla="*/ 188950 h 1990348"/>
              <a:gd name="csX2" fmla="*/ 2348115 w 2626556"/>
              <a:gd name="csY2" fmla="*/ 595349 h 1990348"/>
              <a:gd name="csX3" fmla="*/ 2558115 w 2626556"/>
              <a:gd name="csY3" fmla="*/ 799807 h 1990348"/>
              <a:gd name="csX4" fmla="*/ 2405438 w 2626556"/>
              <a:gd name="csY4" fmla="*/ 1073063 h 1990348"/>
              <a:gd name="csX5" fmla="*/ 2504386 w 2626556"/>
              <a:gd name="csY5" fmla="*/ 1306885 h 1990348"/>
              <a:gd name="csX6" fmla="*/ 2465309 w 2626556"/>
              <a:gd name="csY6" fmla="*/ 1594884 h 1990348"/>
              <a:gd name="csX7" fmla="*/ 2626556 w 2626556"/>
              <a:gd name="csY7" fmla="*/ 1934228 h 1990348"/>
              <a:gd name="csX8" fmla="*/ 2315874 w 2626556"/>
              <a:gd name="csY8" fmla="*/ 1967568 h 1990348"/>
              <a:gd name="csX9" fmla="*/ 2036635 w 2626556"/>
              <a:gd name="csY9" fmla="*/ 1967932 h 1990348"/>
              <a:gd name="csX10" fmla="*/ 1861452 w 2626556"/>
              <a:gd name="csY10" fmla="*/ 1868448 h 1990348"/>
              <a:gd name="csX11" fmla="*/ 1745200 w 2626556"/>
              <a:gd name="csY11" fmla="*/ 1618040 h 1990348"/>
              <a:gd name="csX12" fmla="*/ 1529771 w 2626556"/>
              <a:gd name="csY12" fmla="*/ 1453395 h 1990348"/>
              <a:gd name="csX13" fmla="*/ 1378526 w 2626556"/>
              <a:gd name="csY13" fmla="*/ 1444039 h 1990348"/>
              <a:gd name="csX14" fmla="*/ 839412 w 2626556"/>
              <a:gd name="csY14" fmla="*/ 1668835 h 1990348"/>
              <a:gd name="csX15" fmla="*/ 266905 w 2626556"/>
              <a:gd name="csY15" fmla="*/ 1599859 h 1990348"/>
              <a:gd name="csX16" fmla="*/ 2893 w 2626556"/>
              <a:gd name="csY16" fmla="*/ 1159278 h 1990348"/>
              <a:gd name="csX17" fmla="*/ 238771 w 2626556"/>
              <a:gd name="csY17" fmla="*/ 437896 h 1990348"/>
              <a:gd name="csX18" fmla="*/ 1033299 w 2626556"/>
              <a:gd name="csY18" fmla="*/ 10077 h 1990348"/>
              <a:gd name="csX0" fmla="*/ 1033299 w 2626556"/>
              <a:gd name="csY0" fmla="*/ 10077 h 1990348"/>
              <a:gd name="csX1" fmla="*/ 1922664 w 2626556"/>
              <a:gd name="csY1" fmla="*/ 188950 h 1990348"/>
              <a:gd name="csX2" fmla="*/ 2348115 w 2626556"/>
              <a:gd name="csY2" fmla="*/ 595349 h 1990348"/>
              <a:gd name="csX3" fmla="*/ 2558115 w 2626556"/>
              <a:gd name="csY3" fmla="*/ 799807 h 1990348"/>
              <a:gd name="csX4" fmla="*/ 2405438 w 2626556"/>
              <a:gd name="csY4" fmla="*/ 1073063 h 1990348"/>
              <a:gd name="csX5" fmla="*/ 2504386 w 2626556"/>
              <a:gd name="csY5" fmla="*/ 1306885 h 1990348"/>
              <a:gd name="csX6" fmla="*/ 2465309 w 2626556"/>
              <a:gd name="csY6" fmla="*/ 1594884 h 1990348"/>
              <a:gd name="csX7" fmla="*/ 2626556 w 2626556"/>
              <a:gd name="csY7" fmla="*/ 1934228 h 1990348"/>
              <a:gd name="csX8" fmla="*/ 2315874 w 2626556"/>
              <a:gd name="csY8" fmla="*/ 1967568 h 1990348"/>
              <a:gd name="csX9" fmla="*/ 1958413 w 2626556"/>
              <a:gd name="csY9" fmla="*/ 1960057 h 1990348"/>
              <a:gd name="csX10" fmla="*/ 1861452 w 2626556"/>
              <a:gd name="csY10" fmla="*/ 1868448 h 1990348"/>
              <a:gd name="csX11" fmla="*/ 1745200 w 2626556"/>
              <a:gd name="csY11" fmla="*/ 1618040 h 1990348"/>
              <a:gd name="csX12" fmla="*/ 1529771 w 2626556"/>
              <a:gd name="csY12" fmla="*/ 1453395 h 1990348"/>
              <a:gd name="csX13" fmla="*/ 1378526 w 2626556"/>
              <a:gd name="csY13" fmla="*/ 1444039 h 1990348"/>
              <a:gd name="csX14" fmla="*/ 839412 w 2626556"/>
              <a:gd name="csY14" fmla="*/ 1668835 h 1990348"/>
              <a:gd name="csX15" fmla="*/ 266905 w 2626556"/>
              <a:gd name="csY15" fmla="*/ 1599859 h 1990348"/>
              <a:gd name="csX16" fmla="*/ 2893 w 2626556"/>
              <a:gd name="csY16" fmla="*/ 1159278 h 1990348"/>
              <a:gd name="csX17" fmla="*/ 238771 w 2626556"/>
              <a:gd name="csY17" fmla="*/ 437896 h 1990348"/>
              <a:gd name="csX18" fmla="*/ 1033299 w 2626556"/>
              <a:gd name="csY18" fmla="*/ 10077 h 1990348"/>
              <a:gd name="csX0" fmla="*/ 1033299 w 2626556"/>
              <a:gd name="csY0" fmla="*/ 10077 h 2053338"/>
              <a:gd name="csX1" fmla="*/ 1922664 w 2626556"/>
              <a:gd name="csY1" fmla="*/ 188950 h 2053338"/>
              <a:gd name="csX2" fmla="*/ 2348115 w 2626556"/>
              <a:gd name="csY2" fmla="*/ 595349 h 2053338"/>
              <a:gd name="csX3" fmla="*/ 2558115 w 2626556"/>
              <a:gd name="csY3" fmla="*/ 799807 h 2053338"/>
              <a:gd name="csX4" fmla="*/ 2405438 w 2626556"/>
              <a:gd name="csY4" fmla="*/ 1073063 h 2053338"/>
              <a:gd name="csX5" fmla="*/ 2504386 w 2626556"/>
              <a:gd name="csY5" fmla="*/ 1306885 h 2053338"/>
              <a:gd name="csX6" fmla="*/ 2465309 w 2626556"/>
              <a:gd name="csY6" fmla="*/ 1594884 h 2053338"/>
              <a:gd name="csX7" fmla="*/ 2626556 w 2626556"/>
              <a:gd name="csY7" fmla="*/ 1934228 h 2053338"/>
              <a:gd name="csX8" fmla="*/ 2457170 w 2626556"/>
              <a:gd name="csY8" fmla="*/ 2043772 h 2053338"/>
              <a:gd name="csX9" fmla="*/ 1958413 w 2626556"/>
              <a:gd name="csY9" fmla="*/ 1960057 h 2053338"/>
              <a:gd name="csX10" fmla="*/ 1861452 w 2626556"/>
              <a:gd name="csY10" fmla="*/ 1868448 h 2053338"/>
              <a:gd name="csX11" fmla="*/ 1745200 w 2626556"/>
              <a:gd name="csY11" fmla="*/ 1618040 h 2053338"/>
              <a:gd name="csX12" fmla="*/ 1529771 w 2626556"/>
              <a:gd name="csY12" fmla="*/ 1453395 h 2053338"/>
              <a:gd name="csX13" fmla="*/ 1378526 w 2626556"/>
              <a:gd name="csY13" fmla="*/ 1444039 h 2053338"/>
              <a:gd name="csX14" fmla="*/ 839412 w 2626556"/>
              <a:gd name="csY14" fmla="*/ 1668835 h 2053338"/>
              <a:gd name="csX15" fmla="*/ 266905 w 2626556"/>
              <a:gd name="csY15" fmla="*/ 1599859 h 2053338"/>
              <a:gd name="csX16" fmla="*/ 2893 w 2626556"/>
              <a:gd name="csY16" fmla="*/ 1159278 h 2053338"/>
              <a:gd name="csX17" fmla="*/ 238771 w 2626556"/>
              <a:gd name="csY17" fmla="*/ 437896 h 2053338"/>
              <a:gd name="csX18" fmla="*/ 1033299 w 2626556"/>
              <a:gd name="csY18" fmla="*/ 10077 h 2053338"/>
              <a:gd name="csX0" fmla="*/ 1033299 w 2558163"/>
              <a:gd name="csY0" fmla="*/ 10077 h 2054083"/>
              <a:gd name="csX1" fmla="*/ 1922664 w 2558163"/>
              <a:gd name="csY1" fmla="*/ 188950 h 2054083"/>
              <a:gd name="csX2" fmla="*/ 2348115 w 2558163"/>
              <a:gd name="csY2" fmla="*/ 595349 h 2054083"/>
              <a:gd name="csX3" fmla="*/ 2558115 w 2558163"/>
              <a:gd name="csY3" fmla="*/ 799807 h 2054083"/>
              <a:gd name="csX4" fmla="*/ 2405438 w 2558163"/>
              <a:gd name="csY4" fmla="*/ 1073063 h 2054083"/>
              <a:gd name="csX5" fmla="*/ 2504386 w 2558163"/>
              <a:gd name="csY5" fmla="*/ 1306885 h 2054083"/>
              <a:gd name="csX6" fmla="*/ 2465309 w 2558163"/>
              <a:gd name="csY6" fmla="*/ 1594884 h 2054083"/>
              <a:gd name="csX7" fmla="*/ 2474093 w 2558163"/>
              <a:gd name="csY7" fmla="*/ 1943019 h 2054083"/>
              <a:gd name="csX8" fmla="*/ 2457170 w 2558163"/>
              <a:gd name="csY8" fmla="*/ 2043772 h 2054083"/>
              <a:gd name="csX9" fmla="*/ 1958413 w 2558163"/>
              <a:gd name="csY9" fmla="*/ 1960057 h 2054083"/>
              <a:gd name="csX10" fmla="*/ 1861452 w 2558163"/>
              <a:gd name="csY10" fmla="*/ 1868448 h 2054083"/>
              <a:gd name="csX11" fmla="*/ 1745200 w 2558163"/>
              <a:gd name="csY11" fmla="*/ 1618040 h 2054083"/>
              <a:gd name="csX12" fmla="*/ 1529771 w 2558163"/>
              <a:gd name="csY12" fmla="*/ 1453395 h 2054083"/>
              <a:gd name="csX13" fmla="*/ 1378526 w 2558163"/>
              <a:gd name="csY13" fmla="*/ 1444039 h 2054083"/>
              <a:gd name="csX14" fmla="*/ 839412 w 2558163"/>
              <a:gd name="csY14" fmla="*/ 1668835 h 2054083"/>
              <a:gd name="csX15" fmla="*/ 266905 w 2558163"/>
              <a:gd name="csY15" fmla="*/ 1599859 h 2054083"/>
              <a:gd name="csX16" fmla="*/ 2893 w 2558163"/>
              <a:gd name="csY16" fmla="*/ 1159278 h 2054083"/>
              <a:gd name="csX17" fmla="*/ 238771 w 2558163"/>
              <a:gd name="csY17" fmla="*/ 437896 h 2054083"/>
              <a:gd name="csX18" fmla="*/ 1033299 w 2558163"/>
              <a:gd name="csY18" fmla="*/ 10077 h 2054083"/>
              <a:gd name="csX0" fmla="*/ 1033299 w 2558163"/>
              <a:gd name="csY0" fmla="*/ 10077 h 2054083"/>
              <a:gd name="csX1" fmla="*/ 1922664 w 2558163"/>
              <a:gd name="csY1" fmla="*/ 188950 h 2054083"/>
              <a:gd name="csX2" fmla="*/ 2348115 w 2558163"/>
              <a:gd name="csY2" fmla="*/ 595349 h 2054083"/>
              <a:gd name="csX3" fmla="*/ 2558115 w 2558163"/>
              <a:gd name="csY3" fmla="*/ 799807 h 2054083"/>
              <a:gd name="csX4" fmla="*/ 2405438 w 2558163"/>
              <a:gd name="csY4" fmla="*/ 1073063 h 2054083"/>
              <a:gd name="csX5" fmla="*/ 2504386 w 2558163"/>
              <a:gd name="csY5" fmla="*/ 1306885 h 2054083"/>
              <a:gd name="csX6" fmla="*/ 2465309 w 2558163"/>
              <a:gd name="csY6" fmla="*/ 1594884 h 2054083"/>
              <a:gd name="csX7" fmla="*/ 2520577 w 2558163"/>
              <a:gd name="csY7" fmla="*/ 1900946 h 2054083"/>
              <a:gd name="csX8" fmla="*/ 2474093 w 2558163"/>
              <a:gd name="csY8" fmla="*/ 1943019 h 2054083"/>
              <a:gd name="csX9" fmla="*/ 2457170 w 2558163"/>
              <a:gd name="csY9" fmla="*/ 2043772 h 2054083"/>
              <a:gd name="csX10" fmla="*/ 1958413 w 2558163"/>
              <a:gd name="csY10" fmla="*/ 1960057 h 2054083"/>
              <a:gd name="csX11" fmla="*/ 1861452 w 2558163"/>
              <a:gd name="csY11" fmla="*/ 1868448 h 2054083"/>
              <a:gd name="csX12" fmla="*/ 1745200 w 2558163"/>
              <a:gd name="csY12" fmla="*/ 1618040 h 2054083"/>
              <a:gd name="csX13" fmla="*/ 1529771 w 2558163"/>
              <a:gd name="csY13" fmla="*/ 1453395 h 2054083"/>
              <a:gd name="csX14" fmla="*/ 1378526 w 2558163"/>
              <a:gd name="csY14" fmla="*/ 1444039 h 2054083"/>
              <a:gd name="csX15" fmla="*/ 839412 w 2558163"/>
              <a:gd name="csY15" fmla="*/ 1668835 h 2054083"/>
              <a:gd name="csX16" fmla="*/ 266905 w 2558163"/>
              <a:gd name="csY16" fmla="*/ 1599859 h 2054083"/>
              <a:gd name="csX17" fmla="*/ 2893 w 2558163"/>
              <a:gd name="csY17" fmla="*/ 1159278 h 2054083"/>
              <a:gd name="csX18" fmla="*/ 238771 w 2558163"/>
              <a:gd name="csY18" fmla="*/ 437896 h 2054083"/>
              <a:gd name="csX19" fmla="*/ 1033299 w 2558163"/>
              <a:gd name="csY19" fmla="*/ 10077 h 2054083"/>
              <a:gd name="csX0" fmla="*/ 1033299 w 2669266"/>
              <a:gd name="csY0" fmla="*/ 10077 h 2054083"/>
              <a:gd name="csX1" fmla="*/ 1922664 w 2669266"/>
              <a:gd name="csY1" fmla="*/ 188950 h 2054083"/>
              <a:gd name="csX2" fmla="*/ 2348115 w 2669266"/>
              <a:gd name="csY2" fmla="*/ 595349 h 2054083"/>
              <a:gd name="csX3" fmla="*/ 2558115 w 2669266"/>
              <a:gd name="csY3" fmla="*/ 799807 h 2054083"/>
              <a:gd name="csX4" fmla="*/ 2405438 w 2669266"/>
              <a:gd name="csY4" fmla="*/ 1073063 h 2054083"/>
              <a:gd name="csX5" fmla="*/ 2504386 w 2669266"/>
              <a:gd name="csY5" fmla="*/ 1306885 h 2054083"/>
              <a:gd name="csX6" fmla="*/ 2465309 w 2669266"/>
              <a:gd name="csY6" fmla="*/ 1594884 h 2054083"/>
              <a:gd name="csX7" fmla="*/ 2668868 w 2669266"/>
              <a:gd name="csY7" fmla="*/ 1850778 h 2054083"/>
              <a:gd name="csX8" fmla="*/ 2520577 w 2669266"/>
              <a:gd name="csY8" fmla="*/ 1900946 h 2054083"/>
              <a:gd name="csX9" fmla="*/ 2474093 w 2669266"/>
              <a:gd name="csY9" fmla="*/ 1943019 h 2054083"/>
              <a:gd name="csX10" fmla="*/ 2457170 w 2669266"/>
              <a:gd name="csY10" fmla="*/ 2043772 h 2054083"/>
              <a:gd name="csX11" fmla="*/ 1958413 w 2669266"/>
              <a:gd name="csY11" fmla="*/ 1960057 h 2054083"/>
              <a:gd name="csX12" fmla="*/ 1861452 w 2669266"/>
              <a:gd name="csY12" fmla="*/ 1868448 h 2054083"/>
              <a:gd name="csX13" fmla="*/ 1745200 w 2669266"/>
              <a:gd name="csY13" fmla="*/ 1618040 h 2054083"/>
              <a:gd name="csX14" fmla="*/ 1529771 w 2669266"/>
              <a:gd name="csY14" fmla="*/ 1453395 h 2054083"/>
              <a:gd name="csX15" fmla="*/ 1378526 w 2669266"/>
              <a:gd name="csY15" fmla="*/ 1444039 h 2054083"/>
              <a:gd name="csX16" fmla="*/ 839412 w 2669266"/>
              <a:gd name="csY16" fmla="*/ 1668835 h 2054083"/>
              <a:gd name="csX17" fmla="*/ 266905 w 2669266"/>
              <a:gd name="csY17" fmla="*/ 1599859 h 2054083"/>
              <a:gd name="csX18" fmla="*/ 2893 w 2669266"/>
              <a:gd name="csY18" fmla="*/ 1159278 h 2054083"/>
              <a:gd name="csX19" fmla="*/ 238771 w 2669266"/>
              <a:gd name="csY19" fmla="*/ 437896 h 2054083"/>
              <a:gd name="csX20" fmla="*/ 1033299 w 2669266"/>
              <a:gd name="csY20" fmla="*/ 10077 h 2054083"/>
              <a:gd name="csX0" fmla="*/ 1033299 w 2669266"/>
              <a:gd name="csY0" fmla="*/ 10077 h 2054083"/>
              <a:gd name="csX1" fmla="*/ 1922664 w 2669266"/>
              <a:gd name="csY1" fmla="*/ 188950 h 2054083"/>
              <a:gd name="csX2" fmla="*/ 2348115 w 2669266"/>
              <a:gd name="csY2" fmla="*/ 595349 h 2054083"/>
              <a:gd name="csX3" fmla="*/ 2558115 w 2669266"/>
              <a:gd name="csY3" fmla="*/ 799807 h 2054083"/>
              <a:gd name="csX4" fmla="*/ 2405438 w 2669266"/>
              <a:gd name="csY4" fmla="*/ 1073063 h 2054083"/>
              <a:gd name="csX5" fmla="*/ 2504386 w 2669266"/>
              <a:gd name="csY5" fmla="*/ 1306885 h 2054083"/>
              <a:gd name="csX6" fmla="*/ 2632969 w 2669266"/>
              <a:gd name="csY6" fmla="*/ 1470404 h 2054083"/>
              <a:gd name="csX7" fmla="*/ 2668868 w 2669266"/>
              <a:gd name="csY7" fmla="*/ 1850778 h 2054083"/>
              <a:gd name="csX8" fmla="*/ 2520577 w 2669266"/>
              <a:gd name="csY8" fmla="*/ 1900946 h 2054083"/>
              <a:gd name="csX9" fmla="*/ 2474093 w 2669266"/>
              <a:gd name="csY9" fmla="*/ 1943019 h 2054083"/>
              <a:gd name="csX10" fmla="*/ 2457170 w 2669266"/>
              <a:gd name="csY10" fmla="*/ 2043772 h 2054083"/>
              <a:gd name="csX11" fmla="*/ 1958413 w 2669266"/>
              <a:gd name="csY11" fmla="*/ 1960057 h 2054083"/>
              <a:gd name="csX12" fmla="*/ 1861452 w 2669266"/>
              <a:gd name="csY12" fmla="*/ 1868448 h 2054083"/>
              <a:gd name="csX13" fmla="*/ 1745200 w 2669266"/>
              <a:gd name="csY13" fmla="*/ 1618040 h 2054083"/>
              <a:gd name="csX14" fmla="*/ 1529771 w 2669266"/>
              <a:gd name="csY14" fmla="*/ 1453395 h 2054083"/>
              <a:gd name="csX15" fmla="*/ 1378526 w 2669266"/>
              <a:gd name="csY15" fmla="*/ 1444039 h 2054083"/>
              <a:gd name="csX16" fmla="*/ 839412 w 2669266"/>
              <a:gd name="csY16" fmla="*/ 1668835 h 2054083"/>
              <a:gd name="csX17" fmla="*/ 266905 w 2669266"/>
              <a:gd name="csY17" fmla="*/ 1599859 h 2054083"/>
              <a:gd name="csX18" fmla="*/ 2893 w 2669266"/>
              <a:gd name="csY18" fmla="*/ 1159278 h 2054083"/>
              <a:gd name="csX19" fmla="*/ 238771 w 2669266"/>
              <a:gd name="csY19" fmla="*/ 437896 h 2054083"/>
              <a:gd name="csX20" fmla="*/ 1033299 w 2669266"/>
              <a:gd name="csY20" fmla="*/ 10077 h 2054083"/>
              <a:gd name="csX0" fmla="*/ 1033299 w 2669266"/>
              <a:gd name="csY0" fmla="*/ 10077 h 2054083"/>
              <a:gd name="csX1" fmla="*/ 1922664 w 2669266"/>
              <a:gd name="csY1" fmla="*/ 188950 h 2054083"/>
              <a:gd name="csX2" fmla="*/ 2348115 w 2669266"/>
              <a:gd name="csY2" fmla="*/ 595349 h 2054083"/>
              <a:gd name="csX3" fmla="*/ 2558115 w 2669266"/>
              <a:gd name="csY3" fmla="*/ 799807 h 2054083"/>
              <a:gd name="csX4" fmla="*/ 2405438 w 2669266"/>
              <a:gd name="csY4" fmla="*/ 1073063 h 2054083"/>
              <a:gd name="csX5" fmla="*/ 2507882 w 2669266"/>
              <a:gd name="csY5" fmla="*/ 1079181 h 2054083"/>
              <a:gd name="csX6" fmla="*/ 2632969 w 2669266"/>
              <a:gd name="csY6" fmla="*/ 1470404 h 2054083"/>
              <a:gd name="csX7" fmla="*/ 2668868 w 2669266"/>
              <a:gd name="csY7" fmla="*/ 1850778 h 2054083"/>
              <a:gd name="csX8" fmla="*/ 2520577 w 2669266"/>
              <a:gd name="csY8" fmla="*/ 1900946 h 2054083"/>
              <a:gd name="csX9" fmla="*/ 2474093 w 2669266"/>
              <a:gd name="csY9" fmla="*/ 1943019 h 2054083"/>
              <a:gd name="csX10" fmla="*/ 2457170 w 2669266"/>
              <a:gd name="csY10" fmla="*/ 2043772 h 2054083"/>
              <a:gd name="csX11" fmla="*/ 1958413 w 2669266"/>
              <a:gd name="csY11" fmla="*/ 1960057 h 2054083"/>
              <a:gd name="csX12" fmla="*/ 1861452 w 2669266"/>
              <a:gd name="csY12" fmla="*/ 1868448 h 2054083"/>
              <a:gd name="csX13" fmla="*/ 1745200 w 2669266"/>
              <a:gd name="csY13" fmla="*/ 1618040 h 2054083"/>
              <a:gd name="csX14" fmla="*/ 1529771 w 2669266"/>
              <a:gd name="csY14" fmla="*/ 1453395 h 2054083"/>
              <a:gd name="csX15" fmla="*/ 1378526 w 2669266"/>
              <a:gd name="csY15" fmla="*/ 1444039 h 2054083"/>
              <a:gd name="csX16" fmla="*/ 839412 w 2669266"/>
              <a:gd name="csY16" fmla="*/ 1668835 h 2054083"/>
              <a:gd name="csX17" fmla="*/ 266905 w 2669266"/>
              <a:gd name="csY17" fmla="*/ 1599859 h 2054083"/>
              <a:gd name="csX18" fmla="*/ 2893 w 2669266"/>
              <a:gd name="csY18" fmla="*/ 1159278 h 2054083"/>
              <a:gd name="csX19" fmla="*/ 238771 w 2669266"/>
              <a:gd name="csY19" fmla="*/ 437896 h 2054083"/>
              <a:gd name="csX20" fmla="*/ 1033299 w 2669266"/>
              <a:gd name="csY20" fmla="*/ 10077 h 2054083"/>
              <a:gd name="csX0" fmla="*/ 1033299 w 2669266"/>
              <a:gd name="csY0" fmla="*/ 10077 h 2054083"/>
              <a:gd name="csX1" fmla="*/ 1922664 w 2669266"/>
              <a:gd name="csY1" fmla="*/ 188950 h 2054083"/>
              <a:gd name="csX2" fmla="*/ 2348115 w 2669266"/>
              <a:gd name="csY2" fmla="*/ 595349 h 2054083"/>
              <a:gd name="csX3" fmla="*/ 2558115 w 2669266"/>
              <a:gd name="csY3" fmla="*/ 799807 h 2054083"/>
              <a:gd name="csX4" fmla="*/ 2393356 w 2669266"/>
              <a:gd name="csY4" fmla="*/ 927373 h 2054083"/>
              <a:gd name="csX5" fmla="*/ 2507882 w 2669266"/>
              <a:gd name="csY5" fmla="*/ 1079181 h 2054083"/>
              <a:gd name="csX6" fmla="*/ 2632969 w 2669266"/>
              <a:gd name="csY6" fmla="*/ 1470404 h 2054083"/>
              <a:gd name="csX7" fmla="*/ 2668868 w 2669266"/>
              <a:gd name="csY7" fmla="*/ 1850778 h 2054083"/>
              <a:gd name="csX8" fmla="*/ 2520577 w 2669266"/>
              <a:gd name="csY8" fmla="*/ 1900946 h 2054083"/>
              <a:gd name="csX9" fmla="*/ 2474093 w 2669266"/>
              <a:gd name="csY9" fmla="*/ 1943019 h 2054083"/>
              <a:gd name="csX10" fmla="*/ 2457170 w 2669266"/>
              <a:gd name="csY10" fmla="*/ 2043772 h 2054083"/>
              <a:gd name="csX11" fmla="*/ 1958413 w 2669266"/>
              <a:gd name="csY11" fmla="*/ 1960057 h 2054083"/>
              <a:gd name="csX12" fmla="*/ 1861452 w 2669266"/>
              <a:gd name="csY12" fmla="*/ 1868448 h 2054083"/>
              <a:gd name="csX13" fmla="*/ 1745200 w 2669266"/>
              <a:gd name="csY13" fmla="*/ 1618040 h 2054083"/>
              <a:gd name="csX14" fmla="*/ 1529771 w 2669266"/>
              <a:gd name="csY14" fmla="*/ 1453395 h 2054083"/>
              <a:gd name="csX15" fmla="*/ 1378526 w 2669266"/>
              <a:gd name="csY15" fmla="*/ 1444039 h 2054083"/>
              <a:gd name="csX16" fmla="*/ 839412 w 2669266"/>
              <a:gd name="csY16" fmla="*/ 1668835 h 2054083"/>
              <a:gd name="csX17" fmla="*/ 266905 w 2669266"/>
              <a:gd name="csY17" fmla="*/ 1599859 h 2054083"/>
              <a:gd name="csX18" fmla="*/ 2893 w 2669266"/>
              <a:gd name="csY18" fmla="*/ 1159278 h 2054083"/>
              <a:gd name="csX19" fmla="*/ 238771 w 2669266"/>
              <a:gd name="csY19" fmla="*/ 437896 h 2054083"/>
              <a:gd name="csX20" fmla="*/ 1033299 w 2669266"/>
              <a:gd name="csY20" fmla="*/ 10077 h 2054083"/>
              <a:gd name="csX0" fmla="*/ 1033299 w 2669266"/>
              <a:gd name="csY0" fmla="*/ 10077 h 2054083"/>
              <a:gd name="csX1" fmla="*/ 1922664 w 2669266"/>
              <a:gd name="csY1" fmla="*/ 188950 h 2054083"/>
              <a:gd name="csX2" fmla="*/ 2348115 w 2669266"/>
              <a:gd name="csY2" fmla="*/ 595349 h 2054083"/>
              <a:gd name="csX3" fmla="*/ 2557287 w 2669266"/>
              <a:gd name="csY3" fmla="*/ 696425 h 2054083"/>
              <a:gd name="csX4" fmla="*/ 2393356 w 2669266"/>
              <a:gd name="csY4" fmla="*/ 927373 h 2054083"/>
              <a:gd name="csX5" fmla="*/ 2507882 w 2669266"/>
              <a:gd name="csY5" fmla="*/ 1079181 h 2054083"/>
              <a:gd name="csX6" fmla="*/ 2632969 w 2669266"/>
              <a:gd name="csY6" fmla="*/ 1470404 h 2054083"/>
              <a:gd name="csX7" fmla="*/ 2668868 w 2669266"/>
              <a:gd name="csY7" fmla="*/ 1850778 h 2054083"/>
              <a:gd name="csX8" fmla="*/ 2520577 w 2669266"/>
              <a:gd name="csY8" fmla="*/ 1900946 h 2054083"/>
              <a:gd name="csX9" fmla="*/ 2474093 w 2669266"/>
              <a:gd name="csY9" fmla="*/ 1943019 h 2054083"/>
              <a:gd name="csX10" fmla="*/ 2457170 w 2669266"/>
              <a:gd name="csY10" fmla="*/ 2043772 h 2054083"/>
              <a:gd name="csX11" fmla="*/ 1958413 w 2669266"/>
              <a:gd name="csY11" fmla="*/ 1960057 h 2054083"/>
              <a:gd name="csX12" fmla="*/ 1861452 w 2669266"/>
              <a:gd name="csY12" fmla="*/ 1868448 h 2054083"/>
              <a:gd name="csX13" fmla="*/ 1745200 w 2669266"/>
              <a:gd name="csY13" fmla="*/ 1618040 h 2054083"/>
              <a:gd name="csX14" fmla="*/ 1529771 w 2669266"/>
              <a:gd name="csY14" fmla="*/ 1453395 h 2054083"/>
              <a:gd name="csX15" fmla="*/ 1378526 w 2669266"/>
              <a:gd name="csY15" fmla="*/ 1444039 h 2054083"/>
              <a:gd name="csX16" fmla="*/ 839412 w 2669266"/>
              <a:gd name="csY16" fmla="*/ 1668835 h 2054083"/>
              <a:gd name="csX17" fmla="*/ 266905 w 2669266"/>
              <a:gd name="csY17" fmla="*/ 1599859 h 2054083"/>
              <a:gd name="csX18" fmla="*/ 2893 w 2669266"/>
              <a:gd name="csY18" fmla="*/ 1159278 h 2054083"/>
              <a:gd name="csX19" fmla="*/ 238771 w 2669266"/>
              <a:gd name="csY19" fmla="*/ 437896 h 2054083"/>
              <a:gd name="csX20" fmla="*/ 1033299 w 2669266"/>
              <a:gd name="csY20" fmla="*/ 10077 h 2054083"/>
              <a:gd name="csX0" fmla="*/ 1033299 w 2669266"/>
              <a:gd name="csY0" fmla="*/ 10077 h 2054083"/>
              <a:gd name="csX1" fmla="*/ 1922664 w 2669266"/>
              <a:gd name="csY1" fmla="*/ 188950 h 2054083"/>
              <a:gd name="csX2" fmla="*/ 2472366 w 2669266"/>
              <a:gd name="csY2" fmla="*/ 563638 h 2054083"/>
              <a:gd name="csX3" fmla="*/ 2557287 w 2669266"/>
              <a:gd name="csY3" fmla="*/ 696425 h 2054083"/>
              <a:gd name="csX4" fmla="*/ 2393356 w 2669266"/>
              <a:gd name="csY4" fmla="*/ 927373 h 2054083"/>
              <a:gd name="csX5" fmla="*/ 2507882 w 2669266"/>
              <a:gd name="csY5" fmla="*/ 1079181 h 2054083"/>
              <a:gd name="csX6" fmla="*/ 2632969 w 2669266"/>
              <a:gd name="csY6" fmla="*/ 1470404 h 2054083"/>
              <a:gd name="csX7" fmla="*/ 2668868 w 2669266"/>
              <a:gd name="csY7" fmla="*/ 1850778 h 2054083"/>
              <a:gd name="csX8" fmla="*/ 2520577 w 2669266"/>
              <a:gd name="csY8" fmla="*/ 1900946 h 2054083"/>
              <a:gd name="csX9" fmla="*/ 2474093 w 2669266"/>
              <a:gd name="csY9" fmla="*/ 1943019 h 2054083"/>
              <a:gd name="csX10" fmla="*/ 2457170 w 2669266"/>
              <a:gd name="csY10" fmla="*/ 2043772 h 2054083"/>
              <a:gd name="csX11" fmla="*/ 1958413 w 2669266"/>
              <a:gd name="csY11" fmla="*/ 1960057 h 2054083"/>
              <a:gd name="csX12" fmla="*/ 1861452 w 2669266"/>
              <a:gd name="csY12" fmla="*/ 1868448 h 2054083"/>
              <a:gd name="csX13" fmla="*/ 1745200 w 2669266"/>
              <a:gd name="csY13" fmla="*/ 1618040 h 2054083"/>
              <a:gd name="csX14" fmla="*/ 1529771 w 2669266"/>
              <a:gd name="csY14" fmla="*/ 1453395 h 2054083"/>
              <a:gd name="csX15" fmla="*/ 1378526 w 2669266"/>
              <a:gd name="csY15" fmla="*/ 1444039 h 2054083"/>
              <a:gd name="csX16" fmla="*/ 839412 w 2669266"/>
              <a:gd name="csY16" fmla="*/ 1668835 h 2054083"/>
              <a:gd name="csX17" fmla="*/ 266905 w 2669266"/>
              <a:gd name="csY17" fmla="*/ 1599859 h 2054083"/>
              <a:gd name="csX18" fmla="*/ 2893 w 2669266"/>
              <a:gd name="csY18" fmla="*/ 1159278 h 2054083"/>
              <a:gd name="csX19" fmla="*/ 238771 w 2669266"/>
              <a:gd name="csY19" fmla="*/ 437896 h 2054083"/>
              <a:gd name="csX20" fmla="*/ 1033299 w 2669266"/>
              <a:gd name="csY20" fmla="*/ 10077 h 2054083"/>
              <a:gd name="csX0" fmla="*/ 1033299 w 2669266"/>
              <a:gd name="csY0" fmla="*/ 35097 h 2079103"/>
              <a:gd name="csX1" fmla="*/ 1880769 w 2669266"/>
              <a:gd name="csY1" fmla="*/ 112398 h 2079103"/>
              <a:gd name="csX2" fmla="*/ 2472366 w 2669266"/>
              <a:gd name="csY2" fmla="*/ 588658 h 2079103"/>
              <a:gd name="csX3" fmla="*/ 2557287 w 2669266"/>
              <a:gd name="csY3" fmla="*/ 721445 h 2079103"/>
              <a:gd name="csX4" fmla="*/ 2393356 w 2669266"/>
              <a:gd name="csY4" fmla="*/ 952393 h 2079103"/>
              <a:gd name="csX5" fmla="*/ 2507882 w 2669266"/>
              <a:gd name="csY5" fmla="*/ 1104201 h 2079103"/>
              <a:gd name="csX6" fmla="*/ 2632969 w 2669266"/>
              <a:gd name="csY6" fmla="*/ 1495424 h 2079103"/>
              <a:gd name="csX7" fmla="*/ 2668868 w 2669266"/>
              <a:gd name="csY7" fmla="*/ 1875798 h 2079103"/>
              <a:gd name="csX8" fmla="*/ 2520577 w 2669266"/>
              <a:gd name="csY8" fmla="*/ 1925966 h 2079103"/>
              <a:gd name="csX9" fmla="*/ 2474093 w 2669266"/>
              <a:gd name="csY9" fmla="*/ 1968039 h 2079103"/>
              <a:gd name="csX10" fmla="*/ 2457170 w 2669266"/>
              <a:gd name="csY10" fmla="*/ 2068792 h 2079103"/>
              <a:gd name="csX11" fmla="*/ 1958413 w 2669266"/>
              <a:gd name="csY11" fmla="*/ 1985077 h 2079103"/>
              <a:gd name="csX12" fmla="*/ 1861452 w 2669266"/>
              <a:gd name="csY12" fmla="*/ 1893468 h 2079103"/>
              <a:gd name="csX13" fmla="*/ 1745200 w 2669266"/>
              <a:gd name="csY13" fmla="*/ 1643060 h 2079103"/>
              <a:gd name="csX14" fmla="*/ 1529771 w 2669266"/>
              <a:gd name="csY14" fmla="*/ 1478415 h 2079103"/>
              <a:gd name="csX15" fmla="*/ 1378526 w 2669266"/>
              <a:gd name="csY15" fmla="*/ 1469059 h 2079103"/>
              <a:gd name="csX16" fmla="*/ 839412 w 2669266"/>
              <a:gd name="csY16" fmla="*/ 1693855 h 2079103"/>
              <a:gd name="csX17" fmla="*/ 266905 w 2669266"/>
              <a:gd name="csY17" fmla="*/ 1624879 h 2079103"/>
              <a:gd name="csX18" fmla="*/ 2893 w 2669266"/>
              <a:gd name="csY18" fmla="*/ 1184298 h 2079103"/>
              <a:gd name="csX19" fmla="*/ 238771 w 2669266"/>
              <a:gd name="csY19" fmla="*/ 462916 h 2079103"/>
              <a:gd name="csX20" fmla="*/ 1033299 w 2669266"/>
              <a:gd name="csY20" fmla="*/ 35097 h 2079103"/>
              <a:gd name="csX0" fmla="*/ 1033299 w 2669266"/>
              <a:gd name="csY0" fmla="*/ 22430 h 2066436"/>
              <a:gd name="csX1" fmla="*/ 1880769 w 2669266"/>
              <a:gd name="csY1" fmla="*/ 99731 h 2066436"/>
              <a:gd name="csX2" fmla="*/ 2472366 w 2669266"/>
              <a:gd name="csY2" fmla="*/ 575991 h 2066436"/>
              <a:gd name="csX3" fmla="*/ 2557287 w 2669266"/>
              <a:gd name="csY3" fmla="*/ 708778 h 2066436"/>
              <a:gd name="csX4" fmla="*/ 2393356 w 2669266"/>
              <a:gd name="csY4" fmla="*/ 939726 h 2066436"/>
              <a:gd name="csX5" fmla="*/ 2507882 w 2669266"/>
              <a:gd name="csY5" fmla="*/ 1091534 h 2066436"/>
              <a:gd name="csX6" fmla="*/ 2632969 w 2669266"/>
              <a:gd name="csY6" fmla="*/ 1482757 h 2066436"/>
              <a:gd name="csX7" fmla="*/ 2668868 w 2669266"/>
              <a:gd name="csY7" fmla="*/ 1863131 h 2066436"/>
              <a:gd name="csX8" fmla="*/ 2520577 w 2669266"/>
              <a:gd name="csY8" fmla="*/ 1913299 h 2066436"/>
              <a:gd name="csX9" fmla="*/ 2474093 w 2669266"/>
              <a:gd name="csY9" fmla="*/ 1955372 h 2066436"/>
              <a:gd name="csX10" fmla="*/ 2457170 w 2669266"/>
              <a:gd name="csY10" fmla="*/ 2056125 h 2066436"/>
              <a:gd name="csX11" fmla="*/ 1958413 w 2669266"/>
              <a:gd name="csY11" fmla="*/ 1972410 h 2066436"/>
              <a:gd name="csX12" fmla="*/ 1861452 w 2669266"/>
              <a:gd name="csY12" fmla="*/ 1880801 h 2066436"/>
              <a:gd name="csX13" fmla="*/ 1745200 w 2669266"/>
              <a:gd name="csY13" fmla="*/ 1630393 h 2066436"/>
              <a:gd name="csX14" fmla="*/ 1529771 w 2669266"/>
              <a:gd name="csY14" fmla="*/ 1465748 h 2066436"/>
              <a:gd name="csX15" fmla="*/ 1378526 w 2669266"/>
              <a:gd name="csY15" fmla="*/ 1456392 h 2066436"/>
              <a:gd name="csX16" fmla="*/ 839412 w 2669266"/>
              <a:gd name="csY16" fmla="*/ 1681188 h 2066436"/>
              <a:gd name="csX17" fmla="*/ 266905 w 2669266"/>
              <a:gd name="csY17" fmla="*/ 1612212 h 2066436"/>
              <a:gd name="csX18" fmla="*/ 2893 w 2669266"/>
              <a:gd name="csY18" fmla="*/ 1171631 h 2066436"/>
              <a:gd name="csX19" fmla="*/ 238771 w 2669266"/>
              <a:gd name="csY19" fmla="*/ 450249 h 2066436"/>
              <a:gd name="csX20" fmla="*/ 1033299 w 2669266"/>
              <a:gd name="csY20" fmla="*/ 22430 h 206643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472366 w 2669266"/>
              <a:gd name="csY2" fmla="*/ 553561 h 2044006"/>
              <a:gd name="csX3" fmla="*/ 2557287 w 2669266"/>
              <a:gd name="csY3" fmla="*/ 686348 h 2044006"/>
              <a:gd name="csX4" fmla="*/ 2393356 w 2669266"/>
              <a:gd name="csY4" fmla="*/ 917296 h 2044006"/>
              <a:gd name="csX5" fmla="*/ 2507882 w 2669266"/>
              <a:gd name="csY5" fmla="*/ 1069104 h 2044006"/>
              <a:gd name="csX6" fmla="*/ 2632969 w 2669266"/>
              <a:gd name="csY6" fmla="*/ 1460327 h 2044006"/>
              <a:gd name="csX7" fmla="*/ 2668868 w 2669266"/>
              <a:gd name="csY7" fmla="*/ 1840701 h 2044006"/>
              <a:gd name="csX8" fmla="*/ 2520577 w 2669266"/>
              <a:gd name="csY8" fmla="*/ 1890869 h 2044006"/>
              <a:gd name="csX9" fmla="*/ 2474093 w 2669266"/>
              <a:gd name="csY9" fmla="*/ 1932942 h 2044006"/>
              <a:gd name="csX10" fmla="*/ 2457170 w 2669266"/>
              <a:gd name="csY10" fmla="*/ 2033695 h 2044006"/>
              <a:gd name="csX11" fmla="*/ 1958413 w 2669266"/>
              <a:gd name="csY11" fmla="*/ 1949980 h 2044006"/>
              <a:gd name="csX12" fmla="*/ 1861452 w 2669266"/>
              <a:gd name="csY12" fmla="*/ 1858371 h 2044006"/>
              <a:gd name="csX13" fmla="*/ 1745200 w 2669266"/>
              <a:gd name="csY13" fmla="*/ 1607963 h 2044006"/>
              <a:gd name="csX14" fmla="*/ 1529771 w 2669266"/>
              <a:gd name="csY14" fmla="*/ 1443318 h 2044006"/>
              <a:gd name="csX15" fmla="*/ 1378526 w 2669266"/>
              <a:gd name="csY15" fmla="*/ 1433962 h 2044006"/>
              <a:gd name="csX16" fmla="*/ 839412 w 2669266"/>
              <a:gd name="csY16" fmla="*/ 1658758 h 2044006"/>
              <a:gd name="csX17" fmla="*/ 266905 w 2669266"/>
              <a:gd name="csY17" fmla="*/ 1589782 h 2044006"/>
              <a:gd name="csX18" fmla="*/ 2893 w 2669266"/>
              <a:gd name="csY18" fmla="*/ 1149201 h 2044006"/>
              <a:gd name="csX19" fmla="*/ 238771 w 2669266"/>
              <a:gd name="csY19" fmla="*/ 427819 h 2044006"/>
              <a:gd name="csX20" fmla="*/ 1033299 w 2669266"/>
              <a:gd name="csY20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472366 w 2669266"/>
              <a:gd name="csY2" fmla="*/ 553561 h 2044006"/>
              <a:gd name="csX3" fmla="*/ 2557287 w 2669266"/>
              <a:gd name="csY3" fmla="*/ 686348 h 2044006"/>
              <a:gd name="csX4" fmla="*/ 2393356 w 2669266"/>
              <a:gd name="csY4" fmla="*/ 917296 h 2044006"/>
              <a:gd name="csX5" fmla="*/ 2507882 w 2669266"/>
              <a:gd name="csY5" fmla="*/ 1069104 h 2044006"/>
              <a:gd name="csX6" fmla="*/ 2632969 w 2669266"/>
              <a:gd name="csY6" fmla="*/ 1460327 h 2044006"/>
              <a:gd name="csX7" fmla="*/ 2668868 w 2669266"/>
              <a:gd name="csY7" fmla="*/ 1840701 h 2044006"/>
              <a:gd name="csX8" fmla="*/ 2520577 w 2669266"/>
              <a:gd name="csY8" fmla="*/ 1890869 h 2044006"/>
              <a:gd name="csX9" fmla="*/ 2474093 w 2669266"/>
              <a:gd name="csY9" fmla="*/ 1932942 h 2044006"/>
              <a:gd name="csX10" fmla="*/ 2457170 w 2669266"/>
              <a:gd name="csY10" fmla="*/ 2033695 h 2044006"/>
              <a:gd name="csX11" fmla="*/ 1958413 w 2669266"/>
              <a:gd name="csY11" fmla="*/ 1949980 h 2044006"/>
              <a:gd name="csX12" fmla="*/ 1861452 w 2669266"/>
              <a:gd name="csY12" fmla="*/ 1858371 h 2044006"/>
              <a:gd name="csX13" fmla="*/ 1745200 w 2669266"/>
              <a:gd name="csY13" fmla="*/ 1607963 h 2044006"/>
              <a:gd name="csX14" fmla="*/ 1529771 w 2669266"/>
              <a:gd name="csY14" fmla="*/ 1443318 h 2044006"/>
              <a:gd name="csX15" fmla="*/ 1378526 w 2669266"/>
              <a:gd name="csY15" fmla="*/ 1433962 h 2044006"/>
              <a:gd name="csX16" fmla="*/ 839412 w 2669266"/>
              <a:gd name="csY16" fmla="*/ 1658758 h 2044006"/>
              <a:gd name="csX17" fmla="*/ 266905 w 2669266"/>
              <a:gd name="csY17" fmla="*/ 1589782 h 2044006"/>
              <a:gd name="csX18" fmla="*/ 2893 w 2669266"/>
              <a:gd name="csY18" fmla="*/ 1149201 h 2044006"/>
              <a:gd name="csX19" fmla="*/ 238771 w 2669266"/>
              <a:gd name="csY19" fmla="*/ 427819 h 2044006"/>
              <a:gd name="csX20" fmla="*/ 1033299 w 2669266"/>
              <a:gd name="csY20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72366 w 2669266"/>
              <a:gd name="csY3" fmla="*/ 553561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72366 w 2669266"/>
              <a:gd name="csY3" fmla="*/ 553561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72366 w 2669266"/>
              <a:gd name="csY3" fmla="*/ 553561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969 w 2669266"/>
              <a:gd name="csY7" fmla="*/ 1460327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848 w 2669266"/>
              <a:gd name="csY7" fmla="*/ 1479525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848 w 2669266"/>
              <a:gd name="csY7" fmla="*/ 1479525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848 w 2669266"/>
              <a:gd name="csY7" fmla="*/ 1479525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848 w 2669266"/>
              <a:gd name="csY7" fmla="*/ 1479525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266"/>
              <a:gd name="csY0" fmla="*/ 0 h 2044006"/>
              <a:gd name="csX1" fmla="*/ 1880769 w 2669266"/>
              <a:gd name="csY1" fmla="*/ 77301 h 2044006"/>
              <a:gd name="csX2" fmla="*/ 2290026 w 2669266"/>
              <a:gd name="csY2" fmla="*/ 409946 h 2044006"/>
              <a:gd name="csX3" fmla="*/ 2492374 w 2669266"/>
              <a:gd name="csY3" fmla="*/ 565796 h 2044006"/>
              <a:gd name="csX4" fmla="*/ 2557287 w 2669266"/>
              <a:gd name="csY4" fmla="*/ 686348 h 2044006"/>
              <a:gd name="csX5" fmla="*/ 2393356 w 2669266"/>
              <a:gd name="csY5" fmla="*/ 917296 h 2044006"/>
              <a:gd name="csX6" fmla="*/ 2507882 w 2669266"/>
              <a:gd name="csY6" fmla="*/ 1069104 h 2044006"/>
              <a:gd name="csX7" fmla="*/ 2632848 w 2669266"/>
              <a:gd name="csY7" fmla="*/ 1479525 h 2044006"/>
              <a:gd name="csX8" fmla="*/ 2668868 w 2669266"/>
              <a:gd name="csY8" fmla="*/ 1840701 h 2044006"/>
              <a:gd name="csX9" fmla="*/ 2520577 w 2669266"/>
              <a:gd name="csY9" fmla="*/ 1890869 h 2044006"/>
              <a:gd name="csX10" fmla="*/ 2474093 w 2669266"/>
              <a:gd name="csY10" fmla="*/ 1932942 h 2044006"/>
              <a:gd name="csX11" fmla="*/ 2457170 w 2669266"/>
              <a:gd name="csY11" fmla="*/ 2033695 h 2044006"/>
              <a:gd name="csX12" fmla="*/ 1958413 w 2669266"/>
              <a:gd name="csY12" fmla="*/ 1949980 h 2044006"/>
              <a:gd name="csX13" fmla="*/ 1861452 w 2669266"/>
              <a:gd name="csY13" fmla="*/ 1858371 h 2044006"/>
              <a:gd name="csX14" fmla="*/ 1745200 w 2669266"/>
              <a:gd name="csY14" fmla="*/ 1607963 h 2044006"/>
              <a:gd name="csX15" fmla="*/ 1529771 w 2669266"/>
              <a:gd name="csY15" fmla="*/ 1443318 h 2044006"/>
              <a:gd name="csX16" fmla="*/ 1378526 w 2669266"/>
              <a:gd name="csY16" fmla="*/ 1433962 h 2044006"/>
              <a:gd name="csX17" fmla="*/ 839412 w 2669266"/>
              <a:gd name="csY17" fmla="*/ 1658758 h 2044006"/>
              <a:gd name="csX18" fmla="*/ 266905 w 2669266"/>
              <a:gd name="csY18" fmla="*/ 1589782 h 2044006"/>
              <a:gd name="csX19" fmla="*/ 2893 w 2669266"/>
              <a:gd name="csY19" fmla="*/ 1149201 h 2044006"/>
              <a:gd name="csX20" fmla="*/ 238771 w 2669266"/>
              <a:gd name="csY20" fmla="*/ 427819 h 2044006"/>
              <a:gd name="csX21" fmla="*/ 1033299 w 2669266"/>
              <a:gd name="csY21" fmla="*/ 0 h 2044006"/>
              <a:gd name="csX0" fmla="*/ 1033299 w 2669618"/>
              <a:gd name="csY0" fmla="*/ 0 h 2044006"/>
              <a:gd name="csX1" fmla="*/ 1880769 w 2669618"/>
              <a:gd name="csY1" fmla="*/ 77301 h 2044006"/>
              <a:gd name="csX2" fmla="*/ 2290026 w 2669618"/>
              <a:gd name="csY2" fmla="*/ 409946 h 2044006"/>
              <a:gd name="csX3" fmla="*/ 2492374 w 2669618"/>
              <a:gd name="csY3" fmla="*/ 565796 h 2044006"/>
              <a:gd name="csX4" fmla="*/ 2557287 w 2669618"/>
              <a:gd name="csY4" fmla="*/ 686348 h 2044006"/>
              <a:gd name="csX5" fmla="*/ 2393356 w 2669618"/>
              <a:gd name="csY5" fmla="*/ 917296 h 2044006"/>
              <a:gd name="csX6" fmla="*/ 2507882 w 2669618"/>
              <a:gd name="csY6" fmla="*/ 1069104 h 2044006"/>
              <a:gd name="csX7" fmla="*/ 2632848 w 2669618"/>
              <a:gd name="csY7" fmla="*/ 1479525 h 2044006"/>
              <a:gd name="csX8" fmla="*/ 2668868 w 2669618"/>
              <a:gd name="csY8" fmla="*/ 1840701 h 2044006"/>
              <a:gd name="csX9" fmla="*/ 2520577 w 2669618"/>
              <a:gd name="csY9" fmla="*/ 1890869 h 2044006"/>
              <a:gd name="csX10" fmla="*/ 2474093 w 2669618"/>
              <a:gd name="csY10" fmla="*/ 1932942 h 2044006"/>
              <a:gd name="csX11" fmla="*/ 2457170 w 2669618"/>
              <a:gd name="csY11" fmla="*/ 2033695 h 2044006"/>
              <a:gd name="csX12" fmla="*/ 1958413 w 2669618"/>
              <a:gd name="csY12" fmla="*/ 1949980 h 2044006"/>
              <a:gd name="csX13" fmla="*/ 1861452 w 2669618"/>
              <a:gd name="csY13" fmla="*/ 1858371 h 2044006"/>
              <a:gd name="csX14" fmla="*/ 1745200 w 2669618"/>
              <a:gd name="csY14" fmla="*/ 1607963 h 2044006"/>
              <a:gd name="csX15" fmla="*/ 1529771 w 2669618"/>
              <a:gd name="csY15" fmla="*/ 1443318 h 2044006"/>
              <a:gd name="csX16" fmla="*/ 1378526 w 2669618"/>
              <a:gd name="csY16" fmla="*/ 1433962 h 2044006"/>
              <a:gd name="csX17" fmla="*/ 839412 w 2669618"/>
              <a:gd name="csY17" fmla="*/ 1658758 h 2044006"/>
              <a:gd name="csX18" fmla="*/ 266905 w 2669618"/>
              <a:gd name="csY18" fmla="*/ 1589782 h 2044006"/>
              <a:gd name="csX19" fmla="*/ 2893 w 2669618"/>
              <a:gd name="csY19" fmla="*/ 1149201 h 2044006"/>
              <a:gd name="csX20" fmla="*/ 238771 w 2669618"/>
              <a:gd name="csY20" fmla="*/ 427819 h 2044006"/>
              <a:gd name="csX21" fmla="*/ 1033299 w 2669618"/>
              <a:gd name="csY21" fmla="*/ 0 h 2044006"/>
              <a:gd name="csX0" fmla="*/ 1033299 w 2670084"/>
              <a:gd name="csY0" fmla="*/ 0 h 2044006"/>
              <a:gd name="csX1" fmla="*/ 1880769 w 2670084"/>
              <a:gd name="csY1" fmla="*/ 77301 h 2044006"/>
              <a:gd name="csX2" fmla="*/ 2290026 w 2670084"/>
              <a:gd name="csY2" fmla="*/ 409946 h 2044006"/>
              <a:gd name="csX3" fmla="*/ 2492374 w 2670084"/>
              <a:gd name="csY3" fmla="*/ 565796 h 2044006"/>
              <a:gd name="csX4" fmla="*/ 2557287 w 2670084"/>
              <a:gd name="csY4" fmla="*/ 686348 h 2044006"/>
              <a:gd name="csX5" fmla="*/ 2393356 w 2670084"/>
              <a:gd name="csY5" fmla="*/ 917296 h 2044006"/>
              <a:gd name="csX6" fmla="*/ 2507882 w 2670084"/>
              <a:gd name="csY6" fmla="*/ 1069104 h 2044006"/>
              <a:gd name="csX7" fmla="*/ 2632848 w 2670084"/>
              <a:gd name="csY7" fmla="*/ 1479525 h 2044006"/>
              <a:gd name="csX8" fmla="*/ 2668868 w 2670084"/>
              <a:gd name="csY8" fmla="*/ 1840701 h 2044006"/>
              <a:gd name="csX9" fmla="*/ 2520577 w 2670084"/>
              <a:gd name="csY9" fmla="*/ 1890869 h 2044006"/>
              <a:gd name="csX10" fmla="*/ 2474093 w 2670084"/>
              <a:gd name="csY10" fmla="*/ 1932942 h 2044006"/>
              <a:gd name="csX11" fmla="*/ 2457170 w 2670084"/>
              <a:gd name="csY11" fmla="*/ 2033695 h 2044006"/>
              <a:gd name="csX12" fmla="*/ 1958413 w 2670084"/>
              <a:gd name="csY12" fmla="*/ 1949980 h 2044006"/>
              <a:gd name="csX13" fmla="*/ 1861452 w 2670084"/>
              <a:gd name="csY13" fmla="*/ 1858371 h 2044006"/>
              <a:gd name="csX14" fmla="*/ 1745200 w 2670084"/>
              <a:gd name="csY14" fmla="*/ 1607963 h 2044006"/>
              <a:gd name="csX15" fmla="*/ 1529771 w 2670084"/>
              <a:gd name="csY15" fmla="*/ 1443318 h 2044006"/>
              <a:gd name="csX16" fmla="*/ 1378526 w 2670084"/>
              <a:gd name="csY16" fmla="*/ 1433962 h 2044006"/>
              <a:gd name="csX17" fmla="*/ 839412 w 2670084"/>
              <a:gd name="csY17" fmla="*/ 1658758 h 2044006"/>
              <a:gd name="csX18" fmla="*/ 266905 w 2670084"/>
              <a:gd name="csY18" fmla="*/ 1589782 h 2044006"/>
              <a:gd name="csX19" fmla="*/ 2893 w 2670084"/>
              <a:gd name="csY19" fmla="*/ 1149201 h 2044006"/>
              <a:gd name="csX20" fmla="*/ 238771 w 2670084"/>
              <a:gd name="csY20" fmla="*/ 427819 h 2044006"/>
              <a:gd name="csX21" fmla="*/ 1033299 w 2670084"/>
              <a:gd name="csY21" fmla="*/ 0 h 2044006"/>
              <a:gd name="csX0" fmla="*/ 1033299 w 2670084"/>
              <a:gd name="csY0" fmla="*/ 0 h 2044006"/>
              <a:gd name="csX1" fmla="*/ 1880769 w 2670084"/>
              <a:gd name="csY1" fmla="*/ 77301 h 2044006"/>
              <a:gd name="csX2" fmla="*/ 2290026 w 2670084"/>
              <a:gd name="csY2" fmla="*/ 409946 h 2044006"/>
              <a:gd name="csX3" fmla="*/ 2492374 w 2670084"/>
              <a:gd name="csY3" fmla="*/ 565796 h 2044006"/>
              <a:gd name="csX4" fmla="*/ 2557287 w 2670084"/>
              <a:gd name="csY4" fmla="*/ 686348 h 2044006"/>
              <a:gd name="csX5" fmla="*/ 2393356 w 2670084"/>
              <a:gd name="csY5" fmla="*/ 917296 h 2044006"/>
              <a:gd name="csX6" fmla="*/ 2507882 w 2670084"/>
              <a:gd name="csY6" fmla="*/ 1069104 h 2044006"/>
              <a:gd name="csX7" fmla="*/ 2632848 w 2670084"/>
              <a:gd name="csY7" fmla="*/ 1479525 h 2044006"/>
              <a:gd name="csX8" fmla="*/ 2668868 w 2670084"/>
              <a:gd name="csY8" fmla="*/ 1840701 h 2044006"/>
              <a:gd name="csX9" fmla="*/ 2520577 w 2670084"/>
              <a:gd name="csY9" fmla="*/ 1890869 h 2044006"/>
              <a:gd name="csX10" fmla="*/ 2474093 w 2670084"/>
              <a:gd name="csY10" fmla="*/ 1932942 h 2044006"/>
              <a:gd name="csX11" fmla="*/ 2457170 w 2670084"/>
              <a:gd name="csY11" fmla="*/ 2033695 h 2044006"/>
              <a:gd name="csX12" fmla="*/ 1958413 w 2670084"/>
              <a:gd name="csY12" fmla="*/ 1949980 h 2044006"/>
              <a:gd name="csX13" fmla="*/ 1861452 w 2670084"/>
              <a:gd name="csY13" fmla="*/ 1858371 h 2044006"/>
              <a:gd name="csX14" fmla="*/ 1745200 w 2670084"/>
              <a:gd name="csY14" fmla="*/ 1607963 h 2044006"/>
              <a:gd name="csX15" fmla="*/ 1529771 w 2670084"/>
              <a:gd name="csY15" fmla="*/ 1443318 h 2044006"/>
              <a:gd name="csX16" fmla="*/ 1378526 w 2670084"/>
              <a:gd name="csY16" fmla="*/ 1433962 h 2044006"/>
              <a:gd name="csX17" fmla="*/ 839412 w 2670084"/>
              <a:gd name="csY17" fmla="*/ 1658758 h 2044006"/>
              <a:gd name="csX18" fmla="*/ 266905 w 2670084"/>
              <a:gd name="csY18" fmla="*/ 1589782 h 2044006"/>
              <a:gd name="csX19" fmla="*/ 2893 w 2670084"/>
              <a:gd name="csY19" fmla="*/ 1149201 h 2044006"/>
              <a:gd name="csX20" fmla="*/ 238771 w 2670084"/>
              <a:gd name="csY20" fmla="*/ 427819 h 2044006"/>
              <a:gd name="csX21" fmla="*/ 1033299 w 2670084"/>
              <a:gd name="csY21" fmla="*/ 0 h 2044006"/>
              <a:gd name="csX0" fmla="*/ 1033299 w 2670084"/>
              <a:gd name="csY0" fmla="*/ 0 h 2045699"/>
              <a:gd name="csX1" fmla="*/ 1880769 w 2670084"/>
              <a:gd name="csY1" fmla="*/ 77301 h 2045699"/>
              <a:gd name="csX2" fmla="*/ 2290026 w 2670084"/>
              <a:gd name="csY2" fmla="*/ 409946 h 2045699"/>
              <a:gd name="csX3" fmla="*/ 2492374 w 2670084"/>
              <a:gd name="csY3" fmla="*/ 565796 h 2045699"/>
              <a:gd name="csX4" fmla="*/ 2557287 w 2670084"/>
              <a:gd name="csY4" fmla="*/ 686348 h 2045699"/>
              <a:gd name="csX5" fmla="*/ 2393356 w 2670084"/>
              <a:gd name="csY5" fmla="*/ 917296 h 2045699"/>
              <a:gd name="csX6" fmla="*/ 2507882 w 2670084"/>
              <a:gd name="csY6" fmla="*/ 1069104 h 2045699"/>
              <a:gd name="csX7" fmla="*/ 2632848 w 2670084"/>
              <a:gd name="csY7" fmla="*/ 1479525 h 2045699"/>
              <a:gd name="csX8" fmla="*/ 2668868 w 2670084"/>
              <a:gd name="csY8" fmla="*/ 1840701 h 2045699"/>
              <a:gd name="csX9" fmla="*/ 2520577 w 2670084"/>
              <a:gd name="csY9" fmla="*/ 1890869 h 2045699"/>
              <a:gd name="csX10" fmla="*/ 2474093 w 2670084"/>
              <a:gd name="csY10" fmla="*/ 1932942 h 2045699"/>
              <a:gd name="csX11" fmla="*/ 2457170 w 2670084"/>
              <a:gd name="csY11" fmla="*/ 2033695 h 2045699"/>
              <a:gd name="csX12" fmla="*/ 1958413 w 2670084"/>
              <a:gd name="csY12" fmla="*/ 1949980 h 2045699"/>
              <a:gd name="csX13" fmla="*/ 1861452 w 2670084"/>
              <a:gd name="csY13" fmla="*/ 1858371 h 2045699"/>
              <a:gd name="csX14" fmla="*/ 1745200 w 2670084"/>
              <a:gd name="csY14" fmla="*/ 1607963 h 2045699"/>
              <a:gd name="csX15" fmla="*/ 1529771 w 2670084"/>
              <a:gd name="csY15" fmla="*/ 1443318 h 2045699"/>
              <a:gd name="csX16" fmla="*/ 1378526 w 2670084"/>
              <a:gd name="csY16" fmla="*/ 1433962 h 2045699"/>
              <a:gd name="csX17" fmla="*/ 839412 w 2670084"/>
              <a:gd name="csY17" fmla="*/ 1658758 h 2045699"/>
              <a:gd name="csX18" fmla="*/ 266905 w 2670084"/>
              <a:gd name="csY18" fmla="*/ 1589782 h 2045699"/>
              <a:gd name="csX19" fmla="*/ 2893 w 2670084"/>
              <a:gd name="csY19" fmla="*/ 1149201 h 2045699"/>
              <a:gd name="csX20" fmla="*/ 238771 w 2670084"/>
              <a:gd name="csY20" fmla="*/ 427819 h 2045699"/>
              <a:gd name="csX21" fmla="*/ 1033299 w 2670084"/>
              <a:gd name="csY21" fmla="*/ 0 h 2045699"/>
              <a:gd name="csX0" fmla="*/ 1033299 w 2670084"/>
              <a:gd name="csY0" fmla="*/ 0 h 2059174"/>
              <a:gd name="csX1" fmla="*/ 1880769 w 2670084"/>
              <a:gd name="csY1" fmla="*/ 77301 h 2059174"/>
              <a:gd name="csX2" fmla="*/ 2290026 w 2670084"/>
              <a:gd name="csY2" fmla="*/ 409946 h 2059174"/>
              <a:gd name="csX3" fmla="*/ 2492374 w 2670084"/>
              <a:gd name="csY3" fmla="*/ 565796 h 2059174"/>
              <a:gd name="csX4" fmla="*/ 2557287 w 2670084"/>
              <a:gd name="csY4" fmla="*/ 686348 h 2059174"/>
              <a:gd name="csX5" fmla="*/ 2393356 w 2670084"/>
              <a:gd name="csY5" fmla="*/ 917296 h 2059174"/>
              <a:gd name="csX6" fmla="*/ 2507882 w 2670084"/>
              <a:gd name="csY6" fmla="*/ 1069104 h 2059174"/>
              <a:gd name="csX7" fmla="*/ 2632848 w 2670084"/>
              <a:gd name="csY7" fmla="*/ 1479525 h 2059174"/>
              <a:gd name="csX8" fmla="*/ 2668868 w 2670084"/>
              <a:gd name="csY8" fmla="*/ 1840701 h 2059174"/>
              <a:gd name="csX9" fmla="*/ 2520577 w 2670084"/>
              <a:gd name="csY9" fmla="*/ 1890869 h 2059174"/>
              <a:gd name="csX10" fmla="*/ 2474093 w 2670084"/>
              <a:gd name="csY10" fmla="*/ 1932942 h 2059174"/>
              <a:gd name="csX11" fmla="*/ 2407159 w 2670084"/>
              <a:gd name="csY11" fmla="*/ 2048740 h 2059174"/>
              <a:gd name="csX12" fmla="*/ 1958413 w 2670084"/>
              <a:gd name="csY12" fmla="*/ 1949980 h 2059174"/>
              <a:gd name="csX13" fmla="*/ 1861452 w 2670084"/>
              <a:gd name="csY13" fmla="*/ 1858371 h 2059174"/>
              <a:gd name="csX14" fmla="*/ 1745200 w 2670084"/>
              <a:gd name="csY14" fmla="*/ 1607963 h 2059174"/>
              <a:gd name="csX15" fmla="*/ 1529771 w 2670084"/>
              <a:gd name="csY15" fmla="*/ 1443318 h 2059174"/>
              <a:gd name="csX16" fmla="*/ 1378526 w 2670084"/>
              <a:gd name="csY16" fmla="*/ 1433962 h 2059174"/>
              <a:gd name="csX17" fmla="*/ 839412 w 2670084"/>
              <a:gd name="csY17" fmla="*/ 1658758 h 2059174"/>
              <a:gd name="csX18" fmla="*/ 266905 w 2670084"/>
              <a:gd name="csY18" fmla="*/ 1589782 h 2059174"/>
              <a:gd name="csX19" fmla="*/ 2893 w 2670084"/>
              <a:gd name="csY19" fmla="*/ 1149201 h 2059174"/>
              <a:gd name="csX20" fmla="*/ 238771 w 2670084"/>
              <a:gd name="csY20" fmla="*/ 427819 h 2059174"/>
              <a:gd name="csX21" fmla="*/ 1033299 w 2670084"/>
              <a:gd name="csY21" fmla="*/ 0 h 2059174"/>
              <a:gd name="csX0" fmla="*/ 1033299 w 2670084"/>
              <a:gd name="csY0" fmla="*/ 0 h 2048764"/>
              <a:gd name="csX1" fmla="*/ 1880769 w 2670084"/>
              <a:gd name="csY1" fmla="*/ 77301 h 2048764"/>
              <a:gd name="csX2" fmla="*/ 2290026 w 2670084"/>
              <a:gd name="csY2" fmla="*/ 409946 h 2048764"/>
              <a:gd name="csX3" fmla="*/ 2492374 w 2670084"/>
              <a:gd name="csY3" fmla="*/ 565796 h 2048764"/>
              <a:gd name="csX4" fmla="*/ 2557287 w 2670084"/>
              <a:gd name="csY4" fmla="*/ 686348 h 2048764"/>
              <a:gd name="csX5" fmla="*/ 2393356 w 2670084"/>
              <a:gd name="csY5" fmla="*/ 917296 h 2048764"/>
              <a:gd name="csX6" fmla="*/ 2507882 w 2670084"/>
              <a:gd name="csY6" fmla="*/ 1069104 h 2048764"/>
              <a:gd name="csX7" fmla="*/ 2632848 w 2670084"/>
              <a:gd name="csY7" fmla="*/ 1479525 h 2048764"/>
              <a:gd name="csX8" fmla="*/ 2668868 w 2670084"/>
              <a:gd name="csY8" fmla="*/ 1840701 h 2048764"/>
              <a:gd name="csX9" fmla="*/ 2520577 w 2670084"/>
              <a:gd name="csY9" fmla="*/ 1890869 h 2048764"/>
              <a:gd name="csX10" fmla="*/ 2474093 w 2670084"/>
              <a:gd name="csY10" fmla="*/ 1932942 h 2048764"/>
              <a:gd name="csX11" fmla="*/ 2407159 w 2670084"/>
              <a:gd name="csY11" fmla="*/ 2048740 h 2048764"/>
              <a:gd name="csX12" fmla="*/ 1958413 w 2670084"/>
              <a:gd name="csY12" fmla="*/ 1949980 h 2048764"/>
              <a:gd name="csX13" fmla="*/ 1861452 w 2670084"/>
              <a:gd name="csY13" fmla="*/ 1858371 h 2048764"/>
              <a:gd name="csX14" fmla="*/ 1745200 w 2670084"/>
              <a:gd name="csY14" fmla="*/ 1607963 h 2048764"/>
              <a:gd name="csX15" fmla="*/ 1529771 w 2670084"/>
              <a:gd name="csY15" fmla="*/ 1443318 h 2048764"/>
              <a:gd name="csX16" fmla="*/ 1378526 w 2670084"/>
              <a:gd name="csY16" fmla="*/ 1433962 h 2048764"/>
              <a:gd name="csX17" fmla="*/ 839412 w 2670084"/>
              <a:gd name="csY17" fmla="*/ 1658758 h 2048764"/>
              <a:gd name="csX18" fmla="*/ 266905 w 2670084"/>
              <a:gd name="csY18" fmla="*/ 1589782 h 2048764"/>
              <a:gd name="csX19" fmla="*/ 2893 w 2670084"/>
              <a:gd name="csY19" fmla="*/ 1149201 h 2048764"/>
              <a:gd name="csX20" fmla="*/ 238771 w 2670084"/>
              <a:gd name="csY20" fmla="*/ 427819 h 2048764"/>
              <a:gd name="csX21" fmla="*/ 1033299 w 2670084"/>
              <a:gd name="csY21" fmla="*/ 0 h 2048764"/>
              <a:gd name="csX0" fmla="*/ 1033299 w 2670084"/>
              <a:gd name="csY0" fmla="*/ 0 h 2049007"/>
              <a:gd name="csX1" fmla="*/ 1880769 w 2670084"/>
              <a:gd name="csY1" fmla="*/ 77301 h 2049007"/>
              <a:gd name="csX2" fmla="*/ 2290026 w 2670084"/>
              <a:gd name="csY2" fmla="*/ 409946 h 2049007"/>
              <a:gd name="csX3" fmla="*/ 2492374 w 2670084"/>
              <a:gd name="csY3" fmla="*/ 565796 h 2049007"/>
              <a:gd name="csX4" fmla="*/ 2557287 w 2670084"/>
              <a:gd name="csY4" fmla="*/ 686348 h 2049007"/>
              <a:gd name="csX5" fmla="*/ 2393356 w 2670084"/>
              <a:gd name="csY5" fmla="*/ 917296 h 2049007"/>
              <a:gd name="csX6" fmla="*/ 2507882 w 2670084"/>
              <a:gd name="csY6" fmla="*/ 1069104 h 2049007"/>
              <a:gd name="csX7" fmla="*/ 2632848 w 2670084"/>
              <a:gd name="csY7" fmla="*/ 1479525 h 2049007"/>
              <a:gd name="csX8" fmla="*/ 2668868 w 2670084"/>
              <a:gd name="csY8" fmla="*/ 1840701 h 2049007"/>
              <a:gd name="csX9" fmla="*/ 2520577 w 2670084"/>
              <a:gd name="csY9" fmla="*/ 1890869 h 2049007"/>
              <a:gd name="csX10" fmla="*/ 2474093 w 2670084"/>
              <a:gd name="csY10" fmla="*/ 1932942 h 2049007"/>
              <a:gd name="csX11" fmla="*/ 2407159 w 2670084"/>
              <a:gd name="csY11" fmla="*/ 2048740 h 2049007"/>
              <a:gd name="csX12" fmla="*/ 1958413 w 2670084"/>
              <a:gd name="csY12" fmla="*/ 1949980 h 2049007"/>
              <a:gd name="csX13" fmla="*/ 1861452 w 2670084"/>
              <a:gd name="csY13" fmla="*/ 1858371 h 2049007"/>
              <a:gd name="csX14" fmla="*/ 1745200 w 2670084"/>
              <a:gd name="csY14" fmla="*/ 1607963 h 2049007"/>
              <a:gd name="csX15" fmla="*/ 1529771 w 2670084"/>
              <a:gd name="csY15" fmla="*/ 1443318 h 2049007"/>
              <a:gd name="csX16" fmla="*/ 1378526 w 2670084"/>
              <a:gd name="csY16" fmla="*/ 1433962 h 2049007"/>
              <a:gd name="csX17" fmla="*/ 839412 w 2670084"/>
              <a:gd name="csY17" fmla="*/ 1658758 h 2049007"/>
              <a:gd name="csX18" fmla="*/ 266905 w 2670084"/>
              <a:gd name="csY18" fmla="*/ 1589782 h 2049007"/>
              <a:gd name="csX19" fmla="*/ 2893 w 2670084"/>
              <a:gd name="csY19" fmla="*/ 1149201 h 2049007"/>
              <a:gd name="csX20" fmla="*/ 238771 w 2670084"/>
              <a:gd name="csY20" fmla="*/ 427819 h 2049007"/>
              <a:gd name="csX21" fmla="*/ 1033299 w 2670084"/>
              <a:gd name="csY21" fmla="*/ 0 h 2049007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8413 w 2670084"/>
              <a:gd name="csY13" fmla="*/ 1949980 h 2050639"/>
              <a:gd name="csX14" fmla="*/ 1861452 w 2670084"/>
              <a:gd name="csY14" fmla="*/ 1858371 h 2050639"/>
              <a:gd name="csX15" fmla="*/ 1745200 w 2670084"/>
              <a:gd name="csY15" fmla="*/ 1607963 h 2050639"/>
              <a:gd name="csX16" fmla="*/ 1529771 w 2670084"/>
              <a:gd name="csY16" fmla="*/ 1443318 h 2050639"/>
              <a:gd name="csX17" fmla="*/ 1378526 w 2670084"/>
              <a:gd name="csY17" fmla="*/ 1433962 h 2050639"/>
              <a:gd name="csX18" fmla="*/ 839412 w 2670084"/>
              <a:gd name="csY18" fmla="*/ 1658758 h 2050639"/>
              <a:gd name="csX19" fmla="*/ 266905 w 2670084"/>
              <a:gd name="csY19" fmla="*/ 1589782 h 2050639"/>
              <a:gd name="csX20" fmla="*/ 2893 w 2670084"/>
              <a:gd name="csY20" fmla="*/ 1149201 h 2050639"/>
              <a:gd name="csX21" fmla="*/ 238771 w 2670084"/>
              <a:gd name="csY21" fmla="*/ 427819 h 2050639"/>
              <a:gd name="csX22" fmla="*/ 1033299 w 2670084"/>
              <a:gd name="csY22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8413 w 2670084"/>
              <a:gd name="csY13" fmla="*/ 1949980 h 2050639"/>
              <a:gd name="csX14" fmla="*/ 1861452 w 2670084"/>
              <a:gd name="csY14" fmla="*/ 1858371 h 2050639"/>
              <a:gd name="csX15" fmla="*/ 1745200 w 2670084"/>
              <a:gd name="csY15" fmla="*/ 1607963 h 2050639"/>
              <a:gd name="csX16" fmla="*/ 1529771 w 2670084"/>
              <a:gd name="csY16" fmla="*/ 1443318 h 2050639"/>
              <a:gd name="csX17" fmla="*/ 1378526 w 2670084"/>
              <a:gd name="csY17" fmla="*/ 1433962 h 2050639"/>
              <a:gd name="csX18" fmla="*/ 839412 w 2670084"/>
              <a:gd name="csY18" fmla="*/ 1658758 h 2050639"/>
              <a:gd name="csX19" fmla="*/ 266905 w 2670084"/>
              <a:gd name="csY19" fmla="*/ 1589782 h 2050639"/>
              <a:gd name="csX20" fmla="*/ 2893 w 2670084"/>
              <a:gd name="csY20" fmla="*/ 1149201 h 2050639"/>
              <a:gd name="csX21" fmla="*/ 238771 w 2670084"/>
              <a:gd name="csY21" fmla="*/ 427819 h 2050639"/>
              <a:gd name="csX22" fmla="*/ 1033299 w 2670084"/>
              <a:gd name="csY22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45200 w 2670084"/>
              <a:gd name="csY15" fmla="*/ 1607963 h 2050639"/>
              <a:gd name="csX16" fmla="*/ 1529771 w 2670084"/>
              <a:gd name="csY16" fmla="*/ 1443318 h 2050639"/>
              <a:gd name="csX17" fmla="*/ 1378526 w 2670084"/>
              <a:gd name="csY17" fmla="*/ 1433962 h 2050639"/>
              <a:gd name="csX18" fmla="*/ 839412 w 2670084"/>
              <a:gd name="csY18" fmla="*/ 1658758 h 2050639"/>
              <a:gd name="csX19" fmla="*/ 266905 w 2670084"/>
              <a:gd name="csY19" fmla="*/ 1589782 h 2050639"/>
              <a:gd name="csX20" fmla="*/ 2893 w 2670084"/>
              <a:gd name="csY20" fmla="*/ 1149201 h 2050639"/>
              <a:gd name="csX21" fmla="*/ 238771 w 2670084"/>
              <a:gd name="csY21" fmla="*/ 427819 h 2050639"/>
              <a:gd name="csX22" fmla="*/ 1033299 w 2670084"/>
              <a:gd name="csY22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91589 w 2670084"/>
              <a:gd name="csY15" fmla="*/ 1754271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78526 w 2670084"/>
              <a:gd name="csY18" fmla="*/ 1433962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91589 w 2670084"/>
              <a:gd name="csY15" fmla="*/ 1754271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78526 w 2670084"/>
              <a:gd name="csY18" fmla="*/ 1433962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78526 w 2670084"/>
              <a:gd name="csY18" fmla="*/ 1433962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78526 w 2670084"/>
              <a:gd name="csY18" fmla="*/ 1433962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78526 w 2670084"/>
              <a:gd name="csY18" fmla="*/ 1433962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78526 w 2670084"/>
              <a:gd name="csY18" fmla="*/ 1433962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839412 w 2670084"/>
              <a:gd name="csY19" fmla="*/ 1658758 h 2050639"/>
              <a:gd name="csX20" fmla="*/ 266905 w 2670084"/>
              <a:gd name="csY20" fmla="*/ 1589782 h 2050639"/>
              <a:gd name="csX21" fmla="*/ 2893 w 2670084"/>
              <a:gd name="csY21" fmla="*/ 1149201 h 2050639"/>
              <a:gd name="csX22" fmla="*/ 238771 w 2670084"/>
              <a:gd name="csY22" fmla="*/ 427819 h 2050639"/>
              <a:gd name="csX23" fmla="*/ 1033299 w 2670084"/>
              <a:gd name="csY23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97468 w 2670084"/>
              <a:gd name="csY19" fmla="*/ 1541724 h 2050639"/>
              <a:gd name="csX20" fmla="*/ 839412 w 2670084"/>
              <a:gd name="csY20" fmla="*/ 1658758 h 2050639"/>
              <a:gd name="csX21" fmla="*/ 266905 w 2670084"/>
              <a:gd name="csY21" fmla="*/ 1589782 h 2050639"/>
              <a:gd name="csX22" fmla="*/ 2893 w 2670084"/>
              <a:gd name="csY22" fmla="*/ 1149201 h 2050639"/>
              <a:gd name="csX23" fmla="*/ 238771 w 2670084"/>
              <a:gd name="csY23" fmla="*/ 427819 h 2050639"/>
              <a:gd name="csX24" fmla="*/ 1033299 w 2670084"/>
              <a:gd name="csY24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97468 w 2670084"/>
              <a:gd name="csY19" fmla="*/ 1541724 h 2050639"/>
              <a:gd name="csX20" fmla="*/ 839412 w 2670084"/>
              <a:gd name="csY20" fmla="*/ 1658758 h 2050639"/>
              <a:gd name="csX21" fmla="*/ 266905 w 2670084"/>
              <a:gd name="csY21" fmla="*/ 1589782 h 2050639"/>
              <a:gd name="csX22" fmla="*/ 2893 w 2670084"/>
              <a:gd name="csY22" fmla="*/ 1149201 h 2050639"/>
              <a:gd name="csX23" fmla="*/ 238771 w 2670084"/>
              <a:gd name="csY23" fmla="*/ 427819 h 2050639"/>
              <a:gd name="csX24" fmla="*/ 1033299 w 2670084"/>
              <a:gd name="csY24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97468 w 2670084"/>
              <a:gd name="csY19" fmla="*/ 1541724 h 2050639"/>
              <a:gd name="csX20" fmla="*/ 839412 w 2670084"/>
              <a:gd name="csY20" fmla="*/ 1658758 h 2050639"/>
              <a:gd name="csX21" fmla="*/ 266905 w 2670084"/>
              <a:gd name="csY21" fmla="*/ 1589782 h 2050639"/>
              <a:gd name="csX22" fmla="*/ 2893 w 2670084"/>
              <a:gd name="csY22" fmla="*/ 1149201 h 2050639"/>
              <a:gd name="csX23" fmla="*/ 238771 w 2670084"/>
              <a:gd name="csY23" fmla="*/ 427819 h 2050639"/>
              <a:gd name="csX24" fmla="*/ 1033299 w 2670084"/>
              <a:gd name="csY24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97468 w 2670084"/>
              <a:gd name="csY19" fmla="*/ 1541724 h 2050639"/>
              <a:gd name="csX20" fmla="*/ 1044524 w 2670084"/>
              <a:gd name="csY20" fmla="*/ 1627306 h 2050639"/>
              <a:gd name="csX21" fmla="*/ 839412 w 2670084"/>
              <a:gd name="csY21" fmla="*/ 1658758 h 2050639"/>
              <a:gd name="csX22" fmla="*/ 266905 w 2670084"/>
              <a:gd name="csY22" fmla="*/ 1589782 h 2050639"/>
              <a:gd name="csX23" fmla="*/ 2893 w 2670084"/>
              <a:gd name="csY23" fmla="*/ 1149201 h 2050639"/>
              <a:gd name="csX24" fmla="*/ 238771 w 2670084"/>
              <a:gd name="csY24" fmla="*/ 427819 h 2050639"/>
              <a:gd name="csX25" fmla="*/ 1033299 w 2670084"/>
              <a:gd name="csY25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97468 w 2670084"/>
              <a:gd name="csY19" fmla="*/ 1541724 h 2050639"/>
              <a:gd name="csX20" fmla="*/ 1044524 w 2670084"/>
              <a:gd name="csY20" fmla="*/ 1627306 h 2050639"/>
              <a:gd name="csX21" fmla="*/ 839412 w 2670084"/>
              <a:gd name="csY21" fmla="*/ 1658758 h 2050639"/>
              <a:gd name="csX22" fmla="*/ 266905 w 2670084"/>
              <a:gd name="csY22" fmla="*/ 1589782 h 2050639"/>
              <a:gd name="csX23" fmla="*/ 2893 w 2670084"/>
              <a:gd name="csY23" fmla="*/ 1149201 h 2050639"/>
              <a:gd name="csX24" fmla="*/ 238771 w 2670084"/>
              <a:gd name="csY24" fmla="*/ 427819 h 2050639"/>
              <a:gd name="csX25" fmla="*/ 1033299 w 2670084"/>
              <a:gd name="csY25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97468 w 2670084"/>
              <a:gd name="csY19" fmla="*/ 1541724 h 2050639"/>
              <a:gd name="csX20" fmla="*/ 1044524 w 2670084"/>
              <a:gd name="csY20" fmla="*/ 1627306 h 2050639"/>
              <a:gd name="csX21" fmla="*/ 839412 w 2670084"/>
              <a:gd name="csY21" fmla="*/ 1658758 h 2050639"/>
              <a:gd name="csX22" fmla="*/ 266905 w 2670084"/>
              <a:gd name="csY22" fmla="*/ 1589782 h 2050639"/>
              <a:gd name="csX23" fmla="*/ 2893 w 2670084"/>
              <a:gd name="csY23" fmla="*/ 1149201 h 2050639"/>
              <a:gd name="csX24" fmla="*/ 238771 w 2670084"/>
              <a:gd name="csY24" fmla="*/ 427819 h 2050639"/>
              <a:gd name="csX25" fmla="*/ 1033299 w 2670084"/>
              <a:gd name="csY25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75599 w 2670084"/>
              <a:gd name="csY19" fmla="*/ 1543654 h 2050639"/>
              <a:gd name="csX20" fmla="*/ 1044524 w 2670084"/>
              <a:gd name="csY20" fmla="*/ 1627306 h 2050639"/>
              <a:gd name="csX21" fmla="*/ 839412 w 2670084"/>
              <a:gd name="csY21" fmla="*/ 1658758 h 2050639"/>
              <a:gd name="csX22" fmla="*/ 266905 w 2670084"/>
              <a:gd name="csY22" fmla="*/ 1589782 h 2050639"/>
              <a:gd name="csX23" fmla="*/ 2893 w 2670084"/>
              <a:gd name="csY23" fmla="*/ 1149201 h 2050639"/>
              <a:gd name="csX24" fmla="*/ 238771 w 2670084"/>
              <a:gd name="csY24" fmla="*/ 427819 h 2050639"/>
              <a:gd name="csX25" fmla="*/ 1033299 w 2670084"/>
              <a:gd name="csY25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75599 w 2670084"/>
              <a:gd name="csY19" fmla="*/ 1543654 h 2050639"/>
              <a:gd name="csX20" fmla="*/ 1044524 w 2670084"/>
              <a:gd name="csY20" fmla="*/ 1627306 h 2050639"/>
              <a:gd name="csX21" fmla="*/ 839412 w 2670084"/>
              <a:gd name="csY21" fmla="*/ 1658758 h 2050639"/>
              <a:gd name="csX22" fmla="*/ 266905 w 2670084"/>
              <a:gd name="csY22" fmla="*/ 1589782 h 2050639"/>
              <a:gd name="csX23" fmla="*/ 2893 w 2670084"/>
              <a:gd name="csY23" fmla="*/ 1149201 h 2050639"/>
              <a:gd name="csX24" fmla="*/ 238771 w 2670084"/>
              <a:gd name="csY24" fmla="*/ 427819 h 2050639"/>
              <a:gd name="csX25" fmla="*/ 1033299 w 2670084"/>
              <a:gd name="csY25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75599 w 2670084"/>
              <a:gd name="csY19" fmla="*/ 1543654 h 2050639"/>
              <a:gd name="csX20" fmla="*/ 1044524 w 2670084"/>
              <a:gd name="csY20" fmla="*/ 1627306 h 2050639"/>
              <a:gd name="csX21" fmla="*/ 839412 w 2670084"/>
              <a:gd name="csY21" fmla="*/ 1658758 h 2050639"/>
              <a:gd name="csX22" fmla="*/ 266905 w 2670084"/>
              <a:gd name="csY22" fmla="*/ 1589782 h 2050639"/>
              <a:gd name="csX23" fmla="*/ 2893 w 2670084"/>
              <a:gd name="csY23" fmla="*/ 1149201 h 2050639"/>
              <a:gd name="csX24" fmla="*/ 238771 w 2670084"/>
              <a:gd name="csY24" fmla="*/ 427819 h 2050639"/>
              <a:gd name="csX25" fmla="*/ 1033299 w 2670084"/>
              <a:gd name="csY25" fmla="*/ 0 h 2050639"/>
              <a:gd name="csX0" fmla="*/ 1033299 w 2670084"/>
              <a:gd name="csY0" fmla="*/ 0 h 2050639"/>
              <a:gd name="csX1" fmla="*/ 1880769 w 2670084"/>
              <a:gd name="csY1" fmla="*/ 77301 h 2050639"/>
              <a:gd name="csX2" fmla="*/ 2290026 w 2670084"/>
              <a:gd name="csY2" fmla="*/ 409946 h 2050639"/>
              <a:gd name="csX3" fmla="*/ 2492374 w 2670084"/>
              <a:gd name="csY3" fmla="*/ 565796 h 2050639"/>
              <a:gd name="csX4" fmla="*/ 2557287 w 2670084"/>
              <a:gd name="csY4" fmla="*/ 686348 h 2050639"/>
              <a:gd name="csX5" fmla="*/ 2393356 w 2670084"/>
              <a:gd name="csY5" fmla="*/ 917296 h 2050639"/>
              <a:gd name="csX6" fmla="*/ 2507882 w 2670084"/>
              <a:gd name="csY6" fmla="*/ 1069104 h 2050639"/>
              <a:gd name="csX7" fmla="*/ 2632848 w 2670084"/>
              <a:gd name="csY7" fmla="*/ 1479525 h 2050639"/>
              <a:gd name="csX8" fmla="*/ 2668868 w 2670084"/>
              <a:gd name="csY8" fmla="*/ 1840701 h 2050639"/>
              <a:gd name="csX9" fmla="*/ 2520577 w 2670084"/>
              <a:gd name="csY9" fmla="*/ 1890869 h 2050639"/>
              <a:gd name="csX10" fmla="*/ 2474093 w 2670084"/>
              <a:gd name="csY10" fmla="*/ 1932942 h 2050639"/>
              <a:gd name="csX11" fmla="*/ 2407159 w 2670084"/>
              <a:gd name="csY11" fmla="*/ 2048740 h 2050639"/>
              <a:gd name="csX12" fmla="*/ 2088056 w 2670084"/>
              <a:gd name="csY12" fmla="*/ 2002168 h 2050639"/>
              <a:gd name="csX13" fmla="*/ 1951330 w 2670084"/>
              <a:gd name="csY13" fmla="*/ 1949049 h 2050639"/>
              <a:gd name="csX14" fmla="*/ 1861452 w 2670084"/>
              <a:gd name="csY14" fmla="*/ 1858371 h 2050639"/>
              <a:gd name="csX15" fmla="*/ 1769841 w 2670084"/>
              <a:gd name="csY15" fmla="*/ 1737003 h 2050639"/>
              <a:gd name="csX16" fmla="*/ 1745200 w 2670084"/>
              <a:gd name="csY16" fmla="*/ 1607963 h 2050639"/>
              <a:gd name="csX17" fmla="*/ 1529771 w 2670084"/>
              <a:gd name="csY17" fmla="*/ 1443318 h 2050639"/>
              <a:gd name="csX18" fmla="*/ 1354917 w 2670084"/>
              <a:gd name="csY18" fmla="*/ 1430860 h 2050639"/>
              <a:gd name="csX19" fmla="*/ 1175599 w 2670084"/>
              <a:gd name="csY19" fmla="*/ 1543654 h 2050639"/>
              <a:gd name="csX20" fmla="*/ 1044524 w 2670084"/>
              <a:gd name="csY20" fmla="*/ 1627306 h 2050639"/>
              <a:gd name="csX21" fmla="*/ 839412 w 2670084"/>
              <a:gd name="csY21" fmla="*/ 1658758 h 2050639"/>
              <a:gd name="csX22" fmla="*/ 266905 w 2670084"/>
              <a:gd name="csY22" fmla="*/ 1589782 h 2050639"/>
              <a:gd name="csX23" fmla="*/ 2893 w 2670084"/>
              <a:gd name="csY23" fmla="*/ 1149201 h 2050639"/>
              <a:gd name="csX24" fmla="*/ 238771 w 2670084"/>
              <a:gd name="csY24" fmla="*/ 427819 h 2050639"/>
              <a:gd name="csX25" fmla="*/ 1033299 w 2670084"/>
              <a:gd name="csY25" fmla="*/ 0 h 2050639"/>
              <a:gd name="csX0" fmla="*/ 1030406 w 2667191"/>
              <a:gd name="csY0" fmla="*/ 0 h 2050639"/>
              <a:gd name="csX1" fmla="*/ 1877876 w 2667191"/>
              <a:gd name="csY1" fmla="*/ 77301 h 2050639"/>
              <a:gd name="csX2" fmla="*/ 2287133 w 2667191"/>
              <a:gd name="csY2" fmla="*/ 409946 h 2050639"/>
              <a:gd name="csX3" fmla="*/ 2489481 w 2667191"/>
              <a:gd name="csY3" fmla="*/ 565796 h 2050639"/>
              <a:gd name="csX4" fmla="*/ 2554394 w 2667191"/>
              <a:gd name="csY4" fmla="*/ 686348 h 2050639"/>
              <a:gd name="csX5" fmla="*/ 2390463 w 2667191"/>
              <a:gd name="csY5" fmla="*/ 917296 h 2050639"/>
              <a:gd name="csX6" fmla="*/ 2504989 w 2667191"/>
              <a:gd name="csY6" fmla="*/ 1069104 h 2050639"/>
              <a:gd name="csX7" fmla="*/ 2629955 w 2667191"/>
              <a:gd name="csY7" fmla="*/ 1479525 h 2050639"/>
              <a:gd name="csX8" fmla="*/ 2665975 w 2667191"/>
              <a:gd name="csY8" fmla="*/ 1840701 h 2050639"/>
              <a:gd name="csX9" fmla="*/ 2517684 w 2667191"/>
              <a:gd name="csY9" fmla="*/ 1890869 h 2050639"/>
              <a:gd name="csX10" fmla="*/ 2471200 w 2667191"/>
              <a:gd name="csY10" fmla="*/ 1932942 h 2050639"/>
              <a:gd name="csX11" fmla="*/ 2404266 w 2667191"/>
              <a:gd name="csY11" fmla="*/ 2048740 h 2050639"/>
              <a:gd name="csX12" fmla="*/ 2085163 w 2667191"/>
              <a:gd name="csY12" fmla="*/ 2002168 h 2050639"/>
              <a:gd name="csX13" fmla="*/ 1948437 w 2667191"/>
              <a:gd name="csY13" fmla="*/ 1949049 h 2050639"/>
              <a:gd name="csX14" fmla="*/ 1858559 w 2667191"/>
              <a:gd name="csY14" fmla="*/ 1858371 h 2050639"/>
              <a:gd name="csX15" fmla="*/ 1766948 w 2667191"/>
              <a:gd name="csY15" fmla="*/ 1737003 h 2050639"/>
              <a:gd name="csX16" fmla="*/ 1742307 w 2667191"/>
              <a:gd name="csY16" fmla="*/ 1607963 h 2050639"/>
              <a:gd name="csX17" fmla="*/ 1526878 w 2667191"/>
              <a:gd name="csY17" fmla="*/ 1443318 h 2050639"/>
              <a:gd name="csX18" fmla="*/ 1352024 w 2667191"/>
              <a:gd name="csY18" fmla="*/ 1430860 h 2050639"/>
              <a:gd name="csX19" fmla="*/ 1172706 w 2667191"/>
              <a:gd name="csY19" fmla="*/ 1543654 h 2050639"/>
              <a:gd name="csX20" fmla="*/ 1041631 w 2667191"/>
              <a:gd name="csY20" fmla="*/ 1627306 h 2050639"/>
              <a:gd name="csX21" fmla="*/ 836519 w 2667191"/>
              <a:gd name="csY21" fmla="*/ 1658758 h 2050639"/>
              <a:gd name="csX22" fmla="*/ 264012 w 2667191"/>
              <a:gd name="csY22" fmla="*/ 1589782 h 2050639"/>
              <a:gd name="csX23" fmla="*/ 0 w 2667191"/>
              <a:gd name="csY23" fmla="*/ 1149201 h 2050639"/>
              <a:gd name="csX24" fmla="*/ 235878 w 2667191"/>
              <a:gd name="csY24" fmla="*/ 427819 h 2050639"/>
              <a:gd name="csX25" fmla="*/ 1030406 w 2667191"/>
              <a:gd name="csY25" fmla="*/ 0 h 2050639"/>
              <a:gd name="csX0" fmla="*/ 1030406 w 2667191"/>
              <a:gd name="csY0" fmla="*/ 0 h 2050639"/>
              <a:gd name="csX1" fmla="*/ 1877876 w 2667191"/>
              <a:gd name="csY1" fmla="*/ 77301 h 2050639"/>
              <a:gd name="csX2" fmla="*/ 2287133 w 2667191"/>
              <a:gd name="csY2" fmla="*/ 409946 h 2050639"/>
              <a:gd name="csX3" fmla="*/ 2489481 w 2667191"/>
              <a:gd name="csY3" fmla="*/ 565796 h 2050639"/>
              <a:gd name="csX4" fmla="*/ 2554394 w 2667191"/>
              <a:gd name="csY4" fmla="*/ 686348 h 2050639"/>
              <a:gd name="csX5" fmla="*/ 2390463 w 2667191"/>
              <a:gd name="csY5" fmla="*/ 917296 h 2050639"/>
              <a:gd name="csX6" fmla="*/ 2504989 w 2667191"/>
              <a:gd name="csY6" fmla="*/ 1069104 h 2050639"/>
              <a:gd name="csX7" fmla="*/ 2629955 w 2667191"/>
              <a:gd name="csY7" fmla="*/ 1479525 h 2050639"/>
              <a:gd name="csX8" fmla="*/ 2665975 w 2667191"/>
              <a:gd name="csY8" fmla="*/ 1840701 h 2050639"/>
              <a:gd name="csX9" fmla="*/ 2517684 w 2667191"/>
              <a:gd name="csY9" fmla="*/ 1890869 h 2050639"/>
              <a:gd name="csX10" fmla="*/ 2471200 w 2667191"/>
              <a:gd name="csY10" fmla="*/ 1932942 h 2050639"/>
              <a:gd name="csX11" fmla="*/ 2404266 w 2667191"/>
              <a:gd name="csY11" fmla="*/ 2048740 h 2050639"/>
              <a:gd name="csX12" fmla="*/ 2085163 w 2667191"/>
              <a:gd name="csY12" fmla="*/ 2002168 h 2050639"/>
              <a:gd name="csX13" fmla="*/ 1948437 w 2667191"/>
              <a:gd name="csY13" fmla="*/ 1949049 h 2050639"/>
              <a:gd name="csX14" fmla="*/ 1858559 w 2667191"/>
              <a:gd name="csY14" fmla="*/ 1858371 h 2050639"/>
              <a:gd name="csX15" fmla="*/ 1766948 w 2667191"/>
              <a:gd name="csY15" fmla="*/ 1737003 h 2050639"/>
              <a:gd name="csX16" fmla="*/ 1742307 w 2667191"/>
              <a:gd name="csY16" fmla="*/ 1607963 h 2050639"/>
              <a:gd name="csX17" fmla="*/ 1526878 w 2667191"/>
              <a:gd name="csY17" fmla="*/ 1443318 h 2050639"/>
              <a:gd name="csX18" fmla="*/ 1352024 w 2667191"/>
              <a:gd name="csY18" fmla="*/ 1430860 h 2050639"/>
              <a:gd name="csX19" fmla="*/ 1172706 w 2667191"/>
              <a:gd name="csY19" fmla="*/ 1543654 h 2050639"/>
              <a:gd name="csX20" fmla="*/ 1041631 w 2667191"/>
              <a:gd name="csY20" fmla="*/ 1627306 h 2050639"/>
              <a:gd name="csX21" fmla="*/ 836519 w 2667191"/>
              <a:gd name="csY21" fmla="*/ 1658758 h 2050639"/>
              <a:gd name="csX22" fmla="*/ 264012 w 2667191"/>
              <a:gd name="csY22" fmla="*/ 1589782 h 2050639"/>
              <a:gd name="csX23" fmla="*/ 0 w 2667191"/>
              <a:gd name="csY23" fmla="*/ 1149201 h 2050639"/>
              <a:gd name="csX24" fmla="*/ 235878 w 2667191"/>
              <a:gd name="csY24" fmla="*/ 427819 h 2050639"/>
              <a:gd name="csX25" fmla="*/ 1030406 w 2667191"/>
              <a:gd name="csY25" fmla="*/ 0 h 2050639"/>
              <a:gd name="csX0" fmla="*/ 1030406 w 2667191"/>
              <a:gd name="csY0" fmla="*/ 0 h 2050639"/>
              <a:gd name="csX1" fmla="*/ 1877876 w 2667191"/>
              <a:gd name="csY1" fmla="*/ 77301 h 2050639"/>
              <a:gd name="csX2" fmla="*/ 2287133 w 2667191"/>
              <a:gd name="csY2" fmla="*/ 409946 h 2050639"/>
              <a:gd name="csX3" fmla="*/ 2489481 w 2667191"/>
              <a:gd name="csY3" fmla="*/ 565796 h 2050639"/>
              <a:gd name="csX4" fmla="*/ 2554394 w 2667191"/>
              <a:gd name="csY4" fmla="*/ 686348 h 2050639"/>
              <a:gd name="csX5" fmla="*/ 2390463 w 2667191"/>
              <a:gd name="csY5" fmla="*/ 917296 h 2050639"/>
              <a:gd name="csX6" fmla="*/ 2504989 w 2667191"/>
              <a:gd name="csY6" fmla="*/ 1069104 h 2050639"/>
              <a:gd name="csX7" fmla="*/ 2629955 w 2667191"/>
              <a:gd name="csY7" fmla="*/ 1479525 h 2050639"/>
              <a:gd name="csX8" fmla="*/ 2665975 w 2667191"/>
              <a:gd name="csY8" fmla="*/ 1840701 h 2050639"/>
              <a:gd name="csX9" fmla="*/ 2517684 w 2667191"/>
              <a:gd name="csY9" fmla="*/ 1890869 h 2050639"/>
              <a:gd name="csX10" fmla="*/ 2471200 w 2667191"/>
              <a:gd name="csY10" fmla="*/ 1932942 h 2050639"/>
              <a:gd name="csX11" fmla="*/ 2404266 w 2667191"/>
              <a:gd name="csY11" fmla="*/ 2048740 h 2050639"/>
              <a:gd name="csX12" fmla="*/ 2085163 w 2667191"/>
              <a:gd name="csY12" fmla="*/ 2002168 h 2050639"/>
              <a:gd name="csX13" fmla="*/ 1948437 w 2667191"/>
              <a:gd name="csY13" fmla="*/ 1949049 h 2050639"/>
              <a:gd name="csX14" fmla="*/ 1858559 w 2667191"/>
              <a:gd name="csY14" fmla="*/ 1858371 h 2050639"/>
              <a:gd name="csX15" fmla="*/ 1766948 w 2667191"/>
              <a:gd name="csY15" fmla="*/ 1737003 h 2050639"/>
              <a:gd name="csX16" fmla="*/ 1742307 w 2667191"/>
              <a:gd name="csY16" fmla="*/ 1607963 h 2050639"/>
              <a:gd name="csX17" fmla="*/ 1526878 w 2667191"/>
              <a:gd name="csY17" fmla="*/ 1443318 h 2050639"/>
              <a:gd name="csX18" fmla="*/ 1352024 w 2667191"/>
              <a:gd name="csY18" fmla="*/ 1430860 h 2050639"/>
              <a:gd name="csX19" fmla="*/ 1172706 w 2667191"/>
              <a:gd name="csY19" fmla="*/ 1543654 h 2050639"/>
              <a:gd name="csX20" fmla="*/ 1041631 w 2667191"/>
              <a:gd name="csY20" fmla="*/ 1627306 h 2050639"/>
              <a:gd name="csX21" fmla="*/ 836519 w 2667191"/>
              <a:gd name="csY21" fmla="*/ 1658758 h 2050639"/>
              <a:gd name="csX22" fmla="*/ 264012 w 2667191"/>
              <a:gd name="csY22" fmla="*/ 1589782 h 2050639"/>
              <a:gd name="csX23" fmla="*/ 0 w 2667191"/>
              <a:gd name="csY23" fmla="*/ 1149201 h 2050639"/>
              <a:gd name="csX24" fmla="*/ 235878 w 2667191"/>
              <a:gd name="csY24" fmla="*/ 427819 h 2050639"/>
              <a:gd name="csX25" fmla="*/ 1030406 w 2667191"/>
              <a:gd name="csY25" fmla="*/ 0 h 2050639"/>
              <a:gd name="csX0" fmla="*/ 1030406 w 2667191"/>
              <a:gd name="csY0" fmla="*/ 0 h 2050639"/>
              <a:gd name="csX1" fmla="*/ 1877876 w 2667191"/>
              <a:gd name="csY1" fmla="*/ 77301 h 2050639"/>
              <a:gd name="csX2" fmla="*/ 2287133 w 2667191"/>
              <a:gd name="csY2" fmla="*/ 409946 h 2050639"/>
              <a:gd name="csX3" fmla="*/ 2489481 w 2667191"/>
              <a:gd name="csY3" fmla="*/ 565796 h 2050639"/>
              <a:gd name="csX4" fmla="*/ 2554394 w 2667191"/>
              <a:gd name="csY4" fmla="*/ 686348 h 2050639"/>
              <a:gd name="csX5" fmla="*/ 2390463 w 2667191"/>
              <a:gd name="csY5" fmla="*/ 917296 h 2050639"/>
              <a:gd name="csX6" fmla="*/ 2504989 w 2667191"/>
              <a:gd name="csY6" fmla="*/ 1069104 h 2050639"/>
              <a:gd name="csX7" fmla="*/ 2629955 w 2667191"/>
              <a:gd name="csY7" fmla="*/ 1479525 h 2050639"/>
              <a:gd name="csX8" fmla="*/ 2665975 w 2667191"/>
              <a:gd name="csY8" fmla="*/ 1840701 h 2050639"/>
              <a:gd name="csX9" fmla="*/ 2517684 w 2667191"/>
              <a:gd name="csY9" fmla="*/ 1890869 h 2050639"/>
              <a:gd name="csX10" fmla="*/ 2471200 w 2667191"/>
              <a:gd name="csY10" fmla="*/ 1932942 h 2050639"/>
              <a:gd name="csX11" fmla="*/ 2404266 w 2667191"/>
              <a:gd name="csY11" fmla="*/ 2048740 h 2050639"/>
              <a:gd name="csX12" fmla="*/ 2085163 w 2667191"/>
              <a:gd name="csY12" fmla="*/ 2002168 h 2050639"/>
              <a:gd name="csX13" fmla="*/ 1948437 w 2667191"/>
              <a:gd name="csY13" fmla="*/ 1949049 h 2050639"/>
              <a:gd name="csX14" fmla="*/ 1858559 w 2667191"/>
              <a:gd name="csY14" fmla="*/ 1858371 h 2050639"/>
              <a:gd name="csX15" fmla="*/ 1766948 w 2667191"/>
              <a:gd name="csY15" fmla="*/ 1737003 h 2050639"/>
              <a:gd name="csX16" fmla="*/ 1742307 w 2667191"/>
              <a:gd name="csY16" fmla="*/ 1607963 h 2050639"/>
              <a:gd name="csX17" fmla="*/ 1526878 w 2667191"/>
              <a:gd name="csY17" fmla="*/ 1443318 h 2050639"/>
              <a:gd name="csX18" fmla="*/ 1352024 w 2667191"/>
              <a:gd name="csY18" fmla="*/ 1430860 h 2050639"/>
              <a:gd name="csX19" fmla="*/ 1172706 w 2667191"/>
              <a:gd name="csY19" fmla="*/ 1543654 h 2050639"/>
              <a:gd name="csX20" fmla="*/ 1041631 w 2667191"/>
              <a:gd name="csY20" fmla="*/ 1627306 h 2050639"/>
              <a:gd name="csX21" fmla="*/ 836519 w 2667191"/>
              <a:gd name="csY21" fmla="*/ 1658758 h 2050639"/>
              <a:gd name="csX22" fmla="*/ 264012 w 2667191"/>
              <a:gd name="csY22" fmla="*/ 1589782 h 2050639"/>
              <a:gd name="csX23" fmla="*/ 0 w 2667191"/>
              <a:gd name="csY23" fmla="*/ 1149201 h 2050639"/>
              <a:gd name="csX24" fmla="*/ 235878 w 2667191"/>
              <a:gd name="csY24" fmla="*/ 427819 h 2050639"/>
              <a:gd name="csX25" fmla="*/ 1030406 w 2667191"/>
              <a:gd name="csY25" fmla="*/ 0 h 2050639"/>
              <a:gd name="csX0" fmla="*/ 1030406 w 2667191"/>
              <a:gd name="csY0" fmla="*/ 9115 h 2059754"/>
              <a:gd name="csX1" fmla="*/ 1877876 w 2667191"/>
              <a:gd name="csY1" fmla="*/ 86416 h 2059754"/>
              <a:gd name="csX2" fmla="*/ 2287133 w 2667191"/>
              <a:gd name="csY2" fmla="*/ 419061 h 2059754"/>
              <a:gd name="csX3" fmla="*/ 2489481 w 2667191"/>
              <a:gd name="csY3" fmla="*/ 574911 h 2059754"/>
              <a:gd name="csX4" fmla="*/ 2554394 w 2667191"/>
              <a:gd name="csY4" fmla="*/ 695463 h 2059754"/>
              <a:gd name="csX5" fmla="*/ 2390463 w 2667191"/>
              <a:gd name="csY5" fmla="*/ 926411 h 2059754"/>
              <a:gd name="csX6" fmla="*/ 2504989 w 2667191"/>
              <a:gd name="csY6" fmla="*/ 1078219 h 2059754"/>
              <a:gd name="csX7" fmla="*/ 2629955 w 2667191"/>
              <a:gd name="csY7" fmla="*/ 1488640 h 2059754"/>
              <a:gd name="csX8" fmla="*/ 2665975 w 2667191"/>
              <a:gd name="csY8" fmla="*/ 1849816 h 2059754"/>
              <a:gd name="csX9" fmla="*/ 2517684 w 2667191"/>
              <a:gd name="csY9" fmla="*/ 1899984 h 2059754"/>
              <a:gd name="csX10" fmla="*/ 2471200 w 2667191"/>
              <a:gd name="csY10" fmla="*/ 1942057 h 2059754"/>
              <a:gd name="csX11" fmla="*/ 2404266 w 2667191"/>
              <a:gd name="csY11" fmla="*/ 2057855 h 2059754"/>
              <a:gd name="csX12" fmla="*/ 2085163 w 2667191"/>
              <a:gd name="csY12" fmla="*/ 2011283 h 2059754"/>
              <a:gd name="csX13" fmla="*/ 1948437 w 2667191"/>
              <a:gd name="csY13" fmla="*/ 1958164 h 2059754"/>
              <a:gd name="csX14" fmla="*/ 1858559 w 2667191"/>
              <a:gd name="csY14" fmla="*/ 1867486 h 2059754"/>
              <a:gd name="csX15" fmla="*/ 1766948 w 2667191"/>
              <a:gd name="csY15" fmla="*/ 1746118 h 2059754"/>
              <a:gd name="csX16" fmla="*/ 1742307 w 2667191"/>
              <a:gd name="csY16" fmla="*/ 1617078 h 2059754"/>
              <a:gd name="csX17" fmla="*/ 1526878 w 2667191"/>
              <a:gd name="csY17" fmla="*/ 1452433 h 2059754"/>
              <a:gd name="csX18" fmla="*/ 1352024 w 2667191"/>
              <a:gd name="csY18" fmla="*/ 1439975 h 2059754"/>
              <a:gd name="csX19" fmla="*/ 1172706 w 2667191"/>
              <a:gd name="csY19" fmla="*/ 1552769 h 2059754"/>
              <a:gd name="csX20" fmla="*/ 1041631 w 2667191"/>
              <a:gd name="csY20" fmla="*/ 1636421 h 2059754"/>
              <a:gd name="csX21" fmla="*/ 836519 w 2667191"/>
              <a:gd name="csY21" fmla="*/ 1667873 h 2059754"/>
              <a:gd name="csX22" fmla="*/ 264012 w 2667191"/>
              <a:gd name="csY22" fmla="*/ 1598897 h 2059754"/>
              <a:gd name="csX23" fmla="*/ 0 w 2667191"/>
              <a:gd name="csY23" fmla="*/ 1158316 h 2059754"/>
              <a:gd name="csX24" fmla="*/ 235878 w 2667191"/>
              <a:gd name="csY24" fmla="*/ 436934 h 2059754"/>
              <a:gd name="csX25" fmla="*/ 1030406 w 2667191"/>
              <a:gd name="csY25" fmla="*/ 9115 h 20597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</a:cxnLst>
            <a:rect l="l" t="t" r="r" b="b"/>
            <a:pathLst>
              <a:path w="2667191" h="2059754">
                <a:moveTo>
                  <a:pt x="1030406" y="9115"/>
                </a:moveTo>
                <a:cubicBezTo>
                  <a:pt x="1251459" y="3824"/>
                  <a:pt x="1644252" y="-31778"/>
                  <a:pt x="1877876" y="86416"/>
                </a:cubicBezTo>
                <a:cubicBezTo>
                  <a:pt x="2093646" y="152368"/>
                  <a:pt x="2237994" y="365396"/>
                  <a:pt x="2287133" y="419061"/>
                </a:cubicBezTo>
                <a:cubicBezTo>
                  <a:pt x="2401468" y="579762"/>
                  <a:pt x="2447963" y="533245"/>
                  <a:pt x="2489481" y="574911"/>
                </a:cubicBezTo>
                <a:cubicBezTo>
                  <a:pt x="2546005" y="611666"/>
                  <a:pt x="2527470" y="615287"/>
                  <a:pt x="2554394" y="695463"/>
                </a:cubicBezTo>
                <a:cubicBezTo>
                  <a:pt x="2565783" y="783399"/>
                  <a:pt x="2461238" y="771518"/>
                  <a:pt x="2390463" y="926411"/>
                </a:cubicBezTo>
                <a:cubicBezTo>
                  <a:pt x="2411561" y="1015599"/>
                  <a:pt x="2466814" y="1027616"/>
                  <a:pt x="2504989" y="1078219"/>
                </a:cubicBezTo>
                <a:cubicBezTo>
                  <a:pt x="2528167" y="1162167"/>
                  <a:pt x="2573052" y="1351286"/>
                  <a:pt x="2629955" y="1488640"/>
                </a:cubicBezTo>
                <a:cubicBezTo>
                  <a:pt x="2665661" y="1567970"/>
                  <a:pt x="2606837" y="1612119"/>
                  <a:pt x="2665975" y="1849816"/>
                </a:cubicBezTo>
                <a:cubicBezTo>
                  <a:pt x="2678857" y="1927727"/>
                  <a:pt x="2586757" y="1910635"/>
                  <a:pt x="2517684" y="1899984"/>
                </a:cubicBezTo>
                <a:cubicBezTo>
                  <a:pt x="2504224" y="1923058"/>
                  <a:pt x="2472944" y="1912290"/>
                  <a:pt x="2471200" y="1942057"/>
                </a:cubicBezTo>
                <a:cubicBezTo>
                  <a:pt x="2434368" y="2021818"/>
                  <a:pt x="2525838" y="2058981"/>
                  <a:pt x="2404266" y="2057855"/>
                </a:cubicBezTo>
                <a:cubicBezTo>
                  <a:pt x="2349577" y="2069059"/>
                  <a:pt x="2159954" y="2027743"/>
                  <a:pt x="2085163" y="2011283"/>
                </a:cubicBezTo>
                <a:cubicBezTo>
                  <a:pt x="2010372" y="1994823"/>
                  <a:pt x="1995855" y="1981797"/>
                  <a:pt x="1948437" y="1958164"/>
                </a:cubicBezTo>
                <a:cubicBezTo>
                  <a:pt x="1951936" y="1912694"/>
                  <a:pt x="1958959" y="1915880"/>
                  <a:pt x="1858559" y="1867486"/>
                </a:cubicBezTo>
                <a:cubicBezTo>
                  <a:pt x="1842879" y="1824853"/>
                  <a:pt x="1924861" y="1738806"/>
                  <a:pt x="1766948" y="1746118"/>
                </a:cubicBezTo>
                <a:cubicBezTo>
                  <a:pt x="1677675" y="1687996"/>
                  <a:pt x="1796886" y="1658733"/>
                  <a:pt x="1742307" y="1617078"/>
                </a:cubicBezTo>
                <a:cubicBezTo>
                  <a:pt x="1518252" y="1531598"/>
                  <a:pt x="1654571" y="1536586"/>
                  <a:pt x="1526878" y="1452433"/>
                </a:cubicBezTo>
                <a:cubicBezTo>
                  <a:pt x="1447503" y="1415391"/>
                  <a:pt x="1469633" y="1485809"/>
                  <a:pt x="1352024" y="1439975"/>
                </a:cubicBezTo>
                <a:cubicBezTo>
                  <a:pt x="1289135" y="1467799"/>
                  <a:pt x="1340896" y="1583236"/>
                  <a:pt x="1172706" y="1552769"/>
                </a:cubicBezTo>
                <a:cubicBezTo>
                  <a:pt x="1181354" y="1643877"/>
                  <a:pt x="1126677" y="1716317"/>
                  <a:pt x="1041631" y="1636421"/>
                </a:cubicBezTo>
                <a:cubicBezTo>
                  <a:pt x="981955" y="1655927"/>
                  <a:pt x="966909" y="1674231"/>
                  <a:pt x="836519" y="1667873"/>
                </a:cubicBezTo>
                <a:cubicBezTo>
                  <a:pt x="599681" y="1600265"/>
                  <a:pt x="877981" y="1715702"/>
                  <a:pt x="264012" y="1598897"/>
                </a:cubicBezTo>
                <a:cubicBezTo>
                  <a:pt x="132643" y="1482092"/>
                  <a:pt x="82982" y="1445524"/>
                  <a:pt x="0" y="1158316"/>
                </a:cubicBezTo>
                <a:cubicBezTo>
                  <a:pt x="12566" y="882062"/>
                  <a:pt x="55633" y="623210"/>
                  <a:pt x="235878" y="436934"/>
                </a:cubicBezTo>
                <a:cubicBezTo>
                  <a:pt x="428909" y="189894"/>
                  <a:pt x="720205" y="53128"/>
                  <a:pt x="1030406" y="9115"/>
                </a:cubicBezTo>
                <a:close/>
              </a:path>
            </a:pathLst>
          </a:custGeom>
          <a:solidFill>
            <a:srgbClr val="ED7D31">
              <a:alpha val="21961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137018C-088B-94E7-279C-C661A2658BE4}"/>
              </a:ext>
            </a:extLst>
          </p:cNvPr>
          <p:cNvSpPr txBox="1"/>
          <p:nvPr/>
        </p:nvSpPr>
        <p:spPr>
          <a:xfrm>
            <a:off x="12779037" y="2804325"/>
            <a:ext cx="22811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7"/>
              </a:rPr>
              <a:t>Homo heidelbergensis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A8135FF-EA3A-DEA2-6A86-9A02D96DF2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 flipH="1">
            <a:off x="-5627298" y="583994"/>
            <a:ext cx="3250086" cy="20673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295B3E3-9A01-EA19-C571-A2596F8FB63A}"/>
              </a:ext>
            </a:extLst>
          </p:cNvPr>
          <p:cNvSpPr txBox="1"/>
          <p:nvPr/>
        </p:nvSpPr>
        <p:spPr>
          <a:xfrm>
            <a:off x="-5672089" y="2754905"/>
            <a:ext cx="329487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dnalc.cshl.edu/view/15857-Homo-habilis-skull-side-view.html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0E82CAF9-96A8-8A87-35F3-5DEC42063F86}"/>
              </a:ext>
            </a:extLst>
          </p:cNvPr>
          <p:cNvSpPr/>
          <p:nvPr/>
        </p:nvSpPr>
        <p:spPr>
          <a:xfrm rot="266392">
            <a:off x="-5561287" y="4646805"/>
            <a:ext cx="3162824" cy="1828023"/>
          </a:xfrm>
          <a:custGeom>
            <a:avLst/>
            <a:gdLst>
              <a:gd name="csX0" fmla="*/ 1442907 w 3370383"/>
              <a:gd name="csY0" fmla="*/ 0 h 1744448"/>
              <a:gd name="csX1" fmla="*/ 2885814 w 3370383"/>
              <a:gd name="csY1" fmla="*/ 675314 h 1744448"/>
              <a:gd name="csX2" fmla="*/ 2772423 w 3370383"/>
              <a:gd name="csY2" fmla="*/ 938177 h 1744448"/>
              <a:gd name="csX3" fmla="*/ 2747119 w 3370383"/>
              <a:gd name="csY3" fmla="*/ 959996 h 1744448"/>
              <a:gd name="csX4" fmla="*/ 2829245 w 3370383"/>
              <a:gd name="csY4" fmla="*/ 964807 h 1744448"/>
              <a:gd name="csX5" fmla="*/ 3370383 w 3370383"/>
              <a:gd name="csY5" fmla="*/ 1350627 h 1744448"/>
              <a:gd name="csX6" fmla="*/ 2692660 w 3370383"/>
              <a:gd name="csY6" fmla="*/ 1744448 h 1744448"/>
              <a:gd name="csX7" fmla="*/ 2014937 w 3370383"/>
              <a:gd name="csY7" fmla="*/ 1350627 h 1744448"/>
              <a:gd name="csX8" fmla="*/ 2025047 w 3370383"/>
              <a:gd name="csY8" fmla="*/ 1292352 h 1744448"/>
              <a:gd name="csX9" fmla="*/ 2004552 w 3370383"/>
              <a:gd name="csY9" fmla="*/ 1297559 h 1744448"/>
              <a:gd name="csX10" fmla="*/ 1442907 w 3370383"/>
              <a:gd name="csY10" fmla="*/ 1350628 h 1744448"/>
              <a:gd name="csX11" fmla="*/ 0 w 3370383"/>
              <a:gd name="csY11" fmla="*/ 675314 h 1744448"/>
              <a:gd name="csX12" fmla="*/ 1442907 w 3370383"/>
              <a:gd name="csY12" fmla="*/ 0 h 1744448"/>
              <a:gd name="csX0" fmla="*/ 1493788 w 3370464"/>
              <a:gd name="csY0" fmla="*/ 0 h 1922248"/>
              <a:gd name="csX1" fmla="*/ 2885895 w 3370464"/>
              <a:gd name="csY1" fmla="*/ 853114 h 1922248"/>
              <a:gd name="csX2" fmla="*/ 2772504 w 3370464"/>
              <a:gd name="csY2" fmla="*/ 1115977 h 1922248"/>
              <a:gd name="csX3" fmla="*/ 2747200 w 3370464"/>
              <a:gd name="csY3" fmla="*/ 1137796 h 1922248"/>
              <a:gd name="csX4" fmla="*/ 2829326 w 3370464"/>
              <a:gd name="csY4" fmla="*/ 1142607 h 1922248"/>
              <a:gd name="csX5" fmla="*/ 3370464 w 3370464"/>
              <a:gd name="csY5" fmla="*/ 1528427 h 1922248"/>
              <a:gd name="csX6" fmla="*/ 2692741 w 3370464"/>
              <a:gd name="csY6" fmla="*/ 1922248 h 1922248"/>
              <a:gd name="csX7" fmla="*/ 2015018 w 3370464"/>
              <a:gd name="csY7" fmla="*/ 1528427 h 1922248"/>
              <a:gd name="csX8" fmla="*/ 2025128 w 3370464"/>
              <a:gd name="csY8" fmla="*/ 1470152 h 1922248"/>
              <a:gd name="csX9" fmla="*/ 2004633 w 3370464"/>
              <a:gd name="csY9" fmla="*/ 1475359 h 1922248"/>
              <a:gd name="csX10" fmla="*/ 1442988 w 3370464"/>
              <a:gd name="csY10" fmla="*/ 1528428 h 1922248"/>
              <a:gd name="csX11" fmla="*/ 81 w 3370464"/>
              <a:gd name="csY11" fmla="*/ 853114 h 1922248"/>
              <a:gd name="csX12" fmla="*/ 1493788 w 3370464"/>
              <a:gd name="csY12" fmla="*/ 0 h 1922248"/>
              <a:gd name="csX0" fmla="*/ 1341413 w 3218089"/>
              <a:gd name="csY0" fmla="*/ 78 h 1922326"/>
              <a:gd name="csX1" fmla="*/ 2733520 w 3218089"/>
              <a:gd name="csY1" fmla="*/ 853192 h 1922326"/>
              <a:gd name="csX2" fmla="*/ 2620129 w 3218089"/>
              <a:gd name="csY2" fmla="*/ 1116055 h 1922326"/>
              <a:gd name="csX3" fmla="*/ 2594825 w 3218089"/>
              <a:gd name="csY3" fmla="*/ 1137874 h 1922326"/>
              <a:gd name="csX4" fmla="*/ 2676951 w 3218089"/>
              <a:gd name="csY4" fmla="*/ 1142685 h 1922326"/>
              <a:gd name="csX5" fmla="*/ 3218089 w 3218089"/>
              <a:gd name="csY5" fmla="*/ 1528505 h 1922326"/>
              <a:gd name="csX6" fmla="*/ 2540366 w 3218089"/>
              <a:gd name="csY6" fmla="*/ 1922326 h 1922326"/>
              <a:gd name="csX7" fmla="*/ 1862643 w 3218089"/>
              <a:gd name="csY7" fmla="*/ 1528505 h 1922326"/>
              <a:gd name="csX8" fmla="*/ 1872753 w 3218089"/>
              <a:gd name="csY8" fmla="*/ 1470230 h 1922326"/>
              <a:gd name="csX9" fmla="*/ 1852258 w 3218089"/>
              <a:gd name="csY9" fmla="*/ 1475437 h 1922326"/>
              <a:gd name="csX10" fmla="*/ 1290613 w 3218089"/>
              <a:gd name="csY10" fmla="*/ 1528506 h 1922326"/>
              <a:gd name="csX11" fmla="*/ 106 w 3218089"/>
              <a:gd name="csY11" fmla="*/ 903992 h 1922326"/>
              <a:gd name="csX12" fmla="*/ 1341413 w 3218089"/>
              <a:gd name="csY12" fmla="*/ 78 h 1922326"/>
              <a:gd name="csX0" fmla="*/ 1480745 w 3357421"/>
              <a:gd name="csY0" fmla="*/ 78 h 1922326"/>
              <a:gd name="csX1" fmla="*/ 2872852 w 3357421"/>
              <a:gd name="csY1" fmla="*/ 853192 h 1922326"/>
              <a:gd name="csX2" fmla="*/ 2759461 w 3357421"/>
              <a:gd name="csY2" fmla="*/ 1116055 h 1922326"/>
              <a:gd name="csX3" fmla="*/ 2734157 w 3357421"/>
              <a:gd name="csY3" fmla="*/ 1137874 h 1922326"/>
              <a:gd name="csX4" fmla="*/ 2816283 w 3357421"/>
              <a:gd name="csY4" fmla="*/ 1142685 h 1922326"/>
              <a:gd name="csX5" fmla="*/ 3357421 w 3357421"/>
              <a:gd name="csY5" fmla="*/ 1528505 h 1922326"/>
              <a:gd name="csX6" fmla="*/ 2679698 w 3357421"/>
              <a:gd name="csY6" fmla="*/ 1922326 h 1922326"/>
              <a:gd name="csX7" fmla="*/ 2001975 w 3357421"/>
              <a:gd name="csY7" fmla="*/ 1528505 h 1922326"/>
              <a:gd name="csX8" fmla="*/ 2012085 w 3357421"/>
              <a:gd name="csY8" fmla="*/ 1470230 h 1922326"/>
              <a:gd name="csX9" fmla="*/ 1991590 w 3357421"/>
              <a:gd name="csY9" fmla="*/ 1475437 h 1922326"/>
              <a:gd name="csX10" fmla="*/ 1429945 w 3357421"/>
              <a:gd name="csY10" fmla="*/ 1528506 h 1922326"/>
              <a:gd name="csX11" fmla="*/ 187559 w 3357421"/>
              <a:gd name="csY11" fmla="*/ 1654399 h 1922326"/>
              <a:gd name="csX12" fmla="*/ 139438 w 3357421"/>
              <a:gd name="csY12" fmla="*/ 903992 h 1922326"/>
              <a:gd name="csX13" fmla="*/ 1480745 w 3357421"/>
              <a:gd name="csY13" fmla="*/ 78 h 192232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2012085 w 3357421"/>
              <a:gd name="csY8" fmla="*/ 1470230 h 1928556"/>
              <a:gd name="csX9" fmla="*/ 1991590 w 3357421"/>
              <a:gd name="csY9" fmla="*/ 1475437 h 1928556"/>
              <a:gd name="csX10" fmla="*/ 1245795 w 3357421"/>
              <a:gd name="csY10" fmla="*/ 1928556 h 1928556"/>
              <a:gd name="csX11" fmla="*/ 187559 w 3357421"/>
              <a:gd name="csY11" fmla="*/ 1654399 h 1928556"/>
              <a:gd name="csX12" fmla="*/ 139438 w 3357421"/>
              <a:gd name="csY12" fmla="*/ 903992 h 1928556"/>
              <a:gd name="csX13" fmla="*/ 1480745 w 3357421"/>
              <a:gd name="csY13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2012085 w 3357421"/>
              <a:gd name="csY8" fmla="*/ 147023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01975 w 3357421"/>
              <a:gd name="csY7" fmla="*/ 1528505 h 1928556"/>
              <a:gd name="csX8" fmla="*/ 1859685 w 3357421"/>
              <a:gd name="csY8" fmla="*/ 173058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357421"/>
              <a:gd name="csY0" fmla="*/ 78 h 1928556"/>
              <a:gd name="csX1" fmla="*/ 2872852 w 3357421"/>
              <a:gd name="csY1" fmla="*/ 853192 h 1928556"/>
              <a:gd name="csX2" fmla="*/ 2759461 w 3357421"/>
              <a:gd name="csY2" fmla="*/ 1116055 h 1928556"/>
              <a:gd name="csX3" fmla="*/ 2734157 w 3357421"/>
              <a:gd name="csY3" fmla="*/ 1137874 h 1928556"/>
              <a:gd name="csX4" fmla="*/ 2816283 w 3357421"/>
              <a:gd name="csY4" fmla="*/ 1142685 h 1928556"/>
              <a:gd name="csX5" fmla="*/ 3357421 w 3357421"/>
              <a:gd name="csY5" fmla="*/ 1528505 h 1928556"/>
              <a:gd name="csX6" fmla="*/ 2679698 w 3357421"/>
              <a:gd name="csY6" fmla="*/ 1922326 h 1928556"/>
              <a:gd name="csX7" fmla="*/ 2046425 w 3357421"/>
              <a:gd name="csY7" fmla="*/ 1611055 h 1928556"/>
              <a:gd name="csX8" fmla="*/ 1859685 w 3357421"/>
              <a:gd name="csY8" fmla="*/ 1730580 h 1928556"/>
              <a:gd name="csX9" fmla="*/ 1245795 w 3357421"/>
              <a:gd name="csY9" fmla="*/ 1928556 h 1928556"/>
              <a:gd name="csX10" fmla="*/ 187559 w 3357421"/>
              <a:gd name="csY10" fmla="*/ 1654399 h 1928556"/>
              <a:gd name="csX11" fmla="*/ 139438 w 3357421"/>
              <a:gd name="csY11" fmla="*/ 903992 h 1928556"/>
              <a:gd name="csX12" fmla="*/ 1480745 w 3357421"/>
              <a:gd name="csY12" fmla="*/ 78 h 1928556"/>
              <a:gd name="csX0" fmla="*/ 1480745 w 3230421"/>
              <a:gd name="csY0" fmla="*/ 78 h 1928556"/>
              <a:gd name="csX1" fmla="*/ 2872852 w 3230421"/>
              <a:gd name="csY1" fmla="*/ 853192 h 1928556"/>
              <a:gd name="csX2" fmla="*/ 2759461 w 3230421"/>
              <a:gd name="csY2" fmla="*/ 1116055 h 1928556"/>
              <a:gd name="csX3" fmla="*/ 2734157 w 3230421"/>
              <a:gd name="csY3" fmla="*/ 1137874 h 1928556"/>
              <a:gd name="csX4" fmla="*/ 2816283 w 3230421"/>
              <a:gd name="csY4" fmla="*/ 1142685 h 1928556"/>
              <a:gd name="csX5" fmla="*/ 3230421 w 3230421"/>
              <a:gd name="csY5" fmla="*/ 1585655 h 1928556"/>
              <a:gd name="csX6" fmla="*/ 2679698 w 3230421"/>
              <a:gd name="csY6" fmla="*/ 1922326 h 1928556"/>
              <a:gd name="csX7" fmla="*/ 2046425 w 3230421"/>
              <a:gd name="csY7" fmla="*/ 1611055 h 1928556"/>
              <a:gd name="csX8" fmla="*/ 1859685 w 3230421"/>
              <a:gd name="csY8" fmla="*/ 1730580 h 1928556"/>
              <a:gd name="csX9" fmla="*/ 1245795 w 3230421"/>
              <a:gd name="csY9" fmla="*/ 1928556 h 1928556"/>
              <a:gd name="csX10" fmla="*/ 187559 w 3230421"/>
              <a:gd name="csY10" fmla="*/ 1654399 h 1928556"/>
              <a:gd name="csX11" fmla="*/ 139438 w 3230421"/>
              <a:gd name="csY11" fmla="*/ 903992 h 1928556"/>
              <a:gd name="csX12" fmla="*/ 1480745 w 3230421"/>
              <a:gd name="csY12" fmla="*/ 78 h 1928556"/>
              <a:gd name="csX0" fmla="*/ 1480745 w 3366119"/>
              <a:gd name="csY0" fmla="*/ 78 h 1928556"/>
              <a:gd name="csX1" fmla="*/ 2872852 w 3366119"/>
              <a:gd name="csY1" fmla="*/ 853192 h 1928556"/>
              <a:gd name="csX2" fmla="*/ 2759461 w 3366119"/>
              <a:gd name="csY2" fmla="*/ 1116055 h 1928556"/>
              <a:gd name="csX3" fmla="*/ 2734157 w 3366119"/>
              <a:gd name="csY3" fmla="*/ 1137874 h 1928556"/>
              <a:gd name="csX4" fmla="*/ 2816283 w 3366119"/>
              <a:gd name="csY4" fmla="*/ 1142685 h 1928556"/>
              <a:gd name="csX5" fmla="*/ 3230421 w 3366119"/>
              <a:gd name="csY5" fmla="*/ 1585655 h 1928556"/>
              <a:gd name="csX6" fmla="*/ 3330809 w 3366119"/>
              <a:gd name="csY6" fmla="*/ 1781399 h 1928556"/>
              <a:gd name="csX7" fmla="*/ 2679698 w 3366119"/>
              <a:gd name="csY7" fmla="*/ 1922326 h 1928556"/>
              <a:gd name="csX8" fmla="*/ 2046425 w 3366119"/>
              <a:gd name="csY8" fmla="*/ 1611055 h 1928556"/>
              <a:gd name="csX9" fmla="*/ 1859685 w 3366119"/>
              <a:gd name="csY9" fmla="*/ 1730580 h 1928556"/>
              <a:gd name="csX10" fmla="*/ 1245795 w 3366119"/>
              <a:gd name="csY10" fmla="*/ 1928556 h 1928556"/>
              <a:gd name="csX11" fmla="*/ 187559 w 3366119"/>
              <a:gd name="csY11" fmla="*/ 1654399 h 1928556"/>
              <a:gd name="csX12" fmla="*/ 139438 w 3366119"/>
              <a:gd name="csY12" fmla="*/ 903992 h 1928556"/>
              <a:gd name="csX13" fmla="*/ 1480745 w 3366119"/>
              <a:gd name="csY13" fmla="*/ 78 h 1928556"/>
              <a:gd name="csX0" fmla="*/ 1480745 w 3366119"/>
              <a:gd name="csY0" fmla="*/ 78 h 1928556"/>
              <a:gd name="csX1" fmla="*/ 2872852 w 3366119"/>
              <a:gd name="csY1" fmla="*/ 853192 h 1928556"/>
              <a:gd name="csX2" fmla="*/ 2759461 w 3366119"/>
              <a:gd name="csY2" fmla="*/ 1116055 h 1928556"/>
              <a:gd name="csX3" fmla="*/ 2734157 w 3366119"/>
              <a:gd name="csY3" fmla="*/ 1137874 h 1928556"/>
              <a:gd name="csX4" fmla="*/ 2816283 w 3366119"/>
              <a:gd name="csY4" fmla="*/ 1142685 h 1928556"/>
              <a:gd name="csX5" fmla="*/ 3230421 w 3366119"/>
              <a:gd name="csY5" fmla="*/ 1585655 h 1928556"/>
              <a:gd name="csX6" fmla="*/ 3330809 w 3366119"/>
              <a:gd name="csY6" fmla="*/ 1781399 h 1928556"/>
              <a:gd name="csX7" fmla="*/ 2311398 w 3366119"/>
              <a:gd name="csY7" fmla="*/ 1890576 h 1928556"/>
              <a:gd name="csX8" fmla="*/ 2046425 w 3366119"/>
              <a:gd name="csY8" fmla="*/ 1611055 h 1928556"/>
              <a:gd name="csX9" fmla="*/ 1859685 w 3366119"/>
              <a:gd name="csY9" fmla="*/ 1730580 h 1928556"/>
              <a:gd name="csX10" fmla="*/ 1245795 w 3366119"/>
              <a:gd name="csY10" fmla="*/ 1928556 h 1928556"/>
              <a:gd name="csX11" fmla="*/ 187559 w 3366119"/>
              <a:gd name="csY11" fmla="*/ 1654399 h 1928556"/>
              <a:gd name="csX12" fmla="*/ 139438 w 3366119"/>
              <a:gd name="csY12" fmla="*/ 903992 h 1928556"/>
              <a:gd name="csX13" fmla="*/ 1480745 w 3366119"/>
              <a:gd name="csY13" fmla="*/ 78 h 1928556"/>
              <a:gd name="csX0" fmla="*/ 1480745 w 3346074"/>
              <a:gd name="csY0" fmla="*/ 78 h 1933099"/>
              <a:gd name="csX1" fmla="*/ 2872852 w 3346074"/>
              <a:gd name="csY1" fmla="*/ 853192 h 1933099"/>
              <a:gd name="csX2" fmla="*/ 2759461 w 3346074"/>
              <a:gd name="csY2" fmla="*/ 1116055 h 1933099"/>
              <a:gd name="csX3" fmla="*/ 2734157 w 3346074"/>
              <a:gd name="csY3" fmla="*/ 1137874 h 1933099"/>
              <a:gd name="csX4" fmla="*/ 2816283 w 3346074"/>
              <a:gd name="csY4" fmla="*/ 1142685 h 1933099"/>
              <a:gd name="csX5" fmla="*/ 3230421 w 3346074"/>
              <a:gd name="csY5" fmla="*/ 1585655 h 1933099"/>
              <a:gd name="csX6" fmla="*/ 3330809 w 3346074"/>
              <a:gd name="csY6" fmla="*/ 1781399 h 1933099"/>
              <a:gd name="csX7" fmla="*/ 3114909 w 3346074"/>
              <a:gd name="csY7" fmla="*/ 1921099 h 1933099"/>
              <a:gd name="csX8" fmla="*/ 2311398 w 3346074"/>
              <a:gd name="csY8" fmla="*/ 1890576 h 1933099"/>
              <a:gd name="csX9" fmla="*/ 2046425 w 3346074"/>
              <a:gd name="csY9" fmla="*/ 1611055 h 1933099"/>
              <a:gd name="csX10" fmla="*/ 1859685 w 3346074"/>
              <a:gd name="csY10" fmla="*/ 1730580 h 1933099"/>
              <a:gd name="csX11" fmla="*/ 1245795 w 3346074"/>
              <a:gd name="csY11" fmla="*/ 1928556 h 1933099"/>
              <a:gd name="csX12" fmla="*/ 187559 w 3346074"/>
              <a:gd name="csY12" fmla="*/ 1654399 h 1933099"/>
              <a:gd name="csX13" fmla="*/ 139438 w 3346074"/>
              <a:gd name="csY13" fmla="*/ 903992 h 1933099"/>
              <a:gd name="csX14" fmla="*/ 1480745 w 3346074"/>
              <a:gd name="csY14" fmla="*/ 78 h 1933099"/>
              <a:gd name="csX0" fmla="*/ 1480745 w 3342488"/>
              <a:gd name="csY0" fmla="*/ 78 h 1933099"/>
              <a:gd name="csX1" fmla="*/ 2872852 w 3342488"/>
              <a:gd name="csY1" fmla="*/ 853192 h 1933099"/>
              <a:gd name="csX2" fmla="*/ 2759461 w 3342488"/>
              <a:gd name="csY2" fmla="*/ 1116055 h 1933099"/>
              <a:gd name="csX3" fmla="*/ 2734157 w 3342488"/>
              <a:gd name="csY3" fmla="*/ 1137874 h 1933099"/>
              <a:gd name="csX4" fmla="*/ 3025833 w 3342488"/>
              <a:gd name="csY4" fmla="*/ 1250635 h 1933099"/>
              <a:gd name="csX5" fmla="*/ 3230421 w 3342488"/>
              <a:gd name="csY5" fmla="*/ 1585655 h 1933099"/>
              <a:gd name="csX6" fmla="*/ 3330809 w 3342488"/>
              <a:gd name="csY6" fmla="*/ 1781399 h 1933099"/>
              <a:gd name="csX7" fmla="*/ 3114909 w 3342488"/>
              <a:gd name="csY7" fmla="*/ 1921099 h 1933099"/>
              <a:gd name="csX8" fmla="*/ 2311398 w 3342488"/>
              <a:gd name="csY8" fmla="*/ 1890576 h 1933099"/>
              <a:gd name="csX9" fmla="*/ 2046425 w 3342488"/>
              <a:gd name="csY9" fmla="*/ 1611055 h 1933099"/>
              <a:gd name="csX10" fmla="*/ 1859685 w 3342488"/>
              <a:gd name="csY10" fmla="*/ 1730580 h 1933099"/>
              <a:gd name="csX11" fmla="*/ 1245795 w 3342488"/>
              <a:gd name="csY11" fmla="*/ 1928556 h 1933099"/>
              <a:gd name="csX12" fmla="*/ 187559 w 3342488"/>
              <a:gd name="csY12" fmla="*/ 1654399 h 1933099"/>
              <a:gd name="csX13" fmla="*/ 139438 w 3342488"/>
              <a:gd name="csY13" fmla="*/ 903992 h 1933099"/>
              <a:gd name="csX14" fmla="*/ 1480745 w 3342488"/>
              <a:gd name="csY14" fmla="*/ 78 h 1933099"/>
              <a:gd name="csX0" fmla="*/ 1480745 w 3342488"/>
              <a:gd name="csY0" fmla="*/ 78 h 1933099"/>
              <a:gd name="csX1" fmla="*/ 2872852 w 3342488"/>
              <a:gd name="csY1" fmla="*/ 853192 h 1933099"/>
              <a:gd name="csX2" fmla="*/ 2759461 w 3342488"/>
              <a:gd name="csY2" fmla="*/ 1116055 h 1933099"/>
              <a:gd name="csX3" fmla="*/ 3077057 w 3342488"/>
              <a:gd name="csY3" fmla="*/ 1055324 h 1933099"/>
              <a:gd name="csX4" fmla="*/ 3025833 w 3342488"/>
              <a:gd name="csY4" fmla="*/ 1250635 h 1933099"/>
              <a:gd name="csX5" fmla="*/ 3230421 w 3342488"/>
              <a:gd name="csY5" fmla="*/ 1585655 h 1933099"/>
              <a:gd name="csX6" fmla="*/ 3330809 w 3342488"/>
              <a:gd name="csY6" fmla="*/ 1781399 h 1933099"/>
              <a:gd name="csX7" fmla="*/ 3114909 w 3342488"/>
              <a:gd name="csY7" fmla="*/ 1921099 h 1933099"/>
              <a:gd name="csX8" fmla="*/ 2311398 w 3342488"/>
              <a:gd name="csY8" fmla="*/ 1890576 h 1933099"/>
              <a:gd name="csX9" fmla="*/ 2046425 w 3342488"/>
              <a:gd name="csY9" fmla="*/ 1611055 h 1933099"/>
              <a:gd name="csX10" fmla="*/ 1859685 w 3342488"/>
              <a:gd name="csY10" fmla="*/ 1730580 h 1933099"/>
              <a:gd name="csX11" fmla="*/ 1245795 w 3342488"/>
              <a:gd name="csY11" fmla="*/ 1928556 h 1933099"/>
              <a:gd name="csX12" fmla="*/ 187559 w 3342488"/>
              <a:gd name="csY12" fmla="*/ 1654399 h 1933099"/>
              <a:gd name="csX13" fmla="*/ 139438 w 3342488"/>
              <a:gd name="csY13" fmla="*/ 903992 h 1933099"/>
              <a:gd name="csX14" fmla="*/ 1480745 w 3342488"/>
              <a:gd name="csY14" fmla="*/ 78 h 1933099"/>
              <a:gd name="csX0" fmla="*/ 1480745 w 3342488"/>
              <a:gd name="csY0" fmla="*/ 12861 h 1945882"/>
              <a:gd name="csX1" fmla="*/ 2809352 w 3342488"/>
              <a:gd name="csY1" fmla="*/ 434175 h 1945882"/>
              <a:gd name="csX2" fmla="*/ 2759461 w 3342488"/>
              <a:gd name="csY2" fmla="*/ 1128838 h 1945882"/>
              <a:gd name="csX3" fmla="*/ 3077057 w 3342488"/>
              <a:gd name="csY3" fmla="*/ 1068107 h 1945882"/>
              <a:gd name="csX4" fmla="*/ 3025833 w 3342488"/>
              <a:gd name="csY4" fmla="*/ 1263418 h 1945882"/>
              <a:gd name="csX5" fmla="*/ 3230421 w 3342488"/>
              <a:gd name="csY5" fmla="*/ 1598438 h 1945882"/>
              <a:gd name="csX6" fmla="*/ 3330809 w 3342488"/>
              <a:gd name="csY6" fmla="*/ 1794182 h 1945882"/>
              <a:gd name="csX7" fmla="*/ 3114909 w 3342488"/>
              <a:gd name="csY7" fmla="*/ 1933882 h 1945882"/>
              <a:gd name="csX8" fmla="*/ 2311398 w 3342488"/>
              <a:gd name="csY8" fmla="*/ 1903359 h 1945882"/>
              <a:gd name="csX9" fmla="*/ 2046425 w 3342488"/>
              <a:gd name="csY9" fmla="*/ 1623838 h 1945882"/>
              <a:gd name="csX10" fmla="*/ 1859685 w 3342488"/>
              <a:gd name="csY10" fmla="*/ 1743363 h 1945882"/>
              <a:gd name="csX11" fmla="*/ 1245795 w 3342488"/>
              <a:gd name="csY11" fmla="*/ 1941339 h 1945882"/>
              <a:gd name="csX12" fmla="*/ 187559 w 3342488"/>
              <a:gd name="csY12" fmla="*/ 1667182 h 1945882"/>
              <a:gd name="csX13" fmla="*/ 139438 w 3342488"/>
              <a:gd name="csY13" fmla="*/ 916775 h 1945882"/>
              <a:gd name="csX14" fmla="*/ 1480745 w 3342488"/>
              <a:gd name="csY14" fmla="*/ 12861 h 1945882"/>
              <a:gd name="csX0" fmla="*/ 1480745 w 3342488"/>
              <a:gd name="csY0" fmla="*/ 11887 h 1944908"/>
              <a:gd name="csX1" fmla="*/ 2809352 w 3342488"/>
              <a:gd name="csY1" fmla="*/ 433201 h 1944908"/>
              <a:gd name="csX2" fmla="*/ 2791211 w 3342488"/>
              <a:gd name="csY2" fmla="*/ 931014 h 1944908"/>
              <a:gd name="csX3" fmla="*/ 3077057 w 3342488"/>
              <a:gd name="csY3" fmla="*/ 1067133 h 1944908"/>
              <a:gd name="csX4" fmla="*/ 3025833 w 3342488"/>
              <a:gd name="csY4" fmla="*/ 1262444 h 1944908"/>
              <a:gd name="csX5" fmla="*/ 3230421 w 3342488"/>
              <a:gd name="csY5" fmla="*/ 1597464 h 1944908"/>
              <a:gd name="csX6" fmla="*/ 3330809 w 3342488"/>
              <a:gd name="csY6" fmla="*/ 1793208 h 1944908"/>
              <a:gd name="csX7" fmla="*/ 3114909 w 3342488"/>
              <a:gd name="csY7" fmla="*/ 1932908 h 1944908"/>
              <a:gd name="csX8" fmla="*/ 2311398 w 3342488"/>
              <a:gd name="csY8" fmla="*/ 1902385 h 1944908"/>
              <a:gd name="csX9" fmla="*/ 2046425 w 3342488"/>
              <a:gd name="csY9" fmla="*/ 1622864 h 1944908"/>
              <a:gd name="csX10" fmla="*/ 1859685 w 3342488"/>
              <a:gd name="csY10" fmla="*/ 1742389 h 1944908"/>
              <a:gd name="csX11" fmla="*/ 1245795 w 3342488"/>
              <a:gd name="csY11" fmla="*/ 1940365 h 1944908"/>
              <a:gd name="csX12" fmla="*/ 187559 w 3342488"/>
              <a:gd name="csY12" fmla="*/ 1666208 h 1944908"/>
              <a:gd name="csX13" fmla="*/ 139438 w 3342488"/>
              <a:gd name="csY13" fmla="*/ 915801 h 1944908"/>
              <a:gd name="csX14" fmla="*/ 1480745 w 3342488"/>
              <a:gd name="csY14" fmla="*/ 11887 h 1944908"/>
              <a:gd name="csX0" fmla="*/ 1480745 w 3342488"/>
              <a:gd name="csY0" fmla="*/ 62459 h 1995480"/>
              <a:gd name="csX1" fmla="*/ 2289409 w 3342488"/>
              <a:gd name="csY1" fmla="*/ 122930 h 1995480"/>
              <a:gd name="csX2" fmla="*/ 2809352 w 3342488"/>
              <a:gd name="csY2" fmla="*/ 483773 h 1995480"/>
              <a:gd name="csX3" fmla="*/ 2791211 w 3342488"/>
              <a:gd name="csY3" fmla="*/ 981586 h 1995480"/>
              <a:gd name="csX4" fmla="*/ 3077057 w 3342488"/>
              <a:gd name="csY4" fmla="*/ 1117705 h 1995480"/>
              <a:gd name="csX5" fmla="*/ 3025833 w 3342488"/>
              <a:gd name="csY5" fmla="*/ 1313016 h 1995480"/>
              <a:gd name="csX6" fmla="*/ 3230421 w 3342488"/>
              <a:gd name="csY6" fmla="*/ 1648036 h 1995480"/>
              <a:gd name="csX7" fmla="*/ 3330809 w 3342488"/>
              <a:gd name="csY7" fmla="*/ 1843780 h 1995480"/>
              <a:gd name="csX8" fmla="*/ 3114909 w 3342488"/>
              <a:gd name="csY8" fmla="*/ 1983480 h 1995480"/>
              <a:gd name="csX9" fmla="*/ 2311398 w 3342488"/>
              <a:gd name="csY9" fmla="*/ 1952957 h 1995480"/>
              <a:gd name="csX10" fmla="*/ 2046425 w 3342488"/>
              <a:gd name="csY10" fmla="*/ 1673436 h 1995480"/>
              <a:gd name="csX11" fmla="*/ 1859685 w 3342488"/>
              <a:gd name="csY11" fmla="*/ 1792961 h 1995480"/>
              <a:gd name="csX12" fmla="*/ 1245795 w 3342488"/>
              <a:gd name="csY12" fmla="*/ 1990937 h 1995480"/>
              <a:gd name="csX13" fmla="*/ 187559 w 3342488"/>
              <a:gd name="csY13" fmla="*/ 1716780 h 1995480"/>
              <a:gd name="csX14" fmla="*/ 139438 w 3342488"/>
              <a:gd name="csY14" fmla="*/ 966373 h 1995480"/>
              <a:gd name="csX15" fmla="*/ 1480745 w 3342488"/>
              <a:gd name="csY15" fmla="*/ 62459 h 1995480"/>
              <a:gd name="csX0" fmla="*/ 1429266 w 3291009"/>
              <a:gd name="csY0" fmla="*/ 10484 h 1943505"/>
              <a:gd name="csX1" fmla="*/ 2237930 w 3291009"/>
              <a:gd name="csY1" fmla="*/ 70955 h 1943505"/>
              <a:gd name="csX2" fmla="*/ 2757873 w 3291009"/>
              <a:gd name="csY2" fmla="*/ 431798 h 1943505"/>
              <a:gd name="csX3" fmla="*/ 2739732 w 3291009"/>
              <a:gd name="csY3" fmla="*/ 929611 h 1943505"/>
              <a:gd name="csX4" fmla="*/ 3025578 w 3291009"/>
              <a:gd name="csY4" fmla="*/ 1065730 h 1943505"/>
              <a:gd name="csX5" fmla="*/ 2974354 w 3291009"/>
              <a:gd name="csY5" fmla="*/ 1261041 h 1943505"/>
              <a:gd name="csX6" fmla="*/ 3178942 w 3291009"/>
              <a:gd name="csY6" fmla="*/ 1596061 h 1943505"/>
              <a:gd name="csX7" fmla="*/ 3279330 w 3291009"/>
              <a:gd name="csY7" fmla="*/ 1791805 h 1943505"/>
              <a:gd name="csX8" fmla="*/ 3063430 w 3291009"/>
              <a:gd name="csY8" fmla="*/ 1931505 h 1943505"/>
              <a:gd name="csX9" fmla="*/ 2259919 w 3291009"/>
              <a:gd name="csY9" fmla="*/ 1900982 h 1943505"/>
              <a:gd name="csX10" fmla="*/ 1994946 w 3291009"/>
              <a:gd name="csY10" fmla="*/ 1621461 h 1943505"/>
              <a:gd name="csX11" fmla="*/ 1808206 w 3291009"/>
              <a:gd name="csY11" fmla="*/ 1740986 h 1943505"/>
              <a:gd name="csX12" fmla="*/ 1194316 w 3291009"/>
              <a:gd name="csY12" fmla="*/ 1938962 h 1943505"/>
              <a:gd name="csX13" fmla="*/ 136080 w 3291009"/>
              <a:gd name="csY13" fmla="*/ 1664805 h 1943505"/>
              <a:gd name="csX14" fmla="*/ 87959 w 3291009"/>
              <a:gd name="csY14" fmla="*/ 914398 h 1943505"/>
              <a:gd name="csX15" fmla="*/ 631380 w 3291009"/>
              <a:gd name="csY15" fmla="*/ 210655 h 1943505"/>
              <a:gd name="csX16" fmla="*/ 1429266 w 3291009"/>
              <a:gd name="csY16" fmla="*/ 10484 h 1943505"/>
              <a:gd name="csX0" fmla="*/ 1438385 w 3300128"/>
              <a:gd name="csY0" fmla="*/ 10484 h 1943505"/>
              <a:gd name="csX1" fmla="*/ 2247049 w 3300128"/>
              <a:gd name="csY1" fmla="*/ 70955 h 1943505"/>
              <a:gd name="csX2" fmla="*/ 2766992 w 3300128"/>
              <a:gd name="csY2" fmla="*/ 431798 h 1943505"/>
              <a:gd name="csX3" fmla="*/ 2748851 w 3300128"/>
              <a:gd name="csY3" fmla="*/ 929611 h 1943505"/>
              <a:gd name="csX4" fmla="*/ 3034697 w 3300128"/>
              <a:gd name="csY4" fmla="*/ 1065730 h 1943505"/>
              <a:gd name="csX5" fmla="*/ 2983473 w 3300128"/>
              <a:gd name="csY5" fmla="*/ 1261041 h 1943505"/>
              <a:gd name="csX6" fmla="*/ 3188061 w 3300128"/>
              <a:gd name="csY6" fmla="*/ 1596061 h 1943505"/>
              <a:gd name="csX7" fmla="*/ 3288449 w 3300128"/>
              <a:gd name="csY7" fmla="*/ 1791805 h 1943505"/>
              <a:gd name="csX8" fmla="*/ 3072549 w 3300128"/>
              <a:gd name="csY8" fmla="*/ 1931505 h 1943505"/>
              <a:gd name="csX9" fmla="*/ 2269038 w 3300128"/>
              <a:gd name="csY9" fmla="*/ 1900982 h 1943505"/>
              <a:gd name="csX10" fmla="*/ 2004065 w 3300128"/>
              <a:gd name="csY10" fmla="*/ 1621461 h 1943505"/>
              <a:gd name="csX11" fmla="*/ 1817325 w 3300128"/>
              <a:gd name="csY11" fmla="*/ 1740986 h 1943505"/>
              <a:gd name="csX12" fmla="*/ 1203435 w 3300128"/>
              <a:gd name="csY12" fmla="*/ 1938962 h 1943505"/>
              <a:gd name="csX13" fmla="*/ 145199 w 3300128"/>
              <a:gd name="csY13" fmla="*/ 1664805 h 1943505"/>
              <a:gd name="csX14" fmla="*/ 78028 w 3300128"/>
              <a:gd name="csY14" fmla="*/ 914398 h 1943505"/>
              <a:gd name="csX15" fmla="*/ 640499 w 3300128"/>
              <a:gd name="csY15" fmla="*/ 210655 h 1943505"/>
              <a:gd name="csX16" fmla="*/ 1438385 w 3300128"/>
              <a:gd name="csY16" fmla="*/ 10484 h 1943505"/>
              <a:gd name="csX0" fmla="*/ 1436025 w 3297768"/>
              <a:gd name="csY0" fmla="*/ 10484 h 1943505"/>
              <a:gd name="csX1" fmla="*/ 2244689 w 3297768"/>
              <a:gd name="csY1" fmla="*/ 70955 h 1943505"/>
              <a:gd name="csX2" fmla="*/ 2764632 w 3297768"/>
              <a:gd name="csY2" fmla="*/ 431798 h 1943505"/>
              <a:gd name="csX3" fmla="*/ 2746491 w 3297768"/>
              <a:gd name="csY3" fmla="*/ 929611 h 1943505"/>
              <a:gd name="csX4" fmla="*/ 3032337 w 3297768"/>
              <a:gd name="csY4" fmla="*/ 1065730 h 1943505"/>
              <a:gd name="csX5" fmla="*/ 2981113 w 3297768"/>
              <a:gd name="csY5" fmla="*/ 1261041 h 1943505"/>
              <a:gd name="csX6" fmla="*/ 3185701 w 3297768"/>
              <a:gd name="csY6" fmla="*/ 1596061 h 1943505"/>
              <a:gd name="csX7" fmla="*/ 3286089 w 3297768"/>
              <a:gd name="csY7" fmla="*/ 1791805 h 1943505"/>
              <a:gd name="csX8" fmla="*/ 3070189 w 3297768"/>
              <a:gd name="csY8" fmla="*/ 1931505 h 1943505"/>
              <a:gd name="csX9" fmla="*/ 2266678 w 3297768"/>
              <a:gd name="csY9" fmla="*/ 1900982 h 1943505"/>
              <a:gd name="csX10" fmla="*/ 2001705 w 3297768"/>
              <a:gd name="csY10" fmla="*/ 1621461 h 1943505"/>
              <a:gd name="csX11" fmla="*/ 1814965 w 3297768"/>
              <a:gd name="csY11" fmla="*/ 1740986 h 1943505"/>
              <a:gd name="csX12" fmla="*/ 1201075 w 3297768"/>
              <a:gd name="csY12" fmla="*/ 1938962 h 1943505"/>
              <a:gd name="csX13" fmla="*/ 142839 w 3297768"/>
              <a:gd name="csY13" fmla="*/ 1664805 h 1943505"/>
              <a:gd name="csX14" fmla="*/ 75668 w 3297768"/>
              <a:gd name="csY14" fmla="*/ 914398 h 1943505"/>
              <a:gd name="csX15" fmla="*/ 638139 w 3297768"/>
              <a:gd name="csY15" fmla="*/ 210655 h 1943505"/>
              <a:gd name="csX16" fmla="*/ 1436025 w 3297768"/>
              <a:gd name="csY16" fmla="*/ 10484 h 1943505"/>
              <a:gd name="csX0" fmla="*/ 1436025 w 3297768"/>
              <a:gd name="csY0" fmla="*/ 10484 h 1943505"/>
              <a:gd name="csX1" fmla="*/ 2244689 w 3297768"/>
              <a:gd name="csY1" fmla="*/ 70955 h 1943505"/>
              <a:gd name="csX2" fmla="*/ 2764632 w 3297768"/>
              <a:gd name="csY2" fmla="*/ 431798 h 1943505"/>
              <a:gd name="csX3" fmla="*/ 2746491 w 3297768"/>
              <a:gd name="csY3" fmla="*/ 929611 h 1943505"/>
              <a:gd name="csX4" fmla="*/ 3032337 w 3297768"/>
              <a:gd name="csY4" fmla="*/ 1065730 h 1943505"/>
              <a:gd name="csX5" fmla="*/ 2981113 w 3297768"/>
              <a:gd name="csY5" fmla="*/ 1261041 h 1943505"/>
              <a:gd name="csX6" fmla="*/ 3185701 w 3297768"/>
              <a:gd name="csY6" fmla="*/ 1596061 h 1943505"/>
              <a:gd name="csX7" fmla="*/ 3286089 w 3297768"/>
              <a:gd name="csY7" fmla="*/ 1791805 h 1943505"/>
              <a:gd name="csX8" fmla="*/ 3070189 w 3297768"/>
              <a:gd name="csY8" fmla="*/ 1931505 h 1943505"/>
              <a:gd name="csX9" fmla="*/ 2266678 w 3297768"/>
              <a:gd name="csY9" fmla="*/ 1900982 h 1943505"/>
              <a:gd name="csX10" fmla="*/ 2001705 w 3297768"/>
              <a:gd name="csY10" fmla="*/ 1621461 h 1943505"/>
              <a:gd name="csX11" fmla="*/ 1814965 w 3297768"/>
              <a:gd name="csY11" fmla="*/ 1740986 h 1943505"/>
              <a:gd name="csX12" fmla="*/ 1201075 w 3297768"/>
              <a:gd name="csY12" fmla="*/ 1938962 h 1943505"/>
              <a:gd name="csX13" fmla="*/ 142839 w 3297768"/>
              <a:gd name="csY13" fmla="*/ 1664805 h 1943505"/>
              <a:gd name="csX14" fmla="*/ 75668 w 3297768"/>
              <a:gd name="csY14" fmla="*/ 914398 h 1943505"/>
              <a:gd name="csX15" fmla="*/ 638139 w 3297768"/>
              <a:gd name="csY15" fmla="*/ 210655 h 1943505"/>
              <a:gd name="csX16" fmla="*/ 1436025 w 3297768"/>
              <a:gd name="csY16" fmla="*/ 10484 h 1943505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7768"/>
              <a:gd name="csY0" fmla="*/ 10484 h 1945723"/>
              <a:gd name="csX1" fmla="*/ 2244689 w 3297768"/>
              <a:gd name="csY1" fmla="*/ 70955 h 1945723"/>
              <a:gd name="csX2" fmla="*/ 2764632 w 3297768"/>
              <a:gd name="csY2" fmla="*/ 431798 h 1945723"/>
              <a:gd name="csX3" fmla="*/ 2746491 w 3297768"/>
              <a:gd name="csY3" fmla="*/ 929611 h 1945723"/>
              <a:gd name="csX4" fmla="*/ 3032337 w 3297768"/>
              <a:gd name="csY4" fmla="*/ 1065730 h 1945723"/>
              <a:gd name="csX5" fmla="*/ 2981113 w 3297768"/>
              <a:gd name="csY5" fmla="*/ 1261041 h 1945723"/>
              <a:gd name="csX6" fmla="*/ 3185701 w 3297768"/>
              <a:gd name="csY6" fmla="*/ 1596061 h 1945723"/>
              <a:gd name="csX7" fmla="*/ 3286089 w 3297768"/>
              <a:gd name="csY7" fmla="*/ 1791805 h 1945723"/>
              <a:gd name="csX8" fmla="*/ 3070189 w 3297768"/>
              <a:gd name="csY8" fmla="*/ 1931505 h 1945723"/>
              <a:gd name="csX9" fmla="*/ 2266678 w 3297768"/>
              <a:gd name="csY9" fmla="*/ 1900982 h 1945723"/>
              <a:gd name="csX10" fmla="*/ 2001705 w 3297768"/>
              <a:gd name="csY10" fmla="*/ 1621461 h 1945723"/>
              <a:gd name="csX11" fmla="*/ 1814965 w 3297768"/>
              <a:gd name="csY11" fmla="*/ 1740986 h 1945723"/>
              <a:gd name="csX12" fmla="*/ 1201075 w 3297768"/>
              <a:gd name="csY12" fmla="*/ 1938962 h 1945723"/>
              <a:gd name="csX13" fmla="*/ 142839 w 3297768"/>
              <a:gd name="csY13" fmla="*/ 1664805 h 1945723"/>
              <a:gd name="csX14" fmla="*/ 75668 w 3297768"/>
              <a:gd name="csY14" fmla="*/ 914398 h 1945723"/>
              <a:gd name="csX15" fmla="*/ 638139 w 3297768"/>
              <a:gd name="csY15" fmla="*/ 210655 h 1945723"/>
              <a:gd name="csX16" fmla="*/ 1436025 w 3297768"/>
              <a:gd name="csY16" fmla="*/ 10484 h 1945723"/>
              <a:gd name="csX0" fmla="*/ 1436025 w 3295143"/>
              <a:gd name="csY0" fmla="*/ 10484 h 1945723"/>
              <a:gd name="csX1" fmla="*/ 2244689 w 3295143"/>
              <a:gd name="csY1" fmla="*/ 70955 h 1945723"/>
              <a:gd name="csX2" fmla="*/ 2764632 w 3295143"/>
              <a:gd name="csY2" fmla="*/ 431798 h 1945723"/>
              <a:gd name="csX3" fmla="*/ 2746491 w 3295143"/>
              <a:gd name="csY3" fmla="*/ 929611 h 1945723"/>
              <a:gd name="csX4" fmla="*/ 3032337 w 3295143"/>
              <a:gd name="csY4" fmla="*/ 1065730 h 1945723"/>
              <a:gd name="csX5" fmla="*/ 2981113 w 3295143"/>
              <a:gd name="csY5" fmla="*/ 1261041 h 1945723"/>
              <a:gd name="csX6" fmla="*/ 3222589 w 3295143"/>
              <a:gd name="csY6" fmla="*/ 1474305 h 1945723"/>
              <a:gd name="csX7" fmla="*/ 3185701 w 3295143"/>
              <a:gd name="csY7" fmla="*/ 1596061 h 1945723"/>
              <a:gd name="csX8" fmla="*/ 3286089 w 3295143"/>
              <a:gd name="csY8" fmla="*/ 1791805 h 1945723"/>
              <a:gd name="csX9" fmla="*/ 3070189 w 3295143"/>
              <a:gd name="csY9" fmla="*/ 1931505 h 1945723"/>
              <a:gd name="csX10" fmla="*/ 2266678 w 3295143"/>
              <a:gd name="csY10" fmla="*/ 1900982 h 1945723"/>
              <a:gd name="csX11" fmla="*/ 2001705 w 3295143"/>
              <a:gd name="csY11" fmla="*/ 1621461 h 1945723"/>
              <a:gd name="csX12" fmla="*/ 1814965 w 3295143"/>
              <a:gd name="csY12" fmla="*/ 1740986 h 1945723"/>
              <a:gd name="csX13" fmla="*/ 1201075 w 3295143"/>
              <a:gd name="csY13" fmla="*/ 1938962 h 1945723"/>
              <a:gd name="csX14" fmla="*/ 142839 w 3295143"/>
              <a:gd name="csY14" fmla="*/ 1664805 h 1945723"/>
              <a:gd name="csX15" fmla="*/ 75668 w 3295143"/>
              <a:gd name="csY15" fmla="*/ 914398 h 1945723"/>
              <a:gd name="csX16" fmla="*/ 638139 w 3295143"/>
              <a:gd name="csY16" fmla="*/ 210655 h 1945723"/>
              <a:gd name="csX17" fmla="*/ 1436025 w 3295143"/>
              <a:gd name="csY17" fmla="*/ 10484 h 1945723"/>
              <a:gd name="csX0" fmla="*/ 1436025 w 3295973"/>
              <a:gd name="csY0" fmla="*/ 10484 h 1945723"/>
              <a:gd name="csX1" fmla="*/ 2244689 w 3295973"/>
              <a:gd name="csY1" fmla="*/ 70955 h 1945723"/>
              <a:gd name="csX2" fmla="*/ 2764632 w 3295973"/>
              <a:gd name="csY2" fmla="*/ 431798 h 1945723"/>
              <a:gd name="csX3" fmla="*/ 2746491 w 3295973"/>
              <a:gd name="csY3" fmla="*/ 929611 h 1945723"/>
              <a:gd name="csX4" fmla="*/ 3032337 w 3295973"/>
              <a:gd name="csY4" fmla="*/ 1065730 h 1945723"/>
              <a:gd name="csX5" fmla="*/ 2981113 w 3295973"/>
              <a:gd name="csY5" fmla="*/ 1261041 h 1945723"/>
              <a:gd name="csX6" fmla="*/ 3133689 w 3295973"/>
              <a:gd name="csY6" fmla="*/ 1467955 h 1945723"/>
              <a:gd name="csX7" fmla="*/ 3185701 w 3295973"/>
              <a:gd name="csY7" fmla="*/ 1596061 h 1945723"/>
              <a:gd name="csX8" fmla="*/ 3286089 w 3295973"/>
              <a:gd name="csY8" fmla="*/ 1791805 h 1945723"/>
              <a:gd name="csX9" fmla="*/ 3070189 w 3295973"/>
              <a:gd name="csY9" fmla="*/ 1931505 h 1945723"/>
              <a:gd name="csX10" fmla="*/ 2266678 w 3295973"/>
              <a:gd name="csY10" fmla="*/ 1900982 h 1945723"/>
              <a:gd name="csX11" fmla="*/ 2001705 w 3295973"/>
              <a:gd name="csY11" fmla="*/ 1621461 h 1945723"/>
              <a:gd name="csX12" fmla="*/ 1814965 w 3295973"/>
              <a:gd name="csY12" fmla="*/ 1740986 h 1945723"/>
              <a:gd name="csX13" fmla="*/ 1201075 w 3295973"/>
              <a:gd name="csY13" fmla="*/ 1938962 h 1945723"/>
              <a:gd name="csX14" fmla="*/ 142839 w 3295973"/>
              <a:gd name="csY14" fmla="*/ 1664805 h 1945723"/>
              <a:gd name="csX15" fmla="*/ 75668 w 3295973"/>
              <a:gd name="csY15" fmla="*/ 914398 h 1945723"/>
              <a:gd name="csX16" fmla="*/ 638139 w 3295973"/>
              <a:gd name="csY16" fmla="*/ 210655 h 1945723"/>
              <a:gd name="csX17" fmla="*/ 1436025 w 3295973"/>
              <a:gd name="csY17" fmla="*/ 10484 h 1945723"/>
              <a:gd name="csX0" fmla="*/ 1436025 w 3359977"/>
              <a:gd name="csY0" fmla="*/ 10484 h 1945723"/>
              <a:gd name="csX1" fmla="*/ 2244689 w 3359977"/>
              <a:gd name="csY1" fmla="*/ 70955 h 1945723"/>
              <a:gd name="csX2" fmla="*/ 2764632 w 3359977"/>
              <a:gd name="csY2" fmla="*/ 431798 h 1945723"/>
              <a:gd name="csX3" fmla="*/ 2746491 w 3359977"/>
              <a:gd name="csY3" fmla="*/ 929611 h 1945723"/>
              <a:gd name="csX4" fmla="*/ 3032337 w 3359977"/>
              <a:gd name="csY4" fmla="*/ 1065730 h 1945723"/>
              <a:gd name="csX5" fmla="*/ 2981113 w 3359977"/>
              <a:gd name="csY5" fmla="*/ 1261041 h 1945723"/>
              <a:gd name="csX6" fmla="*/ 3355939 w 3359977"/>
              <a:gd name="csY6" fmla="*/ 1360005 h 1945723"/>
              <a:gd name="csX7" fmla="*/ 3185701 w 3359977"/>
              <a:gd name="csY7" fmla="*/ 1596061 h 1945723"/>
              <a:gd name="csX8" fmla="*/ 3286089 w 3359977"/>
              <a:gd name="csY8" fmla="*/ 1791805 h 1945723"/>
              <a:gd name="csX9" fmla="*/ 3070189 w 3359977"/>
              <a:gd name="csY9" fmla="*/ 1931505 h 1945723"/>
              <a:gd name="csX10" fmla="*/ 2266678 w 3359977"/>
              <a:gd name="csY10" fmla="*/ 1900982 h 1945723"/>
              <a:gd name="csX11" fmla="*/ 2001705 w 3359977"/>
              <a:gd name="csY11" fmla="*/ 1621461 h 1945723"/>
              <a:gd name="csX12" fmla="*/ 1814965 w 3359977"/>
              <a:gd name="csY12" fmla="*/ 1740986 h 1945723"/>
              <a:gd name="csX13" fmla="*/ 1201075 w 3359977"/>
              <a:gd name="csY13" fmla="*/ 1938962 h 1945723"/>
              <a:gd name="csX14" fmla="*/ 142839 w 3359977"/>
              <a:gd name="csY14" fmla="*/ 1664805 h 1945723"/>
              <a:gd name="csX15" fmla="*/ 75668 w 3359977"/>
              <a:gd name="csY15" fmla="*/ 914398 h 1945723"/>
              <a:gd name="csX16" fmla="*/ 638139 w 3359977"/>
              <a:gd name="csY16" fmla="*/ 210655 h 1945723"/>
              <a:gd name="csX17" fmla="*/ 1436025 w 3359977"/>
              <a:gd name="csY17" fmla="*/ 10484 h 1945723"/>
              <a:gd name="csX0" fmla="*/ 1436025 w 3355939"/>
              <a:gd name="csY0" fmla="*/ 10484 h 1945723"/>
              <a:gd name="csX1" fmla="*/ 2244689 w 3355939"/>
              <a:gd name="csY1" fmla="*/ 70955 h 1945723"/>
              <a:gd name="csX2" fmla="*/ 2764632 w 3355939"/>
              <a:gd name="csY2" fmla="*/ 431798 h 1945723"/>
              <a:gd name="csX3" fmla="*/ 2746491 w 3355939"/>
              <a:gd name="csY3" fmla="*/ 929611 h 1945723"/>
              <a:gd name="csX4" fmla="*/ 3032337 w 3355939"/>
              <a:gd name="csY4" fmla="*/ 1065730 h 1945723"/>
              <a:gd name="csX5" fmla="*/ 2981113 w 3355939"/>
              <a:gd name="csY5" fmla="*/ 1261041 h 1945723"/>
              <a:gd name="csX6" fmla="*/ 3355939 w 3355939"/>
              <a:gd name="csY6" fmla="*/ 1360005 h 1945723"/>
              <a:gd name="csX7" fmla="*/ 3185701 w 3355939"/>
              <a:gd name="csY7" fmla="*/ 1596061 h 1945723"/>
              <a:gd name="csX8" fmla="*/ 3286089 w 3355939"/>
              <a:gd name="csY8" fmla="*/ 1791805 h 1945723"/>
              <a:gd name="csX9" fmla="*/ 3070189 w 3355939"/>
              <a:gd name="csY9" fmla="*/ 1931505 h 1945723"/>
              <a:gd name="csX10" fmla="*/ 2266678 w 3355939"/>
              <a:gd name="csY10" fmla="*/ 1900982 h 1945723"/>
              <a:gd name="csX11" fmla="*/ 2001705 w 3355939"/>
              <a:gd name="csY11" fmla="*/ 1621461 h 1945723"/>
              <a:gd name="csX12" fmla="*/ 1814965 w 3355939"/>
              <a:gd name="csY12" fmla="*/ 1740986 h 1945723"/>
              <a:gd name="csX13" fmla="*/ 1201075 w 3355939"/>
              <a:gd name="csY13" fmla="*/ 1938962 h 1945723"/>
              <a:gd name="csX14" fmla="*/ 142839 w 3355939"/>
              <a:gd name="csY14" fmla="*/ 1664805 h 1945723"/>
              <a:gd name="csX15" fmla="*/ 75668 w 3355939"/>
              <a:gd name="csY15" fmla="*/ 914398 h 1945723"/>
              <a:gd name="csX16" fmla="*/ 638139 w 3355939"/>
              <a:gd name="csY16" fmla="*/ 210655 h 1945723"/>
              <a:gd name="csX17" fmla="*/ 1436025 w 3355939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2981113 w 3294877"/>
              <a:gd name="csY5" fmla="*/ 12610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2981113 w 3294877"/>
              <a:gd name="csY5" fmla="*/ 12610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32337 w 3294877"/>
              <a:gd name="csY4" fmla="*/ 106573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764632 w 3294877"/>
              <a:gd name="csY2" fmla="*/ 431798 h 1945723"/>
              <a:gd name="csX3" fmla="*/ 2746491 w 3294877"/>
              <a:gd name="csY3" fmla="*/ 929611 h 1945723"/>
              <a:gd name="csX4" fmla="*/ 3019637 w 3294877"/>
              <a:gd name="csY4" fmla="*/ 1046680 h 1945723"/>
              <a:gd name="csX5" fmla="*/ 3044613 w 3294877"/>
              <a:gd name="csY5" fmla="*/ 1299141 h 1945723"/>
              <a:gd name="csX6" fmla="*/ 3254339 w 3294877"/>
              <a:gd name="csY6" fmla="*/ 1467955 h 1945723"/>
              <a:gd name="csX7" fmla="*/ 3185701 w 3294877"/>
              <a:gd name="csY7" fmla="*/ 1596061 h 1945723"/>
              <a:gd name="csX8" fmla="*/ 3286089 w 3294877"/>
              <a:gd name="csY8" fmla="*/ 1791805 h 1945723"/>
              <a:gd name="csX9" fmla="*/ 3070189 w 3294877"/>
              <a:gd name="csY9" fmla="*/ 1931505 h 1945723"/>
              <a:gd name="csX10" fmla="*/ 2266678 w 3294877"/>
              <a:gd name="csY10" fmla="*/ 1900982 h 1945723"/>
              <a:gd name="csX11" fmla="*/ 2001705 w 3294877"/>
              <a:gd name="csY11" fmla="*/ 1621461 h 1945723"/>
              <a:gd name="csX12" fmla="*/ 1814965 w 3294877"/>
              <a:gd name="csY12" fmla="*/ 1740986 h 1945723"/>
              <a:gd name="csX13" fmla="*/ 1201075 w 3294877"/>
              <a:gd name="csY13" fmla="*/ 1938962 h 1945723"/>
              <a:gd name="csX14" fmla="*/ 142839 w 3294877"/>
              <a:gd name="csY14" fmla="*/ 1664805 h 1945723"/>
              <a:gd name="csX15" fmla="*/ 75668 w 3294877"/>
              <a:gd name="csY15" fmla="*/ 914398 h 1945723"/>
              <a:gd name="csX16" fmla="*/ 638139 w 3294877"/>
              <a:gd name="csY16" fmla="*/ 210655 h 1945723"/>
              <a:gd name="csX17" fmla="*/ 1436025 w 3294877"/>
              <a:gd name="csY17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562190 w 3294877"/>
              <a:gd name="csY2" fmla="*/ 363055 h 1945723"/>
              <a:gd name="csX3" fmla="*/ 2764632 w 3294877"/>
              <a:gd name="csY3" fmla="*/ 431798 h 1945723"/>
              <a:gd name="csX4" fmla="*/ 2746491 w 3294877"/>
              <a:gd name="csY4" fmla="*/ 929611 h 1945723"/>
              <a:gd name="csX5" fmla="*/ 3019637 w 3294877"/>
              <a:gd name="csY5" fmla="*/ 1046680 h 1945723"/>
              <a:gd name="csX6" fmla="*/ 3044613 w 3294877"/>
              <a:gd name="csY6" fmla="*/ 1299141 h 1945723"/>
              <a:gd name="csX7" fmla="*/ 3254339 w 3294877"/>
              <a:gd name="csY7" fmla="*/ 1467955 h 1945723"/>
              <a:gd name="csX8" fmla="*/ 3185701 w 3294877"/>
              <a:gd name="csY8" fmla="*/ 1596061 h 1945723"/>
              <a:gd name="csX9" fmla="*/ 3286089 w 3294877"/>
              <a:gd name="csY9" fmla="*/ 1791805 h 1945723"/>
              <a:gd name="csX10" fmla="*/ 3070189 w 3294877"/>
              <a:gd name="csY10" fmla="*/ 1931505 h 1945723"/>
              <a:gd name="csX11" fmla="*/ 2266678 w 3294877"/>
              <a:gd name="csY11" fmla="*/ 1900982 h 1945723"/>
              <a:gd name="csX12" fmla="*/ 2001705 w 3294877"/>
              <a:gd name="csY12" fmla="*/ 1621461 h 1945723"/>
              <a:gd name="csX13" fmla="*/ 1814965 w 3294877"/>
              <a:gd name="csY13" fmla="*/ 1740986 h 1945723"/>
              <a:gd name="csX14" fmla="*/ 1201075 w 3294877"/>
              <a:gd name="csY14" fmla="*/ 1938962 h 1945723"/>
              <a:gd name="csX15" fmla="*/ 142839 w 3294877"/>
              <a:gd name="csY15" fmla="*/ 1664805 h 1945723"/>
              <a:gd name="csX16" fmla="*/ 75668 w 3294877"/>
              <a:gd name="csY16" fmla="*/ 914398 h 1945723"/>
              <a:gd name="csX17" fmla="*/ 638139 w 3294877"/>
              <a:gd name="csY17" fmla="*/ 210655 h 1945723"/>
              <a:gd name="csX18" fmla="*/ 1436025 w 3294877"/>
              <a:gd name="csY18" fmla="*/ 10484 h 1945723"/>
              <a:gd name="csX0" fmla="*/ 1436025 w 3294877"/>
              <a:gd name="csY0" fmla="*/ 10484 h 1945723"/>
              <a:gd name="csX1" fmla="*/ 2244689 w 3294877"/>
              <a:gd name="csY1" fmla="*/ 70955 h 1945723"/>
              <a:gd name="csX2" fmla="*/ 2562190 w 3294877"/>
              <a:gd name="csY2" fmla="*/ 363055 h 1945723"/>
              <a:gd name="csX3" fmla="*/ 2764632 w 3294877"/>
              <a:gd name="csY3" fmla="*/ 431798 h 1945723"/>
              <a:gd name="csX4" fmla="*/ 2746491 w 3294877"/>
              <a:gd name="csY4" fmla="*/ 929611 h 1945723"/>
              <a:gd name="csX5" fmla="*/ 3019637 w 3294877"/>
              <a:gd name="csY5" fmla="*/ 1046680 h 1945723"/>
              <a:gd name="csX6" fmla="*/ 3044613 w 3294877"/>
              <a:gd name="csY6" fmla="*/ 1299141 h 1945723"/>
              <a:gd name="csX7" fmla="*/ 3254339 w 3294877"/>
              <a:gd name="csY7" fmla="*/ 1467955 h 1945723"/>
              <a:gd name="csX8" fmla="*/ 3185701 w 3294877"/>
              <a:gd name="csY8" fmla="*/ 1596061 h 1945723"/>
              <a:gd name="csX9" fmla="*/ 3286089 w 3294877"/>
              <a:gd name="csY9" fmla="*/ 1791805 h 1945723"/>
              <a:gd name="csX10" fmla="*/ 3070189 w 3294877"/>
              <a:gd name="csY10" fmla="*/ 1931505 h 1945723"/>
              <a:gd name="csX11" fmla="*/ 2266678 w 3294877"/>
              <a:gd name="csY11" fmla="*/ 1900982 h 1945723"/>
              <a:gd name="csX12" fmla="*/ 2001705 w 3294877"/>
              <a:gd name="csY12" fmla="*/ 1621461 h 1945723"/>
              <a:gd name="csX13" fmla="*/ 1814965 w 3294877"/>
              <a:gd name="csY13" fmla="*/ 1740986 h 1945723"/>
              <a:gd name="csX14" fmla="*/ 1201075 w 3294877"/>
              <a:gd name="csY14" fmla="*/ 1938962 h 1945723"/>
              <a:gd name="csX15" fmla="*/ 142839 w 3294877"/>
              <a:gd name="csY15" fmla="*/ 1664805 h 1945723"/>
              <a:gd name="csX16" fmla="*/ 75668 w 3294877"/>
              <a:gd name="csY16" fmla="*/ 914398 h 1945723"/>
              <a:gd name="csX17" fmla="*/ 638139 w 3294877"/>
              <a:gd name="csY17" fmla="*/ 210655 h 1945723"/>
              <a:gd name="csX18" fmla="*/ 1436025 w 3294877"/>
              <a:gd name="csY18" fmla="*/ 10484 h 1945723"/>
              <a:gd name="csX0" fmla="*/ 1388917 w 3247769"/>
              <a:gd name="csY0" fmla="*/ 10484 h 1945723"/>
              <a:gd name="csX1" fmla="*/ 2197581 w 3247769"/>
              <a:gd name="csY1" fmla="*/ 70955 h 1945723"/>
              <a:gd name="csX2" fmla="*/ 2515082 w 3247769"/>
              <a:gd name="csY2" fmla="*/ 363055 h 1945723"/>
              <a:gd name="csX3" fmla="*/ 2717524 w 3247769"/>
              <a:gd name="csY3" fmla="*/ 431798 h 1945723"/>
              <a:gd name="csX4" fmla="*/ 2699383 w 3247769"/>
              <a:gd name="csY4" fmla="*/ 929611 h 1945723"/>
              <a:gd name="csX5" fmla="*/ 2972529 w 3247769"/>
              <a:gd name="csY5" fmla="*/ 1046680 h 1945723"/>
              <a:gd name="csX6" fmla="*/ 2997505 w 3247769"/>
              <a:gd name="csY6" fmla="*/ 1299141 h 1945723"/>
              <a:gd name="csX7" fmla="*/ 3207231 w 3247769"/>
              <a:gd name="csY7" fmla="*/ 1467955 h 1945723"/>
              <a:gd name="csX8" fmla="*/ 3138593 w 3247769"/>
              <a:gd name="csY8" fmla="*/ 1596061 h 1945723"/>
              <a:gd name="csX9" fmla="*/ 3238981 w 3247769"/>
              <a:gd name="csY9" fmla="*/ 1791805 h 1945723"/>
              <a:gd name="csX10" fmla="*/ 3023081 w 3247769"/>
              <a:gd name="csY10" fmla="*/ 1931505 h 1945723"/>
              <a:gd name="csX11" fmla="*/ 2219570 w 3247769"/>
              <a:gd name="csY11" fmla="*/ 1900982 h 1945723"/>
              <a:gd name="csX12" fmla="*/ 1954597 w 3247769"/>
              <a:gd name="csY12" fmla="*/ 1621461 h 1945723"/>
              <a:gd name="csX13" fmla="*/ 1767857 w 3247769"/>
              <a:gd name="csY13" fmla="*/ 1740986 h 1945723"/>
              <a:gd name="csX14" fmla="*/ 1153967 w 3247769"/>
              <a:gd name="csY14" fmla="*/ 1938962 h 1945723"/>
              <a:gd name="csX15" fmla="*/ 95731 w 3247769"/>
              <a:gd name="csY15" fmla="*/ 1664805 h 1945723"/>
              <a:gd name="csX16" fmla="*/ 155087 w 3247769"/>
              <a:gd name="csY16" fmla="*/ 897634 h 1945723"/>
              <a:gd name="csX17" fmla="*/ 591031 w 3247769"/>
              <a:gd name="csY17" fmla="*/ 210655 h 1945723"/>
              <a:gd name="csX18" fmla="*/ 1388917 w 3247769"/>
              <a:gd name="csY18" fmla="*/ 10484 h 1945723"/>
              <a:gd name="csX0" fmla="*/ 1350145 w 3208997"/>
              <a:gd name="csY0" fmla="*/ 10484 h 1946834"/>
              <a:gd name="csX1" fmla="*/ 2158809 w 3208997"/>
              <a:gd name="csY1" fmla="*/ 70955 h 1946834"/>
              <a:gd name="csX2" fmla="*/ 2476310 w 3208997"/>
              <a:gd name="csY2" fmla="*/ 363055 h 1946834"/>
              <a:gd name="csX3" fmla="*/ 2678752 w 3208997"/>
              <a:gd name="csY3" fmla="*/ 431798 h 1946834"/>
              <a:gd name="csX4" fmla="*/ 2660611 w 3208997"/>
              <a:gd name="csY4" fmla="*/ 929611 h 1946834"/>
              <a:gd name="csX5" fmla="*/ 2933757 w 3208997"/>
              <a:gd name="csY5" fmla="*/ 1046680 h 1946834"/>
              <a:gd name="csX6" fmla="*/ 2958733 w 3208997"/>
              <a:gd name="csY6" fmla="*/ 1299141 h 1946834"/>
              <a:gd name="csX7" fmla="*/ 3168459 w 3208997"/>
              <a:gd name="csY7" fmla="*/ 1467955 h 1946834"/>
              <a:gd name="csX8" fmla="*/ 3099821 w 3208997"/>
              <a:gd name="csY8" fmla="*/ 1596061 h 1946834"/>
              <a:gd name="csX9" fmla="*/ 3200209 w 3208997"/>
              <a:gd name="csY9" fmla="*/ 1791805 h 1946834"/>
              <a:gd name="csX10" fmla="*/ 2984309 w 3208997"/>
              <a:gd name="csY10" fmla="*/ 1931505 h 1946834"/>
              <a:gd name="csX11" fmla="*/ 2180798 w 3208997"/>
              <a:gd name="csY11" fmla="*/ 1900982 h 1946834"/>
              <a:gd name="csX12" fmla="*/ 1915825 w 3208997"/>
              <a:gd name="csY12" fmla="*/ 1621461 h 1946834"/>
              <a:gd name="csX13" fmla="*/ 1729085 w 3208997"/>
              <a:gd name="csY13" fmla="*/ 1740986 h 1946834"/>
              <a:gd name="csX14" fmla="*/ 1115195 w 3208997"/>
              <a:gd name="csY14" fmla="*/ 1938962 h 1946834"/>
              <a:gd name="csX15" fmla="*/ 108962 w 3208997"/>
              <a:gd name="csY15" fmla="*/ 1691696 h 1946834"/>
              <a:gd name="csX16" fmla="*/ 116315 w 3208997"/>
              <a:gd name="csY16" fmla="*/ 897634 h 1946834"/>
              <a:gd name="csX17" fmla="*/ 552259 w 3208997"/>
              <a:gd name="csY17" fmla="*/ 210655 h 1946834"/>
              <a:gd name="csX18" fmla="*/ 1350145 w 3208997"/>
              <a:gd name="csY18" fmla="*/ 10484 h 1946834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915825 w 3208997"/>
              <a:gd name="csY12" fmla="*/ 1621461 h 1991373"/>
              <a:gd name="csX13" fmla="*/ 1729085 w 3208997"/>
              <a:gd name="csY13" fmla="*/ 1740986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915825 w 3208997"/>
              <a:gd name="csY12" fmla="*/ 1621461 h 1991373"/>
              <a:gd name="csX13" fmla="*/ 1651224 w 3208997"/>
              <a:gd name="csY13" fmla="*/ 1576663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843078 w 3208997"/>
              <a:gd name="csY12" fmla="*/ 1534219 h 1991373"/>
              <a:gd name="csX13" fmla="*/ 1651224 w 3208997"/>
              <a:gd name="csY13" fmla="*/ 1576663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180798 w 3208997"/>
              <a:gd name="csY11" fmla="*/ 1900982 h 1991373"/>
              <a:gd name="csX12" fmla="*/ 1843078 w 3208997"/>
              <a:gd name="csY12" fmla="*/ 1534219 h 1991373"/>
              <a:gd name="csX13" fmla="*/ 1398203 w 3208997"/>
              <a:gd name="csY13" fmla="*/ 1721090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055692 w 3208997"/>
              <a:gd name="csY11" fmla="*/ 1813029 h 1991373"/>
              <a:gd name="csX12" fmla="*/ 1843078 w 3208997"/>
              <a:gd name="csY12" fmla="*/ 1534219 h 1991373"/>
              <a:gd name="csX13" fmla="*/ 1398203 w 3208997"/>
              <a:gd name="csY13" fmla="*/ 1721090 h 1991373"/>
              <a:gd name="csX14" fmla="*/ 780334 w 3208997"/>
              <a:gd name="csY14" fmla="*/ 1985243 h 1991373"/>
              <a:gd name="csX15" fmla="*/ 108962 w 3208997"/>
              <a:gd name="csY15" fmla="*/ 1691696 h 1991373"/>
              <a:gd name="csX16" fmla="*/ 116315 w 3208997"/>
              <a:gd name="csY16" fmla="*/ 897634 h 1991373"/>
              <a:gd name="csX17" fmla="*/ 552259 w 3208997"/>
              <a:gd name="csY17" fmla="*/ 210655 h 1991373"/>
              <a:gd name="csX18" fmla="*/ 1350145 w 3208997"/>
              <a:gd name="csY18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84309 w 3208997"/>
              <a:gd name="csY10" fmla="*/ 1931505 h 1991373"/>
              <a:gd name="csX11" fmla="*/ 2314864 w 3208997"/>
              <a:gd name="csY11" fmla="*/ 1972590 h 1991373"/>
              <a:gd name="csX12" fmla="*/ 2055692 w 3208997"/>
              <a:gd name="csY12" fmla="*/ 1813029 h 1991373"/>
              <a:gd name="csX13" fmla="*/ 1843078 w 3208997"/>
              <a:gd name="csY13" fmla="*/ 1534219 h 1991373"/>
              <a:gd name="csX14" fmla="*/ 1398203 w 3208997"/>
              <a:gd name="csY14" fmla="*/ 1721090 h 1991373"/>
              <a:gd name="csX15" fmla="*/ 780334 w 3208997"/>
              <a:gd name="csY15" fmla="*/ 1985243 h 1991373"/>
              <a:gd name="csX16" fmla="*/ 108962 w 3208997"/>
              <a:gd name="csY16" fmla="*/ 1691696 h 1991373"/>
              <a:gd name="csX17" fmla="*/ 116315 w 3208997"/>
              <a:gd name="csY17" fmla="*/ 897634 h 1991373"/>
              <a:gd name="csX18" fmla="*/ 552259 w 3208997"/>
              <a:gd name="csY18" fmla="*/ 210655 h 1991373"/>
              <a:gd name="csX19" fmla="*/ 1350145 w 3208997"/>
              <a:gd name="csY19" fmla="*/ 10484 h 1991373"/>
              <a:gd name="csX0" fmla="*/ 1350145 w 3208997"/>
              <a:gd name="csY0" fmla="*/ 10484 h 1991373"/>
              <a:gd name="csX1" fmla="*/ 2158809 w 3208997"/>
              <a:gd name="csY1" fmla="*/ 70955 h 1991373"/>
              <a:gd name="csX2" fmla="*/ 2476310 w 3208997"/>
              <a:gd name="csY2" fmla="*/ 363055 h 1991373"/>
              <a:gd name="csX3" fmla="*/ 2678752 w 3208997"/>
              <a:gd name="csY3" fmla="*/ 431798 h 1991373"/>
              <a:gd name="csX4" fmla="*/ 2660611 w 3208997"/>
              <a:gd name="csY4" fmla="*/ 929611 h 1991373"/>
              <a:gd name="csX5" fmla="*/ 2933757 w 3208997"/>
              <a:gd name="csY5" fmla="*/ 1046680 h 1991373"/>
              <a:gd name="csX6" fmla="*/ 2958733 w 3208997"/>
              <a:gd name="csY6" fmla="*/ 1299141 h 1991373"/>
              <a:gd name="csX7" fmla="*/ 3168459 w 3208997"/>
              <a:gd name="csY7" fmla="*/ 1467955 h 1991373"/>
              <a:gd name="csX8" fmla="*/ 3099821 w 3208997"/>
              <a:gd name="csY8" fmla="*/ 1596061 h 1991373"/>
              <a:gd name="csX9" fmla="*/ 3200209 w 3208997"/>
              <a:gd name="csY9" fmla="*/ 1791805 h 1991373"/>
              <a:gd name="csX10" fmla="*/ 2964311 w 3208997"/>
              <a:gd name="csY10" fmla="*/ 1929693 h 1991373"/>
              <a:gd name="csX11" fmla="*/ 2314864 w 3208997"/>
              <a:gd name="csY11" fmla="*/ 1972590 h 1991373"/>
              <a:gd name="csX12" fmla="*/ 2055692 w 3208997"/>
              <a:gd name="csY12" fmla="*/ 1813029 h 1991373"/>
              <a:gd name="csX13" fmla="*/ 1843078 w 3208997"/>
              <a:gd name="csY13" fmla="*/ 1534219 h 1991373"/>
              <a:gd name="csX14" fmla="*/ 1398203 w 3208997"/>
              <a:gd name="csY14" fmla="*/ 1721090 h 1991373"/>
              <a:gd name="csX15" fmla="*/ 780334 w 3208997"/>
              <a:gd name="csY15" fmla="*/ 1985243 h 1991373"/>
              <a:gd name="csX16" fmla="*/ 108962 w 3208997"/>
              <a:gd name="csY16" fmla="*/ 1691696 h 1991373"/>
              <a:gd name="csX17" fmla="*/ 116315 w 3208997"/>
              <a:gd name="csY17" fmla="*/ 897634 h 1991373"/>
              <a:gd name="csX18" fmla="*/ 552259 w 3208997"/>
              <a:gd name="csY18" fmla="*/ 210655 h 1991373"/>
              <a:gd name="csX19" fmla="*/ 1350145 w 3208997"/>
              <a:gd name="csY19" fmla="*/ 10484 h 1991373"/>
              <a:gd name="csX0" fmla="*/ 1350145 w 3168459"/>
              <a:gd name="csY0" fmla="*/ 10484 h 1991373"/>
              <a:gd name="csX1" fmla="*/ 2158809 w 3168459"/>
              <a:gd name="csY1" fmla="*/ 70955 h 1991373"/>
              <a:gd name="csX2" fmla="*/ 2476310 w 3168459"/>
              <a:gd name="csY2" fmla="*/ 363055 h 1991373"/>
              <a:gd name="csX3" fmla="*/ 2678752 w 3168459"/>
              <a:gd name="csY3" fmla="*/ 431798 h 1991373"/>
              <a:gd name="csX4" fmla="*/ 2660611 w 3168459"/>
              <a:gd name="csY4" fmla="*/ 929611 h 1991373"/>
              <a:gd name="csX5" fmla="*/ 2933757 w 3168459"/>
              <a:gd name="csY5" fmla="*/ 1046680 h 1991373"/>
              <a:gd name="csX6" fmla="*/ 2958733 w 3168459"/>
              <a:gd name="csY6" fmla="*/ 1299141 h 1991373"/>
              <a:gd name="csX7" fmla="*/ 3168459 w 3168459"/>
              <a:gd name="csY7" fmla="*/ 1467955 h 1991373"/>
              <a:gd name="csX8" fmla="*/ 3099821 w 3168459"/>
              <a:gd name="csY8" fmla="*/ 1596061 h 1991373"/>
              <a:gd name="csX9" fmla="*/ 3110765 w 3168459"/>
              <a:gd name="csY9" fmla="*/ 1799832 h 1991373"/>
              <a:gd name="csX10" fmla="*/ 2964311 w 3168459"/>
              <a:gd name="csY10" fmla="*/ 1929693 h 1991373"/>
              <a:gd name="csX11" fmla="*/ 2314864 w 3168459"/>
              <a:gd name="csY11" fmla="*/ 1972590 h 1991373"/>
              <a:gd name="csX12" fmla="*/ 2055692 w 3168459"/>
              <a:gd name="csY12" fmla="*/ 1813029 h 1991373"/>
              <a:gd name="csX13" fmla="*/ 1843078 w 3168459"/>
              <a:gd name="csY13" fmla="*/ 1534219 h 1991373"/>
              <a:gd name="csX14" fmla="*/ 1398203 w 3168459"/>
              <a:gd name="csY14" fmla="*/ 1721090 h 1991373"/>
              <a:gd name="csX15" fmla="*/ 780334 w 3168459"/>
              <a:gd name="csY15" fmla="*/ 1985243 h 1991373"/>
              <a:gd name="csX16" fmla="*/ 108962 w 3168459"/>
              <a:gd name="csY16" fmla="*/ 1691696 h 1991373"/>
              <a:gd name="csX17" fmla="*/ 116315 w 3168459"/>
              <a:gd name="csY17" fmla="*/ 897634 h 1991373"/>
              <a:gd name="csX18" fmla="*/ 552259 w 3168459"/>
              <a:gd name="csY18" fmla="*/ 210655 h 1991373"/>
              <a:gd name="csX19" fmla="*/ 1350145 w 3168459"/>
              <a:gd name="csY19" fmla="*/ 10484 h 1991373"/>
              <a:gd name="csX0" fmla="*/ 1350145 w 3168459"/>
              <a:gd name="csY0" fmla="*/ 10484 h 1991373"/>
              <a:gd name="csX1" fmla="*/ 2158809 w 3168459"/>
              <a:gd name="csY1" fmla="*/ 70955 h 1991373"/>
              <a:gd name="csX2" fmla="*/ 2476310 w 3168459"/>
              <a:gd name="csY2" fmla="*/ 363055 h 1991373"/>
              <a:gd name="csX3" fmla="*/ 2678752 w 3168459"/>
              <a:gd name="csY3" fmla="*/ 431798 h 1991373"/>
              <a:gd name="csX4" fmla="*/ 2660611 w 3168459"/>
              <a:gd name="csY4" fmla="*/ 929611 h 1991373"/>
              <a:gd name="csX5" fmla="*/ 2933757 w 3168459"/>
              <a:gd name="csY5" fmla="*/ 1046680 h 1991373"/>
              <a:gd name="csX6" fmla="*/ 2958733 w 3168459"/>
              <a:gd name="csY6" fmla="*/ 1299141 h 1991373"/>
              <a:gd name="csX7" fmla="*/ 3168459 w 3168459"/>
              <a:gd name="csY7" fmla="*/ 1467955 h 1991373"/>
              <a:gd name="csX8" fmla="*/ 2935074 w 3168459"/>
              <a:gd name="csY8" fmla="*/ 1478306 h 1991373"/>
              <a:gd name="csX9" fmla="*/ 3110765 w 3168459"/>
              <a:gd name="csY9" fmla="*/ 1799832 h 1991373"/>
              <a:gd name="csX10" fmla="*/ 2964311 w 3168459"/>
              <a:gd name="csY10" fmla="*/ 1929693 h 1991373"/>
              <a:gd name="csX11" fmla="*/ 2314864 w 3168459"/>
              <a:gd name="csY11" fmla="*/ 1972590 h 1991373"/>
              <a:gd name="csX12" fmla="*/ 2055692 w 3168459"/>
              <a:gd name="csY12" fmla="*/ 1813029 h 1991373"/>
              <a:gd name="csX13" fmla="*/ 1843078 w 3168459"/>
              <a:gd name="csY13" fmla="*/ 1534219 h 1991373"/>
              <a:gd name="csX14" fmla="*/ 1398203 w 3168459"/>
              <a:gd name="csY14" fmla="*/ 1721090 h 1991373"/>
              <a:gd name="csX15" fmla="*/ 780334 w 3168459"/>
              <a:gd name="csY15" fmla="*/ 1985243 h 1991373"/>
              <a:gd name="csX16" fmla="*/ 108962 w 3168459"/>
              <a:gd name="csY16" fmla="*/ 1691696 h 1991373"/>
              <a:gd name="csX17" fmla="*/ 116315 w 3168459"/>
              <a:gd name="csY17" fmla="*/ 897634 h 1991373"/>
              <a:gd name="csX18" fmla="*/ 552259 w 3168459"/>
              <a:gd name="csY18" fmla="*/ 210655 h 1991373"/>
              <a:gd name="csX19" fmla="*/ 1350145 w 3168459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60611 w 3118346"/>
              <a:gd name="csY4" fmla="*/ 929611 h 1991373"/>
              <a:gd name="csX5" fmla="*/ 2933757 w 3118346"/>
              <a:gd name="csY5" fmla="*/ 1046680 h 1991373"/>
              <a:gd name="csX6" fmla="*/ 2958733 w 3118346"/>
              <a:gd name="csY6" fmla="*/ 129914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60611 w 3118346"/>
              <a:gd name="csY4" fmla="*/ 929611 h 1991373"/>
              <a:gd name="csX5" fmla="*/ 2933757 w 3118346"/>
              <a:gd name="csY5" fmla="*/ 1046680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60611 w 3118346"/>
              <a:gd name="csY4" fmla="*/ 929611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78752 w 3118346"/>
              <a:gd name="csY3" fmla="*/ 431798 h 1991373"/>
              <a:gd name="csX4" fmla="*/ 2634043 w 3118346"/>
              <a:gd name="csY4" fmla="*/ 844537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476310 w 3118346"/>
              <a:gd name="csY2" fmla="*/ 363055 h 1991373"/>
              <a:gd name="csX3" fmla="*/ 2657366 w 3118346"/>
              <a:gd name="csY3" fmla="*/ 645601 h 1991373"/>
              <a:gd name="csX4" fmla="*/ 2634043 w 3118346"/>
              <a:gd name="csY4" fmla="*/ 844537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10484 h 1991373"/>
              <a:gd name="csX1" fmla="*/ 2158809 w 3118346"/>
              <a:gd name="csY1" fmla="*/ 70955 h 1991373"/>
              <a:gd name="csX2" fmla="*/ 2503235 w 3118346"/>
              <a:gd name="csY2" fmla="*/ 421949 h 1991373"/>
              <a:gd name="csX3" fmla="*/ 2657366 w 3118346"/>
              <a:gd name="csY3" fmla="*/ 645601 h 1991373"/>
              <a:gd name="csX4" fmla="*/ 2634043 w 3118346"/>
              <a:gd name="csY4" fmla="*/ 844537 h 1991373"/>
              <a:gd name="csX5" fmla="*/ 2792311 w 3118346"/>
              <a:gd name="csY5" fmla="*/ 1027816 h 1991373"/>
              <a:gd name="csX6" fmla="*/ 2734346 w 3118346"/>
              <a:gd name="csY6" fmla="*/ 1149771 h 1991373"/>
              <a:gd name="csX7" fmla="*/ 2777547 w 3118346"/>
              <a:gd name="csY7" fmla="*/ 1331725 h 1991373"/>
              <a:gd name="csX8" fmla="*/ 2935074 w 3118346"/>
              <a:gd name="csY8" fmla="*/ 1478306 h 1991373"/>
              <a:gd name="csX9" fmla="*/ 3110765 w 3118346"/>
              <a:gd name="csY9" fmla="*/ 1799832 h 1991373"/>
              <a:gd name="csX10" fmla="*/ 2964311 w 3118346"/>
              <a:gd name="csY10" fmla="*/ 1929693 h 1991373"/>
              <a:gd name="csX11" fmla="*/ 2314864 w 3118346"/>
              <a:gd name="csY11" fmla="*/ 1972590 h 1991373"/>
              <a:gd name="csX12" fmla="*/ 2055692 w 3118346"/>
              <a:gd name="csY12" fmla="*/ 1813029 h 1991373"/>
              <a:gd name="csX13" fmla="*/ 1843078 w 3118346"/>
              <a:gd name="csY13" fmla="*/ 1534219 h 1991373"/>
              <a:gd name="csX14" fmla="*/ 1398203 w 3118346"/>
              <a:gd name="csY14" fmla="*/ 1721090 h 1991373"/>
              <a:gd name="csX15" fmla="*/ 780334 w 3118346"/>
              <a:gd name="csY15" fmla="*/ 1985243 h 1991373"/>
              <a:gd name="csX16" fmla="*/ 108962 w 3118346"/>
              <a:gd name="csY16" fmla="*/ 1691696 h 1991373"/>
              <a:gd name="csX17" fmla="*/ 116315 w 3118346"/>
              <a:gd name="csY17" fmla="*/ 897634 h 1991373"/>
              <a:gd name="csX18" fmla="*/ 552259 w 3118346"/>
              <a:gd name="csY18" fmla="*/ 210655 h 1991373"/>
              <a:gd name="csX19" fmla="*/ 1350145 w 3118346"/>
              <a:gd name="csY19" fmla="*/ 10484 h 1991373"/>
              <a:gd name="csX0" fmla="*/ 1350145 w 3118346"/>
              <a:gd name="csY0" fmla="*/ 49 h 1980938"/>
              <a:gd name="csX1" fmla="*/ 2266117 w 3118346"/>
              <a:gd name="csY1" fmla="*/ 211381 h 1980938"/>
              <a:gd name="csX2" fmla="*/ 2503235 w 3118346"/>
              <a:gd name="csY2" fmla="*/ 411514 h 1980938"/>
              <a:gd name="csX3" fmla="*/ 2657366 w 3118346"/>
              <a:gd name="csY3" fmla="*/ 635166 h 1980938"/>
              <a:gd name="csX4" fmla="*/ 2634043 w 3118346"/>
              <a:gd name="csY4" fmla="*/ 834102 h 1980938"/>
              <a:gd name="csX5" fmla="*/ 2792311 w 3118346"/>
              <a:gd name="csY5" fmla="*/ 1017381 h 1980938"/>
              <a:gd name="csX6" fmla="*/ 2734346 w 3118346"/>
              <a:gd name="csY6" fmla="*/ 1139336 h 1980938"/>
              <a:gd name="csX7" fmla="*/ 2777547 w 3118346"/>
              <a:gd name="csY7" fmla="*/ 1321290 h 1980938"/>
              <a:gd name="csX8" fmla="*/ 2935074 w 3118346"/>
              <a:gd name="csY8" fmla="*/ 1467871 h 1980938"/>
              <a:gd name="csX9" fmla="*/ 3110765 w 3118346"/>
              <a:gd name="csY9" fmla="*/ 1789397 h 1980938"/>
              <a:gd name="csX10" fmla="*/ 2964311 w 3118346"/>
              <a:gd name="csY10" fmla="*/ 1919258 h 1980938"/>
              <a:gd name="csX11" fmla="*/ 2314864 w 3118346"/>
              <a:gd name="csY11" fmla="*/ 1962155 h 1980938"/>
              <a:gd name="csX12" fmla="*/ 2055692 w 3118346"/>
              <a:gd name="csY12" fmla="*/ 1802594 h 1980938"/>
              <a:gd name="csX13" fmla="*/ 1843078 w 3118346"/>
              <a:gd name="csY13" fmla="*/ 1523784 h 1980938"/>
              <a:gd name="csX14" fmla="*/ 1398203 w 3118346"/>
              <a:gd name="csY14" fmla="*/ 1710655 h 1980938"/>
              <a:gd name="csX15" fmla="*/ 780334 w 3118346"/>
              <a:gd name="csY15" fmla="*/ 1974808 h 1980938"/>
              <a:gd name="csX16" fmla="*/ 108962 w 3118346"/>
              <a:gd name="csY16" fmla="*/ 1681261 h 1980938"/>
              <a:gd name="csX17" fmla="*/ 116315 w 3118346"/>
              <a:gd name="csY17" fmla="*/ 887199 h 1980938"/>
              <a:gd name="csX18" fmla="*/ 552259 w 3118346"/>
              <a:gd name="csY18" fmla="*/ 200220 h 1980938"/>
              <a:gd name="csX19" fmla="*/ 1350145 w 3118346"/>
              <a:gd name="csY19" fmla="*/ 49 h 1980938"/>
              <a:gd name="csX0" fmla="*/ 1350145 w 3118346"/>
              <a:gd name="csY0" fmla="*/ 45474 h 2026363"/>
              <a:gd name="csX1" fmla="*/ 1793574 w 3118346"/>
              <a:gd name="csY1" fmla="*/ 16666 h 2026363"/>
              <a:gd name="csX2" fmla="*/ 2266117 w 3118346"/>
              <a:gd name="csY2" fmla="*/ 256806 h 2026363"/>
              <a:gd name="csX3" fmla="*/ 2503235 w 3118346"/>
              <a:gd name="csY3" fmla="*/ 456939 h 2026363"/>
              <a:gd name="csX4" fmla="*/ 2657366 w 3118346"/>
              <a:gd name="csY4" fmla="*/ 680591 h 2026363"/>
              <a:gd name="csX5" fmla="*/ 2634043 w 3118346"/>
              <a:gd name="csY5" fmla="*/ 879527 h 2026363"/>
              <a:gd name="csX6" fmla="*/ 2792311 w 3118346"/>
              <a:gd name="csY6" fmla="*/ 1062806 h 2026363"/>
              <a:gd name="csX7" fmla="*/ 2734346 w 3118346"/>
              <a:gd name="csY7" fmla="*/ 1184761 h 2026363"/>
              <a:gd name="csX8" fmla="*/ 2777547 w 3118346"/>
              <a:gd name="csY8" fmla="*/ 1366715 h 2026363"/>
              <a:gd name="csX9" fmla="*/ 2935074 w 3118346"/>
              <a:gd name="csY9" fmla="*/ 1513296 h 2026363"/>
              <a:gd name="csX10" fmla="*/ 3110765 w 3118346"/>
              <a:gd name="csY10" fmla="*/ 1834822 h 2026363"/>
              <a:gd name="csX11" fmla="*/ 2964311 w 3118346"/>
              <a:gd name="csY11" fmla="*/ 1964683 h 2026363"/>
              <a:gd name="csX12" fmla="*/ 2314864 w 3118346"/>
              <a:gd name="csY12" fmla="*/ 2007580 h 2026363"/>
              <a:gd name="csX13" fmla="*/ 2055692 w 3118346"/>
              <a:gd name="csY13" fmla="*/ 1848019 h 2026363"/>
              <a:gd name="csX14" fmla="*/ 1843078 w 3118346"/>
              <a:gd name="csY14" fmla="*/ 1569209 h 2026363"/>
              <a:gd name="csX15" fmla="*/ 1398203 w 3118346"/>
              <a:gd name="csY15" fmla="*/ 1756080 h 2026363"/>
              <a:gd name="csX16" fmla="*/ 780334 w 3118346"/>
              <a:gd name="csY16" fmla="*/ 2020233 h 2026363"/>
              <a:gd name="csX17" fmla="*/ 108962 w 3118346"/>
              <a:gd name="csY17" fmla="*/ 1726686 h 2026363"/>
              <a:gd name="csX18" fmla="*/ 116315 w 3118346"/>
              <a:gd name="csY18" fmla="*/ 932624 h 2026363"/>
              <a:gd name="csX19" fmla="*/ 552259 w 3118346"/>
              <a:gd name="csY19" fmla="*/ 245645 h 2026363"/>
              <a:gd name="csX20" fmla="*/ 1350145 w 3118346"/>
              <a:gd name="csY20" fmla="*/ 45474 h 2026363"/>
              <a:gd name="csX0" fmla="*/ 1351134 w 3119335"/>
              <a:gd name="csY0" fmla="*/ 45772 h 2026661"/>
              <a:gd name="csX1" fmla="*/ 1794563 w 3119335"/>
              <a:gd name="csY1" fmla="*/ 16964 h 2026661"/>
              <a:gd name="csX2" fmla="*/ 2267106 w 3119335"/>
              <a:gd name="csY2" fmla="*/ 257104 h 2026661"/>
              <a:gd name="csX3" fmla="*/ 2504224 w 3119335"/>
              <a:gd name="csY3" fmla="*/ 457237 h 2026661"/>
              <a:gd name="csX4" fmla="*/ 2658355 w 3119335"/>
              <a:gd name="csY4" fmla="*/ 680889 h 2026661"/>
              <a:gd name="csX5" fmla="*/ 2635032 w 3119335"/>
              <a:gd name="csY5" fmla="*/ 879825 h 2026661"/>
              <a:gd name="csX6" fmla="*/ 2793300 w 3119335"/>
              <a:gd name="csY6" fmla="*/ 1063104 h 2026661"/>
              <a:gd name="csX7" fmla="*/ 2735335 w 3119335"/>
              <a:gd name="csY7" fmla="*/ 1185059 h 2026661"/>
              <a:gd name="csX8" fmla="*/ 2778536 w 3119335"/>
              <a:gd name="csY8" fmla="*/ 1367013 h 2026661"/>
              <a:gd name="csX9" fmla="*/ 2936063 w 3119335"/>
              <a:gd name="csY9" fmla="*/ 1513594 h 2026661"/>
              <a:gd name="csX10" fmla="*/ 3111754 w 3119335"/>
              <a:gd name="csY10" fmla="*/ 1835120 h 2026661"/>
              <a:gd name="csX11" fmla="*/ 2965300 w 3119335"/>
              <a:gd name="csY11" fmla="*/ 1964981 h 2026661"/>
              <a:gd name="csX12" fmla="*/ 2315853 w 3119335"/>
              <a:gd name="csY12" fmla="*/ 2007878 h 2026661"/>
              <a:gd name="csX13" fmla="*/ 2056681 w 3119335"/>
              <a:gd name="csY13" fmla="*/ 1848317 h 2026661"/>
              <a:gd name="csX14" fmla="*/ 1844067 w 3119335"/>
              <a:gd name="csY14" fmla="*/ 1569507 h 2026661"/>
              <a:gd name="csX15" fmla="*/ 1399192 w 3119335"/>
              <a:gd name="csY15" fmla="*/ 1756378 h 2026661"/>
              <a:gd name="csX16" fmla="*/ 781323 w 3119335"/>
              <a:gd name="csY16" fmla="*/ 2020531 h 2026661"/>
              <a:gd name="csX17" fmla="*/ 109951 w 3119335"/>
              <a:gd name="csY17" fmla="*/ 1726984 h 2026661"/>
              <a:gd name="csX18" fmla="*/ 117304 w 3119335"/>
              <a:gd name="csY18" fmla="*/ 932922 h 2026661"/>
              <a:gd name="csX19" fmla="*/ 574703 w 3119335"/>
              <a:gd name="csY19" fmla="*/ 253936 h 2026661"/>
              <a:gd name="csX20" fmla="*/ 1351134 w 3119335"/>
              <a:gd name="csY20" fmla="*/ 45772 h 2026661"/>
              <a:gd name="csX0" fmla="*/ 1351134 w 3119335"/>
              <a:gd name="csY0" fmla="*/ 45772 h 2026661"/>
              <a:gd name="csX1" fmla="*/ 1794563 w 3119335"/>
              <a:gd name="csY1" fmla="*/ 16964 h 2026661"/>
              <a:gd name="csX2" fmla="*/ 2267106 w 3119335"/>
              <a:gd name="csY2" fmla="*/ 257104 h 2026661"/>
              <a:gd name="csX3" fmla="*/ 2504224 w 3119335"/>
              <a:gd name="csY3" fmla="*/ 457237 h 2026661"/>
              <a:gd name="csX4" fmla="*/ 2658355 w 3119335"/>
              <a:gd name="csY4" fmla="*/ 680889 h 2026661"/>
              <a:gd name="csX5" fmla="*/ 2635032 w 3119335"/>
              <a:gd name="csY5" fmla="*/ 879825 h 2026661"/>
              <a:gd name="csX6" fmla="*/ 2793300 w 3119335"/>
              <a:gd name="csY6" fmla="*/ 1063104 h 2026661"/>
              <a:gd name="csX7" fmla="*/ 2735335 w 3119335"/>
              <a:gd name="csY7" fmla="*/ 1185059 h 2026661"/>
              <a:gd name="csX8" fmla="*/ 2778536 w 3119335"/>
              <a:gd name="csY8" fmla="*/ 1367013 h 2026661"/>
              <a:gd name="csX9" fmla="*/ 2936063 w 3119335"/>
              <a:gd name="csY9" fmla="*/ 1513594 h 2026661"/>
              <a:gd name="csX10" fmla="*/ 3111754 w 3119335"/>
              <a:gd name="csY10" fmla="*/ 1835120 h 2026661"/>
              <a:gd name="csX11" fmla="*/ 2965300 w 3119335"/>
              <a:gd name="csY11" fmla="*/ 1964981 h 2026661"/>
              <a:gd name="csX12" fmla="*/ 2315853 w 3119335"/>
              <a:gd name="csY12" fmla="*/ 2007878 h 2026661"/>
              <a:gd name="csX13" fmla="*/ 2056681 w 3119335"/>
              <a:gd name="csY13" fmla="*/ 1848317 h 2026661"/>
              <a:gd name="csX14" fmla="*/ 1844067 w 3119335"/>
              <a:gd name="csY14" fmla="*/ 1569507 h 2026661"/>
              <a:gd name="csX15" fmla="*/ 1399192 w 3119335"/>
              <a:gd name="csY15" fmla="*/ 1756378 h 2026661"/>
              <a:gd name="csX16" fmla="*/ 781323 w 3119335"/>
              <a:gd name="csY16" fmla="*/ 2020531 h 2026661"/>
              <a:gd name="csX17" fmla="*/ 109951 w 3119335"/>
              <a:gd name="csY17" fmla="*/ 1726984 h 2026661"/>
              <a:gd name="csX18" fmla="*/ 117304 w 3119335"/>
              <a:gd name="csY18" fmla="*/ 932922 h 2026661"/>
              <a:gd name="csX19" fmla="*/ 574703 w 3119335"/>
              <a:gd name="csY19" fmla="*/ 253936 h 2026661"/>
              <a:gd name="csX20" fmla="*/ 1351134 w 3119335"/>
              <a:gd name="csY20" fmla="*/ 45772 h 2026661"/>
              <a:gd name="csX0" fmla="*/ 1302851 w 3071052"/>
              <a:gd name="csY0" fmla="*/ 45772 h 2026661"/>
              <a:gd name="csX1" fmla="*/ 1746280 w 3071052"/>
              <a:gd name="csY1" fmla="*/ 16964 h 2026661"/>
              <a:gd name="csX2" fmla="*/ 2218823 w 3071052"/>
              <a:gd name="csY2" fmla="*/ 257104 h 2026661"/>
              <a:gd name="csX3" fmla="*/ 2455941 w 3071052"/>
              <a:gd name="csY3" fmla="*/ 457237 h 2026661"/>
              <a:gd name="csX4" fmla="*/ 2610072 w 3071052"/>
              <a:gd name="csY4" fmla="*/ 680889 h 2026661"/>
              <a:gd name="csX5" fmla="*/ 2586749 w 3071052"/>
              <a:gd name="csY5" fmla="*/ 879825 h 2026661"/>
              <a:gd name="csX6" fmla="*/ 2745017 w 3071052"/>
              <a:gd name="csY6" fmla="*/ 1063104 h 2026661"/>
              <a:gd name="csX7" fmla="*/ 2687052 w 3071052"/>
              <a:gd name="csY7" fmla="*/ 1185059 h 2026661"/>
              <a:gd name="csX8" fmla="*/ 2730253 w 3071052"/>
              <a:gd name="csY8" fmla="*/ 1367013 h 2026661"/>
              <a:gd name="csX9" fmla="*/ 2887780 w 3071052"/>
              <a:gd name="csY9" fmla="*/ 1513594 h 2026661"/>
              <a:gd name="csX10" fmla="*/ 3063471 w 3071052"/>
              <a:gd name="csY10" fmla="*/ 1835120 h 2026661"/>
              <a:gd name="csX11" fmla="*/ 2917017 w 3071052"/>
              <a:gd name="csY11" fmla="*/ 1964981 h 2026661"/>
              <a:gd name="csX12" fmla="*/ 2267570 w 3071052"/>
              <a:gd name="csY12" fmla="*/ 2007878 h 2026661"/>
              <a:gd name="csX13" fmla="*/ 2008398 w 3071052"/>
              <a:gd name="csY13" fmla="*/ 1848317 h 2026661"/>
              <a:gd name="csX14" fmla="*/ 1795784 w 3071052"/>
              <a:gd name="csY14" fmla="*/ 1569507 h 2026661"/>
              <a:gd name="csX15" fmla="*/ 1350909 w 3071052"/>
              <a:gd name="csY15" fmla="*/ 1756378 h 2026661"/>
              <a:gd name="csX16" fmla="*/ 733040 w 3071052"/>
              <a:gd name="csY16" fmla="*/ 2020531 h 2026661"/>
              <a:gd name="csX17" fmla="*/ 61668 w 3071052"/>
              <a:gd name="csY17" fmla="*/ 1726984 h 2026661"/>
              <a:gd name="csX18" fmla="*/ 69021 w 3071052"/>
              <a:gd name="csY18" fmla="*/ 932922 h 2026661"/>
              <a:gd name="csX19" fmla="*/ 526420 w 3071052"/>
              <a:gd name="csY19" fmla="*/ 253936 h 2026661"/>
              <a:gd name="csX20" fmla="*/ 1302851 w 3071052"/>
              <a:gd name="csY20" fmla="*/ 45772 h 2026661"/>
              <a:gd name="csX0" fmla="*/ 1302851 w 3071052"/>
              <a:gd name="csY0" fmla="*/ 45772 h 2025059"/>
              <a:gd name="csX1" fmla="*/ 1746280 w 3071052"/>
              <a:gd name="csY1" fmla="*/ 16964 h 2025059"/>
              <a:gd name="csX2" fmla="*/ 2218823 w 3071052"/>
              <a:gd name="csY2" fmla="*/ 257104 h 2025059"/>
              <a:gd name="csX3" fmla="*/ 2455941 w 3071052"/>
              <a:gd name="csY3" fmla="*/ 457237 h 2025059"/>
              <a:gd name="csX4" fmla="*/ 2610072 w 3071052"/>
              <a:gd name="csY4" fmla="*/ 680889 h 2025059"/>
              <a:gd name="csX5" fmla="*/ 2586749 w 3071052"/>
              <a:gd name="csY5" fmla="*/ 879825 h 2025059"/>
              <a:gd name="csX6" fmla="*/ 2745017 w 3071052"/>
              <a:gd name="csY6" fmla="*/ 1063104 h 2025059"/>
              <a:gd name="csX7" fmla="*/ 2687052 w 3071052"/>
              <a:gd name="csY7" fmla="*/ 1185059 h 2025059"/>
              <a:gd name="csX8" fmla="*/ 2730253 w 3071052"/>
              <a:gd name="csY8" fmla="*/ 1367013 h 2025059"/>
              <a:gd name="csX9" fmla="*/ 2887780 w 3071052"/>
              <a:gd name="csY9" fmla="*/ 1513594 h 2025059"/>
              <a:gd name="csX10" fmla="*/ 3063471 w 3071052"/>
              <a:gd name="csY10" fmla="*/ 1835120 h 2025059"/>
              <a:gd name="csX11" fmla="*/ 2917017 w 3071052"/>
              <a:gd name="csY11" fmla="*/ 1964981 h 2025059"/>
              <a:gd name="csX12" fmla="*/ 2267570 w 3071052"/>
              <a:gd name="csY12" fmla="*/ 2007878 h 2025059"/>
              <a:gd name="csX13" fmla="*/ 2008398 w 3071052"/>
              <a:gd name="csY13" fmla="*/ 1848317 h 2025059"/>
              <a:gd name="csX14" fmla="*/ 1795784 w 3071052"/>
              <a:gd name="csY14" fmla="*/ 1569507 h 2025059"/>
              <a:gd name="csX15" fmla="*/ 1350909 w 3071052"/>
              <a:gd name="csY15" fmla="*/ 1756378 h 2025059"/>
              <a:gd name="csX16" fmla="*/ 733040 w 3071052"/>
              <a:gd name="csY16" fmla="*/ 2020531 h 2025059"/>
              <a:gd name="csX17" fmla="*/ 61668 w 3071052"/>
              <a:gd name="csY17" fmla="*/ 1726984 h 2025059"/>
              <a:gd name="csX18" fmla="*/ 69021 w 3071052"/>
              <a:gd name="csY18" fmla="*/ 932922 h 2025059"/>
              <a:gd name="csX19" fmla="*/ 526420 w 3071052"/>
              <a:gd name="csY19" fmla="*/ 253936 h 2025059"/>
              <a:gd name="csX20" fmla="*/ 1302851 w 3071052"/>
              <a:gd name="csY20" fmla="*/ 45772 h 2025059"/>
              <a:gd name="csX0" fmla="*/ 1302851 w 3071052"/>
              <a:gd name="csY0" fmla="*/ 45772 h 2023029"/>
              <a:gd name="csX1" fmla="*/ 1746280 w 3071052"/>
              <a:gd name="csY1" fmla="*/ 16964 h 2023029"/>
              <a:gd name="csX2" fmla="*/ 2218823 w 3071052"/>
              <a:gd name="csY2" fmla="*/ 257104 h 2023029"/>
              <a:gd name="csX3" fmla="*/ 2455941 w 3071052"/>
              <a:gd name="csY3" fmla="*/ 457237 h 2023029"/>
              <a:gd name="csX4" fmla="*/ 2610072 w 3071052"/>
              <a:gd name="csY4" fmla="*/ 680889 h 2023029"/>
              <a:gd name="csX5" fmla="*/ 2586749 w 3071052"/>
              <a:gd name="csY5" fmla="*/ 879825 h 2023029"/>
              <a:gd name="csX6" fmla="*/ 2745017 w 3071052"/>
              <a:gd name="csY6" fmla="*/ 1063104 h 2023029"/>
              <a:gd name="csX7" fmla="*/ 2687052 w 3071052"/>
              <a:gd name="csY7" fmla="*/ 1185059 h 2023029"/>
              <a:gd name="csX8" fmla="*/ 2730253 w 3071052"/>
              <a:gd name="csY8" fmla="*/ 1367013 h 2023029"/>
              <a:gd name="csX9" fmla="*/ 2887780 w 3071052"/>
              <a:gd name="csY9" fmla="*/ 1513594 h 2023029"/>
              <a:gd name="csX10" fmla="*/ 3063471 w 3071052"/>
              <a:gd name="csY10" fmla="*/ 1835120 h 2023029"/>
              <a:gd name="csX11" fmla="*/ 2917017 w 3071052"/>
              <a:gd name="csY11" fmla="*/ 1964981 h 2023029"/>
              <a:gd name="csX12" fmla="*/ 2267570 w 3071052"/>
              <a:gd name="csY12" fmla="*/ 2007878 h 2023029"/>
              <a:gd name="csX13" fmla="*/ 2008398 w 3071052"/>
              <a:gd name="csY13" fmla="*/ 1848317 h 2023029"/>
              <a:gd name="csX14" fmla="*/ 1795784 w 3071052"/>
              <a:gd name="csY14" fmla="*/ 1569507 h 2023029"/>
              <a:gd name="csX15" fmla="*/ 1350909 w 3071052"/>
              <a:gd name="csY15" fmla="*/ 1756378 h 2023029"/>
              <a:gd name="csX16" fmla="*/ 733040 w 3071052"/>
              <a:gd name="csY16" fmla="*/ 2020531 h 2023029"/>
              <a:gd name="csX17" fmla="*/ 280981 w 3071052"/>
              <a:gd name="csY17" fmla="*/ 1813782 h 2023029"/>
              <a:gd name="csX18" fmla="*/ 61668 w 3071052"/>
              <a:gd name="csY18" fmla="*/ 1726984 h 2023029"/>
              <a:gd name="csX19" fmla="*/ 69021 w 3071052"/>
              <a:gd name="csY19" fmla="*/ 932922 h 2023029"/>
              <a:gd name="csX20" fmla="*/ 526420 w 3071052"/>
              <a:gd name="csY20" fmla="*/ 253936 h 2023029"/>
              <a:gd name="csX21" fmla="*/ 1302851 w 3071052"/>
              <a:gd name="csY21" fmla="*/ 45772 h 2023029"/>
              <a:gd name="csX0" fmla="*/ 1302851 w 3071052"/>
              <a:gd name="csY0" fmla="*/ 45772 h 2023029"/>
              <a:gd name="csX1" fmla="*/ 1746280 w 3071052"/>
              <a:gd name="csY1" fmla="*/ 16964 h 2023029"/>
              <a:gd name="csX2" fmla="*/ 2218823 w 3071052"/>
              <a:gd name="csY2" fmla="*/ 257104 h 2023029"/>
              <a:gd name="csX3" fmla="*/ 2455941 w 3071052"/>
              <a:gd name="csY3" fmla="*/ 457237 h 2023029"/>
              <a:gd name="csX4" fmla="*/ 2610072 w 3071052"/>
              <a:gd name="csY4" fmla="*/ 680889 h 2023029"/>
              <a:gd name="csX5" fmla="*/ 2586749 w 3071052"/>
              <a:gd name="csY5" fmla="*/ 879825 h 2023029"/>
              <a:gd name="csX6" fmla="*/ 2745017 w 3071052"/>
              <a:gd name="csY6" fmla="*/ 1063104 h 2023029"/>
              <a:gd name="csX7" fmla="*/ 2687052 w 3071052"/>
              <a:gd name="csY7" fmla="*/ 1185059 h 2023029"/>
              <a:gd name="csX8" fmla="*/ 2730253 w 3071052"/>
              <a:gd name="csY8" fmla="*/ 1367013 h 2023029"/>
              <a:gd name="csX9" fmla="*/ 2887780 w 3071052"/>
              <a:gd name="csY9" fmla="*/ 1513594 h 2023029"/>
              <a:gd name="csX10" fmla="*/ 3063471 w 3071052"/>
              <a:gd name="csY10" fmla="*/ 1835120 h 2023029"/>
              <a:gd name="csX11" fmla="*/ 2917017 w 3071052"/>
              <a:gd name="csY11" fmla="*/ 1964981 h 2023029"/>
              <a:gd name="csX12" fmla="*/ 2267570 w 3071052"/>
              <a:gd name="csY12" fmla="*/ 2007878 h 2023029"/>
              <a:gd name="csX13" fmla="*/ 2008398 w 3071052"/>
              <a:gd name="csY13" fmla="*/ 1848317 h 2023029"/>
              <a:gd name="csX14" fmla="*/ 1795784 w 3071052"/>
              <a:gd name="csY14" fmla="*/ 1569507 h 2023029"/>
              <a:gd name="csX15" fmla="*/ 1350909 w 3071052"/>
              <a:gd name="csY15" fmla="*/ 1756378 h 2023029"/>
              <a:gd name="csX16" fmla="*/ 733040 w 3071052"/>
              <a:gd name="csY16" fmla="*/ 2020531 h 2023029"/>
              <a:gd name="csX17" fmla="*/ 280981 w 3071052"/>
              <a:gd name="csY17" fmla="*/ 1813782 h 2023029"/>
              <a:gd name="csX18" fmla="*/ 61668 w 3071052"/>
              <a:gd name="csY18" fmla="*/ 1726984 h 2023029"/>
              <a:gd name="csX19" fmla="*/ 69021 w 3071052"/>
              <a:gd name="csY19" fmla="*/ 932922 h 2023029"/>
              <a:gd name="csX20" fmla="*/ 526420 w 3071052"/>
              <a:gd name="csY20" fmla="*/ 253936 h 2023029"/>
              <a:gd name="csX21" fmla="*/ 1302851 w 3071052"/>
              <a:gd name="csY21" fmla="*/ 45772 h 2023029"/>
              <a:gd name="csX0" fmla="*/ 1302851 w 3071052"/>
              <a:gd name="csY0" fmla="*/ 45772 h 2023029"/>
              <a:gd name="csX1" fmla="*/ 1746280 w 3071052"/>
              <a:gd name="csY1" fmla="*/ 16964 h 2023029"/>
              <a:gd name="csX2" fmla="*/ 2218823 w 3071052"/>
              <a:gd name="csY2" fmla="*/ 257104 h 2023029"/>
              <a:gd name="csX3" fmla="*/ 2455941 w 3071052"/>
              <a:gd name="csY3" fmla="*/ 457237 h 2023029"/>
              <a:gd name="csX4" fmla="*/ 2610072 w 3071052"/>
              <a:gd name="csY4" fmla="*/ 680889 h 2023029"/>
              <a:gd name="csX5" fmla="*/ 2586749 w 3071052"/>
              <a:gd name="csY5" fmla="*/ 879825 h 2023029"/>
              <a:gd name="csX6" fmla="*/ 2745017 w 3071052"/>
              <a:gd name="csY6" fmla="*/ 1063104 h 2023029"/>
              <a:gd name="csX7" fmla="*/ 2687052 w 3071052"/>
              <a:gd name="csY7" fmla="*/ 1185059 h 2023029"/>
              <a:gd name="csX8" fmla="*/ 2730253 w 3071052"/>
              <a:gd name="csY8" fmla="*/ 1367013 h 2023029"/>
              <a:gd name="csX9" fmla="*/ 2887780 w 3071052"/>
              <a:gd name="csY9" fmla="*/ 1513594 h 2023029"/>
              <a:gd name="csX10" fmla="*/ 3063471 w 3071052"/>
              <a:gd name="csY10" fmla="*/ 1835120 h 2023029"/>
              <a:gd name="csX11" fmla="*/ 2917017 w 3071052"/>
              <a:gd name="csY11" fmla="*/ 1964981 h 2023029"/>
              <a:gd name="csX12" fmla="*/ 2267570 w 3071052"/>
              <a:gd name="csY12" fmla="*/ 2007878 h 2023029"/>
              <a:gd name="csX13" fmla="*/ 2008398 w 3071052"/>
              <a:gd name="csY13" fmla="*/ 1848317 h 2023029"/>
              <a:gd name="csX14" fmla="*/ 1795784 w 3071052"/>
              <a:gd name="csY14" fmla="*/ 1569507 h 2023029"/>
              <a:gd name="csX15" fmla="*/ 1350909 w 3071052"/>
              <a:gd name="csY15" fmla="*/ 1756378 h 2023029"/>
              <a:gd name="csX16" fmla="*/ 733040 w 3071052"/>
              <a:gd name="csY16" fmla="*/ 2020531 h 2023029"/>
              <a:gd name="csX17" fmla="*/ 280981 w 3071052"/>
              <a:gd name="csY17" fmla="*/ 1813782 h 2023029"/>
              <a:gd name="csX18" fmla="*/ 61668 w 3071052"/>
              <a:gd name="csY18" fmla="*/ 1726984 h 2023029"/>
              <a:gd name="csX19" fmla="*/ 69021 w 3071052"/>
              <a:gd name="csY19" fmla="*/ 932922 h 2023029"/>
              <a:gd name="csX20" fmla="*/ 526420 w 3071052"/>
              <a:gd name="csY20" fmla="*/ 253936 h 2023029"/>
              <a:gd name="csX21" fmla="*/ 1302851 w 3071052"/>
              <a:gd name="csY21" fmla="*/ 45772 h 2023029"/>
              <a:gd name="csX0" fmla="*/ 1302851 w 3071052"/>
              <a:gd name="csY0" fmla="*/ 45772 h 2023775"/>
              <a:gd name="csX1" fmla="*/ 1746280 w 3071052"/>
              <a:gd name="csY1" fmla="*/ 16964 h 2023775"/>
              <a:gd name="csX2" fmla="*/ 2218823 w 3071052"/>
              <a:gd name="csY2" fmla="*/ 257104 h 2023775"/>
              <a:gd name="csX3" fmla="*/ 2455941 w 3071052"/>
              <a:gd name="csY3" fmla="*/ 457237 h 2023775"/>
              <a:gd name="csX4" fmla="*/ 2610072 w 3071052"/>
              <a:gd name="csY4" fmla="*/ 680889 h 2023775"/>
              <a:gd name="csX5" fmla="*/ 2586749 w 3071052"/>
              <a:gd name="csY5" fmla="*/ 879825 h 2023775"/>
              <a:gd name="csX6" fmla="*/ 2745017 w 3071052"/>
              <a:gd name="csY6" fmla="*/ 1063104 h 2023775"/>
              <a:gd name="csX7" fmla="*/ 2687052 w 3071052"/>
              <a:gd name="csY7" fmla="*/ 1185059 h 2023775"/>
              <a:gd name="csX8" fmla="*/ 2730253 w 3071052"/>
              <a:gd name="csY8" fmla="*/ 1367013 h 2023775"/>
              <a:gd name="csX9" fmla="*/ 2887780 w 3071052"/>
              <a:gd name="csY9" fmla="*/ 1513594 h 2023775"/>
              <a:gd name="csX10" fmla="*/ 3063471 w 3071052"/>
              <a:gd name="csY10" fmla="*/ 1835120 h 2023775"/>
              <a:gd name="csX11" fmla="*/ 2917017 w 3071052"/>
              <a:gd name="csY11" fmla="*/ 1964981 h 2023775"/>
              <a:gd name="csX12" fmla="*/ 2267570 w 3071052"/>
              <a:gd name="csY12" fmla="*/ 2007878 h 2023775"/>
              <a:gd name="csX13" fmla="*/ 2008398 w 3071052"/>
              <a:gd name="csY13" fmla="*/ 1848317 h 2023775"/>
              <a:gd name="csX14" fmla="*/ 1795784 w 3071052"/>
              <a:gd name="csY14" fmla="*/ 1569507 h 2023775"/>
              <a:gd name="csX15" fmla="*/ 1350909 w 3071052"/>
              <a:gd name="csY15" fmla="*/ 1756378 h 2023775"/>
              <a:gd name="csX16" fmla="*/ 733040 w 3071052"/>
              <a:gd name="csY16" fmla="*/ 2020531 h 2023775"/>
              <a:gd name="csX17" fmla="*/ 280981 w 3071052"/>
              <a:gd name="csY17" fmla="*/ 1813782 h 2023775"/>
              <a:gd name="csX18" fmla="*/ 61668 w 3071052"/>
              <a:gd name="csY18" fmla="*/ 1726984 h 2023775"/>
              <a:gd name="csX19" fmla="*/ 69021 w 3071052"/>
              <a:gd name="csY19" fmla="*/ 932922 h 2023775"/>
              <a:gd name="csX20" fmla="*/ 526420 w 3071052"/>
              <a:gd name="csY20" fmla="*/ 253936 h 2023775"/>
              <a:gd name="csX21" fmla="*/ 1302851 w 3071052"/>
              <a:gd name="csY21" fmla="*/ 45772 h 2023775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12626"/>
              <a:gd name="csX1" fmla="*/ 1746280 w 3071052"/>
              <a:gd name="csY1" fmla="*/ 16964 h 2012626"/>
              <a:gd name="csX2" fmla="*/ 2218823 w 3071052"/>
              <a:gd name="csY2" fmla="*/ 257104 h 2012626"/>
              <a:gd name="csX3" fmla="*/ 2455941 w 3071052"/>
              <a:gd name="csY3" fmla="*/ 457237 h 2012626"/>
              <a:gd name="csX4" fmla="*/ 2610072 w 3071052"/>
              <a:gd name="csY4" fmla="*/ 680889 h 2012626"/>
              <a:gd name="csX5" fmla="*/ 2586749 w 3071052"/>
              <a:gd name="csY5" fmla="*/ 879825 h 2012626"/>
              <a:gd name="csX6" fmla="*/ 2745017 w 3071052"/>
              <a:gd name="csY6" fmla="*/ 1063104 h 2012626"/>
              <a:gd name="csX7" fmla="*/ 2687052 w 3071052"/>
              <a:gd name="csY7" fmla="*/ 1185059 h 2012626"/>
              <a:gd name="csX8" fmla="*/ 2730253 w 3071052"/>
              <a:gd name="csY8" fmla="*/ 1367013 h 2012626"/>
              <a:gd name="csX9" fmla="*/ 2887780 w 3071052"/>
              <a:gd name="csY9" fmla="*/ 1513594 h 2012626"/>
              <a:gd name="csX10" fmla="*/ 3063471 w 3071052"/>
              <a:gd name="csY10" fmla="*/ 1835120 h 2012626"/>
              <a:gd name="csX11" fmla="*/ 2917017 w 3071052"/>
              <a:gd name="csY11" fmla="*/ 1964981 h 2012626"/>
              <a:gd name="csX12" fmla="*/ 2267570 w 3071052"/>
              <a:gd name="csY12" fmla="*/ 2007878 h 2012626"/>
              <a:gd name="csX13" fmla="*/ 2008398 w 3071052"/>
              <a:gd name="csY13" fmla="*/ 1848317 h 2012626"/>
              <a:gd name="csX14" fmla="*/ 1795784 w 3071052"/>
              <a:gd name="csY14" fmla="*/ 1569507 h 2012626"/>
              <a:gd name="csX15" fmla="*/ 1350909 w 3071052"/>
              <a:gd name="csY15" fmla="*/ 1756378 h 2012626"/>
              <a:gd name="csX16" fmla="*/ 742667 w 3071052"/>
              <a:gd name="csY16" fmla="*/ 1992167 h 2012626"/>
              <a:gd name="csX17" fmla="*/ 280981 w 3071052"/>
              <a:gd name="csY17" fmla="*/ 1813782 h 2012626"/>
              <a:gd name="csX18" fmla="*/ 61668 w 3071052"/>
              <a:gd name="csY18" fmla="*/ 1726984 h 2012626"/>
              <a:gd name="csX19" fmla="*/ 69021 w 3071052"/>
              <a:gd name="csY19" fmla="*/ 932922 h 2012626"/>
              <a:gd name="csX20" fmla="*/ 526420 w 3071052"/>
              <a:gd name="csY20" fmla="*/ 253936 h 2012626"/>
              <a:gd name="csX21" fmla="*/ 1302851 w 3071052"/>
              <a:gd name="csY21" fmla="*/ 45772 h 2012626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017 w 3071052"/>
              <a:gd name="csY6" fmla="*/ 1063104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45772 h 2007878"/>
              <a:gd name="csX1" fmla="*/ 1746280 w 3071052"/>
              <a:gd name="csY1" fmla="*/ 16964 h 2007878"/>
              <a:gd name="csX2" fmla="*/ 2218823 w 3071052"/>
              <a:gd name="csY2" fmla="*/ 257104 h 2007878"/>
              <a:gd name="csX3" fmla="*/ 2455941 w 3071052"/>
              <a:gd name="csY3" fmla="*/ 457237 h 2007878"/>
              <a:gd name="csX4" fmla="*/ 2610072 w 3071052"/>
              <a:gd name="csY4" fmla="*/ 680889 h 2007878"/>
              <a:gd name="csX5" fmla="*/ 2586749 w 3071052"/>
              <a:gd name="csY5" fmla="*/ 879825 h 2007878"/>
              <a:gd name="csX6" fmla="*/ 2745922 w 3071052"/>
              <a:gd name="csY6" fmla="*/ 1053105 h 2007878"/>
              <a:gd name="csX7" fmla="*/ 2687052 w 3071052"/>
              <a:gd name="csY7" fmla="*/ 1185059 h 2007878"/>
              <a:gd name="csX8" fmla="*/ 2730253 w 3071052"/>
              <a:gd name="csY8" fmla="*/ 1367013 h 2007878"/>
              <a:gd name="csX9" fmla="*/ 2887780 w 3071052"/>
              <a:gd name="csY9" fmla="*/ 1513594 h 2007878"/>
              <a:gd name="csX10" fmla="*/ 3063471 w 3071052"/>
              <a:gd name="csY10" fmla="*/ 1835120 h 2007878"/>
              <a:gd name="csX11" fmla="*/ 2917017 w 3071052"/>
              <a:gd name="csY11" fmla="*/ 1964981 h 2007878"/>
              <a:gd name="csX12" fmla="*/ 2267570 w 3071052"/>
              <a:gd name="csY12" fmla="*/ 2007878 h 2007878"/>
              <a:gd name="csX13" fmla="*/ 2008398 w 3071052"/>
              <a:gd name="csY13" fmla="*/ 1848317 h 2007878"/>
              <a:gd name="csX14" fmla="*/ 1795784 w 3071052"/>
              <a:gd name="csY14" fmla="*/ 1569507 h 2007878"/>
              <a:gd name="csX15" fmla="*/ 1350909 w 3071052"/>
              <a:gd name="csY15" fmla="*/ 1756378 h 2007878"/>
              <a:gd name="csX16" fmla="*/ 742667 w 3071052"/>
              <a:gd name="csY16" fmla="*/ 1992167 h 2007878"/>
              <a:gd name="csX17" fmla="*/ 280981 w 3071052"/>
              <a:gd name="csY17" fmla="*/ 1813782 h 2007878"/>
              <a:gd name="csX18" fmla="*/ 61668 w 3071052"/>
              <a:gd name="csY18" fmla="*/ 1726984 h 2007878"/>
              <a:gd name="csX19" fmla="*/ 69021 w 3071052"/>
              <a:gd name="csY19" fmla="*/ 932922 h 2007878"/>
              <a:gd name="csX20" fmla="*/ 526420 w 3071052"/>
              <a:gd name="csY20" fmla="*/ 253936 h 2007878"/>
              <a:gd name="csX21" fmla="*/ 1302851 w 3071052"/>
              <a:gd name="csY21" fmla="*/ 45772 h 2007878"/>
              <a:gd name="csX0" fmla="*/ 1302851 w 3071052"/>
              <a:gd name="csY0" fmla="*/ 28808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302851 w 3071052"/>
              <a:gd name="csY21" fmla="*/ 28808 h 1990914"/>
              <a:gd name="csX0" fmla="*/ 1162878 w 3071052"/>
              <a:gd name="csY0" fmla="*/ 71574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162878 w 3071052"/>
              <a:gd name="csY21" fmla="*/ 71574 h 1990914"/>
              <a:gd name="csX0" fmla="*/ 1162878 w 3071052"/>
              <a:gd name="csY0" fmla="*/ 71574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162878 w 3071052"/>
              <a:gd name="csY21" fmla="*/ 71574 h 1990914"/>
              <a:gd name="csX0" fmla="*/ 1162878 w 3071052"/>
              <a:gd name="csY0" fmla="*/ 71574 h 1990914"/>
              <a:gd name="csX1" fmla="*/ 1746280 w 3071052"/>
              <a:gd name="csY1" fmla="*/ 0 h 1990914"/>
              <a:gd name="csX2" fmla="*/ 2218823 w 3071052"/>
              <a:gd name="csY2" fmla="*/ 240140 h 1990914"/>
              <a:gd name="csX3" fmla="*/ 2455941 w 3071052"/>
              <a:gd name="csY3" fmla="*/ 440273 h 1990914"/>
              <a:gd name="csX4" fmla="*/ 2610072 w 3071052"/>
              <a:gd name="csY4" fmla="*/ 663925 h 1990914"/>
              <a:gd name="csX5" fmla="*/ 2586749 w 3071052"/>
              <a:gd name="csY5" fmla="*/ 862861 h 1990914"/>
              <a:gd name="csX6" fmla="*/ 2745922 w 3071052"/>
              <a:gd name="csY6" fmla="*/ 1036141 h 1990914"/>
              <a:gd name="csX7" fmla="*/ 2687052 w 3071052"/>
              <a:gd name="csY7" fmla="*/ 1168095 h 1990914"/>
              <a:gd name="csX8" fmla="*/ 2730253 w 3071052"/>
              <a:gd name="csY8" fmla="*/ 1350049 h 1990914"/>
              <a:gd name="csX9" fmla="*/ 2887780 w 3071052"/>
              <a:gd name="csY9" fmla="*/ 1496630 h 1990914"/>
              <a:gd name="csX10" fmla="*/ 3063471 w 3071052"/>
              <a:gd name="csY10" fmla="*/ 1818156 h 1990914"/>
              <a:gd name="csX11" fmla="*/ 2917017 w 3071052"/>
              <a:gd name="csY11" fmla="*/ 1948017 h 1990914"/>
              <a:gd name="csX12" fmla="*/ 2267570 w 3071052"/>
              <a:gd name="csY12" fmla="*/ 1990914 h 1990914"/>
              <a:gd name="csX13" fmla="*/ 2008398 w 3071052"/>
              <a:gd name="csY13" fmla="*/ 1831353 h 1990914"/>
              <a:gd name="csX14" fmla="*/ 1795784 w 3071052"/>
              <a:gd name="csY14" fmla="*/ 1552543 h 1990914"/>
              <a:gd name="csX15" fmla="*/ 1350909 w 3071052"/>
              <a:gd name="csY15" fmla="*/ 1739414 h 1990914"/>
              <a:gd name="csX16" fmla="*/ 742667 w 3071052"/>
              <a:gd name="csY16" fmla="*/ 1975203 h 1990914"/>
              <a:gd name="csX17" fmla="*/ 280981 w 3071052"/>
              <a:gd name="csY17" fmla="*/ 1796818 h 1990914"/>
              <a:gd name="csX18" fmla="*/ 61668 w 3071052"/>
              <a:gd name="csY18" fmla="*/ 1710020 h 1990914"/>
              <a:gd name="csX19" fmla="*/ 69021 w 3071052"/>
              <a:gd name="csY19" fmla="*/ 915958 h 1990914"/>
              <a:gd name="csX20" fmla="*/ 526420 w 3071052"/>
              <a:gd name="csY20" fmla="*/ 236972 h 1990914"/>
              <a:gd name="csX21" fmla="*/ 1162878 w 3071052"/>
              <a:gd name="csY21" fmla="*/ 71574 h 1990914"/>
              <a:gd name="csX0" fmla="*/ 1221607 w 3129781"/>
              <a:gd name="csY0" fmla="*/ 71574 h 1990914"/>
              <a:gd name="csX1" fmla="*/ 1805009 w 3129781"/>
              <a:gd name="csY1" fmla="*/ 0 h 1990914"/>
              <a:gd name="csX2" fmla="*/ 2277552 w 3129781"/>
              <a:gd name="csY2" fmla="*/ 240140 h 1990914"/>
              <a:gd name="csX3" fmla="*/ 2514670 w 3129781"/>
              <a:gd name="csY3" fmla="*/ 440273 h 1990914"/>
              <a:gd name="csX4" fmla="*/ 2668801 w 3129781"/>
              <a:gd name="csY4" fmla="*/ 663925 h 1990914"/>
              <a:gd name="csX5" fmla="*/ 2645478 w 3129781"/>
              <a:gd name="csY5" fmla="*/ 862861 h 1990914"/>
              <a:gd name="csX6" fmla="*/ 2804651 w 3129781"/>
              <a:gd name="csY6" fmla="*/ 1036141 h 1990914"/>
              <a:gd name="csX7" fmla="*/ 2745781 w 3129781"/>
              <a:gd name="csY7" fmla="*/ 1168095 h 1990914"/>
              <a:gd name="csX8" fmla="*/ 2788982 w 3129781"/>
              <a:gd name="csY8" fmla="*/ 1350049 h 1990914"/>
              <a:gd name="csX9" fmla="*/ 2946509 w 3129781"/>
              <a:gd name="csY9" fmla="*/ 1496630 h 1990914"/>
              <a:gd name="csX10" fmla="*/ 3122200 w 3129781"/>
              <a:gd name="csY10" fmla="*/ 1818156 h 1990914"/>
              <a:gd name="csX11" fmla="*/ 2975746 w 3129781"/>
              <a:gd name="csY11" fmla="*/ 1948017 h 1990914"/>
              <a:gd name="csX12" fmla="*/ 2326299 w 3129781"/>
              <a:gd name="csY12" fmla="*/ 1990914 h 1990914"/>
              <a:gd name="csX13" fmla="*/ 2067127 w 3129781"/>
              <a:gd name="csY13" fmla="*/ 1831353 h 1990914"/>
              <a:gd name="csX14" fmla="*/ 1854513 w 3129781"/>
              <a:gd name="csY14" fmla="*/ 1552543 h 1990914"/>
              <a:gd name="csX15" fmla="*/ 1409638 w 3129781"/>
              <a:gd name="csY15" fmla="*/ 1739414 h 1990914"/>
              <a:gd name="csX16" fmla="*/ 801396 w 3129781"/>
              <a:gd name="csY16" fmla="*/ 1975203 h 1990914"/>
              <a:gd name="csX17" fmla="*/ 339710 w 3129781"/>
              <a:gd name="csY17" fmla="*/ 1796818 h 1990914"/>
              <a:gd name="csX18" fmla="*/ 37305 w 3129781"/>
              <a:gd name="csY18" fmla="*/ 1296110 h 1990914"/>
              <a:gd name="csX19" fmla="*/ 127750 w 3129781"/>
              <a:gd name="csY19" fmla="*/ 915958 h 1990914"/>
              <a:gd name="csX20" fmla="*/ 585149 w 3129781"/>
              <a:gd name="csY20" fmla="*/ 236972 h 1990914"/>
              <a:gd name="csX21" fmla="*/ 1221607 w 3129781"/>
              <a:gd name="csY21" fmla="*/ 71574 h 1990914"/>
              <a:gd name="csX0" fmla="*/ 1221607 w 3129781"/>
              <a:gd name="csY0" fmla="*/ 71574 h 1990914"/>
              <a:gd name="csX1" fmla="*/ 1805009 w 3129781"/>
              <a:gd name="csY1" fmla="*/ 0 h 1990914"/>
              <a:gd name="csX2" fmla="*/ 2277552 w 3129781"/>
              <a:gd name="csY2" fmla="*/ 240140 h 1990914"/>
              <a:gd name="csX3" fmla="*/ 2514670 w 3129781"/>
              <a:gd name="csY3" fmla="*/ 440273 h 1990914"/>
              <a:gd name="csX4" fmla="*/ 2668801 w 3129781"/>
              <a:gd name="csY4" fmla="*/ 663925 h 1990914"/>
              <a:gd name="csX5" fmla="*/ 2645478 w 3129781"/>
              <a:gd name="csY5" fmla="*/ 862861 h 1990914"/>
              <a:gd name="csX6" fmla="*/ 2804651 w 3129781"/>
              <a:gd name="csY6" fmla="*/ 1036141 h 1990914"/>
              <a:gd name="csX7" fmla="*/ 2745781 w 3129781"/>
              <a:gd name="csY7" fmla="*/ 1168095 h 1990914"/>
              <a:gd name="csX8" fmla="*/ 2788982 w 3129781"/>
              <a:gd name="csY8" fmla="*/ 1350049 h 1990914"/>
              <a:gd name="csX9" fmla="*/ 2946509 w 3129781"/>
              <a:gd name="csY9" fmla="*/ 1496630 h 1990914"/>
              <a:gd name="csX10" fmla="*/ 3122200 w 3129781"/>
              <a:gd name="csY10" fmla="*/ 1818156 h 1990914"/>
              <a:gd name="csX11" fmla="*/ 2975746 w 3129781"/>
              <a:gd name="csY11" fmla="*/ 1948017 h 1990914"/>
              <a:gd name="csX12" fmla="*/ 2326299 w 3129781"/>
              <a:gd name="csY12" fmla="*/ 1990914 h 1990914"/>
              <a:gd name="csX13" fmla="*/ 2067127 w 3129781"/>
              <a:gd name="csY13" fmla="*/ 1831353 h 1990914"/>
              <a:gd name="csX14" fmla="*/ 1854513 w 3129781"/>
              <a:gd name="csY14" fmla="*/ 1552543 h 1990914"/>
              <a:gd name="csX15" fmla="*/ 1409638 w 3129781"/>
              <a:gd name="csY15" fmla="*/ 1739414 h 1990914"/>
              <a:gd name="csX16" fmla="*/ 801396 w 3129781"/>
              <a:gd name="csY16" fmla="*/ 1975203 h 1990914"/>
              <a:gd name="csX17" fmla="*/ 303140 w 3129781"/>
              <a:gd name="csY17" fmla="*/ 1735966 h 1990914"/>
              <a:gd name="csX18" fmla="*/ 37305 w 3129781"/>
              <a:gd name="csY18" fmla="*/ 1296110 h 1990914"/>
              <a:gd name="csX19" fmla="*/ 127750 w 3129781"/>
              <a:gd name="csY19" fmla="*/ 915958 h 1990914"/>
              <a:gd name="csX20" fmla="*/ 585149 w 3129781"/>
              <a:gd name="csY20" fmla="*/ 236972 h 1990914"/>
              <a:gd name="csX21" fmla="*/ 1221607 w 3129781"/>
              <a:gd name="csY21" fmla="*/ 71574 h 1990914"/>
              <a:gd name="csX0" fmla="*/ 1221607 w 3129781"/>
              <a:gd name="csY0" fmla="*/ 71574 h 1990914"/>
              <a:gd name="csX1" fmla="*/ 1805009 w 3129781"/>
              <a:gd name="csY1" fmla="*/ 0 h 1990914"/>
              <a:gd name="csX2" fmla="*/ 2277552 w 3129781"/>
              <a:gd name="csY2" fmla="*/ 240140 h 1990914"/>
              <a:gd name="csX3" fmla="*/ 2514670 w 3129781"/>
              <a:gd name="csY3" fmla="*/ 440273 h 1990914"/>
              <a:gd name="csX4" fmla="*/ 2668801 w 3129781"/>
              <a:gd name="csY4" fmla="*/ 663925 h 1990914"/>
              <a:gd name="csX5" fmla="*/ 2645478 w 3129781"/>
              <a:gd name="csY5" fmla="*/ 862861 h 1990914"/>
              <a:gd name="csX6" fmla="*/ 2804651 w 3129781"/>
              <a:gd name="csY6" fmla="*/ 1036141 h 1990914"/>
              <a:gd name="csX7" fmla="*/ 2745781 w 3129781"/>
              <a:gd name="csY7" fmla="*/ 1168095 h 1990914"/>
              <a:gd name="csX8" fmla="*/ 2788982 w 3129781"/>
              <a:gd name="csY8" fmla="*/ 1350049 h 1990914"/>
              <a:gd name="csX9" fmla="*/ 2946509 w 3129781"/>
              <a:gd name="csY9" fmla="*/ 1496630 h 1990914"/>
              <a:gd name="csX10" fmla="*/ 3122200 w 3129781"/>
              <a:gd name="csY10" fmla="*/ 1818156 h 1990914"/>
              <a:gd name="csX11" fmla="*/ 2975746 w 3129781"/>
              <a:gd name="csY11" fmla="*/ 1948017 h 1990914"/>
              <a:gd name="csX12" fmla="*/ 2326299 w 3129781"/>
              <a:gd name="csY12" fmla="*/ 1990914 h 1990914"/>
              <a:gd name="csX13" fmla="*/ 2067127 w 3129781"/>
              <a:gd name="csY13" fmla="*/ 1831353 h 1990914"/>
              <a:gd name="csX14" fmla="*/ 1854513 w 3129781"/>
              <a:gd name="csY14" fmla="*/ 1552543 h 1990914"/>
              <a:gd name="csX15" fmla="*/ 1409638 w 3129781"/>
              <a:gd name="csY15" fmla="*/ 1739414 h 1990914"/>
              <a:gd name="csX16" fmla="*/ 822236 w 3129781"/>
              <a:gd name="csY16" fmla="*/ 1833465 h 1990914"/>
              <a:gd name="csX17" fmla="*/ 303140 w 3129781"/>
              <a:gd name="csY17" fmla="*/ 1735966 h 1990914"/>
              <a:gd name="csX18" fmla="*/ 37305 w 3129781"/>
              <a:gd name="csY18" fmla="*/ 1296110 h 1990914"/>
              <a:gd name="csX19" fmla="*/ 127750 w 3129781"/>
              <a:gd name="csY19" fmla="*/ 915958 h 1990914"/>
              <a:gd name="csX20" fmla="*/ 585149 w 3129781"/>
              <a:gd name="csY20" fmla="*/ 236972 h 1990914"/>
              <a:gd name="csX21" fmla="*/ 1221607 w 3129781"/>
              <a:gd name="csY21" fmla="*/ 71574 h 1990914"/>
              <a:gd name="csX0" fmla="*/ 1221607 w 3129781"/>
              <a:gd name="csY0" fmla="*/ 71574 h 1990914"/>
              <a:gd name="csX1" fmla="*/ 1805009 w 3129781"/>
              <a:gd name="csY1" fmla="*/ 0 h 1990914"/>
              <a:gd name="csX2" fmla="*/ 2277552 w 3129781"/>
              <a:gd name="csY2" fmla="*/ 240140 h 1990914"/>
              <a:gd name="csX3" fmla="*/ 2514670 w 3129781"/>
              <a:gd name="csY3" fmla="*/ 440273 h 1990914"/>
              <a:gd name="csX4" fmla="*/ 2668801 w 3129781"/>
              <a:gd name="csY4" fmla="*/ 663925 h 1990914"/>
              <a:gd name="csX5" fmla="*/ 2645478 w 3129781"/>
              <a:gd name="csY5" fmla="*/ 862861 h 1990914"/>
              <a:gd name="csX6" fmla="*/ 2804651 w 3129781"/>
              <a:gd name="csY6" fmla="*/ 1036141 h 1990914"/>
              <a:gd name="csX7" fmla="*/ 2745781 w 3129781"/>
              <a:gd name="csY7" fmla="*/ 1168095 h 1990914"/>
              <a:gd name="csX8" fmla="*/ 2788982 w 3129781"/>
              <a:gd name="csY8" fmla="*/ 1350049 h 1990914"/>
              <a:gd name="csX9" fmla="*/ 2946509 w 3129781"/>
              <a:gd name="csY9" fmla="*/ 1496630 h 1990914"/>
              <a:gd name="csX10" fmla="*/ 3122200 w 3129781"/>
              <a:gd name="csY10" fmla="*/ 1818156 h 1990914"/>
              <a:gd name="csX11" fmla="*/ 2975746 w 3129781"/>
              <a:gd name="csY11" fmla="*/ 1948017 h 1990914"/>
              <a:gd name="csX12" fmla="*/ 2326299 w 3129781"/>
              <a:gd name="csY12" fmla="*/ 1990914 h 1990914"/>
              <a:gd name="csX13" fmla="*/ 2067127 w 3129781"/>
              <a:gd name="csY13" fmla="*/ 1831353 h 1990914"/>
              <a:gd name="csX14" fmla="*/ 1854513 w 3129781"/>
              <a:gd name="csY14" fmla="*/ 1552543 h 1990914"/>
              <a:gd name="csX15" fmla="*/ 1459303 w 3129781"/>
              <a:gd name="csY15" fmla="*/ 1722820 h 1990914"/>
              <a:gd name="csX16" fmla="*/ 822236 w 3129781"/>
              <a:gd name="csY16" fmla="*/ 1833465 h 1990914"/>
              <a:gd name="csX17" fmla="*/ 303140 w 3129781"/>
              <a:gd name="csY17" fmla="*/ 1735966 h 1990914"/>
              <a:gd name="csX18" fmla="*/ 37305 w 3129781"/>
              <a:gd name="csY18" fmla="*/ 1296110 h 1990914"/>
              <a:gd name="csX19" fmla="*/ 127750 w 3129781"/>
              <a:gd name="csY19" fmla="*/ 915958 h 1990914"/>
              <a:gd name="csX20" fmla="*/ 585149 w 3129781"/>
              <a:gd name="csY20" fmla="*/ 236972 h 1990914"/>
              <a:gd name="csX21" fmla="*/ 1221607 w 3129781"/>
              <a:gd name="csY21" fmla="*/ 71574 h 1990914"/>
              <a:gd name="csX0" fmla="*/ 1221607 w 3129781"/>
              <a:gd name="csY0" fmla="*/ 71574 h 1990914"/>
              <a:gd name="csX1" fmla="*/ 1805009 w 3129781"/>
              <a:gd name="csY1" fmla="*/ 0 h 1990914"/>
              <a:gd name="csX2" fmla="*/ 2277552 w 3129781"/>
              <a:gd name="csY2" fmla="*/ 240140 h 1990914"/>
              <a:gd name="csX3" fmla="*/ 2514670 w 3129781"/>
              <a:gd name="csY3" fmla="*/ 440273 h 1990914"/>
              <a:gd name="csX4" fmla="*/ 2668801 w 3129781"/>
              <a:gd name="csY4" fmla="*/ 663925 h 1990914"/>
              <a:gd name="csX5" fmla="*/ 2645478 w 3129781"/>
              <a:gd name="csY5" fmla="*/ 862861 h 1990914"/>
              <a:gd name="csX6" fmla="*/ 2804651 w 3129781"/>
              <a:gd name="csY6" fmla="*/ 1036141 h 1990914"/>
              <a:gd name="csX7" fmla="*/ 2745781 w 3129781"/>
              <a:gd name="csY7" fmla="*/ 1168095 h 1990914"/>
              <a:gd name="csX8" fmla="*/ 2788982 w 3129781"/>
              <a:gd name="csY8" fmla="*/ 1350049 h 1990914"/>
              <a:gd name="csX9" fmla="*/ 2946509 w 3129781"/>
              <a:gd name="csY9" fmla="*/ 1496630 h 1990914"/>
              <a:gd name="csX10" fmla="*/ 3122200 w 3129781"/>
              <a:gd name="csY10" fmla="*/ 1818156 h 1990914"/>
              <a:gd name="csX11" fmla="*/ 2975746 w 3129781"/>
              <a:gd name="csY11" fmla="*/ 1948017 h 1990914"/>
              <a:gd name="csX12" fmla="*/ 2326299 w 3129781"/>
              <a:gd name="csY12" fmla="*/ 1990914 h 1990914"/>
              <a:gd name="csX13" fmla="*/ 2067127 w 3129781"/>
              <a:gd name="csY13" fmla="*/ 1831353 h 1990914"/>
              <a:gd name="csX14" fmla="*/ 1754633 w 3129781"/>
              <a:gd name="csY14" fmla="*/ 1496607 h 1990914"/>
              <a:gd name="csX15" fmla="*/ 1459303 w 3129781"/>
              <a:gd name="csY15" fmla="*/ 1722820 h 1990914"/>
              <a:gd name="csX16" fmla="*/ 822236 w 3129781"/>
              <a:gd name="csY16" fmla="*/ 1833465 h 1990914"/>
              <a:gd name="csX17" fmla="*/ 303140 w 3129781"/>
              <a:gd name="csY17" fmla="*/ 1735966 h 1990914"/>
              <a:gd name="csX18" fmla="*/ 37305 w 3129781"/>
              <a:gd name="csY18" fmla="*/ 1296110 h 1990914"/>
              <a:gd name="csX19" fmla="*/ 127750 w 3129781"/>
              <a:gd name="csY19" fmla="*/ 915958 h 1990914"/>
              <a:gd name="csX20" fmla="*/ 585149 w 3129781"/>
              <a:gd name="csY20" fmla="*/ 236972 h 1990914"/>
              <a:gd name="csX21" fmla="*/ 1221607 w 3129781"/>
              <a:gd name="csY21" fmla="*/ 71574 h 1990914"/>
              <a:gd name="csX0" fmla="*/ 1221607 w 3129781"/>
              <a:gd name="csY0" fmla="*/ 71574 h 1990914"/>
              <a:gd name="csX1" fmla="*/ 1805009 w 3129781"/>
              <a:gd name="csY1" fmla="*/ 0 h 1990914"/>
              <a:gd name="csX2" fmla="*/ 2277552 w 3129781"/>
              <a:gd name="csY2" fmla="*/ 240140 h 1990914"/>
              <a:gd name="csX3" fmla="*/ 2514670 w 3129781"/>
              <a:gd name="csY3" fmla="*/ 440273 h 1990914"/>
              <a:gd name="csX4" fmla="*/ 2668801 w 3129781"/>
              <a:gd name="csY4" fmla="*/ 663925 h 1990914"/>
              <a:gd name="csX5" fmla="*/ 2645478 w 3129781"/>
              <a:gd name="csY5" fmla="*/ 862861 h 1990914"/>
              <a:gd name="csX6" fmla="*/ 2804651 w 3129781"/>
              <a:gd name="csY6" fmla="*/ 1036141 h 1990914"/>
              <a:gd name="csX7" fmla="*/ 2745781 w 3129781"/>
              <a:gd name="csY7" fmla="*/ 1168095 h 1990914"/>
              <a:gd name="csX8" fmla="*/ 2788982 w 3129781"/>
              <a:gd name="csY8" fmla="*/ 1350049 h 1990914"/>
              <a:gd name="csX9" fmla="*/ 2946509 w 3129781"/>
              <a:gd name="csY9" fmla="*/ 1496630 h 1990914"/>
              <a:gd name="csX10" fmla="*/ 3122200 w 3129781"/>
              <a:gd name="csY10" fmla="*/ 1818156 h 1990914"/>
              <a:gd name="csX11" fmla="*/ 2975746 w 3129781"/>
              <a:gd name="csY11" fmla="*/ 1948017 h 1990914"/>
              <a:gd name="csX12" fmla="*/ 2326299 w 3129781"/>
              <a:gd name="csY12" fmla="*/ 1990914 h 1990914"/>
              <a:gd name="csX13" fmla="*/ 2038302 w 3129781"/>
              <a:gd name="csY13" fmla="*/ 1706209 h 1990914"/>
              <a:gd name="csX14" fmla="*/ 1754633 w 3129781"/>
              <a:gd name="csY14" fmla="*/ 1496607 h 1990914"/>
              <a:gd name="csX15" fmla="*/ 1459303 w 3129781"/>
              <a:gd name="csY15" fmla="*/ 1722820 h 1990914"/>
              <a:gd name="csX16" fmla="*/ 822236 w 3129781"/>
              <a:gd name="csY16" fmla="*/ 1833465 h 1990914"/>
              <a:gd name="csX17" fmla="*/ 303140 w 3129781"/>
              <a:gd name="csY17" fmla="*/ 1735966 h 1990914"/>
              <a:gd name="csX18" fmla="*/ 37305 w 3129781"/>
              <a:gd name="csY18" fmla="*/ 1296110 h 1990914"/>
              <a:gd name="csX19" fmla="*/ 127750 w 3129781"/>
              <a:gd name="csY19" fmla="*/ 915958 h 1990914"/>
              <a:gd name="csX20" fmla="*/ 585149 w 3129781"/>
              <a:gd name="csY20" fmla="*/ 236972 h 1990914"/>
              <a:gd name="csX21" fmla="*/ 1221607 w 3129781"/>
              <a:gd name="csY21" fmla="*/ 71574 h 1990914"/>
              <a:gd name="csX0" fmla="*/ 1221607 w 3129781"/>
              <a:gd name="csY0" fmla="*/ 71574 h 1950259"/>
              <a:gd name="csX1" fmla="*/ 1805009 w 3129781"/>
              <a:gd name="csY1" fmla="*/ 0 h 1950259"/>
              <a:gd name="csX2" fmla="*/ 2277552 w 3129781"/>
              <a:gd name="csY2" fmla="*/ 240140 h 1950259"/>
              <a:gd name="csX3" fmla="*/ 2514670 w 3129781"/>
              <a:gd name="csY3" fmla="*/ 440273 h 1950259"/>
              <a:gd name="csX4" fmla="*/ 2668801 w 3129781"/>
              <a:gd name="csY4" fmla="*/ 663925 h 1950259"/>
              <a:gd name="csX5" fmla="*/ 2645478 w 3129781"/>
              <a:gd name="csY5" fmla="*/ 862861 h 1950259"/>
              <a:gd name="csX6" fmla="*/ 2804651 w 3129781"/>
              <a:gd name="csY6" fmla="*/ 1036141 h 1950259"/>
              <a:gd name="csX7" fmla="*/ 2745781 w 3129781"/>
              <a:gd name="csY7" fmla="*/ 1168095 h 1950259"/>
              <a:gd name="csX8" fmla="*/ 2788982 w 3129781"/>
              <a:gd name="csY8" fmla="*/ 1350049 h 1950259"/>
              <a:gd name="csX9" fmla="*/ 2946509 w 3129781"/>
              <a:gd name="csY9" fmla="*/ 1496630 h 1950259"/>
              <a:gd name="csX10" fmla="*/ 3122200 w 3129781"/>
              <a:gd name="csY10" fmla="*/ 1818156 h 1950259"/>
              <a:gd name="csX11" fmla="*/ 2975746 w 3129781"/>
              <a:gd name="csY11" fmla="*/ 1948017 h 1950259"/>
              <a:gd name="csX12" fmla="*/ 2206443 w 3129781"/>
              <a:gd name="csY12" fmla="*/ 1923791 h 1950259"/>
              <a:gd name="csX13" fmla="*/ 2038302 w 3129781"/>
              <a:gd name="csY13" fmla="*/ 1706209 h 1950259"/>
              <a:gd name="csX14" fmla="*/ 1754633 w 3129781"/>
              <a:gd name="csY14" fmla="*/ 1496607 h 1950259"/>
              <a:gd name="csX15" fmla="*/ 1459303 w 3129781"/>
              <a:gd name="csY15" fmla="*/ 1722820 h 1950259"/>
              <a:gd name="csX16" fmla="*/ 822236 w 3129781"/>
              <a:gd name="csY16" fmla="*/ 1833465 h 1950259"/>
              <a:gd name="csX17" fmla="*/ 303140 w 3129781"/>
              <a:gd name="csY17" fmla="*/ 1735966 h 1950259"/>
              <a:gd name="csX18" fmla="*/ 37305 w 3129781"/>
              <a:gd name="csY18" fmla="*/ 1296110 h 1950259"/>
              <a:gd name="csX19" fmla="*/ 127750 w 3129781"/>
              <a:gd name="csY19" fmla="*/ 915958 h 1950259"/>
              <a:gd name="csX20" fmla="*/ 585149 w 3129781"/>
              <a:gd name="csY20" fmla="*/ 236972 h 1950259"/>
              <a:gd name="csX21" fmla="*/ 1221607 w 3129781"/>
              <a:gd name="csY21" fmla="*/ 71574 h 1950259"/>
              <a:gd name="csX0" fmla="*/ 1221607 w 3129781"/>
              <a:gd name="csY0" fmla="*/ 71574 h 1971462"/>
              <a:gd name="csX1" fmla="*/ 1805009 w 3129781"/>
              <a:gd name="csY1" fmla="*/ 0 h 1971462"/>
              <a:gd name="csX2" fmla="*/ 2277552 w 3129781"/>
              <a:gd name="csY2" fmla="*/ 240140 h 1971462"/>
              <a:gd name="csX3" fmla="*/ 2514670 w 3129781"/>
              <a:gd name="csY3" fmla="*/ 440273 h 1971462"/>
              <a:gd name="csX4" fmla="*/ 2668801 w 3129781"/>
              <a:gd name="csY4" fmla="*/ 663925 h 1971462"/>
              <a:gd name="csX5" fmla="*/ 2645478 w 3129781"/>
              <a:gd name="csY5" fmla="*/ 862861 h 1971462"/>
              <a:gd name="csX6" fmla="*/ 2804651 w 3129781"/>
              <a:gd name="csY6" fmla="*/ 1036141 h 1971462"/>
              <a:gd name="csX7" fmla="*/ 2745781 w 3129781"/>
              <a:gd name="csY7" fmla="*/ 1168095 h 1971462"/>
              <a:gd name="csX8" fmla="*/ 2788982 w 3129781"/>
              <a:gd name="csY8" fmla="*/ 1350049 h 1971462"/>
              <a:gd name="csX9" fmla="*/ 2946509 w 3129781"/>
              <a:gd name="csY9" fmla="*/ 1496630 h 1971462"/>
              <a:gd name="csX10" fmla="*/ 3122200 w 3129781"/>
              <a:gd name="csY10" fmla="*/ 1818156 h 1971462"/>
              <a:gd name="csX11" fmla="*/ 2614391 w 3129781"/>
              <a:gd name="csY11" fmla="*/ 1969706 h 1971462"/>
              <a:gd name="csX12" fmla="*/ 2206443 w 3129781"/>
              <a:gd name="csY12" fmla="*/ 1923791 h 1971462"/>
              <a:gd name="csX13" fmla="*/ 2038302 w 3129781"/>
              <a:gd name="csY13" fmla="*/ 1706209 h 1971462"/>
              <a:gd name="csX14" fmla="*/ 1754633 w 3129781"/>
              <a:gd name="csY14" fmla="*/ 1496607 h 1971462"/>
              <a:gd name="csX15" fmla="*/ 1459303 w 3129781"/>
              <a:gd name="csY15" fmla="*/ 1722820 h 1971462"/>
              <a:gd name="csX16" fmla="*/ 822236 w 3129781"/>
              <a:gd name="csY16" fmla="*/ 1833465 h 1971462"/>
              <a:gd name="csX17" fmla="*/ 303140 w 3129781"/>
              <a:gd name="csY17" fmla="*/ 1735966 h 1971462"/>
              <a:gd name="csX18" fmla="*/ 37305 w 3129781"/>
              <a:gd name="csY18" fmla="*/ 1296110 h 1971462"/>
              <a:gd name="csX19" fmla="*/ 127750 w 3129781"/>
              <a:gd name="csY19" fmla="*/ 915958 h 1971462"/>
              <a:gd name="csX20" fmla="*/ 585149 w 3129781"/>
              <a:gd name="csY20" fmla="*/ 236972 h 1971462"/>
              <a:gd name="csX21" fmla="*/ 1221607 w 3129781"/>
              <a:gd name="csY21" fmla="*/ 71574 h 1971462"/>
              <a:gd name="csX0" fmla="*/ 1221607 w 2953148"/>
              <a:gd name="csY0" fmla="*/ 71574 h 1971462"/>
              <a:gd name="csX1" fmla="*/ 1805009 w 2953148"/>
              <a:gd name="csY1" fmla="*/ 0 h 1971462"/>
              <a:gd name="csX2" fmla="*/ 2277552 w 2953148"/>
              <a:gd name="csY2" fmla="*/ 240140 h 1971462"/>
              <a:gd name="csX3" fmla="*/ 2514670 w 2953148"/>
              <a:gd name="csY3" fmla="*/ 440273 h 1971462"/>
              <a:gd name="csX4" fmla="*/ 2668801 w 2953148"/>
              <a:gd name="csY4" fmla="*/ 663925 h 1971462"/>
              <a:gd name="csX5" fmla="*/ 2645478 w 2953148"/>
              <a:gd name="csY5" fmla="*/ 862861 h 1971462"/>
              <a:gd name="csX6" fmla="*/ 2804651 w 2953148"/>
              <a:gd name="csY6" fmla="*/ 1036141 h 1971462"/>
              <a:gd name="csX7" fmla="*/ 2745781 w 2953148"/>
              <a:gd name="csY7" fmla="*/ 1168095 h 1971462"/>
              <a:gd name="csX8" fmla="*/ 2788982 w 2953148"/>
              <a:gd name="csY8" fmla="*/ 1350049 h 1971462"/>
              <a:gd name="csX9" fmla="*/ 2946509 w 2953148"/>
              <a:gd name="csY9" fmla="*/ 1496630 h 1971462"/>
              <a:gd name="csX10" fmla="*/ 2899201 w 2953148"/>
              <a:gd name="csY10" fmla="*/ 1899162 h 1971462"/>
              <a:gd name="csX11" fmla="*/ 2614391 w 2953148"/>
              <a:gd name="csY11" fmla="*/ 1969706 h 1971462"/>
              <a:gd name="csX12" fmla="*/ 2206443 w 2953148"/>
              <a:gd name="csY12" fmla="*/ 1923791 h 1971462"/>
              <a:gd name="csX13" fmla="*/ 2038302 w 2953148"/>
              <a:gd name="csY13" fmla="*/ 1706209 h 1971462"/>
              <a:gd name="csX14" fmla="*/ 1754633 w 2953148"/>
              <a:gd name="csY14" fmla="*/ 1496607 h 1971462"/>
              <a:gd name="csX15" fmla="*/ 1459303 w 2953148"/>
              <a:gd name="csY15" fmla="*/ 1722820 h 1971462"/>
              <a:gd name="csX16" fmla="*/ 822236 w 2953148"/>
              <a:gd name="csY16" fmla="*/ 1833465 h 1971462"/>
              <a:gd name="csX17" fmla="*/ 303140 w 2953148"/>
              <a:gd name="csY17" fmla="*/ 1735966 h 1971462"/>
              <a:gd name="csX18" fmla="*/ 37305 w 2953148"/>
              <a:gd name="csY18" fmla="*/ 1296110 h 1971462"/>
              <a:gd name="csX19" fmla="*/ 127750 w 2953148"/>
              <a:gd name="csY19" fmla="*/ 915958 h 1971462"/>
              <a:gd name="csX20" fmla="*/ 585149 w 2953148"/>
              <a:gd name="csY20" fmla="*/ 236972 h 1971462"/>
              <a:gd name="csX21" fmla="*/ 1221607 w 2953148"/>
              <a:gd name="csY21" fmla="*/ 71574 h 1971462"/>
              <a:gd name="csX0" fmla="*/ 1221607 w 3087485"/>
              <a:gd name="csY0" fmla="*/ 71574 h 1971462"/>
              <a:gd name="csX1" fmla="*/ 1805009 w 3087485"/>
              <a:gd name="csY1" fmla="*/ 0 h 1971462"/>
              <a:gd name="csX2" fmla="*/ 2277552 w 3087485"/>
              <a:gd name="csY2" fmla="*/ 240140 h 1971462"/>
              <a:gd name="csX3" fmla="*/ 2514670 w 3087485"/>
              <a:gd name="csY3" fmla="*/ 440273 h 1971462"/>
              <a:gd name="csX4" fmla="*/ 2668801 w 3087485"/>
              <a:gd name="csY4" fmla="*/ 663925 h 1971462"/>
              <a:gd name="csX5" fmla="*/ 2645478 w 3087485"/>
              <a:gd name="csY5" fmla="*/ 862861 h 1971462"/>
              <a:gd name="csX6" fmla="*/ 2804651 w 3087485"/>
              <a:gd name="csY6" fmla="*/ 1036141 h 1971462"/>
              <a:gd name="csX7" fmla="*/ 2745781 w 3087485"/>
              <a:gd name="csY7" fmla="*/ 1168095 h 1971462"/>
              <a:gd name="csX8" fmla="*/ 2788982 w 3087485"/>
              <a:gd name="csY8" fmla="*/ 1350049 h 1971462"/>
              <a:gd name="csX9" fmla="*/ 3086028 w 3087485"/>
              <a:gd name="csY9" fmla="*/ 1816990 h 1971462"/>
              <a:gd name="csX10" fmla="*/ 2899201 w 3087485"/>
              <a:gd name="csY10" fmla="*/ 1899162 h 1971462"/>
              <a:gd name="csX11" fmla="*/ 2614391 w 3087485"/>
              <a:gd name="csY11" fmla="*/ 1969706 h 1971462"/>
              <a:gd name="csX12" fmla="*/ 2206443 w 3087485"/>
              <a:gd name="csY12" fmla="*/ 1923791 h 1971462"/>
              <a:gd name="csX13" fmla="*/ 2038302 w 3087485"/>
              <a:gd name="csY13" fmla="*/ 1706209 h 1971462"/>
              <a:gd name="csX14" fmla="*/ 1754633 w 3087485"/>
              <a:gd name="csY14" fmla="*/ 1496607 h 1971462"/>
              <a:gd name="csX15" fmla="*/ 1459303 w 3087485"/>
              <a:gd name="csY15" fmla="*/ 1722820 h 1971462"/>
              <a:gd name="csX16" fmla="*/ 822236 w 3087485"/>
              <a:gd name="csY16" fmla="*/ 1833465 h 1971462"/>
              <a:gd name="csX17" fmla="*/ 303140 w 3087485"/>
              <a:gd name="csY17" fmla="*/ 1735966 h 1971462"/>
              <a:gd name="csX18" fmla="*/ 37305 w 3087485"/>
              <a:gd name="csY18" fmla="*/ 1296110 h 1971462"/>
              <a:gd name="csX19" fmla="*/ 127750 w 3087485"/>
              <a:gd name="csY19" fmla="*/ 915958 h 1971462"/>
              <a:gd name="csX20" fmla="*/ 585149 w 3087485"/>
              <a:gd name="csY20" fmla="*/ 236972 h 1971462"/>
              <a:gd name="csX21" fmla="*/ 1221607 w 3087485"/>
              <a:gd name="csY21" fmla="*/ 71574 h 1971462"/>
              <a:gd name="csX0" fmla="*/ 1221607 w 3175874"/>
              <a:gd name="csY0" fmla="*/ 71574 h 1971462"/>
              <a:gd name="csX1" fmla="*/ 1805009 w 3175874"/>
              <a:gd name="csY1" fmla="*/ 0 h 1971462"/>
              <a:gd name="csX2" fmla="*/ 2277552 w 3175874"/>
              <a:gd name="csY2" fmla="*/ 240140 h 1971462"/>
              <a:gd name="csX3" fmla="*/ 2514670 w 3175874"/>
              <a:gd name="csY3" fmla="*/ 440273 h 1971462"/>
              <a:gd name="csX4" fmla="*/ 2668801 w 3175874"/>
              <a:gd name="csY4" fmla="*/ 663925 h 1971462"/>
              <a:gd name="csX5" fmla="*/ 2645478 w 3175874"/>
              <a:gd name="csY5" fmla="*/ 862861 h 1971462"/>
              <a:gd name="csX6" fmla="*/ 2804651 w 3175874"/>
              <a:gd name="csY6" fmla="*/ 1036141 h 1971462"/>
              <a:gd name="csX7" fmla="*/ 2745781 w 3175874"/>
              <a:gd name="csY7" fmla="*/ 1168095 h 1971462"/>
              <a:gd name="csX8" fmla="*/ 3168525 w 3175874"/>
              <a:gd name="csY8" fmla="*/ 1562605 h 1971462"/>
              <a:gd name="csX9" fmla="*/ 3086028 w 3175874"/>
              <a:gd name="csY9" fmla="*/ 1816990 h 1971462"/>
              <a:gd name="csX10" fmla="*/ 2899201 w 3175874"/>
              <a:gd name="csY10" fmla="*/ 1899162 h 1971462"/>
              <a:gd name="csX11" fmla="*/ 2614391 w 3175874"/>
              <a:gd name="csY11" fmla="*/ 1969706 h 1971462"/>
              <a:gd name="csX12" fmla="*/ 2206443 w 3175874"/>
              <a:gd name="csY12" fmla="*/ 1923791 h 1971462"/>
              <a:gd name="csX13" fmla="*/ 2038302 w 3175874"/>
              <a:gd name="csY13" fmla="*/ 1706209 h 1971462"/>
              <a:gd name="csX14" fmla="*/ 1754633 w 3175874"/>
              <a:gd name="csY14" fmla="*/ 1496607 h 1971462"/>
              <a:gd name="csX15" fmla="*/ 1459303 w 3175874"/>
              <a:gd name="csY15" fmla="*/ 1722820 h 1971462"/>
              <a:gd name="csX16" fmla="*/ 822236 w 3175874"/>
              <a:gd name="csY16" fmla="*/ 1833465 h 1971462"/>
              <a:gd name="csX17" fmla="*/ 303140 w 3175874"/>
              <a:gd name="csY17" fmla="*/ 1735966 h 1971462"/>
              <a:gd name="csX18" fmla="*/ 37305 w 3175874"/>
              <a:gd name="csY18" fmla="*/ 1296110 h 1971462"/>
              <a:gd name="csX19" fmla="*/ 127750 w 3175874"/>
              <a:gd name="csY19" fmla="*/ 915958 h 1971462"/>
              <a:gd name="csX20" fmla="*/ 585149 w 3175874"/>
              <a:gd name="csY20" fmla="*/ 236972 h 1971462"/>
              <a:gd name="csX21" fmla="*/ 1221607 w 3175874"/>
              <a:gd name="csY21" fmla="*/ 71574 h 1971462"/>
              <a:gd name="csX0" fmla="*/ 1221607 w 3175874"/>
              <a:gd name="csY0" fmla="*/ 71574 h 1971462"/>
              <a:gd name="csX1" fmla="*/ 1805009 w 3175874"/>
              <a:gd name="csY1" fmla="*/ 0 h 1971462"/>
              <a:gd name="csX2" fmla="*/ 2277552 w 3175874"/>
              <a:gd name="csY2" fmla="*/ 240140 h 1971462"/>
              <a:gd name="csX3" fmla="*/ 2514670 w 3175874"/>
              <a:gd name="csY3" fmla="*/ 440273 h 1971462"/>
              <a:gd name="csX4" fmla="*/ 2668801 w 3175874"/>
              <a:gd name="csY4" fmla="*/ 663925 h 1971462"/>
              <a:gd name="csX5" fmla="*/ 2645478 w 3175874"/>
              <a:gd name="csY5" fmla="*/ 862861 h 1971462"/>
              <a:gd name="csX6" fmla="*/ 2804651 w 3175874"/>
              <a:gd name="csY6" fmla="*/ 1036141 h 1971462"/>
              <a:gd name="csX7" fmla="*/ 2682472 w 3175874"/>
              <a:gd name="csY7" fmla="*/ 1173010 h 1971462"/>
              <a:gd name="csX8" fmla="*/ 3168525 w 3175874"/>
              <a:gd name="csY8" fmla="*/ 1562605 h 1971462"/>
              <a:gd name="csX9" fmla="*/ 3086028 w 3175874"/>
              <a:gd name="csY9" fmla="*/ 1816990 h 1971462"/>
              <a:gd name="csX10" fmla="*/ 2899201 w 3175874"/>
              <a:gd name="csY10" fmla="*/ 1899162 h 1971462"/>
              <a:gd name="csX11" fmla="*/ 2614391 w 3175874"/>
              <a:gd name="csY11" fmla="*/ 1969706 h 1971462"/>
              <a:gd name="csX12" fmla="*/ 2206443 w 3175874"/>
              <a:gd name="csY12" fmla="*/ 1923791 h 1971462"/>
              <a:gd name="csX13" fmla="*/ 2038302 w 3175874"/>
              <a:gd name="csY13" fmla="*/ 1706209 h 1971462"/>
              <a:gd name="csX14" fmla="*/ 1754633 w 3175874"/>
              <a:gd name="csY14" fmla="*/ 1496607 h 1971462"/>
              <a:gd name="csX15" fmla="*/ 1459303 w 3175874"/>
              <a:gd name="csY15" fmla="*/ 1722820 h 1971462"/>
              <a:gd name="csX16" fmla="*/ 822236 w 3175874"/>
              <a:gd name="csY16" fmla="*/ 1833465 h 1971462"/>
              <a:gd name="csX17" fmla="*/ 303140 w 3175874"/>
              <a:gd name="csY17" fmla="*/ 1735966 h 1971462"/>
              <a:gd name="csX18" fmla="*/ 37305 w 3175874"/>
              <a:gd name="csY18" fmla="*/ 1296110 h 1971462"/>
              <a:gd name="csX19" fmla="*/ 127750 w 3175874"/>
              <a:gd name="csY19" fmla="*/ 915958 h 1971462"/>
              <a:gd name="csX20" fmla="*/ 585149 w 3175874"/>
              <a:gd name="csY20" fmla="*/ 236972 h 1971462"/>
              <a:gd name="csX21" fmla="*/ 1221607 w 3175874"/>
              <a:gd name="csY21" fmla="*/ 71574 h 1971462"/>
              <a:gd name="csX0" fmla="*/ 1221607 w 3175874"/>
              <a:gd name="csY0" fmla="*/ 71574 h 1971462"/>
              <a:gd name="csX1" fmla="*/ 1805009 w 3175874"/>
              <a:gd name="csY1" fmla="*/ 0 h 1971462"/>
              <a:gd name="csX2" fmla="*/ 2277552 w 3175874"/>
              <a:gd name="csY2" fmla="*/ 240140 h 1971462"/>
              <a:gd name="csX3" fmla="*/ 2514670 w 3175874"/>
              <a:gd name="csY3" fmla="*/ 440273 h 1971462"/>
              <a:gd name="csX4" fmla="*/ 2668801 w 3175874"/>
              <a:gd name="csY4" fmla="*/ 663925 h 1971462"/>
              <a:gd name="csX5" fmla="*/ 2645478 w 3175874"/>
              <a:gd name="csY5" fmla="*/ 862861 h 1971462"/>
              <a:gd name="csX6" fmla="*/ 2463152 w 3175874"/>
              <a:gd name="csY6" fmla="*/ 903429 h 1971462"/>
              <a:gd name="csX7" fmla="*/ 2682472 w 3175874"/>
              <a:gd name="csY7" fmla="*/ 1173010 h 1971462"/>
              <a:gd name="csX8" fmla="*/ 3168525 w 3175874"/>
              <a:gd name="csY8" fmla="*/ 1562605 h 1971462"/>
              <a:gd name="csX9" fmla="*/ 3086028 w 3175874"/>
              <a:gd name="csY9" fmla="*/ 1816990 h 1971462"/>
              <a:gd name="csX10" fmla="*/ 2899201 w 3175874"/>
              <a:gd name="csY10" fmla="*/ 1899162 h 1971462"/>
              <a:gd name="csX11" fmla="*/ 2614391 w 3175874"/>
              <a:gd name="csY11" fmla="*/ 1969706 h 1971462"/>
              <a:gd name="csX12" fmla="*/ 2206443 w 3175874"/>
              <a:gd name="csY12" fmla="*/ 1923791 h 1971462"/>
              <a:gd name="csX13" fmla="*/ 2038302 w 3175874"/>
              <a:gd name="csY13" fmla="*/ 1706209 h 1971462"/>
              <a:gd name="csX14" fmla="*/ 1754633 w 3175874"/>
              <a:gd name="csY14" fmla="*/ 1496607 h 1971462"/>
              <a:gd name="csX15" fmla="*/ 1459303 w 3175874"/>
              <a:gd name="csY15" fmla="*/ 1722820 h 1971462"/>
              <a:gd name="csX16" fmla="*/ 822236 w 3175874"/>
              <a:gd name="csY16" fmla="*/ 1833465 h 1971462"/>
              <a:gd name="csX17" fmla="*/ 303140 w 3175874"/>
              <a:gd name="csY17" fmla="*/ 1735966 h 1971462"/>
              <a:gd name="csX18" fmla="*/ 37305 w 3175874"/>
              <a:gd name="csY18" fmla="*/ 1296110 h 1971462"/>
              <a:gd name="csX19" fmla="*/ 127750 w 3175874"/>
              <a:gd name="csY19" fmla="*/ 915958 h 1971462"/>
              <a:gd name="csX20" fmla="*/ 585149 w 3175874"/>
              <a:gd name="csY20" fmla="*/ 236972 h 1971462"/>
              <a:gd name="csX21" fmla="*/ 1221607 w 3175874"/>
              <a:gd name="csY21" fmla="*/ 71574 h 1971462"/>
              <a:gd name="csX0" fmla="*/ 1221607 w 3175874"/>
              <a:gd name="csY0" fmla="*/ 71574 h 1971462"/>
              <a:gd name="csX1" fmla="*/ 1805009 w 3175874"/>
              <a:gd name="csY1" fmla="*/ 0 h 1971462"/>
              <a:gd name="csX2" fmla="*/ 2277552 w 3175874"/>
              <a:gd name="csY2" fmla="*/ 240140 h 1971462"/>
              <a:gd name="csX3" fmla="*/ 2514670 w 3175874"/>
              <a:gd name="csY3" fmla="*/ 440273 h 1971462"/>
              <a:gd name="csX4" fmla="*/ 2668801 w 3175874"/>
              <a:gd name="csY4" fmla="*/ 663925 h 1971462"/>
              <a:gd name="csX5" fmla="*/ 2417445 w 3175874"/>
              <a:gd name="csY5" fmla="*/ 714970 h 1971462"/>
              <a:gd name="csX6" fmla="*/ 2463152 w 3175874"/>
              <a:gd name="csY6" fmla="*/ 903429 h 1971462"/>
              <a:gd name="csX7" fmla="*/ 2682472 w 3175874"/>
              <a:gd name="csY7" fmla="*/ 1173010 h 1971462"/>
              <a:gd name="csX8" fmla="*/ 3168525 w 3175874"/>
              <a:gd name="csY8" fmla="*/ 1562605 h 1971462"/>
              <a:gd name="csX9" fmla="*/ 3086028 w 3175874"/>
              <a:gd name="csY9" fmla="*/ 1816990 h 1971462"/>
              <a:gd name="csX10" fmla="*/ 2899201 w 3175874"/>
              <a:gd name="csY10" fmla="*/ 1899162 h 1971462"/>
              <a:gd name="csX11" fmla="*/ 2614391 w 3175874"/>
              <a:gd name="csY11" fmla="*/ 1969706 h 1971462"/>
              <a:gd name="csX12" fmla="*/ 2206443 w 3175874"/>
              <a:gd name="csY12" fmla="*/ 1923791 h 1971462"/>
              <a:gd name="csX13" fmla="*/ 2038302 w 3175874"/>
              <a:gd name="csY13" fmla="*/ 1706209 h 1971462"/>
              <a:gd name="csX14" fmla="*/ 1754633 w 3175874"/>
              <a:gd name="csY14" fmla="*/ 1496607 h 1971462"/>
              <a:gd name="csX15" fmla="*/ 1459303 w 3175874"/>
              <a:gd name="csY15" fmla="*/ 1722820 h 1971462"/>
              <a:gd name="csX16" fmla="*/ 822236 w 3175874"/>
              <a:gd name="csY16" fmla="*/ 1833465 h 1971462"/>
              <a:gd name="csX17" fmla="*/ 303140 w 3175874"/>
              <a:gd name="csY17" fmla="*/ 1735966 h 1971462"/>
              <a:gd name="csX18" fmla="*/ 37305 w 3175874"/>
              <a:gd name="csY18" fmla="*/ 1296110 h 1971462"/>
              <a:gd name="csX19" fmla="*/ 127750 w 3175874"/>
              <a:gd name="csY19" fmla="*/ 915958 h 1971462"/>
              <a:gd name="csX20" fmla="*/ 585149 w 3175874"/>
              <a:gd name="csY20" fmla="*/ 236972 h 1971462"/>
              <a:gd name="csX21" fmla="*/ 1221607 w 3175874"/>
              <a:gd name="csY21" fmla="*/ 71574 h 1971462"/>
              <a:gd name="csX0" fmla="*/ 1233418 w 3187685"/>
              <a:gd name="csY0" fmla="*/ 71574 h 1971462"/>
              <a:gd name="csX1" fmla="*/ 1816820 w 3187685"/>
              <a:gd name="csY1" fmla="*/ 0 h 1971462"/>
              <a:gd name="csX2" fmla="*/ 2289363 w 3187685"/>
              <a:gd name="csY2" fmla="*/ 240140 h 1971462"/>
              <a:gd name="csX3" fmla="*/ 2526481 w 3187685"/>
              <a:gd name="csY3" fmla="*/ 440273 h 1971462"/>
              <a:gd name="csX4" fmla="*/ 2680612 w 3187685"/>
              <a:gd name="csY4" fmla="*/ 663925 h 1971462"/>
              <a:gd name="csX5" fmla="*/ 2429256 w 3187685"/>
              <a:gd name="csY5" fmla="*/ 714970 h 1971462"/>
              <a:gd name="csX6" fmla="*/ 2474963 w 3187685"/>
              <a:gd name="csY6" fmla="*/ 903429 h 1971462"/>
              <a:gd name="csX7" fmla="*/ 2694283 w 3187685"/>
              <a:gd name="csY7" fmla="*/ 1173010 h 1971462"/>
              <a:gd name="csX8" fmla="*/ 3180336 w 3187685"/>
              <a:gd name="csY8" fmla="*/ 1562605 h 1971462"/>
              <a:gd name="csX9" fmla="*/ 3097839 w 3187685"/>
              <a:gd name="csY9" fmla="*/ 1816990 h 1971462"/>
              <a:gd name="csX10" fmla="*/ 2911012 w 3187685"/>
              <a:gd name="csY10" fmla="*/ 1899162 h 1971462"/>
              <a:gd name="csX11" fmla="*/ 2626202 w 3187685"/>
              <a:gd name="csY11" fmla="*/ 1969706 h 1971462"/>
              <a:gd name="csX12" fmla="*/ 2218254 w 3187685"/>
              <a:gd name="csY12" fmla="*/ 1923791 h 1971462"/>
              <a:gd name="csX13" fmla="*/ 2050113 w 3187685"/>
              <a:gd name="csY13" fmla="*/ 1706209 h 1971462"/>
              <a:gd name="csX14" fmla="*/ 1766444 w 3187685"/>
              <a:gd name="csY14" fmla="*/ 1496607 h 1971462"/>
              <a:gd name="csX15" fmla="*/ 1471114 w 3187685"/>
              <a:gd name="csY15" fmla="*/ 1722820 h 1971462"/>
              <a:gd name="csX16" fmla="*/ 834047 w 3187685"/>
              <a:gd name="csY16" fmla="*/ 1833465 h 1971462"/>
              <a:gd name="csX17" fmla="*/ 314951 w 3187685"/>
              <a:gd name="csY17" fmla="*/ 1735966 h 1971462"/>
              <a:gd name="csX18" fmla="*/ 49116 w 3187685"/>
              <a:gd name="csY18" fmla="*/ 1296110 h 1971462"/>
              <a:gd name="csX19" fmla="*/ 90821 w 3187685"/>
              <a:gd name="csY19" fmla="*/ 862420 h 1971462"/>
              <a:gd name="csX20" fmla="*/ 596960 w 3187685"/>
              <a:gd name="csY20" fmla="*/ 236972 h 1971462"/>
              <a:gd name="csX21" fmla="*/ 1233418 w 3187685"/>
              <a:gd name="csY21" fmla="*/ 71574 h 1971462"/>
              <a:gd name="csX0" fmla="*/ 1233418 w 3187685"/>
              <a:gd name="csY0" fmla="*/ 71574 h 1971462"/>
              <a:gd name="csX1" fmla="*/ 1816820 w 3187685"/>
              <a:gd name="csY1" fmla="*/ 0 h 1971462"/>
              <a:gd name="csX2" fmla="*/ 2289363 w 3187685"/>
              <a:gd name="csY2" fmla="*/ 240140 h 1971462"/>
              <a:gd name="csX3" fmla="*/ 2526481 w 3187685"/>
              <a:gd name="csY3" fmla="*/ 440273 h 1971462"/>
              <a:gd name="csX4" fmla="*/ 2680612 w 3187685"/>
              <a:gd name="csY4" fmla="*/ 663925 h 1971462"/>
              <a:gd name="csX5" fmla="*/ 2429256 w 3187685"/>
              <a:gd name="csY5" fmla="*/ 714970 h 1971462"/>
              <a:gd name="csX6" fmla="*/ 2474963 w 3187685"/>
              <a:gd name="csY6" fmla="*/ 903429 h 1971462"/>
              <a:gd name="csX7" fmla="*/ 2694283 w 3187685"/>
              <a:gd name="csY7" fmla="*/ 1173010 h 1971462"/>
              <a:gd name="csX8" fmla="*/ 3180336 w 3187685"/>
              <a:gd name="csY8" fmla="*/ 1562605 h 1971462"/>
              <a:gd name="csX9" fmla="*/ 3097839 w 3187685"/>
              <a:gd name="csY9" fmla="*/ 1816990 h 1971462"/>
              <a:gd name="csX10" fmla="*/ 2911012 w 3187685"/>
              <a:gd name="csY10" fmla="*/ 1899162 h 1971462"/>
              <a:gd name="csX11" fmla="*/ 2626202 w 3187685"/>
              <a:gd name="csY11" fmla="*/ 1969706 h 1971462"/>
              <a:gd name="csX12" fmla="*/ 2218254 w 3187685"/>
              <a:gd name="csY12" fmla="*/ 1923791 h 1971462"/>
              <a:gd name="csX13" fmla="*/ 2050113 w 3187685"/>
              <a:gd name="csY13" fmla="*/ 1706209 h 1971462"/>
              <a:gd name="csX14" fmla="*/ 1766444 w 3187685"/>
              <a:gd name="csY14" fmla="*/ 1496607 h 1971462"/>
              <a:gd name="csX15" fmla="*/ 1471114 w 3187685"/>
              <a:gd name="csY15" fmla="*/ 1722820 h 1971462"/>
              <a:gd name="csX16" fmla="*/ 834047 w 3187685"/>
              <a:gd name="csY16" fmla="*/ 1833465 h 1971462"/>
              <a:gd name="csX17" fmla="*/ 314951 w 3187685"/>
              <a:gd name="csY17" fmla="*/ 1735966 h 1971462"/>
              <a:gd name="csX18" fmla="*/ 49116 w 3187685"/>
              <a:gd name="csY18" fmla="*/ 1296110 h 1971462"/>
              <a:gd name="csX19" fmla="*/ 90821 w 3187685"/>
              <a:gd name="csY19" fmla="*/ 862420 h 1971462"/>
              <a:gd name="csX20" fmla="*/ 623818 w 3187685"/>
              <a:gd name="csY20" fmla="*/ 336793 h 1971462"/>
              <a:gd name="csX21" fmla="*/ 1233418 w 3187685"/>
              <a:gd name="csY21" fmla="*/ 71574 h 1971462"/>
              <a:gd name="csX0" fmla="*/ 1227638 w 3187685"/>
              <a:gd name="csY0" fmla="*/ 161191 h 1971462"/>
              <a:gd name="csX1" fmla="*/ 1816820 w 3187685"/>
              <a:gd name="csY1" fmla="*/ 0 h 1971462"/>
              <a:gd name="csX2" fmla="*/ 2289363 w 3187685"/>
              <a:gd name="csY2" fmla="*/ 240140 h 1971462"/>
              <a:gd name="csX3" fmla="*/ 2526481 w 3187685"/>
              <a:gd name="csY3" fmla="*/ 440273 h 1971462"/>
              <a:gd name="csX4" fmla="*/ 2680612 w 3187685"/>
              <a:gd name="csY4" fmla="*/ 663925 h 1971462"/>
              <a:gd name="csX5" fmla="*/ 2429256 w 3187685"/>
              <a:gd name="csY5" fmla="*/ 714970 h 1971462"/>
              <a:gd name="csX6" fmla="*/ 2474963 w 3187685"/>
              <a:gd name="csY6" fmla="*/ 903429 h 1971462"/>
              <a:gd name="csX7" fmla="*/ 2694283 w 3187685"/>
              <a:gd name="csY7" fmla="*/ 1173010 h 1971462"/>
              <a:gd name="csX8" fmla="*/ 3180336 w 3187685"/>
              <a:gd name="csY8" fmla="*/ 1562605 h 1971462"/>
              <a:gd name="csX9" fmla="*/ 3097839 w 3187685"/>
              <a:gd name="csY9" fmla="*/ 1816990 h 1971462"/>
              <a:gd name="csX10" fmla="*/ 2911012 w 3187685"/>
              <a:gd name="csY10" fmla="*/ 1899162 h 1971462"/>
              <a:gd name="csX11" fmla="*/ 2626202 w 3187685"/>
              <a:gd name="csY11" fmla="*/ 1969706 h 1971462"/>
              <a:gd name="csX12" fmla="*/ 2218254 w 3187685"/>
              <a:gd name="csY12" fmla="*/ 1923791 h 1971462"/>
              <a:gd name="csX13" fmla="*/ 2050113 w 3187685"/>
              <a:gd name="csY13" fmla="*/ 1706209 h 1971462"/>
              <a:gd name="csX14" fmla="*/ 1766444 w 3187685"/>
              <a:gd name="csY14" fmla="*/ 1496607 h 1971462"/>
              <a:gd name="csX15" fmla="*/ 1471114 w 3187685"/>
              <a:gd name="csY15" fmla="*/ 1722820 h 1971462"/>
              <a:gd name="csX16" fmla="*/ 834047 w 3187685"/>
              <a:gd name="csY16" fmla="*/ 1833465 h 1971462"/>
              <a:gd name="csX17" fmla="*/ 314951 w 3187685"/>
              <a:gd name="csY17" fmla="*/ 1735966 h 1971462"/>
              <a:gd name="csX18" fmla="*/ 49116 w 3187685"/>
              <a:gd name="csY18" fmla="*/ 1296110 h 1971462"/>
              <a:gd name="csX19" fmla="*/ 90821 w 3187685"/>
              <a:gd name="csY19" fmla="*/ 862420 h 1971462"/>
              <a:gd name="csX20" fmla="*/ 623818 w 3187685"/>
              <a:gd name="csY20" fmla="*/ 336793 h 1971462"/>
              <a:gd name="csX21" fmla="*/ 1227638 w 3187685"/>
              <a:gd name="csY21" fmla="*/ 161191 h 1971462"/>
              <a:gd name="csX0" fmla="*/ 1227638 w 3187685"/>
              <a:gd name="csY0" fmla="*/ 28193 h 1838464"/>
              <a:gd name="csX1" fmla="*/ 1885164 w 3187685"/>
              <a:gd name="csY1" fmla="*/ 90984 h 1838464"/>
              <a:gd name="csX2" fmla="*/ 2289363 w 3187685"/>
              <a:gd name="csY2" fmla="*/ 107142 h 1838464"/>
              <a:gd name="csX3" fmla="*/ 2526481 w 3187685"/>
              <a:gd name="csY3" fmla="*/ 307275 h 1838464"/>
              <a:gd name="csX4" fmla="*/ 2680612 w 3187685"/>
              <a:gd name="csY4" fmla="*/ 530927 h 1838464"/>
              <a:gd name="csX5" fmla="*/ 2429256 w 3187685"/>
              <a:gd name="csY5" fmla="*/ 581972 h 1838464"/>
              <a:gd name="csX6" fmla="*/ 2474963 w 3187685"/>
              <a:gd name="csY6" fmla="*/ 770431 h 1838464"/>
              <a:gd name="csX7" fmla="*/ 2694283 w 3187685"/>
              <a:gd name="csY7" fmla="*/ 1040012 h 1838464"/>
              <a:gd name="csX8" fmla="*/ 3180336 w 3187685"/>
              <a:gd name="csY8" fmla="*/ 1429607 h 1838464"/>
              <a:gd name="csX9" fmla="*/ 3097839 w 3187685"/>
              <a:gd name="csY9" fmla="*/ 1683992 h 1838464"/>
              <a:gd name="csX10" fmla="*/ 2911012 w 3187685"/>
              <a:gd name="csY10" fmla="*/ 1766164 h 1838464"/>
              <a:gd name="csX11" fmla="*/ 2626202 w 3187685"/>
              <a:gd name="csY11" fmla="*/ 1836708 h 1838464"/>
              <a:gd name="csX12" fmla="*/ 2218254 w 3187685"/>
              <a:gd name="csY12" fmla="*/ 1790793 h 1838464"/>
              <a:gd name="csX13" fmla="*/ 2050113 w 3187685"/>
              <a:gd name="csY13" fmla="*/ 1573211 h 1838464"/>
              <a:gd name="csX14" fmla="*/ 1766444 w 3187685"/>
              <a:gd name="csY14" fmla="*/ 1363609 h 1838464"/>
              <a:gd name="csX15" fmla="*/ 1471114 w 3187685"/>
              <a:gd name="csY15" fmla="*/ 1589822 h 1838464"/>
              <a:gd name="csX16" fmla="*/ 834047 w 3187685"/>
              <a:gd name="csY16" fmla="*/ 1700467 h 1838464"/>
              <a:gd name="csX17" fmla="*/ 314951 w 3187685"/>
              <a:gd name="csY17" fmla="*/ 1602968 h 1838464"/>
              <a:gd name="csX18" fmla="*/ 49116 w 3187685"/>
              <a:gd name="csY18" fmla="*/ 1163112 h 1838464"/>
              <a:gd name="csX19" fmla="*/ 90821 w 3187685"/>
              <a:gd name="csY19" fmla="*/ 729422 h 1838464"/>
              <a:gd name="csX20" fmla="*/ 623818 w 3187685"/>
              <a:gd name="csY20" fmla="*/ 203795 h 1838464"/>
              <a:gd name="csX21" fmla="*/ 1227638 w 3187685"/>
              <a:gd name="csY21" fmla="*/ 28193 h 1838464"/>
              <a:gd name="csX0" fmla="*/ 1227638 w 3187685"/>
              <a:gd name="csY0" fmla="*/ 28193 h 1838464"/>
              <a:gd name="csX1" fmla="*/ 1885164 w 3187685"/>
              <a:gd name="csY1" fmla="*/ 90984 h 1838464"/>
              <a:gd name="csX2" fmla="*/ 2113690 w 3187685"/>
              <a:gd name="csY2" fmla="*/ 305486 h 1838464"/>
              <a:gd name="csX3" fmla="*/ 2526481 w 3187685"/>
              <a:gd name="csY3" fmla="*/ 307275 h 1838464"/>
              <a:gd name="csX4" fmla="*/ 2680612 w 3187685"/>
              <a:gd name="csY4" fmla="*/ 530927 h 1838464"/>
              <a:gd name="csX5" fmla="*/ 2429256 w 3187685"/>
              <a:gd name="csY5" fmla="*/ 581972 h 1838464"/>
              <a:gd name="csX6" fmla="*/ 2474963 w 3187685"/>
              <a:gd name="csY6" fmla="*/ 770431 h 1838464"/>
              <a:gd name="csX7" fmla="*/ 2694283 w 3187685"/>
              <a:gd name="csY7" fmla="*/ 1040012 h 1838464"/>
              <a:gd name="csX8" fmla="*/ 3180336 w 3187685"/>
              <a:gd name="csY8" fmla="*/ 1429607 h 1838464"/>
              <a:gd name="csX9" fmla="*/ 3097839 w 3187685"/>
              <a:gd name="csY9" fmla="*/ 1683992 h 1838464"/>
              <a:gd name="csX10" fmla="*/ 2911012 w 3187685"/>
              <a:gd name="csY10" fmla="*/ 1766164 h 1838464"/>
              <a:gd name="csX11" fmla="*/ 2626202 w 3187685"/>
              <a:gd name="csY11" fmla="*/ 1836708 h 1838464"/>
              <a:gd name="csX12" fmla="*/ 2218254 w 3187685"/>
              <a:gd name="csY12" fmla="*/ 1790793 h 1838464"/>
              <a:gd name="csX13" fmla="*/ 2050113 w 3187685"/>
              <a:gd name="csY13" fmla="*/ 1573211 h 1838464"/>
              <a:gd name="csX14" fmla="*/ 1766444 w 3187685"/>
              <a:gd name="csY14" fmla="*/ 1363609 h 1838464"/>
              <a:gd name="csX15" fmla="*/ 1471114 w 3187685"/>
              <a:gd name="csY15" fmla="*/ 1589822 h 1838464"/>
              <a:gd name="csX16" fmla="*/ 834047 w 3187685"/>
              <a:gd name="csY16" fmla="*/ 1700467 h 1838464"/>
              <a:gd name="csX17" fmla="*/ 314951 w 3187685"/>
              <a:gd name="csY17" fmla="*/ 1602968 h 1838464"/>
              <a:gd name="csX18" fmla="*/ 49116 w 3187685"/>
              <a:gd name="csY18" fmla="*/ 1163112 h 1838464"/>
              <a:gd name="csX19" fmla="*/ 90821 w 3187685"/>
              <a:gd name="csY19" fmla="*/ 729422 h 1838464"/>
              <a:gd name="csX20" fmla="*/ 623818 w 3187685"/>
              <a:gd name="csY20" fmla="*/ 203795 h 1838464"/>
              <a:gd name="csX21" fmla="*/ 1227638 w 3187685"/>
              <a:gd name="csY21" fmla="*/ 28193 h 1838464"/>
              <a:gd name="csX0" fmla="*/ 1227638 w 3187685"/>
              <a:gd name="csY0" fmla="*/ 28193 h 1838464"/>
              <a:gd name="csX1" fmla="*/ 1885164 w 3187685"/>
              <a:gd name="csY1" fmla="*/ 90984 h 1838464"/>
              <a:gd name="csX2" fmla="*/ 2113690 w 3187685"/>
              <a:gd name="csY2" fmla="*/ 305486 h 1838464"/>
              <a:gd name="csX3" fmla="*/ 2364826 w 3187685"/>
              <a:gd name="csY3" fmla="*/ 358042 h 1838464"/>
              <a:gd name="csX4" fmla="*/ 2680612 w 3187685"/>
              <a:gd name="csY4" fmla="*/ 530927 h 1838464"/>
              <a:gd name="csX5" fmla="*/ 2429256 w 3187685"/>
              <a:gd name="csY5" fmla="*/ 581972 h 1838464"/>
              <a:gd name="csX6" fmla="*/ 2474963 w 3187685"/>
              <a:gd name="csY6" fmla="*/ 770431 h 1838464"/>
              <a:gd name="csX7" fmla="*/ 2694283 w 3187685"/>
              <a:gd name="csY7" fmla="*/ 1040012 h 1838464"/>
              <a:gd name="csX8" fmla="*/ 3180336 w 3187685"/>
              <a:gd name="csY8" fmla="*/ 1429607 h 1838464"/>
              <a:gd name="csX9" fmla="*/ 3097839 w 3187685"/>
              <a:gd name="csY9" fmla="*/ 1683992 h 1838464"/>
              <a:gd name="csX10" fmla="*/ 2911012 w 3187685"/>
              <a:gd name="csY10" fmla="*/ 1766164 h 1838464"/>
              <a:gd name="csX11" fmla="*/ 2626202 w 3187685"/>
              <a:gd name="csY11" fmla="*/ 1836708 h 1838464"/>
              <a:gd name="csX12" fmla="*/ 2218254 w 3187685"/>
              <a:gd name="csY12" fmla="*/ 1790793 h 1838464"/>
              <a:gd name="csX13" fmla="*/ 2050113 w 3187685"/>
              <a:gd name="csY13" fmla="*/ 1573211 h 1838464"/>
              <a:gd name="csX14" fmla="*/ 1766444 w 3187685"/>
              <a:gd name="csY14" fmla="*/ 1363609 h 1838464"/>
              <a:gd name="csX15" fmla="*/ 1471114 w 3187685"/>
              <a:gd name="csY15" fmla="*/ 1589822 h 1838464"/>
              <a:gd name="csX16" fmla="*/ 834047 w 3187685"/>
              <a:gd name="csY16" fmla="*/ 1700467 h 1838464"/>
              <a:gd name="csX17" fmla="*/ 314951 w 3187685"/>
              <a:gd name="csY17" fmla="*/ 1602968 h 1838464"/>
              <a:gd name="csX18" fmla="*/ 49116 w 3187685"/>
              <a:gd name="csY18" fmla="*/ 1163112 h 1838464"/>
              <a:gd name="csX19" fmla="*/ 90821 w 3187685"/>
              <a:gd name="csY19" fmla="*/ 729422 h 1838464"/>
              <a:gd name="csX20" fmla="*/ 623818 w 3187685"/>
              <a:gd name="csY20" fmla="*/ 203795 h 1838464"/>
              <a:gd name="csX21" fmla="*/ 1227638 w 3187685"/>
              <a:gd name="csY21" fmla="*/ 28193 h 1838464"/>
              <a:gd name="csX0" fmla="*/ 1227638 w 3187685"/>
              <a:gd name="csY0" fmla="*/ 28193 h 1838464"/>
              <a:gd name="csX1" fmla="*/ 1885164 w 3187685"/>
              <a:gd name="csY1" fmla="*/ 90984 h 1838464"/>
              <a:gd name="csX2" fmla="*/ 2113690 w 3187685"/>
              <a:gd name="csY2" fmla="*/ 305486 h 1838464"/>
              <a:gd name="csX3" fmla="*/ 2364826 w 3187685"/>
              <a:gd name="csY3" fmla="*/ 358042 h 1838464"/>
              <a:gd name="csX4" fmla="*/ 2429256 w 3187685"/>
              <a:gd name="csY4" fmla="*/ 581972 h 1838464"/>
              <a:gd name="csX5" fmla="*/ 2474963 w 3187685"/>
              <a:gd name="csY5" fmla="*/ 770431 h 1838464"/>
              <a:gd name="csX6" fmla="*/ 2694283 w 3187685"/>
              <a:gd name="csY6" fmla="*/ 1040012 h 1838464"/>
              <a:gd name="csX7" fmla="*/ 3180336 w 3187685"/>
              <a:gd name="csY7" fmla="*/ 1429607 h 1838464"/>
              <a:gd name="csX8" fmla="*/ 3097839 w 3187685"/>
              <a:gd name="csY8" fmla="*/ 1683992 h 1838464"/>
              <a:gd name="csX9" fmla="*/ 2911012 w 3187685"/>
              <a:gd name="csY9" fmla="*/ 1766164 h 1838464"/>
              <a:gd name="csX10" fmla="*/ 2626202 w 3187685"/>
              <a:gd name="csY10" fmla="*/ 1836708 h 1838464"/>
              <a:gd name="csX11" fmla="*/ 2218254 w 3187685"/>
              <a:gd name="csY11" fmla="*/ 1790793 h 1838464"/>
              <a:gd name="csX12" fmla="*/ 2050113 w 3187685"/>
              <a:gd name="csY12" fmla="*/ 1573211 h 1838464"/>
              <a:gd name="csX13" fmla="*/ 1766444 w 3187685"/>
              <a:gd name="csY13" fmla="*/ 1363609 h 1838464"/>
              <a:gd name="csX14" fmla="*/ 1471114 w 3187685"/>
              <a:gd name="csY14" fmla="*/ 1589822 h 1838464"/>
              <a:gd name="csX15" fmla="*/ 834047 w 3187685"/>
              <a:gd name="csY15" fmla="*/ 1700467 h 1838464"/>
              <a:gd name="csX16" fmla="*/ 314951 w 3187685"/>
              <a:gd name="csY16" fmla="*/ 1602968 h 1838464"/>
              <a:gd name="csX17" fmla="*/ 49116 w 3187685"/>
              <a:gd name="csY17" fmla="*/ 1163112 h 1838464"/>
              <a:gd name="csX18" fmla="*/ 90821 w 3187685"/>
              <a:gd name="csY18" fmla="*/ 729422 h 1838464"/>
              <a:gd name="csX19" fmla="*/ 623818 w 3187685"/>
              <a:gd name="csY19" fmla="*/ 203795 h 1838464"/>
              <a:gd name="csX20" fmla="*/ 1227638 w 3187685"/>
              <a:gd name="csY20" fmla="*/ 28193 h 1838464"/>
              <a:gd name="csX0" fmla="*/ 1202485 w 3162532"/>
              <a:gd name="csY0" fmla="*/ 28193 h 1838464"/>
              <a:gd name="csX1" fmla="*/ 1860011 w 3162532"/>
              <a:gd name="csY1" fmla="*/ 90984 h 1838464"/>
              <a:gd name="csX2" fmla="*/ 2088537 w 3162532"/>
              <a:gd name="csY2" fmla="*/ 305486 h 1838464"/>
              <a:gd name="csX3" fmla="*/ 2339673 w 3162532"/>
              <a:gd name="csY3" fmla="*/ 358042 h 1838464"/>
              <a:gd name="csX4" fmla="*/ 2404103 w 3162532"/>
              <a:gd name="csY4" fmla="*/ 581972 h 1838464"/>
              <a:gd name="csX5" fmla="*/ 2449810 w 3162532"/>
              <a:gd name="csY5" fmla="*/ 770431 h 1838464"/>
              <a:gd name="csX6" fmla="*/ 2669130 w 3162532"/>
              <a:gd name="csY6" fmla="*/ 1040012 h 1838464"/>
              <a:gd name="csX7" fmla="*/ 3155183 w 3162532"/>
              <a:gd name="csY7" fmla="*/ 1429607 h 1838464"/>
              <a:gd name="csX8" fmla="*/ 3072686 w 3162532"/>
              <a:gd name="csY8" fmla="*/ 1683992 h 1838464"/>
              <a:gd name="csX9" fmla="*/ 2885859 w 3162532"/>
              <a:gd name="csY9" fmla="*/ 1766164 h 1838464"/>
              <a:gd name="csX10" fmla="*/ 2601049 w 3162532"/>
              <a:gd name="csY10" fmla="*/ 1836708 h 1838464"/>
              <a:gd name="csX11" fmla="*/ 2193101 w 3162532"/>
              <a:gd name="csY11" fmla="*/ 1790793 h 1838464"/>
              <a:gd name="csX12" fmla="*/ 2024960 w 3162532"/>
              <a:gd name="csY12" fmla="*/ 1573211 h 1838464"/>
              <a:gd name="csX13" fmla="*/ 1741291 w 3162532"/>
              <a:gd name="csY13" fmla="*/ 1363609 h 1838464"/>
              <a:gd name="csX14" fmla="*/ 1445961 w 3162532"/>
              <a:gd name="csY14" fmla="*/ 1589822 h 1838464"/>
              <a:gd name="csX15" fmla="*/ 808894 w 3162532"/>
              <a:gd name="csY15" fmla="*/ 1700467 h 1838464"/>
              <a:gd name="csX16" fmla="*/ 289798 w 3162532"/>
              <a:gd name="csY16" fmla="*/ 1602968 h 1838464"/>
              <a:gd name="csX17" fmla="*/ 23963 w 3162532"/>
              <a:gd name="csY17" fmla="*/ 1163112 h 1838464"/>
              <a:gd name="csX18" fmla="*/ 65668 w 3162532"/>
              <a:gd name="csY18" fmla="*/ 729422 h 1838464"/>
              <a:gd name="csX19" fmla="*/ 598665 w 3162532"/>
              <a:gd name="csY19" fmla="*/ 203795 h 1838464"/>
              <a:gd name="csX20" fmla="*/ 1202485 w 316253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453211 w 3169782"/>
              <a:gd name="csY14" fmla="*/ 1589822 h 1838464"/>
              <a:gd name="csX15" fmla="*/ 816144 w 3169782"/>
              <a:gd name="csY15" fmla="*/ 1700467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453211 w 3169782"/>
              <a:gd name="csY14" fmla="*/ 1589822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453211 w 3169782"/>
              <a:gd name="csY14" fmla="*/ 1589822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453211 w 3169782"/>
              <a:gd name="csY14" fmla="*/ 1589822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453211 w 3169782"/>
              <a:gd name="csY14" fmla="*/ 1589822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453211 w 3169782"/>
              <a:gd name="csY14" fmla="*/ 1589822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324410 w 3169782"/>
              <a:gd name="csY14" fmla="*/ 1612561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324410 w 3169782"/>
              <a:gd name="csY14" fmla="*/ 1612561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324410 w 3169782"/>
              <a:gd name="csY14" fmla="*/ 1612561 h 1838464"/>
              <a:gd name="csX15" fmla="*/ 848536 w 3169782"/>
              <a:gd name="csY15" fmla="*/ 1707506 h 1838464"/>
              <a:gd name="csX16" fmla="*/ 297048 w 3169782"/>
              <a:gd name="csY16" fmla="*/ 1602968 h 1838464"/>
              <a:gd name="csX17" fmla="*/ 20518 w 3169782"/>
              <a:gd name="csY17" fmla="*/ 1189419 h 1838464"/>
              <a:gd name="csX18" fmla="*/ 72918 w 3169782"/>
              <a:gd name="csY18" fmla="*/ 729422 h 1838464"/>
              <a:gd name="csX19" fmla="*/ 605915 w 3169782"/>
              <a:gd name="csY19" fmla="*/ 203795 h 1838464"/>
              <a:gd name="csX20" fmla="*/ 1209735 w 3169782"/>
              <a:gd name="csY20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553183 w 3169782"/>
              <a:gd name="csY14" fmla="*/ 1483234 h 1838464"/>
              <a:gd name="csX15" fmla="*/ 1324410 w 3169782"/>
              <a:gd name="csY15" fmla="*/ 1612561 h 1838464"/>
              <a:gd name="csX16" fmla="*/ 848536 w 3169782"/>
              <a:gd name="csY16" fmla="*/ 1707506 h 1838464"/>
              <a:gd name="csX17" fmla="*/ 297048 w 3169782"/>
              <a:gd name="csY17" fmla="*/ 1602968 h 1838464"/>
              <a:gd name="csX18" fmla="*/ 20518 w 3169782"/>
              <a:gd name="csY18" fmla="*/ 1189419 h 1838464"/>
              <a:gd name="csX19" fmla="*/ 72918 w 3169782"/>
              <a:gd name="csY19" fmla="*/ 729422 h 1838464"/>
              <a:gd name="csX20" fmla="*/ 605915 w 3169782"/>
              <a:gd name="csY20" fmla="*/ 203795 h 1838464"/>
              <a:gd name="csX21" fmla="*/ 1209735 w 3169782"/>
              <a:gd name="csY21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553183 w 3169782"/>
              <a:gd name="csY14" fmla="*/ 1483234 h 1838464"/>
              <a:gd name="csX15" fmla="*/ 1324410 w 3169782"/>
              <a:gd name="csY15" fmla="*/ 1612561 h 1838464"/>
              <a:gd name="csX16" fmla="*/ 848536 w 3169782"/>
              <a:gd name="csY16" fmla="*/ 1707506 h 1838464"/>
              <a:gd name="csX17" fmla="*/ 297048 w 3169782"/>
              <a:gd name="csY17" fmla="*/ 1602968 h 1838464"/>
              <a:gd name="csX18" fmla="*/ 20518 w 3169782"/>
              <a:gd name="csY18" fmla="*/ 1189419 h 1838464"/>
              <a:gd name="csX19" fmla="*/ 72918 w 3169782"/>
              <a:gd name="csY19" fmla="*/ 729422 h 1838464"/>
              <a:gd name="csX20" fmla="*/ 605915 w 3169782"/>
              <a:gd name="csY20" fmla="*/ 203795 h 1838464"/>
              <a:gd name="csX21" fmla="*/ 1209735 w 3169782"/>
              <a:gd name="csY21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553183 w 3169782"/>
              <a:gd name="csY14" fmla="*/ 1483234 h 1838464"/>
              <a:gd name="csX15" fmla="*/ 1324410 w 3169782"/>
              <a:gd name="csY15" fmla="*/ 1612561 h 1838464"/>
              <a:gd name="csX16" fmla="*/ 848536 w 3169782"/>
              <a:gd name="csY16" fmla="*/ 1707506 h 1838464"/>
              <a:gd name="csX17" fmla="*/ 297048 w 3169782"/>
              <a:gd name="csY17" fmla="*/ 1602968 h 1838464"/>
              <a:gd name="csX18" fmla="*/ 20518 w 3169782"/>
              <a:gd name="csY18" fmla="*/ 1189419 h 1838464"/>
              <a:gd name="csX19" fmla="*/ 72918 w 3169782"/>
              <a:gd name="csY19" fmla="*/ 729422 h 1838464"/>
              <a:gd name="csX20" fmla="*/ 605915 w 3169782"/>
              <a:gd name="csY20" fmla="*/ 203795 h 1838464"/>
              <a:gd name="csX21" fmla="*/ 1209735 w 3169782"/>
              <a:gd name="csY21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32210 w 3169782"/>
              <a:gd name="csY12" fmla="*/ 1573211 h 1838464"/>
              <a:gd name="csX13" fmla="*/ 1748541 w 3169782"/>
              <a:gd name="csY13" fmla="*/ 1363609 h 1838464"/>
              <a:gd name="csX14" fmla="*/ 1553183 w 3169782"/>
              <a:gd name="csY14" fmla="*/ 1483234 h 1838464"/>
              <a:gd name="csX15" fmla="*/ 1324410 w 3169782"/>
              <a:gd name="csY15" fmla="*/ 1612561 h 1838464"/>
              <a:gd name="csX16" fmla="*/ 848536 w 3169782"/>
              <a:gd name="csY16" fmla="*/ 1707506 h 1838464"/>
              <a:gd name="csX17" fmla="*/ 297048 w 3169782"/>
              <a:gd name="csY17" fmla="*/ 1602968 h 1838464"/>
              <a:gd name="csX18" fmla="*/ 20518 w 3169782"/>
              <a:gd name="csY18" fmla="*/ 1189419 h 1838464"/>
              <a:gd name="csX19" fmla="*/ 72918 w 3169782"/>
              <a:gd name="csY19" fmla="*/ 729422 h 1838464"/>
              <a:gd name="csX20" fmla="*/ 605915 w 3169782"/>
              <a:gd name="csY20" fmla="*/ 203795 h 1838464"/>
              <a:gd name="csX21" fmla="*/ 1209735 w 3169782"/>
              <a:gd name="csY21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1892840 w 3169782"/>
              <a:gd name="csY12" fmla="*/ 1459835 h 1838464"/>
              <a:gd name="csX13" fmla="*/ 1748541 w 3169782"/>
              <a:gd name="csY13" fmla="*/ 1363609 h 1838464"/>
              <a:gd name="csX14" fmla="*/ 1553183 w 3169782"/>
              <a:gd name="csY14" fmla="*/ 1483234 h 1838464"/>
              <a:gd name="csX15" fmla="*/ 1324410 w 3169782"/>
              <a:gd name="csY15" fmla="*/ 1612561 h 1838464"/>
              <a:gd name="csX16" fmla="*/ 848536 w 3169782"/>
              <a:gd name="csY16" fmla="*/ 1707506 h 1838464"/>
              <a:gd name="csX17" fmla="*/ 297048 w 3169782"/>
              <a:gd name="csY17" fmla="*/ 1602968 h 1838464"/>
              <a:gd name="csX18" fmla="*/ 20518 w 3169782"/>
              <a:gd name="csY18" fmla="*/ 1189419 h 1838464"/>
              <a:gd name="csX19" fmla="*/ 72918 w 3169782"/>
              <a:gd name="csY19" fmla="*/ 729422 h 1838464"/>
              <a:gd name="csX20" fmla="*/ 605915 w 3169782"/>
              <a:gd name="csY20" fmla="*/ 203795 h 1838464"/>
              <a:gd name="csX21" fmla="*/ 1209735 w 3169782"/>
              <a:gd name="csY21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1892840 w 3169782"/>
              <a:gd name="csY12" fmla="*/ 1459835 h 1838464"/>
              <a:gd name="csX13" fmla="*/ 1748541 w 3169782"/>
              <a:gd name="csY13" fmla="*/ 1363609 h 1838464"/>
              <a:gd name="csX14" fmla="*/ 1553183 w 3169782"/>
              <a:gd name="csY14" fmla="*/ 1483234 h 1838464"/>
              <a:gd name="csX15" fmla="*/ 1324410 w 3169782"/>
              <a:gd name="csY15" fmla="*/ 1612561 h 1838464"/>
              <a:gd name="csX16" fmla="*/ 848536 w 3169782"/>
              <a:gd name="csY16" fmla="*/ 1707506 h 1838464"/>
              <a:gd name="csX17" fmla="*/ 297048 w 3169782"/>
              <a:gd name="csY17" fmla="*/ 1602968 h 1838464"/>
              <a:gd name="csX18" fmla="*/ 20518 w 3169782"/>
              <a:gd name="csY18" fmla="*/ 1189419 h 1838464"/>
              <a:gd name="csX19" fmla="*/ 72918 w 3169782"/>
              <a:gd name="csY19" fmla="*/ 729422 h 1838464"/>
              <a:gd name="csX20" fmla="*/ 605915 w 3169782"/>
              <a:gd name="csY20" fmla="*/ 203795 h 1838464"/>
              <a:gd name="csX21" fmla="*/ 1209735 w 3169782"/>
              <a:gd name="csY21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1892840 w 3169782"/>
              <a:gd name="csY12" fmla="*/ 1459835 h 1838464"/>
              <a:gd name="csX13" fmla="*/ 1748541 w 3169782"/>
              <a:gd name="csY13" fmla="*/ 1363609 h 1838464"/>
              <a:gd name="csX14" fmla="*/ 1553183 w 3169782"/>
              <a:gd name="csY14" fmla="*/ 1483234 h 1838464"/>
              <a:gd name="csX15" fmla="*/ 1324410 w 3169782"/>
              <a:gd name="csY15" fmla="*/ 1612561 h 1838464"/>
              <a:gd name="csX16" fmla="*/ 848536 w 3169782"/>
              <a:gd name="csY16" fmla="*/ 1707506 h 1838464"/>
              <a:gd name="csX17" fmla="*/ 297048 w 3169782"/>
              <a:gd name="csY17" fmla="*/ 1602968 h 1838464"/>
              <a:gd name="csX18" fmla="*/ 20518 w 3169782"/>
              <a:gd name="csY18" fmla="*/ 1189419 h 1838464"/>
              <a:gd name="csX19" fmla="*/ 72918 w 3169782"/>
              <a:gd name="csY19" fmla="*/ 729422 h 1838464"/>
              <a:gd name="csX20" fmla="*/ 605915 w 3169782"/>
              <a:gd name="csY20" fmla="*/ 203795 h 1838464"/>
              <a:gd name="csX21" fmla="*/ 1209735 w 3169782"/>
              <a:gd name="csY21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23482 w 3169782"/>
              <a:gd name="csY12" fmla="*/ 1593207 h 1838464"/>
              <a:gd name="csX13" fmla="*/ 1892840 w 3169782"/>
              <a:gd name="csY13" fmla="*/ 1459835 h 1838464"/>
              <a:gd name="csX14" fmla="*/ 1748541 w 3169782"/>
              <a:gd name="csY14" fmla="*/ 1363609 h 1838464"/>
              <a:gd name="csX15" fmla="*/ 1553183 w 3169782"/>
              <a:gd name="csY15" fmla="*/ 1483234 h 1838464"/>
              <a:gd name="csX16" fmla="*/ 1324410 w 3169782"/>
              <a:gd name="csY16" fmla="*/ 1612561 h 1838464"/>
              <a:gd name="csX17" fmla="*/ 848536 w 3169782"/>
              <a:gd name="csY17" fmla="*/ 1707506 h 1838464"/>
              <a:gd name="csX18" fmla="*/ 297048 w 3169782"/>
              <a:gd name="csY18" fmla="*/ 1602968 h 1838464"/>
              <a:gd name="csX19" fmla="*/ 20518 w 3169782"/>
              <a:gd name="csY19" fmla="*/ 1189419 h 1838464"/>
              <a:gd name="csX20" fmla="*/ 72918 w 3169782"/>
              <a:gd name="csY20" fmla="*/ 729422 h 1838464"/>
              <a:gd name="csX21" fmla="*/ 605915 w 3169782"/>
              <a:gd name="csY21" fmla="*/ 203795 h 1838464"/>
              <a:gd name="csX22" fmla="*/ 1209735 w 3169782"/>
              <a:gd name="csY22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27847 w 3169782"/>
              <a:gd name="csY12" fmla="*/ 1567391 h 1838464"/>
              <a:gd name="csX13" fmla="*/ 1892840 w 3169782"/>
              <a:gd name="csY13" fmla="*/ 1459835 h 1838464"/>
              <a:gd name="csX14" fmla="*/ 1748541 w 3169782"/>
              <a:gd name="csY14" fmla="*/ 1363609 h 1838464"/>
              <a:gd name="csX15" fmla="*/ 1553183 w 3169782"/>
              <a:gd name="csY15" fmla="*/ 1483234 h 1838464"/>
              <a:gd name="csX16" fmla="*/ 1324410 w 3169782"/>
              <a:gd name="csY16" fmla="*/ 1612561 h 1838464"/>
              <a:gd name="csX17" fmla="*/ 848536 w 3169782"/>
              <a:gd name="csY17" fmla="*/ 1707506 h 1838464"/>
              <a:gd name="csX18" fmla="*/ 297048 w 3169782"/>
              <a:gd name="csY18" fmla="*/ 1602968 h 1838464"/>
              <a:gd name="csX19" fmla="*/ 20518 w 3169782"/>
              <a:gd name="csY19" fmla="*/ 1189419 h 1838464"/>
              <a:gd name="csX20" fmla="*/ 72918 w 3169782"/>
              <a:gd name="csY20" fmla="*/ 729422 h 1838464"/>
              <a:gd name="csX21" fmla="*/ 605915 w 3169782"/>
              <a:gd name="csY21" fmla="*/ 203795 h 1838464"/>
              <a:gd name="csX22" fmla="*/ 1209735 w 3169782"/>
              <a:gd name="csY22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27847 w 3169782"/>
              <a:gd name="csY12" fmla="*/ 1567391 h 1838464"/>
              <a:gd name="csX13" fmla="*/ 1892840 w 3169782"/>
              <a:gd name="csY13" fmla="*/ 1459835 h 1838464"/>
              <a:gd name="csX14" fmla="*/ 1748541 w 3169782"/>
              <a:gd name="csY14" fmla="*/ 1363609 h 1838464"/>
              <a:gd name="csX15" fmla="*/ 1553183 w 3169782"/>
              <a:gd name="csY15" fmla="*/ 1483234 h 1838464"/>
              <a:gd name="csX16" fmla="*/ 1324410 w 3169782"/>
              <a:gd name="csY16" fmla="*/ 1612561 h 1838464"/>
              <a:gd name="csX17" fmla="*/ 848536 w 3169782"/>
              <a:gd name="csY17" fmla="*/ 1707506 h 1838464"/>
              <a:gd name="csX18" fmla="*/ 297048 w 3169782"/>
              <a:gd name="csY18" fmla="*/ 1602968 h 1838464"/>
              <a:gd name="csX19" fmla="*/ 20518 w 3169782"/>
              <a:gd name="csY19" fmla="*/ 1189419 h 1838464"/>
              <a:gd name="csX20" fmla="*/ 72918 w 3169782"/>
              <a:gd name="csY20" fmla="*/ 729422 h 1838464"/>
              <a:gd name="csX21" fmla="*/ 605915 w 3169782"/>
              <a:gd name="csY21" fmla="*/ 203795 h 1838464"/>
              <a:gd name="csX22" fmla="*/ 1209735 w 3169782"/>
              <a:gd name="csY22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027847 w 3169782"/>
              <a:gd name="csY12" fmla="*/ 1567391 h 1838464"/>
              <a:gd name="csX13" fmla="*/ 1892840 w 3169782"/>
              <a:gd name="csY13" fmla="*/ 1459835 h 1838464"/>
              <a:gd name="csX14" fmla="*/ 1748541 w 3169782"/>
              <a:gd name="csY14" fmla="*/ 1363609 h 1838464"/>
              <a:gd name="csX15" fmla="*/ 1553183 w 3169782"/>
              <a:gd name="csY15" fmla="*/ 1483234 h 1838464"/>
              <a:gd name="csX16" fmla="*/ 1324410 w 3169782"/>
              <a:gd name="csY16" fmla="*/ 1612561 h 1838464"/>
              <a:gd name="csX17" fmla="*/ 848536 w 3169782"/>
              <a:gd name="csY17" fmla="*/ 1707506 h 1838464"/>
              <a:gd name="csX18" fmla="*/ 297048 w 3169782"/>
              <a:gd name="csY18" fmla="*/ 1602968 h 1838464"/>
              <a:gd name="csX19" fmla="*/ 20518 w 3169782"/>
              <a:gd name="csY19" fmla="*/ 1189419 h 1838464"/>
              <a:gd name="csX20" fmla="*/ 72918 w 3169782"/>
              <a:gd name="csY20" fmla="*/ 729422 h 1838464"/>
              <a:gd name="csX21" fmla="*/ 605915 w 3169782"/>
              <a:gd name="csY21" fmla="*/ 203795 h 1838464"/>
              <a:gd name="csX22" fmla="*/ 1209735 w 3169782"/>
              <a:gd name="csY22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121210 w 3169782"/>
              <a:gd name="csY12" fmla="*/ 1703447 h 1838464"/>
              <a:gd name="csX13" fmla="*/ 2027847 w 3169782"/>
              <a:gd name="csY13" fmla="*/ 1567391 h 1838464"/>
              <a:gd name="csX14" fmla="*/ 1892840 w 3169782"/>
              <a:gd name="csY14" fmla="*/ 1459835 h 1838464"/>
              <a:gd name="csX15" fmla="*/ 1748541 w 3169782"/>
              <a:gd name="csY15" fmla="*/ 1363609 h 1838464"/>
              <a:gd name="csX16" fmla="*/ 1553183 w 3169782"/>
              <a:gd name="csY16" fmla="*/ 1483234 h 1838464"/>
              <a:gd name="csX17" fmla="*/ 1324410 w 3169782"/>
              <a:gd name="csY17" fmla="*/ 1612561 h 1838464"/>
              <a:gd name="csX18" fmla="*/ 848536 w 3169782"/>
              <a:gd name="csY18" fmla="*/ 1707506 h 1838464"/>
              <a:gd name="csX19" fmla="*/ 297048 w 3169782"/>
              <a:gd name="csY19" fmla="*/ 1602968 h 1838464"/>
              <a:gd name="csX20" fmla="*/ 20518 w 3169782"/>
              <a:gd name="csY20" fmla="*/ 1189419 h 1838464"/>
              <a:gd name="csX21" fmla="*/ 72918 w 3169782"/>
              <a:gd name="csY21" fmla="*/ 729422 h 1838464"/>
              <a:gd name="csX22" fmla="*/ 605915 w 3169782"/>
              <a:gd name="csY22" fmla="*/ 203795 h 1838464"/>
              <a:gd name="csX23" fmla="*/ 1209735 w 3169782"/>
              <a:gd name="csY23" fmla="*/ 28193 h 1838464"/>
              <a:gd name="csX0" fmla="*/ 1209735 w 3169782"/>
              <a:gd name="csY0" fmla="*/ 28193 h 1838464"/>
              <a:gd name="csX1" fmla="*/ 1867261 w 3169782"/>
              <a:gd name="csY1" fmla="*/ 90984 h 1838464"/>
              <a:gd name="csX2" fmla="*/ 2095787 w 3169782"/>
              <a:gd name="csY2" fmla="*/ 305486 h 1838464"/>
              <a:gd name="csX3" fmla="*/ 2346923 w 3169782"/>
              <a:gd name="csY3" fmla="*/ 358042 h 1838464"/>
              <a:gd name="csX4" fmla="*/ 2411353 w 3169782"/>
              <a:gd name="csY4" fmla="*/ 581972 h 1838464"/>
              <a:gd name="csX5" fmla="*/ 2457060 w 3169782"/>
              <a:gd name="csY5" fmla="*/ 770431 h 1838464"/>
              <a:gd name="csX6" fmla="*/ 2676380 w 3169782"/>
              <a:gd name="csY6" fmla="*/ 1040012 h 1838464"/>
              <a:gd name="csX7" fmla="*/ 3162433 w 3169782"/>
              <a:gd name="csY7" fmla="*/ 1429607 h 1838464"/>
              <a:gd name="csX8" fmla="*/ 3079936 w 3169782"/>
              <a:gd name="csY8" fmla="*/ 1683992 h 1838464"/>
              <a:gd name="csX9" fmla="*/ 2893109 w 3169782"/>
              <a:gd name="csY9" fmla="*/ 1766164 h 1838464"/>
              <a:gd name="csX10" fmla="*/ 2608299 w 3169782"/>
              <a:gd name="csY10" fmla="*/ 1836708 h 1838464"/>
              <a:gd name="csX11" fmla="*/ 2200351 w 3169782"/>
              <a:gd name="csY11" fmla="*/ 1790793 h 1838464"/>
              <a:gd name="csX12" fmla="*/ 2121210 w 3169782"/>
              <a:gd name="csY12" fmla="*/ 1703447 h 1838464"/>
              <a:gd name="csX13" fmla="*/ 2027847 w 3169782"/>
              <a:gd name="csY13" fmla="*/ 1567391 h 1838464"/>
              <a:gd name="csX14" fmla="*/ 1892840 w 3169782"/>
              <a:gd name="csY14" fmla="*/ 1459835 h 1838464"/>
              <a:gd name="csX15" fmla="*/ 1748541 w 3169782"/>
              <a:gd name="csY15" fmla="*/ 1363609 h 1838464"/>
              <a:gd name="csX16" fmla="*/ 1553183 w 3169782"/>
              <a:gd name="csY16" fmla="*/ 1483234 h 1838464"/>
              <a:gd name="csX17" fmla="*/ 1324410 w 3169782"/>
              <a:gd name="csY17" fmla="*/ 1612561 h 1838464"/>
              <a:gd name="csX18" fmla="*/ 848536 w 3169782"/>
              <a:gd name="csY18" fmla="*/ 1707506 h 1838464"/>
              <a:gd name="csX19" fmla="*/ 297048 w 3169782"/>
              <a:gd name="csY19" fmla="*/ 1602968 h 1838464"/>
              <a:gd name="csX20" fmla="*/ 20518 w 3169782"/>
              <a:gd name="csY20" fmla="*/ 1189419 h 1838464"/>
              <a:gd name="csX21" fmla="*/ 72918 w 3169782"/>
              <a:gd name="csY21" fmla="*/ 729422 h 1838464"/>
              <a:gd name="csX22" fmla="*/ 605915 w 3169782"/>
              <a:gd name="csY22" fmla="*/ 203795 h 1838464"/>
              <a:gd name="csX23" fmla="*/ 1209735 w 3169782"/>
              <a:gd name="csY23" fmla="*/ 28193 h 1838464"/>
              <a:gd name="csX0" fmla="*/ 1209735 w 3169782"/>
              <a:gd name="csY0" fmla="*/ 28193 h 1839499"/>
              <a:gd name="csX1" fmla="*/ 1867261 w 3169782"/>
              <a:gd name="csY1" fmla="*/ 90984 h 1839499"/>
              <a:gd name="csX2" fmla="*/ 2095787 w 3169782"/>
              <a:gd name="csY2" fmla="*/ 305486 h 1839499"/>
              <a:gd name="csX3" fmla="*/ 2346923 w 3169782"/>
              <a:gd name="csY3" fmla="*/ 358042 h 1839499"/>
              <a:gd name="csX4" fmla="*/ 2411353 w 3169782"/>
              <a:gd name="csY4" fmla="*/ 581972 h 1839499"/>
              <a:gd name="csX5" fmla="*/ 2457060 w 3169782"/>
              <a:gd name="csY5" fmla="*/ 770431 h 1839499"/>
              <a:gd name="csX6" fmla="*/ 2676380 w 3169782"/>
              <a:gd name="csY6" fmla="*/ 1040012 h 1839499"/>
              <a:gd name="csX7" fmla="*/ 3162433 w 3169782"/>
              <a:gd name="csY7" fmla="*/ 1429607 h 1839499"/>
              <a:gd name="csX8" fmla="*/ 3079936 w 3169782"/>
              <a:gd name="csY8" fmla="*/ 1683992 h 1839499"/>
              <a:gd name="csX9" fmla="*/ 2893109 w 3169782"/>
              <a:gd name="csY9" fmla="*/ 1766164 h 1839499"/>
              <a:gd name="csX10" fmla="*/ 2608299 w 3169782"/>
              <a:gd name="csY10" fmla="*/ 1836708 h 1839499"/>
              <a:gd name="csX11" fmla="*/ 2215962 w 3169782"/>
              <a:gd name="csY11" fmla="*/ 1827795 h 1839499"/>
              <a:gd name="csX12" fmla="*/ 2121210 w 3169782"/>
              <a:gd name="csY12" fmla="*/ 1703447 h 1839499"/>
              <a:gd name="csX13" fmla="*/ 2027847 w 3169782"/>
              <a:gd name="csY13" fmla="*/ 1567391 h 1839499"/>
              <a:gd name="csX14" fmla="*/ 1892840 w 3169782"/>
              <a:gd name="csY14" fmla="*/ 1459835 h 1839499"/>
              <a:gd name="csX15" fmla="*/ 1748541 w 3169782"/>
              <a:gd name="csY15" fmla="*/ 1363609 h 1839499"/>
              <a:gd name="csX16" fmla="*/ 1553183 w 3169782"/>
              <a:gd name="csY16" fmla="*/ 1483234 h 1839499"/>
              <a:gd name="csX17" fmla="*/ 1324410 w 3169782"/>
              <a:gd name="csY17" fmla="*/ 1612561 h 1839499"/>
              <a:gd name="csX18" fmla="*/ 848536 w 3169782"/>
              <a:gd name="csY18" fmla="*/ 1707506 h 1839499"/>
              <a:gd name="csX19" fmla="*/ 297048 w 3169782"/>
              <a:gd name="csY19" fmla="*/ 1602968 h 1839499"/>
              <a:gd name="csX20" fmla="*/ 20518 w 3169782"/>
              <a:gd name="csY20" fmla="*/ 1189419 h 1839499"/>
              <a:gd name="csX21" fmla="*/ 72918 w 3169782"/>
              <a:gd name="csY21" fmla="*/ 729422 h 1839499"/>
              <a:gd name="csX22" fmla="*/ 605915 w 3169782"/>
              <a:gd name="csY22" fmla="*/ 203795 h 1839499"/>
              <a:gd name="csX23" fmla="*/ 1209735 w 3169782"/>
              <a:gd name="csY23" fmla="*/ 28193 h 1839499"/>
              <a:gd name="csX0" fmla="*/ 1209735 w 3169782"/>
              <a:gd name="csY0" fmla="*/ 28193 h 1839499"/>
              <a:gd name="csX1" fmla="*/ 1867261 w 3169782"/>
              <a:gd name="csY1" fmla="*/ 90984 h 1839499"/>
              <a:gd name="csX2" fmla="*/ 2095787 w 3169782"/>
              <a:gd name="csY2" fmla="*/ 305486 h 1839499"/>
              <a:gd name="csX3" fmla="*/ 2346923 w 3169782"/>
              <a:gd name="csY3" fmla="*/ 358042 h 1839499"/>
              <a:gd name="csX4" fmla="*/ 2411353 w 3169782"/>
              <a:gd name="csY4" fmla="*/ 581972 h 1839499"/>
              <a:gd name="csX5" fmla="*/ 2457060 w 3169782"/>
              <a:gd name="csY5" fmla="*/ 770431 h 1839499"/>
              <a:gd name="csX6" fmla="*/ 2676380 w 3169782"/>
              <a:gd name="csY6" fmla="*/ 1040012 h 1839499"/>
              <a:gd name="csX7" fmla="*/ 3162433 w 3169782"/>
              <a:gd name="csY7" fmla="*/ 1429607 h 1839499"/>
              <a:gd name="csX8" fmla="*/ 3079936 w 3169782"/>
              <a:gd name="csY8" fmla="*/ 1683992 h 1839499"/>
              <a:gd name="csX9" fmla="*/ 2893109 w 3169782"/>
              <a:gd name="csY9" fmla="*/ 1766164 h 1839499"/>
              <a:gd name="csX10" fmla="*/ 2608299 w 3169782"/>
              <a:gd name="csY10" fmla="*/ 1836708 h 1839499"/>
              <a:gd name="csX11" fmla="*/ 2215962 w 3169782"/>
              <a:gd name="csY11" fmla="*/ 1827795 h 1839499"/>
              <a:gd name="csX12" fmla="*/ 2121210 w 3169782"/>
              <a:gd name="csY12" fmla="*/ 1703447 h 1839499"/>
              <a:gd name="csX13" fmla="*/ 2027847 w 3169782"/>
              <a:gd name="csY13" fmla="*/ 1567391 h 1839499"/>
              <a:gd name="csX14" fmla="*/ 1892840 w 3169782"/>
              <a:gd name="csY14" fmla="*/ 1459835 h 1839499"/>
              <a:gd name="csX15" fmla="*/ 1748541 w 3169782"/>
              <a:gd name="csY15" fmla="*/ 1363609 h 1839499"/>
              <a:gd name="csX16" fmla="*/ 1553183 w 3169782"/>
              <a:gd name="csY16" fmla="*/ 1483234 h 1839499"/>
              <a:gd name="csX17" fmla="*/ 1324410 w 3169782"/>
              <a:gd name="csY17" fmla="*/ 1612561 h 1839499"/>
              <a:gd name="csX18" fmla="*/ 848536 w 3169782"/>
              <a:gd name="csY18" fmla="*/ 1707506 h 1839499"/>
              <a:gd name="csX19" fmla="*/ 297048 w 3169782"/>
              <a:gd name="csY19" fmla="*/ 1602968 h 1839499"/>
              <a:gd name="csX20" fmla="*/ 20518 w 3169782"/>
              <a:gd name="csY20" fmla="*/ 1189419 h 1839499"/>
              <a:gd name="csX21" fmla="*/ 72918 w 3169782"/>
              <a:gd name="csY21" fmla="*/ 729422 h 1839499"/>
              <a:gd name="csX22" fmla="*/ 605915 w 3169782"/>
              <a:gd name="csY22" fmla="*/ 203795 h 1839499"/>
              <a:gd name="csX23" fmla="*/ 1209735 w 3169782"/>
              <a:gd name="csY23" fmla="*/ 28193 h 1839499"/>
              <a:gd name="csX0" fmla="*/ 1209735 w 3169782"/>
              <a:gd name="csY0" fmla="*/ 28193 h 1838545"/>
              <a:gd name="csX1" fmla="*/ 1867261 w 3169782"/>
              <a:gd name="csY1" fmla="*/ 90984 h 1838545"/>
              <a:gd name="csX2" fmla="*/ 2095787 w 3169782"/>
              <a:gd name="csY2" fmla="*/ 305486 h 1838545"/>
              <a:gd name="csX3" fmla="*/ 2346923 w 3169782"/>
              <a:gd name="csY3" fmla="*/ 358042 h 1838545"/>
              <a:gd name="csX4" fmla="*/ 2411353 w 3169782"/>
              <a:gd name="csY4" fmla="*/ 581972 h 1838545"/>
              <a:gd name="csX5" fmla="*/ 2457060 w 3169782"/>
              <a:gd name="csY5" fmla="*/ 770431 h 1838545"/>
              <a:gd name="csX6" fmla="*/ 2676380 w 3169782"/>
              <a:gd name="csY6" fmla="*/ 1040012 h 1838545"/>
              <a:gd name="csX7" fmla="*/ 3162433 w 3169782"/>
              <a:gd name="csY7" fmla="*/ 1429607 h 1838545"/>
              <a:gd name="csX8" fmla="*/ 3079936 w 3169782"/>
              <a:gd name="csY8" fmla="*/ 1683992 h 1838545"/>
              <a:gd name="csX9" fmla="*/ 2893109 w 3169782"/>
              <a:gd name="csY9" fmla="*/ 1766164 h 1838545"/>
              <a:gd name="csX10" fmla="*/ 2608299 w 3169782"/>
              <a:gd name="csY10" fmla="*/ 1836708 h 1838545"/>
              <a:gd name="csX11" fmla="*/ 2184769 w 3169782"/>
              <a:gd name="csY11" fmla="*/ 1795186 h 1838545"/>
              <a:gd name="csX12" fmla="*/ 2121210 w 3169782"/>
              <a:gd name="csY12" fmla="*/ 1703447 h 1838545"/>
              <a:gd name="csX13" fmla="*/ 2027847 w 3169782"/>
              <a:gd name="csY13" fmla="*/ 1567391 h 1838545"/>
              <a:gd name="csX14" fmla="*/ 1892840 w 3169782"/>
              <a:gd name="csY14" fmla="*/ 1459835 h 1838545"/>
              <a:gd name="csX15" fmla="*/ 1748541 w 3169782"/>
              <a:gd name="csY15" fmla="*/ 1363609 h 1838545"/>
              <a:gd name="csX16" fmla="*/ 1553183 w 3169782"/>
              <a:gd name="csY16" fmla="*/ 1483234 h 1838545"/>
              <a:gd name="csX17" fmla="*/ 1324410 w 3169782"/>
              <a:gd name="csY17" fmla="*/ 1612561 h 1838545"/>
              <a:gd name="csX18" fmla="*/ 848536 w 3169782"/>
              <a:gd name="csY18" fmla="*/ 1707506 h 1838545"/>
              <a:gd name="csX19" fmla="*/ 297048 w 3169782"/>
              <a:gd name="csY19" fmla="*/ 1602968 h 1838545"/>
              <a:gd name="csX20" fmla="*/ 20518 w 3169782"/>
              <a:gd name="csY20" fmla="*/ 1189419 h 1838545"/>
              <a:gd name="csX21" fmla="*/ 72918 w 3169782"/>
              <a:gd name="csY21" fmla="*/ 729422 h 1838545"/>
              <a:gd name="csX22" fmla="*/ 605915 w 3169782"/>
              <a:gd name="csY22" fmla="*/ 203795 h 1838545"/>
              <a:gd name="csX23" fmla="*/ 1209735 w 3169782"/>
              <a:gd name="csY23" fmla="*/ 28193 h 1838545"/>
              <a:gd name="csX0" fmla="*/ 1209735 w 3169782"/>
              <a:gd name="csY0" fmla="*/ 28193 h 1846365"/>
              <a:gd name="csX1" fmla="*/ 1867261 w 3169782"/>
              <a:gd name="csY1" fmla="*/ 90984 h 1846365"/>
              <a:gd name="csX2" fmla="*/ 2095787 w 3169782"/>
              <a:gd name="csY2" fmla="*/ 305486 h 1846365"/>
              <a:gd name="csX3" fmla="*/ 2346923 w 3169782"/>
              <a:gd name="csY3" fmla="*/ 358042 h 1846365"/>
              <a:gd name="csX4" fmla="*/ 2411353 w 3169782"/>
              <a:gd name="csY4" fmla="*/ 581972 h 1846365"/>
              <a:gd name="csX5" fmla="*/ 2457060 w 3169782"/>
              <a:gd name="csY5" fmla="*/ 770431 h 1846365"/>
              <a:gd name="csX6" fmla="*/ 2676380 w 3169782"/>
              <a:gd name="csY6" fmla="*/ 1040012 h 1846365"/>
              <a:gd name="csX7" fmla="*/ 3162433 w 3169782"/>
              <a:gd name="csY7" fmla="*/ 1429607 h 1846365"/>
              <a:gd name="csX8" fmla="*/ 3079936 w 3169782"/>
              <a:gd name="csY8" fmla="*/ 1683992 h 1846365"/>
              <a:gd name="csX9" fmla="*/ 2893109 w 3169782"/>
              <a:gd name="csY9" fmla="*/ 1766164 h 1846365"/>
              <a:gd name="csX10" fmla="*/ 2608299 w 3169782"/>
              <a:gd name="csY10" fmla="*/ 1836708 h 1846365"/>
              <a:gd name="csX11" fmla="*/ 2184769 w 3169782"/>
              <a:gd name="csY11" fmla="*/ 1795186 h 1846365"/>
              <a:gd name="csX12" fmla="*/ 2121210 w 3169782"/>
              <a:gd name="csY12" fmla="*/ 1703447 h 1846365"/>
              <a:gd name="csX13" fmla="*/ 2027847 w 3169782"/>
              <a:gd name="csY13" fmla="*/ 1567391 h 1846365"/>
              <a:gd name="csX14" fmla="*/ 1892840 w 3169782"/>
              <a:gd name="csY14" fmla="*/ 1459835 h 1846365"/>
              <a:gd name="csX15" fmla="*/ 1748541 w 3169782"/>
              <a:gd name="csY15" fmla="*/ 1363609 h 1846365"/>
              <a:gd name="csX16" fmla="*/ 1553183 w 3169782"/>
              <a:gd name="csY16" fmla="*/ 1483234 h 1846365"/>
              <a:gd name="csX17" fmla="*/ 1324410 w 3169782"/>
              <a:gd name="csY17" fmla="*/ 1612561 h 1846365"/>
              <a:gd name="csX18" fmla="*/ 848536 w 3169782"/>
              <a:gd name="csY18" fmla="*/ 1707506 h 1846365"/>
              <a:gd name="csX19" fmla="*/ 297048 w 3169782"/>
              <a:gd name="csY19" fmla="*/ 1602968 h 1846365"/>
              <a:gd name="csX20" fmla="*/ 20518 w 3169782"/>
              <a:gd name="csY20" fmla="*/ 1189419 h 1846365"/>
              <a:gd name="csX21" fmla="*/ 72918 w 3169782"/>
              <a:gd name="csY21" fmla="*/ 729422 h 1846365"/>
              <a:gd name="csX22" fmla="*/ 605915 w 3169782"/>
              <a:gd name="csY22" fmla="*/ 203795 h 1846365"/>
              <a:gd name="csX23" fmla="*/ 1209735 w 3169782"/>
              <a:gd name="csY23" fmla="*/ 28193 h 1846365"/>
              <a:gd name="csX0" fmla="*/ 1209735 w 3169782"/>
              <a:gd name="csY0" fmla="*/ 28193 h 1838610"/>
              <a:gd name="csX1" fmla="*/ 1867261 w 3169782"/>
              <a:gd name="csY1" fmla="*/ 90984 h 1838610"/>
              <a:gd name="csX2" fmla="*/ 2095787 w 3169782"/>
              <a:gd name="csY2" fmla="*/ 305486 h 1838610"/>
              <a:gd name="csX3" fmla="*/ 2346923 w 3169782"/>
              <a:gd name="csY3" fmla="*/ 358042 h 1838610"/>
              <a:gd name="csX4" fmla="*/ 2411353 w 3169782"/>
              <a:gd name="csY4" fmla="*/ 581972 h 1838610"/>
              <a:gd name="csX5" fmla="*/ 2457060 w 3169782"/>
              <a:gd name="csY5" fmla="*/ 770431 h 1838610"/>
              <a:gd name="csX6" fmla="*/ 2676380 w 3169782"/>
              <a:gd name="csY6" fmla="*/ 1040012 h 1838610"/>
              <a:gd name="csX7" fmla="*/ 3162433 w 3169782"/>
              <a:gd name="csY7" fmla="*/ 1429607 h 1838610"/>
              <a:gd name="csX8" fmla="*/ 3079936 w 3169782"/>
              <a:gd name="csY8" fmla="*/ 1683992 h 1838610"/>
              <a:gd name="csX9" fmla="*/ 2893109 w 3169782"/>
              <a:gd name="csY9" fmla="*/ 1766164 h 1838610"/>
              <a:gd name="csX10" fmla="*/ 2608299 w 3169782"/>
              <a:gd name="csY10" fmla="*/ 1836708 h 1838610"/>
              <a:gd name="csX11" fmla="*/ 2398632 w 3169782"/>
              <a:gd name="csY11" fmla="*/ 1790183 h 1838610"/>
              <a:gd name="csX12" fmla="*/ 2184769 w 3169782"/>
              <a:gd name="csY12" fmla="*/ 1795186 h 1838610"/>
              <a:gd name="csX13" fmla="*/ 2121210 w 3169782"/>
              <a:gd name="csY13" fmla="*/ 1703447 h 1838610"/>
              <a:gd name="csX14" fmla="*/ 2027847 w 3169782"/>
              <a:gd name="csY14" fmla="*/ 1567391 h 1838610"/>
              <a:gd name="csX15" fmla="*/ 1892840 w 3169782"/>
              <a:gd name="csY15" fmla="*/ 1459835 h 1838610"/>
              <a:gd name="csX16" fmla="*/ 1748541 w 3169782"/>
              <a:gd name="csY16" fmla="*/ 1363609 h 1838610"/>
              <a:gd name="csX17" fmla="*/ 1553183 w 3169782"/>
              <a:gd name="csY17" fmla="*/ 1483234 h 1838610"/>
              <a:gd name="csX18" fmla="*/ 1324410 w 3169782"/>
              <a:gd name="csY18" fmla="*/ 1612561 h 1838610"/>
              <a:gd name="csX19" fmla="*/ 848536 w 3169782"/>
              <a:gd name="csY19" fmla="*/ 1707506 h 1838610"/>
              <a:gd name="csX20" fmla="*/ 297048 w 3169782"/>
              <a:gd name="csY20" fmla="*/ 1602968 h 1838610"/>
              <a:gd name="csX21" fmla="*/ 20518 w 3169782"/>
              <a:gd name="csY21" fmla="*/ 1189419 h 1838610"/>
              <a:gd name="csX22" fmla="*/ 72918 w 3169782"/>
              <a:gd name="csY22" fmla="*/ 729422 h 1838610"/>
              <a:gd name="csX23" fmla="*/ 605915 w 3169782"/>
              <a:gd name="csY23" fmla="*/ 203795 h 1838610"/>
              <a:gd name="csX24" fmla="*/ 1209735 w 3169782"/>
              <a:gd name="csY24" fmla="*/ 28193 h 1838610"/>
              <a:gd name="csX0" fmla="*/ 1209735 w 3169782"/>
              <a:gd name="csY0" fmla="*/ 28193 h 1838610"/>
              <a:gd name="csX1" fmla="*/ 1867261 w 3169782"/>
              <a:gd name="csY1" fmla="*/ 90984 h 1838610"/>
              <a:gd name="csX2" fmla="*/ 2095787 w 3169782"/>
              <a:gd name="csY2" fmla="*/ 305486 h 1838610"/>
              <a:gd name="csX3" fmla="*/ 2346923 w 3169782"/>
              <a:gd name="csY3" fmla="*/ 358042 h 1838610"/>
              <a:gd name="csX4" fmla="*/ 2411353 w 3169782"/>
              <a:gd name="csY4" fmla="*/ 581972 h 1838610"/>
              <a:gd name="csX5" fmla="*/ 2457060 w 3169782"/>
              <a:gd name="csY5" fmla="*/ 770431 h 1838610"/>
              <a:gd name="csX6" fmla="*/ 2676380 w 3169782"/>
              <a:gd name="csY6" fmla="*/ 1040012 h 1838610"/>
              <a:gd name="csX7" fmla="*/ 3162433 w 3169782"/>
              <a:gd name="csY7" fmla="*/ 1429607 h 1838610"/>
              <a:gd name="csX8" fmla="*/ 3079936 w 3169782"/>
              <a:gd name="csY8" fmla="*/ 1683992 h 1838610"/>
              <a:gd name="csX9" fmla="*/ 2893109 w 3169782"/>
              <a:gd name="csY9" fmla="*/ 1766164 h 1838610"/>
              <a:gd name="csX10" fmla="*/ 2608299 w 3169782"/>
              <a:gd name="csY10" fmla="*/ 1836708 h 1838610"/>
              <a:gd name="csX11" fmla="*/ 2398632 w 3169782"/>
              <a:gd name="csY11" fmla="*/ 1790183 h 1838610"/>
              <a:gd name="csX12" fmla="*/ 2184769 w 3169782"/>
              <a:gd name="csY12" fmla="*/ 1795186 h 1838610"/>
              <a:gd name="csX13" fmla="*/ 2121210 w 3169782"/>
              <a:gd name="csY13" fmla="*/ 1703447 h 1838610"/>
              <a:gd name="csX14" fmla="*/ 2027847 w 3169782"/>
              <a:gd name="csY14" fmla="*/ 1567391 h 1838610"/>
              <a:gd name="csX15" fmla="*/ 1892840 w 3169782"/>
              <a:gd name="csY15" fmla="*/ 1459835 h 1838610"/>
              <a:gd name="csX16" fmla="*/ 1748541 w 3169782"/>
              <a:gd name="csY16" fmla="*/ 1363609 h 1838610"/>
              <a:gd name="csX17" fmla="*/ 1553183 w 3169782"/>
              <a:gd name="csY17" fmla="*/ 1483234 h 1838610"/>
              <a:gd name="csX18" fmla="*/ 1324410 w 3169782"/>
              <a:gd name="csY18" fmla="*/ 1612561 h 1838610"/>
              <a:gd name="csX19" fmla="*/ 848536 w 3169782"/>
              <a:gd name="csY19" fmla="*/ 1707506 h 1838610"/>
              <a:gd name="csX20" fmla="*/ 297048 w 3169782"/>
              <a:gd name="csY20" fmla="*/ 1602968 h 1838610"/>
              <a:gd name="csX21" fmla="*/ 20518 w 3169782"/>
              <a:gd name="csY21" fmla="*/ 1189419 h 1838610"/>
              <a:gd name="csX22" fmla="*/ 72918 w 3169782"/>
              <a:gd name="csY22" fmla="*/ 729422 h 1838610"/>
              <a:gd name="csX23" fmla="*/ 605915 w 3169782"/>
              <a:gd name="csY23" fmla="*/ 203795 h 1838610"/>
              <a:gd name="csX24" fmla="*/ 1209735 w 3169782"/>
              <a:gd name="csY24" fmla="*/ 28193 h 1838610"/>
              <a:gd name="csX0" fmla="*/ 1209735 w 3169782"/>
              <a:gd name="csY0" fmla="*/ 28193 h 1838175"/>
              <a:gd name="csX1" fmla="*/ 1867261 w 3169782"/>
              <a:gd name="csY1" fmla="*/ 90984 h 1838175"/>
              <a:gd name="csX2" fmla="*/ 2095787 w 3169782"/>
              <a:gd name="csY2" fmla="*/ 305486 h 1838175"/>
              <a:gd name="csX3" fmla="*/ 2346923 w 3169782"/>
              <a:gd name="csY3" fmla="*/ 358042 h 1838175"/>
              <a:gd name="csX4" fmla="*/ 2411353 w 3169782"/>
              <a:gd name="csY4" fmla="*/ 581972 h 1838175"/>
              <a:gd name="csX5" fmla="*/ 2457060 w 3169782"/>
              <a:gd name="csY5" fmla="*/ 770431 h 1838175"/>
              <a:gd name="csX6" fmla="*/ 2676380 w 3169782"/>
              <a:gd name="csY6" fmla="*/ 1040012 h 1838175"/>
              <a:gd name="csX7" fmla="*/ 3162433 w 3169782"/>
              <a:gd name="csY7" fmla="*/ 1429607 h 1838175"/>
              <a:gd name="csX8" fmla="*/ 3079936 w 3169782"/>
              <a:gd name="csY8" fmla="*/ 1683992 h 1838175"/>
              <a:gd name="csX9" fmla="*/ 2893109 w 3169782"/>
              <a:gd name="csY9" fmla="*/ 1766164 h 1838175"/>
              <a:gd name="csX10" fmla="*/ 2608299 w 3169782"/>
              <a:gd name="csY10" fmla="*/ 1836708 h 1838175"/>
              <a:gd name="csX11" fmla="*/ 2398632 w 3169782"/>
              <a:gd name="csY11" fmla="*/ 1790183 h 1838175"/>
              <a:gd name="csX12" fmla="*/ 2184769 w 3169782"/>
              <a:gd name="csY12" fmla="*/ 1795186 h 1838175"/>
              <a:gd name="csX13" fmla="*/ 2121210 w 3169782"/>
              <a:gd name="csY13" fmla="*/ 1703447 h 1838175"/>
              <a:gd name="csX14" fmla="*/ 2027847 w 3169782"/>
              <a:gd name="csY14" fmla="*/ 1567391 h 1838175"/>
              <a:gd name="csX15" fmla="*/ 1892840 w 3169782"/>
              <a:gd name="csY15" fmla="*/ 1459835 h 1838175"/>
              <a:gd name="csX16" fmla="*/ 1748541 w 3169782"/>
              <a:gd name="csY16" fmla="*/ 1363609 h 1838175"/>
              <a:gd name="csX17" fmla="*/ 1553183 w 3169782"/>
              <a:gd name="csY17" fmla="*/ 1483234 h 1838175"/>
              <a:gd name="csX18" fmla="*/ 1324410 w 3169782"/>
              <a:gd name="csY18" fmla="*/ 1612561 h 1838175"/>
              <a:gd name="csX19" fmla="*/ 848536 w 3169782"/>
              <a:gd name="csY19" fmla="*/ 1707506 h 1838175"/>
              <a:gd name="csX20" fmla="*/ 297048 w 3169782"/>
              <a:gd name="csY20" fmla="*/ 1602968 h 1838175"/>
              <a:gd name="csX21" fmla="*/ 20518 w 3169782"/>
              <a:gd name="csY21" fmla="*/ 1189419 h 1838175"/>
              <a:gd name="csX22" fmla="*/ 72918 w 3169782"/>
              <a:gd name="csY22" fmla="*/ 729422 h 1838175"/>
              <a:gd name="csX23" fmla="*/ 605915 w 3169782"/>
              <a:gd name="csY23" fmla="*/ 203795 h 1838175"/>
              <a:gd name="csX24" fmla="*/ 1209735 w 3169782"/>
              <a:gd name="csY24" fmla="*/ 28193 h 1838175"/>
              <a:gd name="csX0" fmla="*/ 1209735 w 3169782"/>
              <a:gd name="csY0" fmla="*/ 28193 h 1838175"/>
              <a:gd name="csX1" fmla="*/ 1867261 w 3169782"/>
              <a:gd name="csY1" fmla="*/ 90984 h 1838175"/>
              <a:gd name="csX2" fmla="*/ 2095787 w 3169782"/>
              <a:gd name="csY2" fmla="*/ 305486 h 1838175"/>
              <a:gd name="csX3" fmla="*/ 2346923 w 3169782"/>
              <a:gd name="csY3" fmla="*/ 358042 h 1838175"/>
              <a:gd name="csX4" fmla="*/ 2411353 w 3169782"/>
              <a:gd name="csY4" fmla="*/ 581972 h 1838175"/>
              <a:gd name="csX5" fmla="*/ 2457060 w 3169782"/>
              <a:gd name="csY5" fmla="*/ 770431 h 1838175"/>
              <a:gd name="csX6" fmla="*/ 2676380 w 3169782"/>
              <a:gd name="csY6" fmla="*/ 1040012 h 1838175"/>
              <a:gd name="csX7" fmla="*/ 3162433 w 3169782"/>
              <a:gd name="csY7" fmla="*/ 1429607 h 1838175"/>
              <a:gd name="csX8" fmla="*/ 3079936 w 3169782"/>
              <a:gd name="csY8" fmla="*/ 1683992 h 1838175"/>
              <a:gd name="csX9" fmla="*/ 2893109 w 3169782"/>
              <a:gd name="csY9" fmla="*/ 1766164 h 1838175"/>
              <a:gd name="csX10" fmla="*/ 2608299 w 3169782"/>
              <a:gd name="csY10" fmla="*/ 1836708 h 1838175"/>
              <a:gd name="csX11" fmla="*/ 2398632 w 3169782"/>
              <a:gd name="csY11" fmla="*/ 1790183 h 1838175"/>
              <a:gd name="csX12" fmla="*/ 2184769 w 3169782"/>
              <a:gd name="csY12" fmla="*/ 1795186 h 1838175"/>
              <a:gd name="csX13" fmla="*/ 2121210 w 3169782"/>
              <a:gd name="csY13" fmla="*/ 1703447 h 1838175"/>
              <a:gd name="csX14" fmla="*/ 2027847 w 3169782"/>
              <a:gd name="csY14" fmla="*/ 1567391 h 1838175"/>
              <a:gd name="csX15" fmla="*/ 1892840 w 3169782"/>
              <a:gd name="csY15" fmla="*/ 1459835 h 1838175"/>
              <a:gd name="csX16" fmla="*/ 1748541 w 3169782"/>
              <a:gd name="csY16" fmla="*/ 1363609 h 1838175"/>
              <a:gd name="csX17" fmla="*/ 1553183 w 3169782"/>
              <a:gd name="csY17" fmla="*/ 1483234 h 1838175"/>
              <a:gd name="csX18" fmla="*/ 1324410 w 3169782"/>
              <a:gd name="csY18" fmla="*/ 1612561 h 1838175"/>
              <a:gd name="csX19" fmla="*/ 848536 w 3169782"/>
              <a:gd name="csY19" fmla="*/ 1707506 h 1838175"/>
              <a:gd name="csX20" fmla="*/ 297048 w 3169782"/>
              <a:gd name="csY20" fmla="*/ 1602968 h 1838175"/>
              <a:gd name="csX21" fmla="*/ 20518 w 3169782"/>
              <a:gd name="csY21" fmla="*/ 1189419 h 1838175"/>
              <a:gd name="csX22" fmla="*/ 72918 w 3169782"/>
              <a:gd name="csY22" fmla="*/ 729422 h 1838175"/>
              <a:gd name="csX23" fmla="*/ 605915 w 3169782"/>
              <a:gd name="csY23" fmla="*/ 203795 h 1838175"/>
              <a:gd name="csX24" fmla="*/ 1209735 w 3169782"/>
              <a:gd name="csY24" fmla="*/ 28193 h 1838175"/>
              <a:gd name="csX0" fmla="*/ 1209735 w 3169782"/>
              <a:gd name="csY0" fmla="*/ 28193 h 1838175"/>
              <a:gd name="csX1" fmla="*/ 1867261 w 3169782"/>
              <a:gd name="csY1" fmla="*/ 90984 h 1838175"/>
              <a:gd name="csX2" fmla="*/ 2095787 w 3169782"/>
              <a:gd name="csY2" fmla="*/ 305486 h 1838175"/>
              <a:gd name="csX3" fmla="*/ 2346923 w 3169782"/>
              <a:gd name="csY3" fmla="*/ 358042 h 1838175"/>
              <a:gd name="csX4" fmla="*/ 2411353 w 3169782"/>
              <a:gd name="csY4" fmla="*/ 581972 h 1838175"/>
              <a:gd name="csX5" fmla="*/ 2457060 w 3169782"/>
              <a:gd name="csY5" fmla="*/ 770431 h 1838175"/>
              <a:gd name="csX6" fmla="*/ 2676380 w 3169782"/>
              <a:gd name="csY6" fmla="*/ 1040012 h 1838175"/>
              <a:gd name="csX7" fmla="*/ 3162433 w 3169782"/>
              <a:gd name="csY7" fmla="*/ 1429607 h 1838175"/>
              <a:gd name="csX8" fmla="*/ 3079936 w 3169782"/>
              <a:gd name="csY8" fmla="*/ 1683992 h 1838175"/>
              <a:gd name="csX9" fmla="*/ 2893109 w 3169782"/>
              <a:gd name="csY9" fmla="*/ 1766164 h 1838175"/>
              <a:gd name="csX10" fmla="*/ 2608299 w 3169782"/>
              <a:gd name="csY10" fmla="*/ 1836708 h 1838175"/>
              <a:gd name="csX11" fmla="*/ 2398632 w 3169782"/>
              <a:gd name="csY11" fmla="*/ 1790183 h 1838175"/>
              <a:gd name="csX12" fmla="*/ 2184769 w 3169782"/>
              <a:gd name="csY12" fmla="*/ 1795186 h 1838175"/>
              <a:gd name="csX13" fmla="*/ 2121210 w 3169782"/>
              <a:gd name="csY13" fmla="*/ 1703447 h 1838175"/>
              <a:gd name="csX14" fmla="*/ 2027847 w 3169782"/>
              <a:gd name="csY14" fmla="*/ 1567391 h 1838175"/>
              <a:gd name="csX15" fmla="*/ 1892840 w 3169782"/>
              <a:gd name="csY15" fmla="*/ 1459835 h 1838175"/>
              <a:gd name="csX16" fmla="*/ 1748541 w 3169782"/>
              <a:gd name="csY16" fmla="*/ 1363609 h 1838175"/>
              <a:gd name="csX17" fmla="*/ 1553183 w 3169782"/>
              <a:gd name="csY17" fmla="*/ 1483234 h 1838175"/>
              <a:gd name="csX18" fmla="*/ 1324410 w 3169782"/>
              <a:gd name="csY18" fmla="*/ 1612561 h 1838175"/>
              <a:gd name="csX19" fmla="*/ 848536 w 3169782"/>
              <a:gd name="csY19" fmla="*/ 1707506 h 1838175"/>
              <a:gd name="csX20" fmla="*/ 297048 w 3169782"/>
              <a:gd name="csY20" fmla="*/ 1602968 h 1838175"/>
              <a:gd name="csX21" fmla="*/ 20518 w 3169782"/>
              <a:gd name="csY21" fmla="*/ 1189419 h 1838175"/>
              <a:gd name="csX22" fmla="*/ 72918 w 3169782"/>
              <a:gd name="csY22" fmla="*/ 729422 h 1838175"/>
              <a:gd name="csX23" fmla="*/ 605915 w 3169782"/>
              <a:gd name="csY23" fmla="*/ 203795 h 1838175"/>
              <a:gd name="csX24" fmla="*/ 1209735 w 3169782"/>
              <a:gd name="csY24" fmla="*/ 28193 h 1838175"/>
              <a:gd name="csX0" fmla="*/ 1209735 w 3170120"/>
              <a:gd name="csY0" fmla="*/ 28193 h 1838175"/>
              <a:gd name="csX1" fmla="*/ 1867261 w 3170120"/>
              <a:gd name="csY1" fmla="*/ 90984 h 1838175"/>
              <a:gd name="csX2" fmla="*/ 2095787 w 3170120"/>
              <a:gd name="csY2" fmla="*/ 305486 h 1838175"/>
              <a:gd name="csX3" fmla="*/ 2346923 w 3170120"/>
              <a:gd name="csY3" fmla="*/ 358042 h 1838175"/>
              <a:gd name="csX4" fmla="*/ 2411353 w 3170120"/>
              <a:gd name="csY4" fmla="*/ 581972 h 1838175"/>
              <a:gd name="csX5" fmla="*/ 2457060 w 3170120"/>
              <a:gd name="csY5" fmla="*/ 770431 h 1838175"/>
              <a:gd name="csX6" fmla="*/ 2676380 w 3170120"/>
              <a:gd name="csY6" fmla="*/ 1040012 h 1838175"/>
              <a:gd name="csX7" fmla="*/ 3162433 w 3170120"/>
              <a:gd name="csY7" fmla="*/ 1429607 h 1838175"/>
              <a:gd name="csX8" fmla="*/ 3079936 w 3170120"/>
              <a:gd name="csY8" fmla="*/ 1683992 h 1838175"/>
              <a:gd name="csX9" fmla="*/ 2866340 w 3170120"/>
              <a:gd name="csY9" fmla="*/ 1790535 h 1838175"/>
              <a:gd name="csX10" fmla="*/ 2608299 w 3170120"/>
              <a:gd name="csY10" fmla="*/ 1836708 h 1838175"/>
              <a:gd name="csX11" fmla="*/ 2398632 w 3170120"/>
              <a:gd name="csY11" fmla="*/ 1790183 h 1838175"/>
              <a:gd name="csX12" fmla="*/ 2184769 w 3170120"/>
              <a:gd name="csY12" fmla="*/ 1795186 h 1838175"/>
              <a:gd name="csX13" fmla="*/ 2121210 w 3170120"/>
              <a:gd name="csY13" fmla="*/ 1703447 h 1838175"/>
              <a:gd name="csX14" fmla="*/ 2027847 w 3170120"/>
              <a:gd name="csY14" fmla="*/ 1567391 h 1838175"/>
              <a:gd name="csX15" fmla="*/ 1892840 w 3170120"/>
              <a:gd name="csY15" fmla="*/ 1459835 h 1838175"/>
              <a:gd name="csX16" fmla="*/ 1748541 w 3170120"/>
              <a:gd name="csY16" fmla="*/ 1363609 h 1838175"/>
              <a:gd name="csX17" fmla="*/ 1553183 w 3170120"/>
              <a:gd name="csY17" fmla="*/ 1483234 h 1838175"/>
              <a:gd name="csX18" fmla="*/ 1324410 w 3170120"/>
              <a:gd name="csY18" fmla="*/ 1612561 h 1838175"/>
              <a:gd name="csX19" fmla="*/ 848536 w 3170120"/>
              <a:gd name="csY19" fmla="*/ 1707506 h 1838175"/>
              <a:gd name="csX20" fmla="*/ 297048 w 3170120"/>
              <a:gd name="csY20" fmla="*/ 1602968 h 1838175"/>
              <a:gd name="csX21" fmla="*/ 20518 w 3170120"/>
              <a:gd name="csY21" fmla="*/ 1189419 h 1838175"/>
              <a:gd name="csX22" fmla="*/ 72918 w 3170120"/>
              <a:gd name="csY22" fmla="*/ 729422 h 1838175"/>
              <a:gd name="csX23" fmla="*/ 605915 w 3170120"/>
              <a:gd name="csY23" fmla="*/ 203795 h 1838175"/>
              <a:gd name="csX24" fmla="*/ 1209735 w 3170120"/>
              <a:gd name="csY24" fmla="*/ 28193 h 1838175"/>
              <a:gd name="csX0" fmla="*/ 1209735 w 3170120"/>
              <a:gd name="csY0" fmla="*/ 28193 h 1838175"/>
              <a:gd name="csX1" fmla="*/ 1867261 w 3170120"/>
              <a:gd name="csY1" fmla="*/ 90984 h 1838175"/>
              <a:gd name="csX2" fmla="*/ 2095787 w 3170120"/>
              <a:gd name="csY2" fmla="*/ 305486 h 1838175"/>
              <a:gd name="csX3" fmla="*/ 2346923 w 3170120"/>
              <a:gd name="csY3" fmla="*/ 358042 h 1838175"/>
              <a:gd name="csX4" fmla="*/ 2411353 w 3170120"/>
              <a:gd name="csY4" fmla="*/ 581972 h 1838175"/>
              <a:gd name="csX5" fmla="*/ 2457060 w 3170120"/>
              <a:gd name="csY5" fmla="*/ 770431 h 1838175"/>
              <a:gd name="csX6" fmla="*/ 2676380 w 3170120"/>
              <a:gd name="csY6" fmla="*/ 1040012 h 1838175"/>
              <a:gd name="csX7" fmla="*/ 3162433 w 3170120"/>
              <a:gd name="csY7" fmla="*/ 1429607 h 1838175"/>
              <a:gd name="csX8" fmla="*/ 3079936 w 3170120"/>
              <a:gd name="csY8" fmla="*/ 1683992 h 1838175"/>
              <a:gd name="csX9" fmla="*/ 2866340 w 3170120"/>
              <a:gd name="csY9" fmla="*/ 1790535 h 1838175"/>
              <a:gd name="csX10" fmla="*/ 2608299 w 3170120"/>
              <a:gd name="csY10" fmla="*/ 1836708 h 1838175"/>
              <a:gd name="csX11" fmla="*/ 2398632 w 3170120"/>
              <a:gd name="csY11" fmla="*/ 1790183 h 1838175"/>
              <a:gd name="csX12" fmla="*/ 2184769 w 3170120"/>
              <a:gd name="csY12" fmla="*/ 1795186 h 1838175"/>
              <a:gd name="csX13" fmla="*/ 2121210 w 3170120"/>
              <a:gd name="csY13" fmla="*/ 1703447 h 1838175"/>
              <a:gd name="csX14" fmla="*/ 2027847 w 3170120"/>
              <a:gd name="csY14" fmla="*/ 1567391 h 1838175"/>
              <a:gd name="csX15" fmla="*/ 1892840 w 3170120"/>
              <a:gd name="csY15" fmla="*/ 1459835 h 1838175"/>
              <a:gd name="csX16" fmla="*/ 1748541 w 3170120"/>
              <a:gd name="csY16" fmla="*/ 1363609 h 1838175"/>
              <a:gd name="csX17" fmla="*/ 1553183 w 3170120"/>
              <a:gd name="csY17" fmla="*/ 1483234 h 1838175"/>
              <a:gd name="csX18" fmla="*/ 1324410 w 3170120"/>
              <a:gd name="csY18" fmla="*/ 1612561 h 1838175"/>
              <a:gd name="csX19" fmla="*/ 848536 w 3170120"/>
              <a:gd name="csY19" fmla="*/ 1707506 h 1838175"/>
              <a:gd name="csX20" fmla="*/ 297048 w 3170120"/>
              <a:gd name="csY20" fmla="*/ 1602968 h 1838175"/>
              <a:gd name="csX21" fmla="*/ 20518 w 3170120"/>
              <a:gd name="csY21" fmla="*/ 1189419 h 1838175"/>
              <a:gd name="csX22" fmla="*/ 72918 w 3170120"/>
              <a:gd name="csY22" fmla="*/ 729422 h 1838175"/>
              <a:gd name="csX23" fmla="*/ 605915 w 3170120"/>
              <a:gd name="csY23" fmla="*/ 203795 h 1838175"/>
              <a:gd name="csX24" fmla="*/ 1209735 w 3170120"/>
              <a:gd name="csY24" fmla="*/ 28193 h 1838175"/>
              <a:gd name="csX0" fmla="*/ 1209735 w 3170120"/>
              <a:gd name="csY0" fmla="*/ 28193 h 1838175"/>
              <a:gd name="csX1" fmla="*/ 1867261 w 3170120"/>
              <a:gd name="csY1" fmla="*/ 90984 h 1838175"/>
              <a:gd name="csX2" fmla="*/ 2095787 w 3170120"/>
              <a:gd name="csY2" fmla="*/ 305486 h 1838175"/>
              <a:gd name="csX3" fmla="*/ 2346923 w 3170120"/>
              <a:gd name="csY3" fmla="*/ 358042 h 1838175"/>
              <a:gd name="csX4" fmla="*/ 2411353 w 3170120"/>
              <a:gd name="csY4" fmla="*/ 581972 h 1838175"/>
              <a:gd name="csX5" fmla="*/ 2457060 w 3170120"/>
              <a:gd name="csY5" fmla="*/ 770431 h 1838175"/>
              <a:gd name="csX6" fmla="*/ 2676380 w 3170120"/>
              <a:gd name="csY6" fmla="*/ 1040012 h 1838175"/>
              <a:gd name="csX7" fmla="*/ 3162433 w 3170120"/>
              <a:gd name="csY7" fmla="*/ 1429607 h 1838175"/>
              <a:gd name="csX8" fmla="*/ 3079936 w 3170120"/>
              <a:gd name="csY8" fmla="*/ 1683992 h 1838175"/>
              <a:gd name="csX9" fmla="*/ 2866340 w 3170120"/>
              <a:gd name="csY9" fmla="*/ 1790535 h 1838175"/>
              <a:gd name="csX10" fmla="*/ 2608299 w 3170120"/>
              <a:gd name="csY10" fmla="*/ 1836708 h 1838175"/>
              <a:gd name="csX11" fmla="*/ 2398632 w 3170120"/>
              <a:gd name="csY11" fmla="*/ 1790183 h 1838175"/>
              <a:gd name="csX12" fmla="*/ 2184769 w 3170120"/>
              <a:gd name="csY12" fmla="*/ 1795186 h 1838175"/>
              <a:gd name="csX13" fmla="*/ 2121210 w 3170120"/>
              <a:gd name="csY13" fmla="*/ 1703447 h 1838175"/>
              <a:gd name="csX14" fmla="*/ 2027847 w 3170120"/>
              <a:gd name="csY14" fmla="*/ 1567391 h 1838175"/>
              <a:gd name="csX15" fmla="*/ 1892840 w 3170120"/>
              <a:gd name="csY15" fmla="*/ 1459835 h 1838175"/>
              <a:gd name="csX16" fmla="*/ 1748541 w 3170120"/>
              <a:gd name="csY16" fmla="*/ 1363609 h 1838175"/>
              <a:gd name="csX17" fmla="*/ 1553183 w 3170120"/>
              <a:gd name="csY17" fmla="*/ 1483234 h 1838175"/>
              <a:gd name="csX18" fmla="*/ 1324410 w 3170120"/>
              <a:gd name="csY18" fmla="*/ 1612561 h 1838175"/>
              <a:gd name="csX19" fmla="*/ 848536 w 3170120"/>
              <a:gd name="csY19" fmla="*/ 1707506 h 1838175"/>
              <a:gd name="csX20" fmla="*/ 297048 w 3170120"/>
              <a:gd name="csY20" fmla="*/ 1602968 h 1838175"/>
              <a:gd name="csX21" fmla="*/ 20518 w 3170120"/>
              <a:gd name="csY21" fmla="*/ 1189419 h 1838175"/>
              <a:gd name="csX22" fmla="*/ 72918 w 3170120"/>
              <a:gd name="csY22" fmla="*/ 729422 h 1838175"/>
              <a:gd name="csX23" fmla="*/ 605915 w 3170120"/>
              <a:gd name="csY23" fmla="*/ 203795 h 1838175"/>
              <a:gd name="csX24" fmla="*/ 1209735 w 3170120"/>
              <a:gd name="csY24" fmla="*/ 28193 h 1838175"/>
              <a:gd name="csX0" fmla="*/ 1209735 w 3165867"/>
              <a:gd name="csY0" fmla="*/ 28193 h 1838175"/>
              <a:gd name="csX1" fmla="*/ 1867261 w 3165867"/>
              <a:gd name="csY1" fmla="*/ 90984 h 1838175"/>
              <a:gd name="csX2" fmla="*/ 2095787 w 3165867"/>
              <a:gd name="csY2" fmla="*/ 305486 h 1838175"/>
              <a:gd name="csX3" fmla="*/ 2346923 w 3165867"/>
              <a:gd name="csY3" fmla="*/ 358042 h 1838175"/>
              <a:gd name="csX4" fmla="*/ 2411353 w 3165867"/>
              <a:gd name="csY4" fmla="*/ 581972 h 1838175"/>
              <a:gd name="csX5" fmla="*/ 2457060 w 3165867"/>
              <a:gd name="csY5" fmla="*/ 770431 h 1838175"/>
              <a:gd name="csX6" fmla="*/ 2676380 w 3165867"/>
              <a:gd name="csY6" fmla="*/ 1040012 h 1838175"/>
              <a:gd name="csX7" fmla="*/ 3162433 w 3165867"/>
              <a:gd name="csY7" fmla="*/ 1429607 h 1838175"/>
              <a:gd name="csX8" fmla="*/ 2970619 w 3165867"/>
              <a:gd name="csY8" fmla="*/ 1711588 h 1838175"/>
              <a:gd name="csX9" fmla="*/ 2866340 w 3165867"/>
              <a:gd name="csY9" fmla="*/ 1790535 h 1838175"/>
              <a:gd name="csX10" fmla="*/ 2608299 w 3165867"/>
              <a:gd name="csY10" fmla="*/ 1836708 h 1838175"/>
              <a:gd name="csX11" fmla="*/ 2398632 w 3165867"/>
              <a:gd name="csY11" fmla="*/ 1790183 h 1838175"/>
              <a:gd name="csX12" fmla="*/ 2184769 w 3165867"/>
              <a:gd name="csY12" fmla="*/ 1795186 h 1838175"/>
              <a:gd name="csX13" fmla="*/ 2121210 w 3165867"/>
              <a:gd name="csY13" fmla="*/ 1703447 h 1838175"/>
              <a:gd name="csX14" fmla="*/ 2027847 w 3165867"/>
              <a:gd name="csY14" fmla="*/ 1567391 h 1838175"/>
              <a:gd name="csX15" fmla="*/ 1892840 w 3165867"/>
              <a:gd name="csY15" fmla="*/ 1459835 h 1838175"/>
              <a:gd name="csX16" fmla="*/ 1748541 w 3165867"/>
              <a:gd name="csY16" fmla="*/ 1363609 h 1838175"/>
              <a:gd name="csX17" fmla="*/ 1553183 w 3165867"/>
              <a:gd name="csY17" fmla="*/ 1483234 h 1838175"/>
              <a:gd name="csX18" fmla="*/ 1324410 w 3165867"/>
              <a:gd name="csY18" fmla="*/ 1612561 h 1838175"/>
              <a:gd name="csX19" fmla="*/ 848536 w 3165867"/>
              <a:gd name="csY19" fmla="*/ 1707506 h 1838175"/>
              <a:gd name="csX20" fmla="*/ 297048 w 3165867"/>
              <a:gd name="csY20" fmla="*/ 1602968 h 1838175"/>
              <a:gd name="csX21" fmla="*/ 20518 w 3165867"/>
              <a:gd name="csY21" fmla="*/ 1189419 h 1838175"/>
              <a:gd name="csX22" fmla="*/ 72918 w 3165867"/>
              <a:gd name="csY22" fmla="*/ 729422 h 1838175"/>
              <a:gd name="csX23" fmla="*/ 605915 w 3165867"/>
              <a:gd name="csY23" fmla="*/ 203795 h 1838175"/>
              <a:gd name="csX24" fmla="*/ 1209735 w 3165867"/>
              <a:gd name="csY24" fmla="*/ 28193 h 1838175"/>
              <a:gd name="csX0" fmla="*/ 1209735 w 3180847"/>
              <a:gd name="csY0" fmla="*/ 28193 h 1838175"/>
              <a:gd name="csX1" fmla="*/ 1867261 w 3180847"/>
              <a:gd name="csY1" fmla="*/ 90984 h 1838175"/>
              <a:gd name="csX2" fmla="*/ 2095787 w 3180847"/>
              <a:gd name="csY2" fmla="*/ 305486 h 1838175"/>
              <a:gd name="csX3" fmla="*/ 2346923 w 3180847"/>
              <a:gd name="csY3" fmla="*/ 358042 h 1838175"/>
              <a:gd name="csX4" fmla="*/ 2411353 w 3180847"/>
              <a:gd name="csY4" fmla="*/ 581972 h 1838175"/>
              <a:gd name="csX5" fmla="*/ 2457060 w 3180847"/>
              <a:gd name="csY5" fmla="*/ 770431 h 1838175"/>
              <a:gd name="csX6" fmla="*/ 2676380 w 3180847"/>
              <a:gd name="csY6" fmla="*/ 1040012 h 1838175"/>
              <a:gd name="csX7" fmla="*/ 3162433 w 3180847"/>
              <a:gd name="csY7" fmla="*/ 1429607 h 1838175"/>
              <a:gd name="csX8" fmla="*/ 3053886 w 3180847"/>
              <a:gd name="csY8" fmla="*/ 1739306 h 1838175"/>
              <a:gd name="csX9" fmla="*/ 2970619 w 3180847"/>
              <a:gd name="csY9" fmla="*/ 1711588 h 1838175"/>
              <a:gd name="csX10" fmla="*/ 2866340 w 3180847"/>
              <a:gd name="csY10" fmla="*/ 1790535 h 1838175"/>
              <a:gd name="csX11" fmla="*/ 2608299 w 3180847"/>
              <a:gd name="csY11" fmla="*/ 1836708 h 1838175"/>
              <a:gd name="csX12" fmla="*/ 2398632 w 3180847"/>
              <a:gd name="csY12" fmla="*/ 1790183 h 1838175"/>
              <a:gd name="csX13" fmla="*/ 2184769 w 3180847"/>
              <a:gd name="csY13" fmla="*/ 1795186 h 1838175"/>
              <a:gd name="csX14" fmla="*/ 2121210 w 3180847"/>
              <a:gd name="csY14" fmla="*/ 1703447 h 1838175"/>
              <a:gd name="csX15" fmla="*/ 2027847 w 3180847"/>
              <a:gd name="csY15" fmla="*/ 1567391 h 1838175"/>
              <a:gd name="csX16" fmla="*/ 1892840 w 3180847"/>
              <a:gd name="csY16" fmla="*/ 1459835 h 1838175"/>
              <a:gd name="csX17" fmla="*/ 1748541 w 3180847"/>
              <a:gd name="csY17" fmla="*/ 1363609 h 1838175"/>
              <a:gd name="csX18" fmla="*/ 1553183 w 3180847"/>
              <a:gd name="csY18" fmla="*/ 1483234 h 1838175"/>
              <a:gd name="csX19" fmla="*/ 1324410 w 3180847"/>
              <a:gd name="csY19" fmla="*/ 1612561 h 1838175"/>
              <a:gd name="csX20" fmla="*/ 848536 w 3180847"/>
              <a:gd name="csY20" fmla="*/ 1707506 h 1838175"/>
              <a:gd name="csX21" fmla="*/ 297048 w 3180847"/>
              <a:gd name="csY21" fmla="*/ 1602968 h 1838175"/>
              <a:gd name="csX22" fmla="*/ 20518 w 3180847"/>
              <a:gd name="csY22" fmla="*/ 1189419 h 1838175"/>
              <a:gd name="csX23" fmla="*/ 72918 w 3180847"/>
              <a:gd name="csY23" fmla="*/ 729422 h 1838175"/>
              <a:gd name="csX24" fmla="*/ 605915 w 3180847"/>
              <a:gd name="csY24" fmla="*/ 203795 h 1838175"/>
              <a:gd name="csX25" fmla="*/ 1209735 w 3180847"/>
              <a:gd name="csY25" fmla="*/ 28193 h 1838175"/>
              <a:gd name="csX0" fmla="*/ 1209735 w 3182010"/>
              <a:gd name="csY0" fmla="*/ 28193 h 1838175"/>
              <a:gd name="csX1" fmla="*/ 1867261 w 3182010"/>
              <a:gd name="csY1" fmla="*/ 90984 h 1838175"/>
              <a:gd name="csX2" fmla="*/ 2095787 w 3182010"/>
              <a:gd name="csY2" fmla="*/ 305486 h 1838175"/>
              <a:gd name="csX3" fmla="*/ 2346923 w 3182010"/>
              <a:gd name="csY3" fmla="*/ 358042 h 1838175"/>
              <a:gd name="csX4" fmla="*/ 2411353 w 3182010"/>
              <a:gd name="csY4" fmla="*/ 581972 h 1838175"/>
              <a:gd name="csX5" fmla="*/ 2457060 w 3182010"/>
              <a:gd name="csY5" fmla="*/ 770431 h 1838175"/>
              <a:gd name="csX6" fmla="*/ 2676380 w 3182010"/>
              <a:gd name="csY6" fmla="*/ 1040012 h 1838175"/>
              <a:gd name="csX7" fmla="*/ 3162433 w 3182010"/>
              <a:gd name="csY7" fmla="*/ 1429607 h 1838175"/>
              <a:gd name="csX8" fmla="*/ 3034006 w 3182010"/>
              <a:gd name="csY8" fmla="*/ 1524299 h 1838175"/>
              <a:gd name="csX9" fmla="*/ 3053886 w 3182010"/>
              <a:gd name="csY9" fmla="*/ 1739306 h 1838175"/>
              <a:gd name="csX10" fmla="*/ 2970619 w 3182010"/>
              <a:gd name="csY10" fmla="*/ 1711588 h 1838175"/>
              <a:gd name="csX11" fmla="*/ 2866340 w 3182010"/>
              <a:gd name="csY11" fmla="*/ 1790535 h 1838175"/>
              <a:gd name="csX12" fmla="*/ 2608299 w 3182010"/>
              <a:gd name="csY12" fmla="*/ 1836708 h 1838175"/>
              <a:gd name="csX13" fmla="*/ 2398632 w 3182010"/>
              <a:gd name="csY13" fmla="*/ 1790183 h 1838175"/>
              <a:gd name="csX14" fmla="*/ 2184769 w 3182010"/>
              <a:gd name="csY14" fmla="*/ 1795186 h 1838175"/>
              <a:gd name="csX15" fmla="*/ 2121210 w 3182010"/>
              <a:gd name="csY15" fmla="*/ 1703447 h 1838175"/>
              <a:gd name="csX16" fmla="*/ 2027847 w 3182010"/>
              <a:gd name="csY16" fmla="*/ 1567391 h 1838175"/>
              <a:gd name="csX17" fmla="*/ 1892840 w 3182010"/>
              <a:gd name="csY17" fmla="*/ 1459835 h 1838175"/>
              <a:gd name="csX18" fmla="*/ 1748541 w 3182010"/>
              <a:gd name="csY18" fmla="*/ 1363609 h 1838175"/>
              <a:gd name="csX19" fmla="*/ 1553183 w 3182010"/>
              <a:gd name="csY19" fmla="*/ 1483234 h 1838175"/>
              <a:gd name="csX20" fmla="*/ 1324410 w 3182010"/>
              <a:gd name="csY20" fmla="*/ 1612561 h 1838175"/>
              <a:gd name="csX21" fmla="*/ 848536 w 3182010"/>
              <a:gd name="csY21" fmla="*/ 1707506 h 1838175"/>
              <a:gd name="csX22" fmla="*/ 297048 w 3182010"/>
              <a:gd name="csY22" fmla="*/ 1602968 h 1838175"/>
              <a:gd name="csX23" fmla="*/ 20518 w 3182010"/>
              <a:gd name="csY23" fmla="*/ 1189419 h 1838175"/>
              <a:gd name="csX24" fmla="*/ 72918 w 3182010"/>
              <a:gd name="csY24" fmla="*/ 729422 h 1838175"/>
              <a:gd name="csX25" fmla="*/ 605915 w 3182010"/>
              <a:gd name="csY25" fmla="*/ 203795 h 1838175"/>
              <a:gd name="csX26" fmla="*/ 1209735 w 3182010"/>
              <a:gd name="csY26" fmla="*/ 28193 h 1838175"/>
              <a:gd name="csX0" fmla="*/ 1209735 w 3182010"/>
              <a:gd name="csY0" fmla="*/ 28193 h 1838175"/>
              <a:gd name="csX1" fmla="*/ 1867261 w 3182010"/>
              <a:gd name="csY1" fmla="*/ 90984 h 1838175"/>
              <a:gd name="csX2" fmla="*/ 2095787 w 3182010"/>
              <a:gd name="csY2" fmla="*/ 305486 h 1838175"/>
              <a:gd name="csX3" fmla="*/ 2346923 w 3182010"/>
              <a:gd name="csY3" fmla="*/ 358042 h 1838175"/>
              <a:gd name="csX4" fmla="*/ 2411353 w 3182010"/>
              <a:gd name="csY4" fmla="*/ 581972 h 1838175"/>
              <a:gd name="csX5" fmla="*/ 2457060 w 3182010"/>
              <a:gd name="csY5" fmla="*/ 770431 h 1838175"/>
              <a:gd name="csX6" fmla="*/ 2676380 w 3182010"/>
              <a:gd name="csY6" fmla="*/ 1040012 h 1838175"/>
              <a:gd name="csX7" fmla="*/ 3162433 w 3182010"/>
              <a:gd name="csY7" fmla="*/ 1429607 h 1838175"/>
              <a:gd name="csX8" fmla="*/ 3034006 w 3182010"/>
              <a:gd name="csY8" fmla="*/ 1524299 h 1838175"/>
              <a:gd name="csX9" fmla="*/ 3109850 w 3182010"/>
              <a:gd name="csY9" fmla="*/ 1680823 h 1838175"/>
              <a:gd name="csX10" fmla="*/ 3053886 w 3182010"/>
              <a:gd name="csY10" fmla="*/ 1739306 h 1838175"/>
              <a:gd name="csX11" fmla="*/ 2970619 w 3182010"/>
              <a:gd name="csY11" fmla="*/ 1711588 h 1838175"/>
              <a:gd name="csX12" fmla="*/ 2866340 w 3182010"/>
              <a:gd name="csY12" fmla="*/ 1790535 h 1838175"/>
              <a:gd name="csX13" fmla="*/ 2608299 w 3182010"/>
              <a:gd name="csY13" fmla="*/ 1836708 h 1838175"/>
              <a:gd name="csX14" fmla="*/ 2398632 w 3182010"/>
              <a:gd name="csY14" fmla="*/ 1790183 h 1838175"/>
              <a:gd name="csX15" fmla="*/ 2184769 w 3182010"/>
              <a:gd name="csY15" fmla="*/ 1795186 h 1838175"/>
              <a:gd name="csX16" fmla="*/ 2121210 w 3182010"/>
              <a:gd name="csY16" fmla="*/ 1703447 h 1838175"/>
              <a:gd name="csX17" fmla="*/ 2027847 w 3182010"/>
              <a:gd name="csY17" fmla="*/ 1567391 h 1838175"/>
              <a:gd name="csX18" fmla="*/ 1892840 w 3182010"/>
              <a:gd name="csY18" fmla="*/ 1459835 h 1838175"/>
              <a:gd name="csX19" fmla="*/ 1748541 w 3182010"/>
              <a:gd name="csY19" fmla="*/ 1363609 h 1838175"/>
              <a:gd name="csX20" fmla="*/ 1553183 w 3182010"/>
              <a:gd name="csY20" fmla="*/ 1483234 h 1838175"/>
              <a:gd name="csX21" fmla="*/ 1324410 w 3182010"/>
              <a:gd name="csY21" fmla="*/ 1612561 h 1838175"/>
              <a:gd name="csX22" fmla="*/ 848536 w 3182010"/>
              <a:gd name="csY22" fmla="*/ 1707506 h 1838175"/>
              <a:gd name="csX23" fmla="*/ 297048 w 3182010"/>
              <a:gd name="csY23" fmla="*/ 1602968 h 1838175"/>
              <a:gd name="csX24" fmla="*/ 20518 w 3182010"/>
              <a:gd name="csY24" fmla="*/ 1189419 h 1838175"/>
              <a:gd name="csX25" fmla="*/ 72918 w 3182010"/>
              <a:gd name="csY25" fmla="*/ 729422 h 1838175"/>
              <a:gd name="csX26" fmla="*/ 605915 w 3182010"/>
              <a:gd name="csY26" fmla="*/ 203795 h 1838175"/>
              <a:gd name="csX27" fmla="*/ 1209735 w 3182010"/>
              <a:gd name="csY27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676380 w 3162824"/>
              <a:gd name="csY6" fmla="*/ 1040012 h 1838175"/>
              <a:gd name="csX7" fmla="*/ 3162433 w 3162824"/>
              <a:gd name="csY7" fmla="*/ 1429607 h 1838175"/>
              <a:gd name="csX8" fmla="*/ 3034006 w 3162824"/>
              <a:gd name="csY8" fmla="*/ 1524299 h 1838175"/>
              <a:gd name="csX9" fmla="*/ 3109850 w 3162824"/>
              <a:gd name="csY9" fmla="*/ 1680823 h 1838175"/>
              <a:gd name="csX10" fmla="*/ 3053886 w 3162824"/>
              <a:gd name="csY10" fmla="*/ 1739306 h 1838175"/>
              <a:gd name="csX11" fmla="*/ 2970619 w 3162824"/>
              <a:gd name="csY11" fmla="*/ 1711588 h 1838175"/>
              <a:gd name="csX12" fmla="*/ 2866340 w 3162824"/>
              <a:gd name="csY12" fmla="*/ 1790535 h 1838175"/>
              <a:gd name="csX13" fmla="*/ 2608299 w 3162824"/>
              <a:gd name="csY13" fmla="*/ 1836708 h 1838175"/>
              <a:gd name="csX14" fmla="*/ 2398632 w 3162824"/>
              <a:gd name="csY14" fmla="*/ 1790183 h 1838175"/>
              <a:gd name="csX15" fmla="*/ 2184769 w 3162824"/>
              <a:gd name="csY15" fmla="*/ 1795186 h 1838175"/>
              <a:gd name="csX16" fmla="*/ 2121210 w 3162824"/>
              <a:gd name="csY16" fmla="*/ 1703447 h 1838175"/>
              <a:gd name="csX17" fmla="*/ 2027847 w 3162824"/>
              <a:gd name="csY17" fmla="*/ 1567391 h 1838175"/>
              <a:gd name="csX18" fmla="*/ 1892840 w 3162824"/>
              <a:gd name="csY18" fmla="*/ 1459835 h 1838175"/>
              <a:gd name="csX19" fmla="*/ 1748541 w 3162824"/>
              <a:gd name="csY19" fmla="*/ 1363609 h 1838175"/>
              <a:gd name="csX20" fmla="*/ 1553183 w 3162824"/>
              <a:gd name="csY20" fmla="*/ 1483234 h 1838175"/>
              <a:gd name="csX21" fmla="*/ 1324410 w 3162824"/>
              <a:gd name="csY21" fmla="*/ 1612561 h 1838175"/>
              <a:gd name="csX22" fmla="*/ 848536 w 3162824"/>
              <a:gd name="csY22" fmla="*/ 1707506 h 1838175"/>
              <a:gd name="csX23" fmla="*/ 297048 w 3162824"/>
              <a:gd name="csY23" fmla="*/ 1602968 h 1838175"/>
              <a:gd name="csX24" fmla="*/ 20518 w 3162824"/>
              <a:gd name="csY24" fmla="*/ 1189419 h 1838175"/>
              <a:gd name="csX25" fmla="*/ 72918 w 3162824"/>
              <a:gd name="csY25" fmla="*/ 729422 h 1838175"/>
              <a:gd name="csX26" fmla="*/ 605915 w 3162824"/>
              <a:gd name="csY26" fmla="*/ 203795 h 1838175"/>
              <a:gd name="csX27" fmla="*/ 1209735 w 3162824"/>
              <a:gd name="csY27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676380 w 3162824"/>
              <a:gd name="csY6" fmla="*/ 1040012 h 1838175"/>
              <a:gd name="csX7" fmla="*/ 3162433 w 3162824"/>
              <a:gd name="csY7" fmla="*/ 1429607 h 1838175"/>
              <a:gd name="csX8" fmla="*/ 3034006 w 3162824"/>
              <a:gd name="csY8" fmla="*/ 1524299 h 1838175"/>
              <a:gd name="csX9" fmla="*/ 3109850 w 3162824"/>
              <a:gd name="csY9" fmla="*/ 1680823 h 1838175"/>
              <a:gd name="csX10" fmla="*/ 3053886 w 3162824"/>
              <a:gd name="csY10" fmla="*/ 1739306 h 1838175"/>
              <a:gd name="csX11" fmla="*/ 2970619 w 3162824"/>
              <a:gd name="csY11" fmla="*/ 1711588 h 1838175"/>
              <a:gd name="csX12" fmla="*/ 2866340 w 3162824"/>
              <a:gd name="csY12" fmla="*/ 1790535 h 1838175"/>
              <a:gd name="csX13" fmla="*/ 2608299 w 3162824"/>
              <a:gd name="csY13" fmla="*/ 1836708 h 1838175"/>
              <a:gd name="csX14" fmla="*/ 2398632 w 3162824"/>
              <a:gd name="csY14" fmla="*/ 1790183 h 1838175"/>
              <a:gd name="csX15" fmla="*/ 2184769 w 3162824"/>
              <a:gd name="csY15" fmla="*/ 1795186 h 1838175"/>
              <a:gd name="csX16" fmla="*/ 2121210 w 3162824"/>
              <a:gd name="csY16" fmla="*/ 1703447 h 1838175"/>
              <a:gd name="csX17" fmla="*/ 2027847 w 3162824"/>
              <a:gd name="csY17" fmla="*/ 1567391 h 1838175"/>
              <a:gd name="csX18" fmla="*/ 1892840 w 3162824"/>
              <a:gd name="csY18" fmla="*/ 1459835 h 1838175"/>
              <a:gd name="csX19" fmla="*/ 1748541 w 3162824"/>
              <a:gd name="csY19" fmla="*/ 1363609 h 1838175"/>
              <a:gd name="csX20" fmla="*/ 1553183 w 3162824"/>
              <a:gd name="csY20" fmla="*/ 1483234 h 1838175"/>
              <a:gd name="csX21" fmla="*/ 1324410 w 3162824"/>
              <a:gd name="csY21" fmla="*/ 1612561 h 1838175"/>
              <a:gd name="csX22" fmla="*/ 848536 w 3162824"/>
              <a:gd name="csY22" fmla="*/ 1707506 h 1838175"/>
              <a:gd name="csX23" fmla="*/ 297048 w 3162824"/>
              <a:gd name="csY23" fmla="*/ 1602968 h 1838175"/>
              <a:gd name="csX24" fmla="*/ 20518 w 3162824"/>
              <a:gd name="csY24" fmla="*/ 1189419 h 1838175"/>
              <a:gd name="csX25" fmla="*/ 72918 w 3162824"/>
              <a:gd name="csY25" fmla="*/ 729422 h 1838175"/>
              <a:gd name="csX26" fmla="*/ 605915 w 3162824"/>
              <a:gd name="csY26" fmla="*/ 203795 h 1838175"/>
              <a:gd name="csX27" fmla="*/ 1209735 w 3162824"/>
              <a:gd name="csY27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676380 w 3162824"/>
              <a:gd name="csY6" fmla="*/ 1040012 h 1838175"/>
              <a:gd name="csX7" fmla="*/ 2932532 w 3162824"/>
              <a:gd name="csY7" fmla="*/ 1283783 h 1838175"/>
              <a:gd name="csX8" fmla="*/ 3162433 w 3162824"/>
              <a:gd name="csY8" fmla="*/ 1429607 h 1838175"/>
              <a:gd name="csX9" fmla="*/ 3034006 w 3162824"/>
              <a:gd name="csY9" fmla="*/ 1524299 h 1838175"/>
              <a:gd name="csX10" fmla="*/ 3109850 w 3162824"/>
              <a:gd name="csY10" fmla="*/ 1680823 h 1838175"/>
              <a:gd name="csX11" fmla="*/ 3053886 w 3162824"/>
              <a:gd name="csY11" fmla="*/ 1739306 h 1838175"/>
              <a:gd name="csX12" fmla="*/ 2970619 w 3162824"/>
              <a:gd name="csY12" fmla="*/ 1711588 h 1838175"/>
              <a:gd name="csX13" fmla="*/ 2866340 w 3162824"/>
              <a:gd name="csY13" fmla="*/ 1790535 h 1838175"/>
              <a:gd name="csX14" fmla="*/ 2608299 w 3162824"/>
              <a:gd name="csY14" fmla="*/ 1836708 h 1838175"/>
              <a:gd name="csX15" fmla="*/ 2398632 w 3162824"/>
              <a:gd name="csY15" fmla="*/ 1790183 h 1838175"/>
              <a:gd name="csX16" fmla="*/ 2184769 w 3162824"/>
              <a:gd name="csY16" fmla="*/ 1795186 h 1838175"/>
              <a:gd name="csX17" fmla="*/ 2121210 w 3162824"/>
              <a:gd name="csY17" fmla="*/ 1703447 h 1838175"/>
              <a:gd name="csX18" fmla="*/ 2027847 w 3162824"/>
              <a:gd name="csY18" fmla="*/ 1567391 h 1838175"/>
              <a:gd name="csX19" fmla="*/ 1892840 w 3162824"/>
              <a:gd name="csY19" fmla="*/ 1459835 h 1838175"/>
              <a:gd name="csX20" fmla="*/ 1748541 w 3162824"/>
              <a:gd name="csY20" fmla="*/ 1363609 h 1838175"/>
              <a:gd name="csX21" fmla="*/ 1553183 w 3162824"/>
              <a:gd name="csY21" fmla="*/ 1483234 h 1838175"/>
              <a:gd name="csX22" fmla="*/ 1324410 w 3162824"/>
              <a:gd name="csY22" fmla="*/ 1612561 h 1838175"/>
              <a:gd name="csX23" fmla="*/ 848536 w 3162824"/>
              <a:gd name="csY23" fmla="*/ 1707506 h 1838175"/>
              <a:gd name="csX24" fmla="*/ 297048 w 3162824"/>
              <a:gd name="csY24" fmla="*/ 1602968 h 1838175"/>
              <a:gd name="csX25" fmla="*/ 20518 w 3162824"/>
              <a:gd name="csY25" fmla="*/ 1189419 h 1838175"/>
              <a:gd name="csX26" fmla="*/ 72918 w 3162824"/>
              <a:gd name="csY26" fmla="*/ 729422 h 1838175"/>
              <a:gd name="csX27" fmla="*/ 605915 w 3162824"/>
              <a:gd name="csY27" fmla="*/ 203795 h 1838175"/>
              <a:gd name="csX28" fmla="*/ 1209735 w 3162824"/>
              <a:gd name="csY28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676380 w 3162824"/>
              <a:gd name="csY6" fmla="*/ 1040012 h 1838175"/>
              <a:gd name="csX7" fmla="*/ 2932532 w 3162824"/>
              <a:gd name="csY7" fmla="*/ 1283783 h 1838175"/>
              <a:gd name="csX8" fmla="*/ 3162433 w 3162824"/>
              <a:gd name="csY8" fmla="*/ 1429607 h 1838175"/>
              <a:gd name="csX9" fmla="*/ 3034006 w 3162824"/>
              <a:gd name="csY9" fmla="*/ 1524299 h 1838175"/>
              <a:gd name="csX10" fmla="*/ 3109850 w 3162824"/>
              <a:gd name="csY10" fmla="*/ 1680823 h 1838175"/>
              <a:gd name="csX11" fmla="*/ 3053886 w 3162824"/>
              <a:gd name="csY11" fmla="*/ 1739306 h 1838175"/>
              <a:gd name="csX12" fmla="*/ 2970619 w 3162824"/>
              <a:gd name="csY12" fmla="*/ 1711588 h 1838175"/>
              <a:gd name="csX13" fmla="*/ 2866340 w 3162824"/>
              <a:gd name="csY13" fmla="*/ 1790535 h 1838175"/>
              <a:gd name="csX14" fmla="*/ 2608299 w 3162824"/>
              <a:gd name="csY14" fmla="*/ 1836708 h 1838175"/>
              <a:gd name="csX15" fmla="*/ 2398632 w 3162824"/>
              <a:gd name="csY15" fmla="*/ 1790183 h 1838175"/>
              <a:gd name="csX16" fmla="*/ 2184769 w 3162824"/>
              <a:gd name="csY16" fmla="*/ 1795186 h 1838175"/>
              <a:gd name="csX17" fmla="*/ 2121210 w 3162824"/>
              <a:gd name="csY17" fmla="*/ 1703447 h 1838175"/>
              <a:gd name="csX18" fmla="*/ 2027847 w 3162824"/>
              <a:gd name="csY18" fmla="*/ 1567391 h 1838175"/>
              <a:gd name="csX19" fmla="*/ 1892840 w 3162824"/>
              <a:gd name="csY19" fmla="*/ 1459835 h 1838175"/>
              <a:gd name="csX20" fmla="*/ 1748541 w 3162824"/>
              <a:gd name="csY20" fmla="*/ 1363609 h 1838175"/>
              <a:gd name="csX21" fmla="*/ 1553183 w 3162824"/>
              <a:gd name="csY21" fmla="*/ 1483234 h 1838175"/>
              <a:gd name="csX22" fmla="*/ 1324410 w 3162824"/>
              <a:gd name="csY22" fmla="*/ 1612561 h 1838175"/>
              <a:gd name="csX23" fmla="*/ 848536 w 3162824"/>
              <a:gd name="csY23" fmla="*/ 1707506 h 1838175"/>
              <a:gd name="csX24" fmla="*/ 297048 w 3162824"/>
              <a:gd name="csY24" fmla="*/ 1602968 h 1838175"/>
              <a:gd name="csX25" fmla="*/ 20518 w 3162824"/>
              <a:gd name="csY25" fmla="*/ 1189419 h 1838175"/>
              <a:gd name="csX26" fmla="*/ 72918 w 3162824"/>
              <a:gd name="csY26" fmla="*/ 729422 h 1838175"/>
              <a:gd name="csX27" fmla="*/ 605915 w 3162824"/>
              <a:gd name="csY27" fmla="*/ 203795 h 1838175"/>
              <a:gd name="csX28" fmla="*/ 1209735 w 3162824"/>
              <a:gd name="csY28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676380 w 3162824"/>
              <a:gd name="csY6" fmla="*/ 1040012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676380 w 3162824"/>
              <a:gd name="csY6" fmla="*/ 1040012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1353 w 3162824"/>
              <a:gd name="csY4" fmla="*/ 581972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6923 w 3162824"/>
              <a:gd name="csY3" fmla="*/ 358042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1209735 w 3162824"/>
              <a:gd name="csY29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901038 w 3162824"/>
              <a:gd name="csY29" fmla="*/ 97638 h 1838175"/>
              <a:gd name="csX30" fmla="*/ 1209735 w 3162824"/>
              <a:gd name="csY30" fmla="*/ 28193 h 1838175"/>
              <a:gd name="csX0" fmla="*/ 1209735 w 3162824"/>
              <a:gd name="csY0" fmla="*/ 28193 h 1838175"/>
              <a:gd name="csX1" fmla="*/ 1867261 w 3162824"/>
              <a:gd name="csY1" fmla="*/ 90984 h 1838175"/>
              <a:gd name="csX2" fmla="*/ 2095787 w 3162824"/>
              <a:gd name="csY2" fmla="*/ 305486 h 1838175"/>
              <a:gd name="csX3" fmla="*/ 2348368 w 3162824"/>
              <a:gd name="csY3" fmla="*/ 335638 h 1838175"/>
              <a:gd name="csX4" fmla="*/ 2413289 w 3162824"/>
              <a:gd name="csY4" fmla="*/ 565899 h 1838175"/>
              <a:gd name="csX5" fmla="*/ 2457060 w 3162824"/>
              <a:gd name="csY5" fmla="*/ 770431 h 1838175"/>
              <a:gd name="csX6" fmla="*/ 2585505 w 3162824"/>
              <a:gd name="csY6" fmla="*/ 977008 h 1838175"/>
              <a:gd name="csX7" fmla="*/ 2932532 w 3162824"/>
              <a:gd name="csY7" fmla="*/ 1283783 h 1838175"/>
              <a:gd name="csX8" fmla="*/ 3042891 w 3162824"/>
              <a:gd name="csY8" fmla="*/ 1351644 h 1838175"/>
              <a:gd name="csX9" fmla="*/ 3162433 w 3162824"/>
              <a:gd name="csY9" fmla="*/ 1429607 h 1838175"/>
              <a:gd name="csX10" fmla="*/ 3034006 w 3162824"/>
              <a:gd name="csY10" fmla="*/ 1524299 h 1838175"/>
              <a:gd name="csX11" fmla="*/ 3109850 w 3162824"/>
              <a:gd name="csY11" fmla="*/ 1680823 h 1838175"/>
              <a:gd name="csX12" fmla="*/ 3053886 w 3162824"/>
              <a:gd name="csY12" fmla="*/ 1739306 h 1838175"/>
              <a:gd name="csX13" fmla="*/ 2970619 w 3162824"/>
              <a:gd name="csY13" fmla="*/ 1711588 h 1838175"/>
              <a:gd name="csX14" fmla="*/ 2866340 w 3162824"/>
              <a:gd name="csY14" fmla="*/ 1790535 h 1838175"/>
              <a:gd name="csX15" fmla="*/ 2608299 w 3162824"/>
              <a:gd name="csY15" fmla="*/ 1836708 h 1838175"/>
              <a:gd name="csX16" fmla="*/ 2398632 w 3162824"/>
              <a:gd name="csY16" fmla="*/ 1790183 h 1838175"/>
              <a:gd name="csX17" fmla="*/ 2184769 w 3162824"/>
              <a:gd name="csY17" fmla="*/ 1795186 h 1838175"/>
              <a:gd name="csX18" fmla="*/ 2121210 w 3162824"/>
              <a:gd name="csY18" fmla="*/ 1703447 h 1838175"/>
              <a:gd name="csX19" fmla="*/ 2027847 w 3162824"/>
              <a:gd name="csY19" fmla="*/ 1567391 h 1838175"/>
              <a:gd name="csX20" fmla="*/ 1892840 w 3162824"/>
              <a:gd name="csY20" fmla="*/ 1459835 h 1838175"/>
              <a:gd name="csX21" fmla="*/ 1748541 w 3162824"/>
              <a:gd name="csY21" fmla="*/ 1363609 h 1838175"/>
              <a:gd name="csX22" fmla="*/ 1553183 w 3162824"/>
              <a:gd name="csY22" fmla="*/ 1483234 h 1838175"/>
              <a:gd name="csX23" fmla="*/ 1324410 w 3162824"/>
              <a:gd name="csY23" fmla="*/ 1612561 h 1838175"/>
              <a:gd name="csX24" fmla="*/ 848536 w 3162824"/>
              <a:gd name="csY24" fmla="*/ 1707506 h 1838175"/>
              <a:gd name="csX25" fmla="*/ 297048 w 3162824"/>
              <a:gd name="csY25" fmla="*/ 1602968 h 1838175"/>
              <a:gd name="csX26" fmla="*/ 20518 w 3162824"/>
              <a:gd name="csY26" fmla="*/ 1189419 h 1838175"/>
              <a:gd name="csX27" fmla="*/ 72918 w 3162824"/>
              <a:gd name="csY27" fmla="*/ 729422 h 1838175"/>
              <a:gd name="csX28" fmla="*/ 605915 w 3162824"/>
              <a:gd name="csY28" fmla="*/ 203795 h 1838175"/>
              <a:gd name="csX29" fmla="*/ 901038 w 3162824"/>
              <a:gd name="csY29" fmla="*/ 97638 h 1838175"/>
              <a:gd name="csX30" fmla="*/ 1209735 w 3162824"/>
              <a:gd name="csY30" fmla="*/ 28193 h 1838175"/>
              <a:gd name="csX0" fmla="*/ 1209735 w 3162824"/>
              <a:gd name="csY0" fmla="*/ 32475 h 1842457"/>
              <a:gd name="csX1" fmla="*/ 1867261 w 3162824"/>
              <a:gd name="csY1" fmla="*/ 95266 h 1842457"/>
              <a:gd name="csX2" fmla="*/ 2095787 w 3162824"/>
              <a:gd name="csY2" fmla="*/ 309768 h 1842457"/>
              <a:gd name="csX3" fmla="*/ 2348368 w 3162824"/>
              <a:gd name="csY3" fmla="*/ 339920 h 1842457"/>
              <a:gd name="csX4" fmla="*/ 2413289 w 3162824"/>
              <a:gd name="csY4" fmla="*/ 570181 h 1842457"/>
              <a:gd name="csX5" fmla="*/ 2457060 w 3162824"/>
              <a:gd name="csY5" fmla="*/ 774713 h 1842457"/>
              <a:gd name="csX6" fmla="*/ 2585505 w 3162824"/>
              <a:gd name="csY6" fmla="*/ 981290 h 1842457"/>
              <a:gd name="csX7" fmla="*/ 2932532 w 3162824"/>
              <a:gd name="csY7" fmla="*/ 1288065 h 1842457"/>
              <a:gd name="csX8" fmla="*/ 3042891 w 3162824"/>
              <a:gd name="csY8" fmla="*/ 1355926 h 1842457"/>
              <a:gd name="csX9" fmla="*/ 3162433 w 3162824"/>
              <a:gd name="csY9" fmla="*/ 1433889 h 1842457"/>
              <a:gd name="csX10" fmla="*/ 3034006 w 3162824"/>
              <a:gd name="csY10" fmla="*/ 1528581 h 1842457"/>
              <a:gd name="csX11" fmla="*/ 3109850 w 3162824"/>
              <a:gd name="csY11" fmla="*/ 1685105 h 1842457"/>
              <a:gd name="csX12" fmla="*/ 3053886 w 3162824"/>
              <a:gd name="csY12" fmla="*/ 1743588 h 1842457"/>
              <a:gd name="csX13" fmla="*/ 2970619 w 3162824"/>
              <a:gd name="csY13" fmla="*/ 1715870 h 1842457"/>
              <a:gd name="csX14" fmla="*/ 2866340 w 3162824"/>
              <a:gd name="csY14" fmla="*/ 1794817 h 1842457"/>
              <a:gd name="csX15" fmla="*/ 2608299 w 3162824"/>
              <a:gd name="csY15" fmla="*/ 1840990 h 1842457"/>
              <a:gd name="csX16" fmla="*/ 2398632 w 3162824"/>
              <a:gd name="csY16" fmla="*/ 1794465 h 1842457"/>
              <a:gd name="csX17" fmla="*/ 2184769 w 3162824"/>
              <a:gd name="csY17" fmla="*/ 1799468 h 1842457"/>
              <a:gd name="csX18" fmla="*/ 2121210 w 3162824"/>
              <a:gd name="csY18" fmla="*/ 1707729 h 1842457"/>
              <a:gd name="csX19" fmla="*/ 2027847 w 3162824"/>
              <a:gd name="csY19" fmla="*/ 1571673 h 1842457"/>
              <a:gd name="csX20" fmla="*/ 1892840 w 3162824"/>
              <a:gd name="csY20" fmla="*/ 1464117 h 1842457"/>
              <a:gd name="csX21" fmla="*/ 1748541 w 3162824"/>
              <a:gd name="csY21" fmla="*/ 1367891 h 1842457"/>
              <a:gd name="csX22" fmla="*/ 1553183 w 3162824"/>
              <a:gd name="csY22" fmla="*/ 1487516 h 1842457"/>
              <a:gd name="csX23" fmla="*/ 1324410 w 3162824"/>
              <a:gd name="csY23" fmla="*/ 1616843 h 1842457"/>
              <a:gd name="csX24" fmla="*/ 848536 w 3162824"/>
              <a:gd name="csY24" fmla="*/ 1711788 h 1842457"/>
              <a:gd name="csX25" fmla="*/ 297048 w 3162824"/>
              <a:gd name="csY25" fmla="*/ 1607250 h 1842457"/>
              <a:gd name="csX26" fmla="*/ 20518 w 3162824"/>
              <a:gd name="csY26" fmla="*/ 1193701 h 1842457"/>
              <a:gd name="csX27" fmla="*/ 72918 w 3162824"/>
              <a:gd name="csY27" fmla="*/ 733704 h 1842457"/>
              <a:gd name="csX28" fmla="*/ 605915 w 3162824"/>
              <a:gd name="csY28" fmla="*/ 208077 h 1842457"/>
              <a:gd name="csX29" fmla="*/ 901038 w 3162824"/>
              <a:gd name="csY29" fmla="*/ 101920 h 1842457"/>
              <a:gd name="csX30" fmla="*/ 1209735 w 3162824"/>
              <a:gd name="csY30" fmla="*/ 32475 h 1842457"/>
              <a:gd name="csX0" fmla="*/ 1209735 w 3162824"/>
              <a:gd name="csY0" fmla="*/ 9422 h 1819404"/>
              <a:gd name="csX1" fmla="*/ 1567723 w 3162824"/>
              <a:gd name="csY1" fmla="*/ 11179 h 1819404"/>
              <a:gd name="csX2" fmla="*/ 1867261 w 3162824"/>
              <a:gd name="csY2" fmla="*/ 72213 h 1819404"/>
              <a:gd name="csX3" fmla="*/ 2095787 w 3162824"/>
              <a:gd name="csY3" fmla="*/ 286715 h 1819404"/>
              <a:gd name="csX4" fmla="*/ 2348368 w 3162824"/>
              <a:gd name="csY4" fmla="*/ 316867 h 1819404"/>
              <a:gd name="csX5" fmla="*/ 2413289 w 3162824"/>
              <a:gd name="csY5" fmla="*/ 547128 h 1819404"/>
              <a:gd name="csX6" fmla="*/ 2457060 w 3162824"/>
              <a:gd name="csY6" fmla="*/ 751660 h 1819404"/>
              <a:gd name="csX7" fmla="*/ 2585505 w 3162824"/>
              <a:gd name="csY7" fmla="*/ 958237 h 1819404"/>
              <a:gd name="csX8" fmla="*/ 2932532 w 3162824"/>
              <a:gd name="csY8" fmla="*/ 1265012 h 1819404"/>
              <a:gd name="csX9" fmla="*/ 3042891 w 3162824"/>
              <a:gd name="csY9" fmla="*/ 1332873 h 1819404"/>
              <a:gd name="csX10" fmla="*/ 3162433 w 3162824"/>
              <a:gd name="csY10" fmla="*/ 1410836 h 1819404"/>
              <a:gd name="csX11" fmla="*/ 3034006 w 3162824"/>
              <a:gd name="csY11" fmla="*/ 1505528 h 1819404"/>
              <a:gd name="csX12" fmla="*/ 3109850 w 3162824"/>
              <a:gd name="csY12" fmla="*/ 1662052 h 1819404"/>
              <a:gd name="csX13" fmla="*/ 3053886 w 3162824"/>
              <a:gd name="csY13" fmla="*/ 1720535 h 1819404"/>
              <a:gd name="csX14" fmla="*/ 2970619 w 3162824"/>
              <a:gd name="csY14" fmla="*/ 1692817 h 1819404"/>
              <a:gd name="csX15" fmla="*/ 2866340 w 3162824"/>
              <a:gd name="csY15" fmla="*/ 1771764 h 1819404"/>
              <a:gd name="csX16" fmla="*/ 2608299 w 3162824"/>
              <a:gd name="csY16" fmla="*/ 1817937 h 1819404"/>
              <a:gd name="csX17" fmla="*/ 2398632 w 3162824"/>
              <a:gd name="csY17" fmla="*/ 1771412 h 1819404"/>
              <a:gd name="csX18" fmla="*/ 2184769 w 3162824"/>
              <a:gd name="csY18" fmla="*/ 1776415 h 1819404"/>
              <a:gd name="csX19" fmla="*/ 2121210 w 3162824"/>
              <a:gd name="csY19" fmla="*/ 1684676 h 1819404"/>
              <a:gd name="csX20" fmla="*/ 2027847 w 3162824"/>
              <a:gd name="csY20" fmla="*/ 1548620 h 1819404"/>
              <a:gd name="csX21" fmla="*/ 1892840 w 3162824"/>
              <a:gd name="csY21" fmla="*/ 1441064 h 1819404"/>
              <a:gd name="csX22" fmla="*/ 1748541 w 3162824"/>
              <a:gd name="csY22" fmla="*/ 1344838 h 1819404"/>
              <a:gd name="csX23" fmla="*/ 1553183 w 3162824"/>
              <a:gd name="csY23" fmla="*/ 1464463 h 1819404"/>
              <a:gd name="csX24" fmla="*/ 1324410 w 3162824"/>
              <a:gd name="csY24" fmla="*/ 1593790 h 1819404"/>
              <a:gd name="csX25" fmla="*/ 848536 w 3162824"/>
              <a:gd name="csY25" fmla="*/ 1688735 h 1819404"/>
              <a:gd name="csX26" fmla="*/ 297048 w 3162824"/>
              <a:gd name="csY26" fmla="*/ 1584197 h 1819404"/>
              <a:gd name="csX27" fmla="*/ 20518 w 3162824"/>
              <a:gd name="csY27" fmla="*/ 1170648 h 1819404"/>
              <a:gd name="csX28" fmla="*/ 72918 w 3162824"/>
              <a:gd name="csY28" fmla="*/ 710651 h 1819404"/>
              <a:gd name="csX29" fmla="*/ 605915 w 3162824"/>
              <a:gd name="csY29" fmla="*/ 185024 h 1819404"/>
              <a:gd name="csX30" fmla="*/ 901038 w 3162824"/>
              <a:gd name="csY30" fmla="*/ 78867 h 1819404"/>
              <a:gd name="csX31" fmla="*/ 1209735 w 3162824"/>
              <a:gd name="csY31" fmla="*/ 9422 h 1819404"/>
              <a:gd name="csX0" fmla="*/ 1209735 w 3162824"/>
              <a:gd name="csY0" fmla="*/ 18041 h 1828023"/>
              <a:gd name="csX1" fmla="*/ 1567723 w 3162824"/>
              <a:gd name="csY1" fmla="*/ 19798 h 1828023"/>
              <a:gd name="csX2" fmla="*/ 1867261 w 3162824"/>
              <a:gd name="csY2" fmla="*/ 80832 h 1828023"/>
              <a:gd name="csX3" fmla="*/ 2095787 w 3162824"/>
              <a:gd name="csY3" fmla="*/ 295334 h 1828023"/>
              <a:gd name="csX4" fmla="*/ 2348368 w 3162824"/>
              <a:gd name="csY4" fmla="*/ 325486 h 1828023"/>
              <a:gd name="csX5" fmla="*/ 2413289 w 3162824"/>
              <a:gd name="csY5" fmla="*/ 555747 h 1828023"/>
              <a:gd name="csX6" fmla="*/ 2457060 w 3162824"/>
              <a:gd name="csY6" fmla="*/ 760279 h 1828023"/>
              <a:gd name="csX7" fmla="*/ 2585505 w 3162824"/>
              <a:gd name="csY7" fmla="*/ 966856 h 1828023"/>
              <a:gd name="csX8" fmla="*/ 2932532 w 3162824"/>
              <a:gd name="csY8" fmla="*/ 1273631 h 1828023"/>
              <a:gd name="csX9" fmla="*/ 3042891 w 3162824"/>
              <a:gd name="csY9" fmla="*/ 1341492 h 1828023"/>
              <a:gd name="csX10" fmla="*/ 3162433 w 3162824"/>
              <a:gd name="csY10" fmla="*/ 1419455 h 1828023"/>
              <a:gd name="csX11" fmla="*/ 3034006 w 3162824"/>
              <a:gd name="csY11" fmla="*/ 1514147 h 1828023"/>
              <a:gd name="csX12" fmla="*/ 3109850 w 3162824"/>
              <a:gd name="csY12" fmla="*/ 1670671 h 1828023"/>
              <a:gd name="csX13" fmla="*/ 3053886 w 3162824"/>
              <a:gd name="csY13" fmla="*/ 1729154 h 1828023"/>
              <a:gd name="csX14" fmla="*/ 2970619 w 3162824"/>
              <a:gd name="csY14" fmla="*/ 1701436 h 1828023"/>
              <a:gd name="csX15" fmla="*/ 2866340 w 3162824"/>
              <a:gd name="csY15" fmla="*/ 1780383 h 1828023"/>
              <a:gd name="csX16" fmla="*/ 2608299 w 3162824"/>
              <a:gd name="csY16" fmla="*/ 1826556 h 1828023"/>
              <a:gd name="csX17" fmla="*/ 2398632 w 3162824"/>
              <a:gd name="csY17" fmla="*/ 1780031 h 1828023"/>
              <a:gd name="csX18" fmla="*/ 2184769 w 3162824"/>
              <a:gd name="csY18" fmla="*/ 1785034 h 1828023"/>
              <a:gd name="csX19" fmla="*/ 2121210 w 3162824"/>
              <a:gd name="csY19" fmla="*/ 1693295 h 1828023"/>
              <a:gd name="csX20" fmla="*/ 2027847 w 3162824"/>
              <a:gd name="csY20" fmla="*/ 1557239 h 1828023"/>
              <a:gd name="csX21" fmla="*/ 1892840 w 3162824"/>
              <a:gd name="csY21" fmla="*/ 1449683 h 1828023"/>
              <a:gd name="csX22" fmla="*/ 1748541 w 3162824"/>
              <a:gd name="csY22" fmla="*/ 1353457 h 1828023"/>
              <a:gd name="csX23" fmla="*/ 1553183 w 3162824"/>
              <a:gd name="csY23" fmla="*/ 1473082 h 1828023"/>
              <a:gd name="csX24" fmla="*/ 1324410 w 3162824"/>
              <a:gd name="csY24" fmla="*/ 1602409 h 1828023"/>
              <a:gd name="csX25" fmla="*/ 848536 w 3162824"/>
              <a:gd name="csY25" fmla="*/ 1697354 h 1828023"/>
              <a:gd name="csX26" fmla="*/ 297048 w 3162824"/>
              <a:gd name="csY26" fmla="*/ 1592816 h 1828023"/>
              <a:gd name="csX27" fmla="*/ 20518 w 3162824"/>
              <a:gd name="csY27" fmla="*/ 1179267 h 1828023"/>
              <a:gd name="csX28" fmla="*/ 72918 w 3162824"/>
              <a:gd name="csY28" fmla="*/ 719270 h 1828023"/>
              <a:gd name="csX29" fmla="*/ 605915 w 3162824"/>
              <a:gd name="csY29" fmla="*/ 193643 h 1828023"/>
              <a:gd name="csX30" fmla="*/ 901038 w 3162824"/>
              <a:gd name="csY30" fmla="*/ 87486 h 1828023"/>
              <a:gd name="csX31" fmla="*/ 1209735 w 3162824"/>
              <a:gd name="csY31" fmla="*/ 18041 h 18280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3162824" h="1828023">
                <a:moveTo>
                  <a:pt x="1209735" y="18041"/>
                </a:moveTo>
                <a:cubicBezTo>
                  <a:pt x="1316219" y="1812"/>
                  <a:pt x="1424514" y="-13533"/>
                  <a:pt x="1567723" y="19798"/>
                </a:cubicBezTo>
                <a:cubicBezTo>
                  <a:pt x="1677311" y="30263"/>
                  <a:pt x="1774620" y="29961"/>
                  <a:pt x="1867261" y="80832"/>
                </a:cubicBezTo>
                <a:cubicBezTo>
                  <a:pt x="1978556" y="157481"/>
                  <a:pt x="2086291" y="227492"/>
                  <a:pt x="2095787" y="295334"/>
                </a:cubicBezTo>
                <a:cubicBezTo>
                  <a:pt x="2223179" y="287860"/>
                  <a:pt x="2217539" y="285540"/>
                  <a:pt x="2348368" y="325486"/>
                </a:cubicBezTo>
                <a:cubicBezTo>
                  <a:pt x="2400962" y="371567"/>
                  <a:pt x="2522997" y="454781"/>
                  <a:pt x="2413289" y="555747"/>
                </a:cubicBezTo>
                <a:cubicBezTo>
                  <a:pt x="2469071" y="586587"/>
                  <a:pt x="2416811" y="683156"/>
                  <a:pt x="2457060" y="760279"/>
                </a:cubicBezTo>
                <a:cubicBezTo>
                  <a:pt x="2492124" y="831378"/>
                  <a:pt x="2617085" y="867044"/>
                  <a:pt x="2585505" y="966856"/>
                </a:cubicBezTo>
                <a:cubicBezTo>
                  <a:pt x="2677863" y="1057235"/>
                  <a:pt x="2851523" y="1208699"/>
                  <a:pt x="2932532" y="1273631"/>
                </a:cubicBezTo>
                <a:cubicBezTo>
                  <a:pt x="2997756" y="1324187"/>
                  <a:pt x="3020834" y="1239496"/>
                  <a:pt x="3042891" y="1341492"/>
                </a:cubicBezTo>
                <a:cubicBezTo>
                  <a:pt x="3081208" y="1365796"/>
                  <a:pt x="3168052" y="1389296"/>
                  <a:pt x="3162433" y="1419455"/>
                </a:cubicBezTo>
                <a:cubicBezTo>
                  <a:pt x="3170473" y="1526466"/>
                  <a:pt x="3052097" y="1462531"/>
                  <a:pt x="3034006" y="1514147"/>
                </a:cubicBezTo>
                <a:cubicBezTo>
                  <a:pt x="3014891" y="1552574"/>
                  <a:pt x="3106537" y="1634837"/>
                  <a:pt x="3109850" y="1670671"/>
                </a:cubicBezTo>
                <a:cubicBezTo>
                  <a:pt x="3113163" y="1706505"/>
                  <a:pt x="3066739" y="1720584"/>
                  <a:pt x="3053886" y="1729154"/>
                </a:cubicBezTo>
                <a:cubicBezTo>
                  <a:pt x="3041033" y="1737724"/>
                  <a:pt x="3001877" y="1692898"/>
                  <a:pt x="2970619" y="1701436"/>
                </a:cubicBezTo>
                <a:cubicBezTo>
                  <a:pt x="2939361" y="1709974"/>
                  <a:pt x="2949469" y="1740558"/>
                  <a:pt x="2866340" y="1780383"/>
                </a:cubicBezTo>
                <a:cubicBezTo>
                  <a:pt x="2767317" y="1738652"/>
                  <a:pt x="2727070" y="1835022"/>
                  <a:pt x="2608299" y="1826556"/>
                </a:cubicBezTo>
                <a:cubicBezTo>
                  <a:pt x="2533969" y="1838954"/>
                  <a:pt x="2544208" y="1768390"/>
                  <a:pt x="2398632" y="1780031"/>
                </a:cubicBezTo>
                <a:cubicBezTo>
                  <a:pt x="2388247" y="1851235"/>
                  <a:pt x="2239088" y="1807885"/>
                  <a:pt x="2184769" y="1785034"/>
                </a:cubicBezTo>
                <a:cubicBezTo>
                  <a:pt x="2211251" y="1693427"/>
                  <a:pt x="2149961" y="1730529"/>
                  <a:pt x="2121210" y="1693295"/>
                </a:cubicBezTo>
                <a:cubicBezTo>
                  <a:pt x="1993316" y="1609621"/>
                  <a:pt x="2061365" y="1600848"/>
                  <a:pt x="2027847" y="1557239"/>
                </a:cubicBezTo>
                <a:cubicBezTo>
                  <a:pt x="1904065" y="1552295"/>
                  <a:pt x="1937245" y="1490182"/>
                  <a:pt x="1892840" y="1449683"/>
                </a:cubicBezTo>
                <a:cubicBezTo>
                  <a:pt x="1840955" y="1433990"/>
                  <a:pt x="1847676" y="1507607"/>
                  <a:pt x="1748541" y="1353457"/>
                </a:cubicBezTo>
                <a:cubicBezTo>
                  <a:pt x="1676294" y="1340525"/>
                  <a:pt x="1735459" y="1515278"/>
                  <a:pt x="1553183" y="1473082"/>
                </a:cubicBezTo>
                <a:cubicBezTo>
                  <a:pt x="1488915" y="1638273"/>
                  <a:pt x="1449442" y="1567095"/>
                  <a:pt x="1324410" y="1602409"/>
                </a:cubicBezTo>
                <a:cubicBezTo>
                  <a:pt x="1183309" y="1835919"/>
                  <a:pt x="1275406" y="1631182"/>
                  <a:pt x="848536" y="1697354"/>
                </a:cubicBezTo>
                <a:cubicBezTo>
                  <a:pt x="667553" y="1723314"/>
                  <a:pt x="458356" y="1653532"/>
                  <a:pt x="297048" y="1592816"/>
                </a:cubicBezTo>
                <a:cubicBezTo>
                  <a:pt x="145317" y="1471730"/>
                  <a:pt x="85154" y="1256650"/>
                  <a:pt x="20518" y="1179267"/>
                </a:cubicBezTo>
                <a:cubicBezTo>
                  <a:pt x="-17291" y="1001294"/>
                  <a:pt x="-4541" y="964778"/>
                  <a:pt x="72918" y="719270"/>
                </a:cubicBezTo>
                <a:cubicBezTo>
                  <a:pt x="187462" y="465025"/>
                  <a:pt x="371088" y="240080"/>
                  <a:pt x="605915" y="193643"/>
                </a:cubicBezTo>
                <a:cubicBezTo>
                  <a:pt x="765499" y="106309"/>
                  <a:pt x="800401" y="116753"/>
                  <a:pt x="901038" y="87486"/>
                </a:cubicBezTo>
                <a:cubicBezTo>
                  <a:pt x="1001675" y="58219"/>
                  <a:pt x="1052959" y="19350"/>
                  <a:pt x="1209735" y="18041"/>
                </a:cubicBezTo>
                <a:close/>
              </a:path>
            </a:pathLst>
          </a:custGeom>
          <a:solidFill>
            <a:srgbClr val="ED7D31">
              <a:alpha val="21961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67925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596786F-C65B-BA5A-5AC2-36DA52FA8DB7}"/>
              </a:ext>
            </a:extLst>
          </p:cNvPr>
          <p:cNvSpPr/>
          <p:nvPr/>
        </p:nvSpPr>
        <p:spPr>
          <a:xfrm rot="2753528" flipH="1">
            <a:off x="240682" y="172288"/>
            <a:ext cx="1186698" cy="666306"/>
          </a:xfrm>
          <a:custGeom>
            <a:avLst/>
            <a:gdLst>
              <a:gd name="csX0" fmla="*/ 917925 w 1186698"/>
              <a:gd name="csY0" fmla="*/ 242796 h 666306"/>
              <a:gd name="csX1" fmla="*/ 908972 w 1186698"/>
              <a:gd name="csY1" fmla="*/ 242796 h 666306"/>
              <a:gd name="csX2" fmla="*/ 682575 w 1186698"/>
              <a:gd name="csY2" fmla="*/ 235743 h 666306"/>
              <a:gd name="csX3" fmla="*/ 682575 w 1186698"/>
              <a:gd name="csY3" fmla="*/ 0 h 666306"/>
              <a:gd name="csX4" fmla="*/ 536271 w 1186698"/>
              <a:gd name="csY4" fmla="*/ 0 h 666306"/>
              <a:gd name="csX5" fmla="*/ 536271 w 1186698"/>
              <a:gd name="csY5" fmla="*/ 368625 h 666306"/>
              <a:gd name="csX6" fmla="*/ 535993 w 1186698"/>
              <a:gd name="csY6" fmla="*/ 377552 h 666306"/>
              <a:gd name="csX7" fmla="*/ 536271 w 1186698"/>
              <a:gd name="csY7" fmla="*/ 377560 h 666306"/>
              <a:gd name="csX8" fmla="*/ 536271 w 1186698"/>
              <a:gd name="csY8" fmla="*/ 377837 h 666306"/>
              <a:gd name="csX9" fmla="*/ 545156 w 1186698"/>
              <a:gd name="csY9" fmla="*/ 377837 h 666306"/>
              <a:gd name="csX10" fmla="*/ 771621 w 1186698"/>
              <a:gd name="csY10" fmla="*/ 384892 h 666306"/>
              <a:gd name="csX11" fmla="*/ 771621 w 1186698"/>
              <a:gd name="csY11" fmla="*/ 507143 h 666306"/>
              <a:gd name="csX12" fmla="*/ 4556 w 1186698"/>
              <a:gd name="csY12" fmla="*/ 483248 h 666306"/>
              <a:gd name="csX13" fmla="*/ 0 w 1186698"/>
              <a:gd name="csY13" fmla="*/ 629481 h 666306"/>
              <a:gd name="csX14" fmla="*/ 1182143 w 1186698"/>
              <a:gd name="csY14" fmla="*/ 666306 h 666306"/>
              <a:gd name="csX15" fmla="*/ 1186698 w 1186698"/>
              <a:gd name="csY15" fmla="*/ 520073 h 666306"/>
              <a:gd name="csX16" fmla="*/ 917925 w 1186698"/>
              <a:gd name="csY16" fmla="*/ 511701 h 666306"/>
              <a:gd name="csX17" fmla="*/ 917925 w 1186698"/>
              <a:gd name="csY17" fmla="*/ 251986 h 666306"/>
              <a:gd name="csX18" fmla="*/ 918202 w 1186698"/>
              <a:gd name="csY18" fmla="*/ 243083 h 666306"/>
              <a:gd name="csX19" fmla="*/ 917925 w 1186698"/>
              <a:gd name="csY19" fmla="*/ 243075 h 6663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1186698" h="666306">
                <a:moveTo>
                  <a:pt x="917925" y="242796"/>
                </a:moveTo>
                <a:lnTo>
                  <a:pt x="908972" y="242796"/>
                </a:lnTo>
                <a:lnTo>
                  <a:pt x="682575" y="235743"/>
                </a:lnTo>
                <a:lnTo>
                  <a:pt x="682575" y="0"/>
                </a:lnTo>
                <a:lnTo>
                  <a:pt x="536271" y="0"/>
                </a:lnTo>
                <a:lnTo>
                  <a:pt x="536271" y="368625"/>
                </a:lnTo>
                <a:lnTo>
                  <a:pt x="535993" y="377552"/>
                </a:lnTo>
                <a:lnTo>
                  <a:pt x="536271" y="377560"/>
                </a:lnTo>
                <a:lnTo>
                  <a:pt x="536271" y="377837"/>
                </a:lnTo>
                <a:lnTo>
                  <a:pt x="545156" y="377837"/>
                </a:lnTo>
                <a:lnTo>
                  <a:pt x="771621" y="384892"/>
                </a:lnTo>
                <a:lnTo>
                  <a:pt x="771621" y="507143"/>
                </a:lnTo>
                <a:lnTo>
                  <a:pt x="4556" y="483248"/>
                </a:lnTo>
                <a:lnTo>
                  <a:pt x="0" y="629481"/>
                </a:lnTo>
                <a:lnTo>
                  <a:pt x="1182143" y="666306"/>
                </a:lnTo>
                <a:lnTo>
                  <a:pt x="1186698" y="520073"/>
                </a:lnTo>
                <a:lnTo>
                  <a:pt x="917925" y="511701"/>
                </a:lnTo>
                <a:lnTo>
                  <a:pt x="917925" y="251986"/>
                </a:lnTo>
                <a:lnTo>
                  <a:pt x="918202" y="243083"/>
                </a:lnTo>
                <a:lnTo>
                  <a:pt x="917925" y="243075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B22599A-1E8F-2B03-6433-F4A9F8A63AC9}"/>
              </a:ext>
            </a:extLst>
          </p:cNvPr>
          <p:cNvSpPr/>
          <p:nvPr/>
        </p:nvSpPr>
        <p:spPr>
          <a:xfrm rot="16200000" flipH="1">
            <a:off x="1023341" y="332516"/>
            <a:ext cx="1035844" cy="659469"/>
          </a:xfrm>
          <a:custGeom>
            <a:avLst/>
            <a:gdLst>
              <a:gd name="csX0" fmla="*/ 0 w 1035844"/>
              <a:gd name="csY0" fmla="*/ 261548 h 659469"/>
              <a:gd name="csX1" fmla="*/ 0 w 1035844"/>
              <a:gd name="csY1" fmla="*/ 397923 h 659469"/>
              <a:gd name="csX2" fmla="*/ 169069 w 1035844"/>
              <a:gd name="csY2" fmla="*/ 397923 h 659469"/>
              <a:gd name="csX3" fmla="*/ 169069 w 1035844"/>
              <a:gd name="csY3" fmla="*/ 659469 h 659469"/>
              <a:gd name="csX4" fmla="*/ 304804 w 1035844"/>
              <a:gd name="csY4" fmla="*/ 659469 h 659469"/>
              <a:gd name="csX5" fmla="*/ 304804 w 1035844"/>
              <a:gd name="csY5" fmla="*/ 397923 h 659469"/>
              <a:gd name="csX6" fmla="*/ 448895 w 1035844"/>
              <a:gd name="csY6" fmla="*/ 397923 h 659469"/>
              <a:gd name="csX7" fmla="*/ 448895 w 1035844"/>
              <a:gd name="csY7" fmla="*/ 659469 h 659469"/>
              <a:gd name="csX8" fmla="*/ 584631 w 1035844"/>
              <a:gd name="csY8" fmla="*/ 659469 h 659469"/>
              <a:gd name="csX9" fmla="*/ 584631 w 1035844"/>
              <a:gd name="csY9" fmla="*/ 397923 h 659469"/>
              <a:gd name="csX10" fmla="*/ 728722 w 1035844"/>
              <a:gd name="csY10" fmla="*/ 397923 h 659469"/>
              <a:gd name="csX11" fmla="*/ 728722 w 1035844"/>
              <a:gd name="csY11" fmla="*/ 659469 h 659469"/>
              <a:gd name="csX12" fmla="*/ 864458 w 1035844"/>
              <a:gd name="csY12" fmla="*/ 659469 h 659469"/>
              <a:gd name="csX13" fmla="*/ 864458 w 1035844"/>
              <a:gd name="csY13" fmla="*/ 397923 h 659469"/>
              <a:gd name="csX14" fmla="*/ 1035844 w 1035844"/>
              <a:gd name="csY14" fmla="*/ 397923 h 659469"/>
              <a:gd name="csX15" fmla="*/ 1035844 w 1035844"/>
              <a:gd name="csY15" fmla="*/ 261548 h 659469"/>
              <a:gd name="csX16" fmla="*/ 864458 w 1035844"/>
              <a:gd name="csY16" fmla="*/ 261548 h 659469"/>
              <a:gd name="csX17" fmla="*/ 864458 w 1035844"/>
              <a:gd name="csY17" fmla="*/ 0 h 659469"/>
              <a:gd name="csX18" fmla="*/ 728722 w 1035844"/>
              <a:gd name="csY18" fmla="*/ 0 h 659469"/>
              <a:gd name="csX19" fmla="*/ 728722 w 1035844"/>
              <a:gd name="csY19" fmla="*/ 261548 h 659469"/>
              <a:gd name="csX20" fmla="*/ 584631 w 1035844"/>
              <a:gd name="csY20" fmla="*/ 261548 h 659469"/>
              <a:gd name="csX21" fmla="*/ 584631 w 1035844"/>
              <a:gd name="csY21" fmla="*/ 0 h 659469"/>
              <a:gd name="csX22" fmla="*/ 448895 w 1035844"/>
              <a:gd name="csY22" fmla="*/ 0 h 659469"/>
              <a:gd name="csX23" fmla="*/ 448895 w 1035844"/>
              <a:gd name="csY23" fmla="*/ 261548 h 659469"/>
              <a:gd name="csX24" fmla="*/ 304804 w 1035844"/>
              <a:gd name="csY24" fmla="*/ 261548 h 659469"/>
              <a:gd name="csX25" fmla="*/ 304804 w 1035844"/>
              <a:gd name="csY25" fmla="*/ 1 h 659469"/>
              <a:gd name="csX26" fmla="*/ 169069 w 1035844"/>
              <a:gd name="csY26" fmla="*/ 1 h 659469"/>
              <a:gd name="csX27" fmla="*/ 169069 w 1035844"/>
              <a:gd name="csY27" fmla="*/ 261548 h 6594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1035844" h="659469">
                <a:moveTo>
                  <a:pt x="0" y="261548"/>
                </a:moveTo>
                <a:lnTo>
                  <a:pt x="0" y="397923"/>
                </a:lnTo>
                <a:lnTo>
                  <a:pt x="169069" y="397923"/>
                </a:lnTo>
                <a:lnTo>
                  <a:pt x="169069" y="659469"/>
                </a:lnTo>
                <a:lnTo>
                  <a:pt x="304804" y="659469"/>
                </a:lnTo>
                <a:lnTo>
                  <a:pt x="304804" y="397923"/>
                </a:lnTo>
                <a:lnTo>
                  <a:pt x="448895" y="397923"/>
                </a:lnTo>
                <a:lnTo>
                  <a:pt x="448895" y="659469"/>
                </a:lnTo>
                <a:lnTo>
                  <a:pt x="584631" y="659469"/>
                </a:lnTo>
                <a:lnTo>
                  <a:pt x="584631" y="397923"/>
                </a:lnTo>
                <a:lnTo>
                  <a:pt x="728722" y="397923"/>
                </a:lnTo>
                <a:lnTo>
                  <a:pt x="728722" y="659469"/>
                </a:lnTo>
                <a:lnTo>
                  <a:pt x="864458" y="659469"/>
                </a:lnTo>
                <a:lnTo>
                  <a:pt x="864458" y="397923"/>
                </a:lnTo>
                <a:lnTo>
                  <a:pt x="1035844" y="397923"/>
                </a:lnTo>
                <a:lnTo>
                  <a:pt x="1035844" y="261548"/>
                </a:lnTo>
                <a:lnTo>
                  <a:pt x="864458" y="261548"/>
                </a:lnTo>
                <a:lnTo>
                  <a:pt x="864458" y="0"/>
                </a:lnTo>
                <a:lnTo>
                  <a:pt x="728722" y="0"/>
                </a:lnTo>
                <a:lnTo>
                  <a:pt x="728722" y="261548"/>
                </a:lnTo>
                <a:lnTo>
                  <a:pt x="584631" y="261548"/>
                </a:lnTo>
                <a:lnTo>
                  <a:pt x="584631" y="0"/>
                </a:lnTo>
                <a:lnTo>
                  <a:pt x="448895" y="0"/>
                </a:lnTo>
                <a:lnTo>
                  <a:pt x="448895" y="261548"/>
                </a:lnTo>
                <a:lnTo>
                  <a:pt x="304804" y="261548"/>
                </a:lnTo>
                <a:lnTo>
                  <a:pt x="304804" y="1"/>
                </a:lnTo>
                <a:lnTo>
                  <a:pt x="169069" y="1"/>
                </a:lnTo>
                <a:lnTo>
                  <a:pt x="169069" y="261548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EE6936E-D0F9-3B32-ACD8-05B932007D09}"/>
              </a:ext>
            </a:extLst>
          </p:cNvPr>
          <p:cNvSpPr/>
          <p:nvPr/>
        </p:nvSpPr>
        <p:spPr>
          <a:xfrm rot="2753528" flipH="1">
            <a:off x="2244107" y="172288"/>
            <a:ext cx="1186698" cy="666306"/>
          </a:xfrm>
          <a:custGeom>
            <a:avLst/>
            <a:gdLst>
              <a:gd name="csX0" fmla="*/ 917925 w 1186698"/>
              <a:gd name="csY0" fmla="*/ 242796 h 666306"/>
              <a:gd name="csX1" fmla="*/ 908972 w 1186698"/>
              <a:gd name="csY1" fmla="*/ 242796 h 666306"/>
              <a:gd name="csX2" fmla="*/ 682575 w 1186698"/>
              <a:gd name="csY2" fmla="*/ 235743 h 666306"/>
              <a:gd name="csX3" fmla="*/ 682575 w 1186698"/>
              <a:gd name="csY3" fmla="*/ 0 h 666306"/>
              <a:gd name="csX4" fmla="*/ 536271 w 1186698"/>
              <a:gd name="csY4" fmla="*/ 0 h 666306"/>
              <a:gd name="csX5" fmla="*/ 536271 w 1186698"/>
              <a:gd name="csY5" fmla="*/ 368625 h 666306"/>
              <a:gd name="csX6" fmla="*/ 535993 w 1186698"/>
              <a:gd name="csY6" fmla="*/ 377552 h 666306"/>
              <a:gd name="csX7" fmla="*/ 536271 w 1186698"/>
              <a:gd name="csY7" fmla="*/ 377560 h 666306"/>
              <a:gd name="csX8" fmla="*/ 536271 w 1186698"/>
              <a:gd name="csY8" fmla="*/ 377837 h 666306"/>
              <a:gd name="csX9" fmla="*/ 545156 w 1186698"/>
              <a:gd name="csY9" fmla="*/ 377837 h 666306"/>
              <a:gd name="csX10" fmla="*/ 771621 w 1186698"/>
              <a:gd name="csY10" fmla="*/ 384892 h 666306"/>
              <a:gd name="csX11" fmla="*/ 771621 w 1186698"/>
              <a:gd name="csY11" fmla="*/ 507143 h 666306"/>
              <a:gd name="csX12" fmla="*/ 4556 w 1186698"/>
              <a:gd name="csY12" fmla="*/ 483248 h 666306"/>
              <a:gd name="csX13" fmla="*/ 0 w 1186698"/>
              <a:gd name="csY13" fmla="*/ 629481 h 666306"/>
              <a:gd name="csX14" fmla="*/ 1182143 w 1186698"/>
              <a:gd name="csY14" fmla="*/ 666306 h 666306"/>
              <a:gd name="csX15" fmla="*/ 1186698 w 1186698"/>
              <a:gd name="csY15" fmla="*/ 520073 h 666306"/>
              <a:gd name="csX16" fmla="*/ 917925 w 1186698"/>
              <a:gd name="csY16" fmla="*/ 511701 h 666306"/>
              <a:gd name="csX17" fmla="*/ 917925 w 1186698"/>
              <a:gd name="csY17" fmla="*/ 251986 h 666306"/>
              <a:gd name="csX18" fmla="*/ 918202 w 1186698"/>
              <a:gd name="csY18" fmla="*/ 243083 h 666306"/>
              <a:gd name="csX19" fmla="*/ 917925 w 1186698"/>
              <a:gd name="csY19" fmla="*/ 243075 h 6663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1186698" h="666306">
                <a:moveTo>
                  <a:pt x="917925" y="242796"/>
                </a:moveTo>
                <a:lnTo>
                  <a:pt x="908972" y="242796"/>
                </a:lnTo>
                <a:lnTo>
                  <a:pt x="682575" y="235743"/>
                </a:lnTo>
                <a:lnTo>
                  <a:pt x="682575" y="0"/>
                </a:lnTo>
                <a:lnTo>
                  <a:pt x="536271" y="0"/>
                </a:lnTo>
                <a:lnTo>
                  <a:pt x="536271" y="368625"/>
                </a:lnTo>
                <a:lnTo>
                  <a:pt x="535993" y="377552"/>
                </a:lnTo>
                <a:lnTo>
                  <a:pt x="536271" y="377560"/>
                </a:lnTo>
                <a:lnTo>
                  <a:pt x="536271" y="377837"/>
                </a:lnTo>
                <a:lnTo>
                  <a:pt x="545156" y="377837"/>
                </a:lnTo>
                <a:lnTo>
                  <a:pt x="771621" y="384892"/>
                </a:lnTo>
                <a:lnTo>
                  <a:pt x="771621" y="507143"/>
                </a:lnTo>
                <a:lnTo>
                  <a:pt x="4556" y="483248"/>
                </a:lnTo>
                <a:lnTo>
                  <a:pt x="0" y="629481"/>
                </a:lnTo>
                <a:lnTo>
                  <a:pt x="1182143" y="666306"/>
                </a:lnTo>
                <a:lnTo>
                  <a:pt x="1186698" y="520073"/>
                </a:lnTo>
                <a:lnTo>
                  <a:pt x="917925" y="511701"/>
                </a:lnTo>
                <a:lnTo>
                  <a:pt x="917925" y="251986"/>
                </a:lnTo>
                <a:lnTo>
                  <a:pt x="918202" y="243083"/>
                </a:lnTo>
                <a:lnTo>
                  <a:pt x="917925" y="243075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DAF1C4F-7F90-52E0-AEF7-B166A0C5E1CC}"/>
              </a:ext>
            </a:extLst>
          </p:cNvPr>
          <p:cNvSpPr/>
          <p:nvPr/>
        </p:nvSpPr>
        <p:spPr>
          <a:xfrm rot="16200000" flipH="1">
            <a:off x="3136131" y="372295"/>
            <a:ext cx="940677" cy="598881"/>
          </a:xfrm>
          <a:custGeom>
            <a:avLst/>
            <a:gdLst>
              <a:gd name="csX0" fmla="*/ 0 w 1035844"/>
              <a:gd name="csY0" fmla="*/ 261548 h 659469"/>
              <a:gd name="csX1" fmla="*/ 0 w 1035844"/>
              <a:gd name="csY1" fmla="*/ 397923 h 659469"/>
              <a:gd name="csX2" fmla="*/ 169069 w 1035844"/>
              <a:gd name="csY2" fmla="*/ 397923 h 659469"/>
              <a:gd name="csX3" fmla="*/ 169069 w 1035844"/>
              <a:gd name="csY3" fmla="*/ 659469 h 659469"/>
              <a:gd name="csX4" fmla="*/ 304804 w 1035844"/>
              <a:gd name="csY4" fmla="*/ 659469 h 659469"/>
              <a:gd name="csX5" fmla="*/ 304804 w 1035844"/>
              <a:gd name="csY5" fmla="*/ 397923 h 659469"/>
              <a:gd name="csX6" fmla="*/ 448895 w 1035844"/>
              <a:gd name="csY6" fmla="*/ 397923 h 659469"/>
              <a:gd name="csX7" fmla="*/ 448895 w 1035844"/>
              <a:gd name="csY7" fmla="*/ 659469 h 659469"/>
              <a:gd name="csX8" fmla="*/ 584631 w 1035844"/>
              <a:gd name="csY8" fmla="*/ 659469 h 659469"/>
              <a:gd name="csX9" fmla="*/ 584631 w 1035844"/>
              <a:gd name="csY9" fmla="*/ 397923 h 659469"/>
              <a:gd name="csX10" fmla="*/ 728722 w 1035844"/>
              <a:gd name="csY10" fmla="*/ 397923 h 659469"/>
              <a:gd name="csX11" fmla="*/ 728722 w 1035844"/>
              <a:gd name="csY11" fmla="*/ 659469 h 659469"/>
              <a:gd name="csX12" fmla="*/ 864458 w 1035844"/>
              <a:gd name="csY12" fmla="*/ 659469 h 659469"/>
              <a:gd name="csX13" fmla="*/ 864458 w 1035844"/>
              <a:gd name="csY13" fmla="*/ 397923 h 659469"/>
              <a:gd name="csX14" fmla="*/ 1035844 w 1035844"/>
              <a:gd name="csY14" fmla="*/ 397923 h 659469"/>
              <a:gd name="csX15" fmla="*/ 1035844 w 1035844"/>
              <a:gd name="csY15" fmla="*/ 261548 h 659469"/>
              <a:gd name="csX16" fmla="*/ 864458 w 1035844"/>
              <a:gd name="csY16" fmla="*/ 261548 h 659469"/>
              <a:gd name="csX17" fmla="*/ 864458 w 1035844"/>
              <a:gd name="csY17" fmla="*/ 0 h 659469"/>
              <a:gd name="csX18" fmla="*/ 728722 w 1035844"/>
              <a:gd name="csY18" fmla="*/ 0 h 659469"/>
              <a:gd name="csX19" fmla="*/ 728722 w 1035844"/>
              <a:gd name="csY19" fmla="*/ 261548 h 659469"/>
              <a:gd name="csX20" fmla="*/ 584631 w 1035844"/>
              <a:gd name="csY20" fmla="*/ 261548 h 659469"/>
              <a:gd name="csX21" fmla="*/ 584631 w 1035844"/>
              <a:gd name="csY21" fmla="*/ 0 h 659469"/>
              <a:gd name="csX22" fmla="*/ 448895 w 1035844"/>
              <a:gd name="csY22" fmla="*/ 0 h 659469"/>
              <a:gd name="csX23" fmla="*/ 448895 w 1035844"/>
              <a:gd name="csY23" fmla="*/ 261548 h 659469"/>
              <a:gd name="csX24" fmla="*/ 304804 w 1035844"/>
              <a:gd name="csY24" fmla="*/ 261548 h 659469"/>
              <a:gd name="csX25" fmla="*/ 304804 w 1035844"/>
              <a:gd name="csY25" fmla="*/ 1 h 659469"/>
              <a:gd name="csX26" fmla="*/ 169069 w 1035844"/>
              <a:gd name="csY26" fmla="*/ 1 h 659469"/>
              <a:gd name="csX27" fmla="*/ 169069 w 1035844"/>
              <a:gd name="csY27" fmla="*/ 261548 h 6594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1035844" h="659469">
                <a:moveTo>
                  <a:pt x="0" y="261548"/>
                </a:moveTo>
                <a:lnTo>
                  <a:pt x="0" y="397923"/>
                </a:lnTo>
                <a:lnTo>
                  <a:pt x="169069" y="397923"/>
                </a:lnTo>
                <a:lnTo>
                  <a:pt x="169069" y="659469"/>
                </a:lnTo>
                <a:lnTo>
                  <a:pt x="304804" y="659469"/>
                </a:lnTo>
                <a:lnTo>
                  <a:pt x="304804" y="397923"/>
                </a:lnTo>
                <a:lnTo>
                  <a:pt x="448895" y="397923"/>
                </a:lnTo>
                <a:lnTo>
                  <a:pt x="448895" y="659469"/>
                </a:lnTo>
                <a:lnTo>
                  <a:pt x="584631" y="659469"/>
                </a:lnTo>
                <a:lnTo>
                  <a:pt x="584631" y="397923"/>
                </a:lnTo>
                <a:lnTo>
                  <a:pt x="728722" y="397923"/>
                </a:lnTo>
                <a:lnTo>
                  <a:pt x="728722" y="659469"/>
                </a:lnTo>
                <a:lnTo>
                  <a:pt x="864458" y="659469"/>
                </a:lnTo>
                <a:lnTo>
                  <a:pt x="864458" y="397923"/>
                </a:lnTo>
                <a:lnTo>
                  <a:pt x="1035844" y="397923"/>
                </a:lnTo>
                <a:lnTo>
                  <a:pt x="1035844" y="261548"/>
                </a:lnTo>
                <a:lnTo>
                  <a:pt x="864458" y="261548"/>
                </a:lnTo>
                <a:lnTo>
                  <a:pt x="864458" y="0"/>
                </a:lnTo>
                <a:lnTo>
                  <a:pt x="728722" y="0"/>
                </a:lnTo>
                <a:lnTo>
                  <a:pt x="728722" y="261548"/>
                </a:lnTo>
                <a:lnTo>
                  <a:pt x="584631" y="261548"/>
                </a:lnTo>
                <a:lnTo>
                  <a:pt x="584631" y="0"/>
                </a:lnTo>
                <a:lnTo>
                  <a:pt x="448895" y="0"/>
                </a:lnTo>
                <a:lnTo>
                  <a:pt x="448895" y="261548"/>
                </a:lnTo>
                <a:lnTo>
                  <a:pt x="304804" y="261548"/>
                </a:lnTo>
                <a:lnTo>
                  <a:pt x="304804" y="1"/>
                </a:lnTo>
                <a:lnTo>
                  <a:pt x="169069" y="1"/>
                </a:lnTo>
                <a:lnTo>
                  <a:pt x="169069" y="261548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303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lank.potx" id="{20733027-BBB7-4C63-A277-DF4A916DEB9F}" vid="{5B010E9F-4F57-4BB7-8C13-6C26CB6DC5F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53</TotalTime>
  <Words>20</Words>
  <Application>Microsoft Office PowerPoint</Application>
  <PresentationFormat>Widescreen</PresentationFormat>
  <Paragraphs>4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Google Sans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Pierre Dumas</dc:creator>
  <cp:lastModifiedBy>Pierre Dumas</cp:lastModifiedBy>
  <cp:revision>3</cp:revision>
  <dcterms:created xsi:type="dcterms:W3CDTF">2026-02-24T21:03:59Z</dcterms:created>
  <dcterms:modified xsi:type="dcterms:W3CDTF">2026-02-27T09:00:28Z</dcterms:modified>
</cp:coreProperties>
</file>