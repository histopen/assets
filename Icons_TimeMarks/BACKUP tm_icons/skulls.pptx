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50" d="100"/>
          <a:sy n="50" d="100"/>
        </p:scale>
        <p:origin x="2208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6410344" y="4438650"/>
            <a:ext cx="4810705" cy="1704350"/>
            <a:chOff x="513570" y="1452155"/>
            <a:chExt cx="11164679" cy="3955454"/>
          </a:xfrm>
          <a:solidFill>
            <a:srgbClr val="000000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solidFill>
              <a:srgbClr val="000000"/>
            </a:solidFill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solidFill>
                <a:srgbClr val="000000"/>
              </a:solidFill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solidFill>
              <a:srgbClr val="000000"/>
            </a:solidFill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-5064354" y="-1242750"/>
            <a:ext cx="3810000" cy="1905000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4803216" y="1957488"/>
            <a:ext cx="3810000" cy="1905000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-4281974" y="5926386"/>
            <a:ext cx="3810000" cy="1905000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7752519" y="1131144"/>
            <a:ext cx="3810000" cy="1905000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1657843" y="5704103"/>
            <a:ext cx="3810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C2DA5D5-57C8-98DF-4B9B-95CF6889D3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415675">
            <a:off x="662206" y="116277"/>
            <a:ext cx="3084527" cy="308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233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4</cp:revision>
  <dcterms:created xsi:type="dcterms:W3CDTF">2026-02-24T21:03:59Z</dcterms:created>
  <dcterms:modified xsi:type="dcterms:W3CDTF">2026-02-27T14:25:05Z</dcterms:modified>
</cp:coreProperties>
</file>