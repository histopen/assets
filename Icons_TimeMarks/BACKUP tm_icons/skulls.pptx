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6410344" y="4438650"/>
            <a:ext cx="4810705" cy="1704350"/>
            <a:chOff x="513570" y="1452155"/>
            <a:chExt cx="11164679" cy="3955454"/>
          </a:xfrm>
          <a:solidFill>
            <a:srgbClr val="000000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solidFill>
              <a:srgbClr val="000000"/>
            </a:solidFill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-5064354" y="-1242750"/>
            <a:ext cx="3810000" cy="1905000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-4803216" y="1957488"/>
            <a:ext cx="3810000" cy="1905000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-4281974" y="5926386"/>
            <a:ext cx="3810000" cy="1905000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flipH="1">
            <a:off x="7752519" y="1131144"/>
            <a:ext cx="3810000" cy="1905000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1657843" y="5704103"/>
            <a:ext cx="3810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662202" y="116276"/>
            <a:ext cx="3084530" cy="308452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4242815" y="1013441"/>
            <a:ext cx="1456815" cy="1780093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235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5</cp:revision>
  <dcterms:created xsi:type="dcterms:W3CDTF">2026-02-24T21:03:59Z</dcterms:created>
  <dcterms:modified xsi:type="dcterms:W3CDTF">2026-02-28T12:02:58Z</dcterms:modified>
</cp:coreProperties>
</file>