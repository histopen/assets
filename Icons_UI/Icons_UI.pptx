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3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13" Type="http://schemas.openxmlformats.org/officeDocument/2006/relationships/image" Target="../media/image22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12" Type="http://schemas.openxmlformats.org/officeDocument/2006/relationships/image" Target="../media/image21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svg"/><Relationship Id="rId14" Type="http://schemas.openxmlformats.org/officeDocument/2006/relationships/image" Target="../media/image23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svg"/><Relationship Id="rId3" Type="http://schemas.openxmlformats.org/officeDocument/2006/relationships/image" Target="../media/image25.svg"/><Relationship Id="rId7" Type="http://schemas.openxmlformats.org/officeDocument/2006/relationships/image" Target="../media/image15.svg"/><Relationship Id="rId12" Type="http://schemas.openxmlformats.org/officeDocument/2006/relationships/image" Target="../media/image33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svg"/><Relationship Id="rId11" Type="http://schemas.openxmlformats.org/officeDocument/2006/relationships/image" Target="../media/image32.svg"/><Relationship Id="rId5" Type="http://schemas.openxmlformats.org/officeDocument/2006/relationships/image" Target="../media/image27.svg"/><Relationship Id="rId10" Type="http://schemas.openxmlformats.org/officeDocument/2006/relationships/image" Target="../media/image31.svg"/><Relationship Id="rId4" Type="http://schemas.openxmlformats.org/officeDocument/2006/relationships/image" Target="../media/image26.svg"/><Relationship Id="rId9" Type="http://schemas.openxmlformats.org/officeDocument/2006/relationships/image" Target="../media/image30.svg"/><Relationship Id="rId14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748630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251162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202DEE6-46B5-1A3F-5ED1-DE476D12C716}"/>
              </a:ext>
            </a:extLst>
          </p:cNvPr>
          <p:cNvSpPr/>
          <p:nvPr/>
        </p:nvSpPr>
        <p:spPr>
          <a:xfrm>
            <a:off x="7868308" y="22929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7714D1D-0B0B-8ECC-6B61-98DB02D0A5ED}"/>
              </a:ext>
            </a:extLst>
          </p:cNvPr>
          <p:cNvSpPr/>
          <p:nvPr/>
        </p:nvSpPr>
        <p:spPr>
          <a:xfrm>
            <a:off x="7967468" y="23931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01B3D6A-B8D2-B228-EAC8-C3244FA466A2}"/>
              </a:ext>
            </a:extLst>
          </p:cNvPr>
          <p:cNvSpPr/>
          <p:nvPr/>
        </p:nvSpPr>
        <p:spPr>
          <a:xfrm>
            <a:off x="7568654" y="24945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0E6BF5B-7FFA-9C74-8D53-525F6219D06C}"/>
              </a:ext>
            </a:extLst>
          </p:cNvPr>
          <p:cNvSpPr/>
          <p:nvPr/>
        </p:nvSpPr>
        <p:spPr>
          <a:xfrm>
            <a:off x="7667814" y="25947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6427663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478890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9134762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3AEC0D9-5828-2FB8-20C5-2FD660C59D61}"/>
              </a:ext>
            </a:extLst>
          </p:cNvPr>
          <p:cNvSpPr/>
          <p:nvPr/>
        </p:nvSpPr>
        <p:spPr>
          <a:xfrm>
            <a:off x="11119882" y="2292972"/>
            <a:ext cx="994366" cy="1299600"/>
          </a:xfrm>
          <a:custGeom>
            <a:avLst/>
            <a:gdLst>
              <a:gd name="csX0" fmla="*/ 142715 w 994366"/>
              <a:gd name="csY0" fmla="*/ 0 h 1299600"/>
              <a:gd name="csX1" fmla="*/ 845217 w 994366"/>
              <a:gd name="csY1" fmla="*/ 0 h 1299600"/>
              <a:gd name="csX2" fmla="*/ 994366 w 994366"/>
              <a:gd name="csY2" fmla="*/ 149149 h 1299600"/>
              <a:gd name="csX3" fmla="*/ 994366 w 994366"/>
              <a:gd name="csY3" fmla="*/ 1150451 h 1299600"/>
              <a:gd name="csX4" fmla="*/ 845217 w 994366"/>
              <a:gd name="csY4" fmla="*/ 1299600 h 1299600"/>
              <a:gd name="csX5" fmla="*/ 794960 w 994366"/>
              <a:gd name="csY5" fmla="*/ 1299600 h 1299600"/>
              <a:gd name="csX6" fmla="*/ 794960 w 994366"/>
              <a:gd name="csY6" fmla="*/ 358731 h 1299600"/>
              <a:gd name="csX7" fmla="*/ 553509 w 994366"/>
              <a:gd name="csY7" fmla="*/ 117280 h 1299600"/>
              <a:gd name="csX8" fmla="*/ 0 w 994366"/>
              <a:gd name="csY8" fmla="*/ 117280 h 1299600"/>
              <a:gd name="csX9" fmla="*/ 5287 w 994366"/>
              <a:gd name="csY9" fmla="*/ 91094 h 1299600"/>
              <a:gd name="csX10" fmla="*/ 142715 w 994366"/>
              <a:gd name="csY10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94366" h="1299600">
                <a:moveTo>
                  <a:pt x="142715" y="0"/>
                </a:moveTo>
                <a:lnTo>
                  <a:pt x="845217" y="0"/>
                </a:lnTo>
                <a:cubicBezTo>
                  <a:pt x="927590" y="0"/>
                  <a:pt x="994366" y="66776"/>
                  <a:pt x="994366" y="149149"/>
                </a:cubicBezTo>
                <a:lnTo>
                  <a:pt x="994366" y="1150451"/>
                </a:lnTo>
                <a:cubicBezTo>
                  <a:pt x="994366" y="1232824"/>
                  <a:pt x="927590" y="1299600"/>
                  <a:pt x="845217" y="1299600"/>
                </a:cubicBezTo>
                <a:lnTo>
                  <a:pt x="794960" y="1299600"/>
                </a:lnTo>
                <a:lnTo>
                  <a:pt x="794960" y="358731"/>
                </a:lnTo>
                <a:cubicBezTo>
                  <a:pt x="794960" y="225381"/>
                  <a:pt x="686859" y="117280"/>
                  <a:pt x="553509" y="117280"/>
                </a:cubicBezTo>
                <a:lnTo>
                  <a:pt x="0" y="117280"/>
                </a:lnTo>
                <a:lnTo>
                  <a:pt x="5287" y="91094"/>
                </a:lnTo>
                <a:cubicBezTo>
                  <a:pt x="27929" y="37562"/>
                  <a:pt x="80936" y="0"/>
                  <a:pt x="14271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C5C0DA1-8418-655B-6EC4-DEA43D3E1E22}"/>
              </a:ext>
            </a:extLst>
          </p:cNvPr>
          <p:cNvSpPr/>
          <p:nvPr/>
        </p:nvSpPr>
        <p:spPr>
          <a:xfrm>
            <a:off x="10813794" y="2494572"/>
            <a:ext cx="1000800" cy="12996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3023240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raphic 3">
            <a:extLst>
              <a:ext uri="{FF2B5EF4-FFF2-40B4-BE49-F238E27FC236}">
                <a16:creationId xmlns:a16="http://schemas.microsoft.com/office/drawing/2014/main" id="{A5332B49-81DA-2D0E-EB26-DDE65500F3B0}"/>
              </a:ext>
            </a:extLst>
          </p:cNvPr>
          <p:cNvSpPr/>
          <p:nvPr/>
        </p:nvSpPr>
        <p:spPr>
          <a:xfrm>
            <a:off x="6572738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" name="Graphic 3">
            <a:extLst>
              <a:ext uri="{FF2B5EF4-FFF2-40B4-BE49-F238E27FC236}">
                <a16:creationId xmlns:a16="http://schemas.microsoft.com/office/drawing/2014/main" id="{6630DA6B-E113-196F-F9F4-583640753620}"/>
              </a:ext>
            </a:extLst>
          </p:cNvPr>
          <p:cNvSpPr/>
          <p:nvPr/>
        </p:nvSpPr>
        <p:spPr>
          <a:xfrm flipH="1">
            <a:off x="8444713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B20A9D2-09F8-1826-5EC1-CEFA68B2F4C8}"/>
              </a:ext>
            </a:extLst>
          </p:cNvPr>
          <p:cNvGrpSpPr/>
          <p:nvPr/>
        </p:nvGrpSpPr>
        <p:grpSpPr>
          <a:xfrm>
            <a:off x="211702" y="2292971"/>
            <a:ext cx="2962440" cy="1501199"/>
            <a:chOff x="5643562" y="3199729"/>
            <a:chExt cx="904875" cy="45854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FB3DCA9-97C1-7B67-DF7E-7FFB662B2E59}"/>
                </a:ext>
              </a:extLst>
            </p:cNvPr>
            <p:cNvSpPr/>
            <p:nvPr/>
          </p:nvSpPr>
          <p:spPr>
            <a:xfrm>
              <a:off x="6089930" y="3199746"/>
              <a:ext cx="458507" cy="458507"/>
            </a:xfrm>
            <a:custGeom>
              <a:avLst/>
              <a:gdLst>
                <a:gd name="csX0" fmla="*/ 452360 w 458507"/>
                <a:gd name="csY0" fmla="*/ 244118 h 458507"/>
                <a:gd name="csX1" fmla="*/ 244118 w 458507"/>
                <a:gd name="csY1" fmla="*/ 452360 h 458507"/>
                <a:gd name="csX2" fmla="*/ 214389 w 458507"/>
                <a:gd name="csY2" fmla="*/ 452360 h 458507"/>
                <a:gd name="csX3" fmla="*/ 6148 w 458507"/>
                <a:gd name="csY3" fmla="*/ 244118 h 458507"/>
                <a:gd name="csX4" fmla="*/ 6148 w 458507"/>
                <a:gd name="csY4" fmla="*/ 214389 h 458507"/>
                <a:gd name="csX5" fmla="*/ 214389 w 458507"/>
                <a:gd name="csY5" fmla="*/ 6147 h 458507"/>
                <a:gd name="csX6" fmla="*/ 244118 w 458507"/>
                <a:gd name="csY6" fmla="*/ 6147 h 458507"/>
                <a:gd name="csX7" fmla="*/ 452360 w 458507"/>
                <a:gd name="csY7" fmla="*/ 214389 h 458507"/>
                <a:gd name="csX8" fmla="*/ 452360 w 458507"/>
                <a:gd name="csY8" fmla="*/ 244118 h 458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58507" h="458507">
                  <a:moveTo>
                    <a:pt x="452360" y="244118"/>
                  </a:moveTo>
                  <a:lnTo>
                    <a:pt x="244118" y="452360"/>
                  </a:lnTo>
                  <a:cubicBezTo>
                    <a:pt x="235922" y="460556"/>
                    <a:pt x="222586" y="460556"/>
                    <a:pt x="214389" y="452360"/>
                  </a:cubicBezTo>
                  <a:lnTo>
                    <a:pt x="6148" y="244118"/>
                  </a:lnTo>
                  <a:cubicBezTo>
                    <a:pt x="-2049" y="235922"/>
                    <a:pt x="-2049" y="222586"/>
                    <a:pt x="6148" y="214389"/>
                  </a:cubicBezTo>
                  <a:lnTo>
                    <a:pt x="214389" y="6147"/>
                  </a:lnTo>
                  <a:cubicBezTo>
                    <a:pt x="222586" y="-2049"/>
                    <a:pt x="235922" y="-2049"/>
                    <a:pt x="244118" y="6147"/>
                  </a:cubicBezTo>
                  <a:lnTo>
                    <a:pt x="452360" y="214389"/>
                  </a:lnTo>
                  <a:cubicBezTo>
                    <a:pt x="460556" y="222586"/>
                    <a:pt x="460556" y="235922"/>
                    <a:pt x="452360" y="24411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5FF091A-D82C-3031-4129-2EDB41B66220}"/>
                </a:ext>
              </a:extLst>
            </p:cNvPr>
            <p:cNvSpPr/>
            <p:nvPr/>
          </p:nvSpPr>
          <p:spPr>
            <a:xfrm>
              <a:off x="5866787" y="3199729"/>
              <a:ext cx="318581" cy="458540"/>
            </a:xfrm>
            <a:custGeom>
              <a:avLst/>
              <a:gdLst>
                <a:gd name="csX0" fmla="*/ 184669 w 318581"/>
                <a:gd name="csY0" fmla="*/ 244098 h 458540"/>
                <a:gd name="csX1" fmla="*/ 318581 w 318581"/>
                <a:gd name="csY1" fmla="*/ 378010 h 458540"/>
                <a:gd name="csX2" fmla="*/ 244098 w 318581"/>
                <a:gd name="csY2" fmla="*/ 452381 h 458540"/>
                <a:gd name="csX3" fmla="*/ 214327 w 318581"/>
                <a:gd name="csY3" fmla="*/ 452381 h 458540"/>
                <a:gd name="csX4" fmla="*/ 6159 w 318581"/>
                <a:gd name="csY4" fmla="*/ 244098 h 458540"/>
                <a:gd name="csX5" fmla="*/ 6159 w 318581"/>
                <a:gd name="csY5" fmla="*/ 214442 h 458540"/>
                <a:gd name="csX6" fmla="*/ 214327 w 318581"/>
                <a:gd name="csY6" fmla="*/ 6160 h 458540"/>
                <a:gd name="csX7" fmla="*/ 244098 w 318581"/>
                <a:gd name="csY7" fmla="*/ 6160 h 458540"/>
                <a:gd name="csX8" fmla="*/ 318581 w 318581"/>
                <a:gd name="csY8" fmla="*/ 80644 h 458540"/>
                <a:gd name="csX9" fmla="*/ 184669 w 318581"/>
                <a:gd name="csY9" fmla="*/ 214442 h 458540"/>
                <a:gd name="csX10" fmla="*/ 184669 w 318581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1" h="458540">
                  <a:moveTo>
                    <a:pt x="184669" y="244098"/>
                  </a:moveTo>
                  <a:lnTo>
                    <a:pt x="318581" y="378010"/>
                  </a:lnTo>
                  <a:lnTo>
                    <a:pt x="244098" y="452381"/>
                  </a:lnTo>
                  <a:cubicBezTo>
                    <a:pt x="235884" y="460594"/>
                    <a:pt x="222540" y="460594"/>
                    <a:pt x="214327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327" y="6160"/>
                  </a:lnTo>
                  <a:cubicBezTo>
                    <a:pt x="222540" y="-2053"/>
                    <a:pt x="235884" y="-2053"/>
                    <a:pt x="244098" y="6160"/>
                  </a:cubicBezTo>
                  <a:lnTo>
                    <a:pt x="318581" y="80644"/>
                  </a:lnTo>
                  <a:lnTo>
                    <a:pt x="184669" y="214442"/>
                  </a:lnTo>
                  <a:cubicBezTo>
                    <a:pt x="176457" y="222654"/>
                    <a:pt x="176457" y="235886"/>
                    <a:pt x="184669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9122843-D9E5-C879-0C5E-0067314F1FE0}"/>
                </a:ext>
              </a:extLst>
            </p:cNvPr>
            <p:cNvSpPr/>
            <p:nvPr/>
          </p:nvSpPr>
          <p:spPr>
            <a:xfrm>
              <a:off x="5643562" y="3199729"/>
              <a:ext cx="318582" cy="458540"/>
            </a:xfrm>
            <a:custGeom>
              <a:avLst/>
              <a:gdLst>
                <a:gd name="csX0" fmla="*/ 184671 w 318582"/>
                <a:gd name="csY0" fmla="*/ 244098 h 458540"/>
                <a:gd name="csX1" fmla="*/ 318582 w 318582"/>
                <a:gd name="csY1" fmla="*/ 378010 h 458540"/>
                <a:gd name="csX2" fmla="*/ 244099 w 318582"/>
                <a:gd name="csY2" fmla="*/ 452381 h 458540"/>
                <a:gd name="csX3" fmla="*/ 214441 w 318582"/>
                <a:gd name="csY3" fmla="*/ 452381 h 458540"/>
                <a:gd name="csX4" fmla="*/ 6159 w 318582"/>
                <a:gd name="csY4" fmla="*/ 244098 h 458540"/>
                <a:gd name="csX5" fmla="*/ 6159 w 318582"/>
                <a:gd name="csY5" fmla="*/ 214442 h 458540"/>
                <a:gd name="csX6" fmla="*/ 214441 w 318582"/>
                <a:gd name="csY6" fmla="*/ 6160 h 458540"/>
                <a:gd name="csX7" fmla="*/ 244099 w 318582"/>
                <a:gd name="csY7" fmla="*/ 6160 h 458540"/>
                <a:gd name="csX8" fmla="*/ 318582 w 318582"/>
                <a:gd name="csY8" fmla="*/ 80644 h 458540"/>
                <a:gd name="csX9" fmla="*/ 184671 w 318582"/>
                <a:gd name="csY9" fmla="*/ 214442 h 458540"/>
                <a:gd name="csX10" fmla="*/ 184671 w 318582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2" h="458540">
                  <a:moveTo>
                    <a:pt x="184671" y="244098"/>
                  </a:moveTo>
                  <a:lnTo>
                    <a:pt x="318582" y="378010"/>
                  </a:lnTo>
                  <a:lnTo>
                    <a:pt x="244099" y="452381"/>
                  </a:lnTo>
                  <a:cubicBezTo>
                    <a:pt x="236000" y="460594"/>
                    <a:pt x="222654" y="460594"/>
                    <a:pt x="214441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441" y="6160"/>
                  </a:lnTo>
                  <a:cubicBezTo>
                    <a:pt x="222654" y="-2053"/>
                    <a:pt x="236000" y="-2053"/>
                    <a:pt x="244099" y="6160"/>
                  </a:cubicBezTo>
                  <a:lnTo>
                    <a:pt x="318582" y="80644"/>
                  </a:lnTo>
                  <a:lnTo>
                    <a:pt x="184671" y="214442"/>
                  </a:lnTo>
                  <a:cubicBezTo>
                    <a:pt x="176458" y="222654"/>
                    <a:pt x="176458" y="235886"/>
                    <a:pt x="184671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BD53FC3-465C-3EF6-49EE-E9F4BB74D7FB}"/>
              </a:ext>
            </a:extLst>
          </p:cNvPr>
          <p:cNvSpPr/>
          <p:nvPr/>
        </p:nvSpPr>
        <p:spPr>
          <a:xfrm>
            <a:off x="278869" y="238054"/>
            <a:ext cx="1101792" cy="1101792"/>
          </a:xfrm>
          <a:prstGeom prst="roundRect">
            <a:avLst>
              <a:gd name="adj" fmla="val 6293"/>
            </a:avLst>
          </a:prstGeom>
          <a:solidFill>
            <a:srgbClr val="FFC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8F151B1-F377-E0E4-8308-DECA3D02F25F}"/>
              </a:ext>
            </a:extLst>
          </p:cNvPr>
          <p:cNvSpPr/>
          <p:nvPr/>
        </p:nvSpPr>
        <p:spPr>
          <a:xfrm>
            <a:off x="380574" y="339759"/>
            <a:ext cx="898382" cy="898382"/>
          </a:xfrm>
          <a:prstGeom prst="roundRect">
            <a:avLst>
              <a:gd name="adj" fmla="val 7088"/>
            </a:avLst>
          </a:prstGeom>
          <a:solidFill>
            <a:schemeClr val="tx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BF73B3A-9A2D-B872-771E-5EAE9A4EEF3B}"/>
              </a:ext>
            </a:extLst>
          </p:cNvPr>
          <p:cNvSpPr/>
          <p:nvPr/>
        </p:nvSpPr>
        <p:spPr>
          <a:xfrm flipV="1">
            <a:off x="649852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B0D09F6-4C3A-32D6-D18B-ABB91E84B616}"/>
              </a:ext>
            </a:extLst>
          </p:cNvPr>
          <p:cNvSpPr/>
          <p:nvPr/>
        </p:nvSpPr>
        <p:spPr>
          <a:xfrm flipV="1">
            <a:off x="2510500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DA370E5-95A3-8B9C-B567-3CBDE8359A0F}"/>
              </a:ext>
            </a:extLst>
          </p:cNvPr>
          <p:cNvSpPr/>
          <p:nvPr/>
        </p:nvSpPr>
        <p:spPr>
          <a:xfrm flipV="1">
            <a:off x="1580176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135BCCE-790E-71A7-E46A-3B8CC0049B5A}"/>
              </a:ext>
            </a:extLst>
          </p:cNvPr>
          <p:cNvSpPr/>
          <p:nvPr/>
        </p:nvSpPr>
        <p:spPr>
          <a:xfrm>
            <a:off x="4009382" y="4212492"/>
            <a:ext cx="2962440" cy="1501201"/>
          </a:xfrm>
          <a:custGeom>
            <a:avLst/>
            <a:gdLst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575299 w 2962440"/>
              <a:gd name="csY5" fmla="*/ 1394368 h 1501201"/>
              <a:gd name="csX6" fmla="*/ 605497 w 2962440"/>
              <a:gd name="csY6" fmla="*/ 1399496 h 1501201"/>
              <a:gd name="csX7" fmla="*/ 861858 w 2962440"/>
              <a:gd name="csY7" fmla="*/ 1399496 h 1501201"/>
              <a:gd name="csX8" fmla="*/ 2163120 w 2962440"/>
              <a:gd name="csY8" fmla="*/ 1399496 h 1501201"/>
              <a:gd name="csX9" fmla="*/ 2339299 w 2962440"/>
              <a:gd name="csY9" fmla="*/ 1399496 h 1501201"/>
              <a:gd name="csX10" fmla="*/ 2797058 w 2962440"/>
              <a:gd name="csY10" fmla="*/ 1399496 h 1501201"/>
              <a:gd name="csX11" fmla="*/ 2860735 w 2962440"/>
              <a:gd name="csY11" fmla="*/ 1335819 h 1501201"/>
              <a:gd name="csX12" fmla="*/ 2860735 w 2962440"/>
              <a:gd name="csY12" fmla="*/ 165382 h 1501201"/>
              <a:gd name="csX13" fmla="*/ 2797058 w 2962440"/>
              <a:gd name="csY13" fmla="*/ 101705 h 1501201"/>
              <a:gd name="csX14" fmla="*/ 2339299 w 2962440"/>
              <a:gd name="csY14" fmla="*/ 101705 h 1501201"/>
              <a:gd name="csX15" fmla="*/ 2163120 w 2962440"/>
              <a:gd name="csY15" fmla="*/ 101705 h 1501201"/>
              <a:gd name="csX16" fmla="*/ 861858 w 2962440"/>
              <a:gd name="csY16" fmla="*/ 101705 h 1501201"/>
              <a:gd name="csX17" fmla="*/ 605497 w 2962440"/>
              <a:gd name="csY17" fmla="*/ 101705 h 1501201"/>
              <a:gd name="csX18" fmla="*/ 575299 w 2962440"/>
              <a:gd name="csY18" fmla="*/ 106833 h 1501201"/>
              <a:gd name="csX19" fmla="*/ 575299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605497 w 2962440"/>
              <a:gd name="csY5" fmla="*/ 1399496 h 1501201"/>
              <a:gd name="csX6" fmla="*/ 861858 w 2962440"/>
              <a:gd name="csY6" fmla="*/ 1399496 h 1501201"/>
              <a:gd name="csX7" fmla="*/ 2163120 w 2962440"/>
              <a:gd name="csY7" fmla="*/ 1399496 h 1501201"/>
              <a:gd name="csX8" fmla="*/ 2339299 w 2962440"/>
              <a:gd name="csY8" fmla="*/ 1399496 h 1501201"/>
              <a:gd name="csX9" fmla="*/ 2797058 w 2962440"/>
              <a:gd name="csY9" fmla="*/ 1399496 h 1501201"/>
              <a:gd name="csX10" fmla="*/ 2860735 w 2962440"/>
              <a:gd name="csY10" fmla="*/ 1335819 h 1501201"/>
              <a:gd name="csX11" fmla="*/ 2860735 w 2962440"/>
              <a:gd name="csY11" fmla="*/ 165382 h 1501201"/>
              <a:gd name="csX12" fmla="*/ 2797058 w 2962440"/>
              <a:gd name="csY12" fmla="*/ 101705 h 1501201"/>
              <a:gd name="csX13" fmla="*/ 2339299 w 2962440"/>
              <a:gd name="csY13" fmla="*/ 101705 h 1501201"/>
              <a:gd name="csX14" fmla="*/ 2163120 w 2962440"/>
              <a:gd name="csY14" fmla="*/ 101705 h 1501201"/>
              <a:gd name="csX15" fmla="*/ 861858 w 2962440"/>
              <a:gd name="csY15" fmla="*/ 101705 h 1501201"/>
              <a:gd name="csX16" fmla="*/ 605497 w 2962440"/>
              <a:gd name="csY16" fmla="*/ 101705 h 1501201"/>
              <a:gd name="csX17" fmla="*/ 575299 w 2962440"/>
              <a:gd name="csY17" fmla="*/ 106833 h 1501201"/>
              <a:gd name="csX18" fmla="*/ 575299 w 2962440"/>
              <a:gd name="csY18" fmla="*/ 101705 h 1501201"/>
              <a:gd name="csX19" fmla="*/ 165382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861858 w 2962440"/>
              <a:gd name="csY5" fmla="*/ 1399496 h 1501201"/>
              <a:gd name="csX6" fmla="*/ 2163120 w 2962440"/>
              <a:gd name="csY6" fmla="*/ 1399496 h 1501201"/>
              <a:gd name="csX7" fmla="*/ 2339299 w 2962440"/>
              <a:gd name="csY7" fmla="*/ 1399496 h 1501201"/>
              <a:gd name="csX8" fmla="*/ 2797058 w 2962440"/>
              <a:gd name="csY8" fmla="*/ 1399496 h 1501201"/>
              <a:gd name="csX9" fmla="*/ 2860735 w 2962440"/>
              <a:gd name="csY9" fmla="*/ 1335819 h 1501201"/>
              <a:gd name="csX10" fmla="*/ 2860735 w 2962440"/>
              <a:gd name="csY10" fmla="*/ 165382 h 1501201"/>
              <a:gd name="csX11" fmla="*/ 2797058 w 2962440"/>
              <a:gd name="csY11" fmla="*/ 101705 h 1501201"/>
              <a:gd name="csX12" fmla="*/ 2339299 w 2962440"/>
              <a:gd name="csY12" fmla="*/ 101705 h 1501201"/>
              <a:gd name="csX13" fmla="*/ 2163120 w 2962440"/>
              <a:gd name="csY13" fmla="*/ 101705 h 1501201"/>
              <a:gd name="csX14" fmla="*/ 861858 w 2962440"/>
              <a:gd name="csY14" fmla="*/ 101705 h 1501201"/>
              <a:gd name="csX15" fmla="*/ 605497 w 2962440"/>
              <a:gd name="csY15" fmla="*/ 101705 h 1501201"/>
              <a:gd name="csX16" fmla="*/ 575299 w 2962440"/>
              <a:gd name="csY16" fmla="*/ 106833 h 1501201"/>
              <a:gd name="csX17" fmla="*/ 575299 w 2962440"/>
              <a:gd name="csY17" fmla="*/ 101705 h 1501201"/>
              <a:gd name="csX18" fmla="*/ 165382 w 2962440"/>
              <a:gd name="csY18" fmla="*/ 101705 h 1501201"/>
              <a:gd name="csX19" fmla="*/ 69336 w 2962440"/>
              <a:gd name="csY19" fmla="*/ 0 h 1501201"/>
              <a:gd name="csX20" fmla="*/ 575299 w 2962440"/>
              <a:gd name="csY20" fmla="*/ 0 h 1501201"/>
              <a:gd name="csX21" fmla="*/ 861858 w 2962440"/>
              <a:gd name="csY21" fmla="*/ 0 h 1501201"/>
              <a:gd name="csX22" fmla="*/ 2163120 w 2962440"/>
              <a:gd name="csY22" fmla="*/ 0 h 1501201"/>
              <a:gd name="csX23" fmla="*/ 2339299 w 2962440"/>
              <a:gd name="csY23" fmla="*/ 0 h 1501201"/>
              <a:gd name="csX24" fmla="*/ 2893104 w 2962440"/>
              <a:gd name="csY24" fmla="*/ 0 h 1501201"/>
              <a:gd name="csX25" fmla="*/ 2962440 w 2962440"/>
              <a:gd name="csY25" fmla="*/ 69336 h 1501201"/>
              <a:gd name="csX26" fmla="*/ 2962440 w 2962440"/>
              <a:gd name="csY26" fmla="*/ 1431865 h 1501201"/>
              <a:gd name="csX27" fmla="*/ 2893104 w 2962440"/>
              <a:gd name="csY27" fmla="*/ 1501201 h 1501201"/>
              <a:gd name="csX28" fmla="*/ 2339299 w 2962440"/>
              <a:gd name="csY28" fmla="*/ 1501201 h 1501201"/>
              <a:gd name="csX29" fmla="*/ 2163120 w 2962440"/>
              <a:gd name="csY29" fmla="*/ 1501201 h 1501201"/>
              <a:gd name="csX30" fmla="*/ 861858 w 2962440"/>
              <a:gd name="csY30" fmla="*/ 1501201 h 1501201"/>
              <a:gd name="csX31" fmla="*/ 575299 w 2962440"/>
              <a:gd name="csY31" fmla="*/ 1501201 h 1501201"/>
              <a:gd name="csX32" fmla="*/ 69336 w 2962440"/>
              <a:gd name="csY32" fmla="*/ 1501201 h 1501201"/>
              <a:gd name="csX33" fmla="*/ 0 w 2962440"/>
              <a:gd name="csY33" fmla="*/ 1431865 h 1501201"/>
              <a:gd name="csX34" fmla="*/ 0 w 2962440"/>
              <a:gd name="csY34" fmla="*/ 69336 h 1501201"/>
              <a:gd name="csX35" fmla="*/ 69336 w 2962440"/>
              <a:gd name="csY3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861858 w 2962440"/>
              <a:gd name="csY4" fmla="*/ 1399496 h 1501201"/>
              <a:gd name="csX5" fmla="*/ 2163120 w 2962440"/>
              <a:gd name="csY5" fmla="*/ 1399496 h 1501201"/>
              <a:gd name="csX6" fmla="*/ 2339299 w 2962440"/>
              <a:gd name="csY6" fmla="*/ 1399496 h 1501201"/>
              <a:gd name="csX7" fmla="*/ 2797058 w 2962440"/>
              <a:gd name="csY7" fmla="*/ 1399496 h 1501201"/>
              <a:gd name="csX8" fmla="*/ 2860735 w 2962440"/>
              <a:gd name="csY8" fmla="*/ 1335819 h 1501201"/>
              <a:gd name="csX9" fmla="*/ 2860735 w 2962440"/>
              <a:gd name="csY9" fmla="*/ 165382 h 1501201"/>
              <a:gd name="csX10" fmla="*/ 2797058 w 2962440"/>
              <a:gd name="csY10" fmla="*/ 101705 h 1501201"/>
              <a:gd name="csX11" fmla="*/ 2339299 w 2962440"/>
              <a:gd name="csY11" fmla="*/ 101705 h 1501201"/>
              <a:gd name="csX12" fmla="*/ 2163120 w 2962440"/>
              <a:gd name="csY12" fmla="*/ 101705 h 1501201"/>
              <a:gd name="csX13" fmla="*/ 861858 w 2962440"/>
              <a:gd name="csY13" fmla="*/ 101705 h 1501201"/>
              <a:gd name="csX14" fmla="*/ 605497 w 2962440"/>
              <a:gd name="csY14" fmla="*/ 101705 h 1501201"/>
              <a:gd name="csX15" fmla="*/ 575299 w 2962440"/>
              <a:gd name="csY15" fmla="*/ 106833 h 1501201"/>
              <a:gd name="csX16" fmla="*/ 575299 w 2962440"/>
              <a:gd name="csY16" fmla="*/ 101705 h 1501201"/>
              <a:gd name="csX17" fmla="*/ 165382 w 2962440"/>
              <a:gd name="csY17" fmla="*/ 101705 h 1501201"/>
              <a:gd name="csX18" fmla="*/ 69336 w 2962440"/>
              <a:gd name="csY18" fmla="*/ 0 h 1501201"/>
              <a:gd name="csX19" fmla="*/ 575299 w 2962440"/>
              <a:gd name="csY19" fmla="*/ 0 h 1501201"/>
              <a:gd name="csX20" fmla="*/ 861858 w 2962440"/>
              <a:gd name="csY20" fmla="*/ 0 h 1501201"/>
              <a:gd name="csX21" fmla="*/ 2163120 w 2962440"/>
              <a:gd name="csY21" fmla="*/ 0 h 1501201"/>
              <a:gd name="csX22" fmla="*/ 2339299 w 2962440"/>
              <a:gd name="csY22" fmla="*/ 0 h 1501201"/>
              <a:gd name="csX23" fmla="*/ 2893104 w 2962440"/>
              <a:gd name="csY23" fmla="*/ 0 h 1501201"/>
              <a:gd name="csX24" fmla="*/ 2962440 w 2962440"/>
              <a:gd name="csY24" fmla="*/ 69336 h 1501201"/>
              <a:gd name="csX25" fmla="*/ 2962440 w 2962440"/>
              <a:gd name="csY25" fmla="*/ 1431865 h 1501201"/>
              <a:gd name="csX26" fmla="*/ 2893104 w 2962440"/>
              <a:gd name="csY26" fmla="*/ 1501201 h 1501201"/>
              <a:gd name="csX27" fmla="*/ 2339299 w 2962440"/>
              <a:gd name="csY27" fmla="*/ 1501201 h 1501201"/>
              <a:gd name="csX28" fmla="*/ 2163120 w 2962440"/>
              <a:gd name="csY28" fmla="*/ 1501201 h 1501201"/>
              <a:gd name="csX29" fmla="*/ 861858 w 2962440"/>
              <a:gd name="csY29" fmla="*/ 1501201 h 1501201"/>
              <a:gd name="csX30" fmla="*/ 575299 w 2962440"/>
              <a:gd name="csY30" fmla="*/ 1501201 h 1501201"/>
              <a:gd name="csX31" fmla="*/ 69336 w 2962440"/>
              <a:gd name="csY31" fmla="*/ 1501201 h 1501201"/>
              <a:gd name="csX32" fmla="*/ 0 w 2962440"/>
              <a:gd name="csY32" fmla="*/ 1431865 h 1501201"/>
              <a:gd name="csX33" fmla="*/ 0 w 2962440"/>
              <a:gd name="csY33" fmla="*/ 69336 h 1501201"/>
              <a:gd name="csX34" fmla="*/ 69336 w 2962440"/>
              <a:gd name="csY3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163120 w 2962440"/>
              <a:gd name="csY4" fmla="*/ 1399496 h 1501201"/>
              <a:gd name="csX5" fmla="*/ 2339299 w 2962440"/>
              <a:gd name="csY5" fmla="*/ 1399496 h 1501201"/>
              <a:gd name="csX6" fmla="*/ 2797058 w 2962440"/>
              <a:gd name="csY6" fmla="*/ 1399496 h 1501201"/>
              <a:gd name="csX7" fmla="*/ 2860735 w 2962440"/>
              <a:gd name="csY7" fmla="*/ 1335819 h 1501201"/>
              <a:gd name="csX8" fmla="*/ 2860735 w 2962440"/>
              <a:gd name="csY8" fmla="*/ 165382 h 1501201"/>
              <a:gd name="csX9" fmla="*/ 2797058 w 2962440"/>
              <a:gd name="csY9" fmla="*/ 101705 h 1501201"/>
              <a:gd name="csX10" fmla="*/ 2339299 w 2962440"/>
              <a:gd name="csY10" fmla="*/ 101705 h 1501201"/>
              <a:gd name="csX11" fmla="*/ 2163120 w 2962440"/>
              <a:gd name="csY11" fmla="*/ 101705 h 1501201"/>
              <a:gd name="csX12" fmla="*/ 861858 w 2962440"/>
              <a:gd name="csY12" fmla="*/ 101705 h 1501201"/>
              <a:gd name="csX13" fmla="*/ 605497 w 2962440"/>
              <a:gd name="csY13" fmla="*/ 101705 h 1501201"/>
              <a:gd name="csX14" fmla="*/ 575299 w 2962440"/>
              <a:gd name="csY14" fmla="*/ 106833 h 1501201"/>
              <a:gd name="csX15" fmla="*/ 575299 w 2962440"/>
              <a:gd name="csY15" fmla="*/ 101705 h 1501201"/>
              <a:gd name="csX16" fmla="*/ 165382 w 2962440"/>
              <a:gd name="csY16" fmla="*/ 101705 h 1501201"/>
              <a:gd name="csX17" fmla="*/ 69336 w 2962440"/>
              <a:gd name="csY17" fmla="*/ 0 h 1501201"/>
              <a:gd name="csX18" fmla="*/ 575299 w 2962440"/>
              <a:gd name="csY18" fmla="*/ 0 h 1501201"/>
              <a:gd name="csX19" fmla="*/ 861858 w 2962440"/>
              <a:gd name="csY19" fmla="*/ 0 h 1501201"/>
              <a:gd name="csX20" fmla="*/ 2163120 w 2962440"/>
              <a:gd name="csY20" fmla="*/ 0 h 1501201"/>
              <a:gd name="csX21" fmla="*/ 2339299 w 2962440"/>
              <a:gd name="csY21" fmla="*/ 0 h 1501201"/>
              <a:gd name="csX22" fmla="*/ 2893104 w 2962440"/>
              <a:gd name="csY22" fmla="*/ 0 h 1501201"/>
              <a:gd name="csX23" fmla="*/ 2962440 w 2962440"/>
              <a:gd name="csY23" fmla="*/ 69336 h 1501201"/>
              <a:gd name="csX24" fmla="*/ 2962440 w 2962440"/>
              <a:gd name="csY24" fmla="*/ 1431865 h 1501201"/>
              <a:gd name="csX25" fmla="*/ 2893104 w 2962440"/>
              <a:gd name="csY25" fmla="*/ 1501201 h 1501201"/>
              <a:gd name="csX26" fmla="*/ 2339299 w 2962440"/>
              <a:gd name="csY26" fmla="*/ 1501201 h 1501201"/>
              <a:gd name="csX27" fmla="*/ 2163120 w 2962440"/>
              <a:gd name="csY27" fmla="*/ 1501201 h 1501201"/>
              <a:gd name="csX28" fmla="*/ 861858 w 2962440"/>
              <a:gd name="csY28" fmla="*/ 1501201 h 1501201"/>
              <a:gd name="csX29" fmla="*/ 575299 w 2962440"/>
              <a:gd name="csY29" fmla="*/ 1501201 h 1501201"/>
              <a:gd name="csX30" fmla="*/ 69336 w 2962440"/>
              <a:gd name="csY30" fmla="*/ 1501201 h 1501201"/>
              <a:gd name="csX31" fmla="*/ 0 w 2962440"/>
              <a:gd name="csY31" fmla="*/ 1431865 h 1501201"/>
              <a:gd name="csX32" fmla="*/ 0 w 2962440"/>
              <a:gd name="csY32" fmla="*/ 69336 h 1501201"/>
              <a:gd name="csX33" fmla="*/ 69336 w 2962440"/>
              <a:gd name="csY3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339299 w 2962440"/>
              <a:gd name="csY4" fmla="*/ 1399496 h 1501201"/>
              <a:gd name="csX5" fmla="*/ 2797058 w 2962440"/>
              <a:gd name="csY5" fmla="*/ 1399496 h 1501201"/>
              <a:gd name="csX6" fmla="*/ 2860735 w 2962440"/>
              <a:gd name="csY6" fmla="*/ 1335819 h 1501201"/>
              <a:gd name="csX7" fmla="*/ 2860735 w 2962440"/>
              <a:gd name="csY7" fmla="*/ 165382 h 1501201"/>
              <a:gd name="csX8" fmla="*/ 2797058 w 2962440"/>
              <a:gd name="csY8" fmla="*/ 101705 h 1501201"/>
              <a:gd name="csX9" fmla="*/ 2339299 w 2962440"/>
              <a:gd name="csY9" fmla="*/ 101705 h 1501201"/>
              <a:gd name="csX10" fmla="*/ 2163120 w 2962440"/>
              <a:gd name="csY10" fmla="*/ 101705 h 1501201"/>
              <a:gd name="csX11" fmla="*/ 861858 w 2962440"/>
              <a:gd name="csY11" fmla="*/ 101705 h 1501201"/>
              <a:gd name="csX12" fmla="*/ 605497 w 2962440"/>
              <a:gd name="csY12" fmla="*/ 101705 h 1501201"/>
              <a:gd name="csX13" fmla="*/ 575299 w 2962440"/>
              <a:gd name="csY13" fmla="*/ 106833 h 1501201"/>
              <a:gd name="csX14" fmla="*/ 575299 w 2962440"/>
              <a:gd name="csY14" fmla="*/ 101705 h 1501201"/>
              <a:gd name="csX15" fmla="*/ 165382 w 2962440"/>
              <a:gd name="csY15" fmla="*/ 101705 h 1501201"/>
              <a:gd name="csX16" fmla="*/ 69336 w 2962440"/>
              <a:gd name="csY16" fmla="*/ 0 h 1501201"/>
              <a:gd name="csX17" fmla="*/ 575299 w 2962440"/>
              <a:gd name="csY17" fmla="*/ 0 h 1501201"/>
              <a:gd name="csX18" fmla="*/ 861858 w 2962440"/>
              <a:gd name="csY18" fmla="*/ 0 h 1501201"/>
              <a:gd name="csX19" fmla="*/ 2163120 w 2962440"/>
              <a:gd name="csY19" fmla="*/ 0 h 1501201"/>
              <a:gd name="csX20" fmla="*/ 2339299 w 2962440"/>
              <a:gd name="csY20" fmla="*/ 0 h 1501201"/>
              <a:gd name="csX21" fmla="*/ 2893104 w 2962440"/>
              <a:gd name="csY21" fmla="*/ 0 h 1501201"/>
              <a:gd name="csX22" fmla="*/ 2962440 w 2962440"/>
              <a:gd name="csY22" fmla="*/ 69336 h 1501201"/>
              <a:gd name="csX23" fmla="*/ 2962440 w 2962440"/>
              <a:gd name="csY23" fmla="*/ 1431865 h 1501201"/>
              <a:gd name="csX24" fmla="*/ 2893104 w 2962440"/>
              <a:gd name="csY24" fmla="*/ 1501201 h 1501201"/>
              <a:gd name="csX25" fmla="*/ 2339299 w 2962440"/>
              <a:gd name="csY25" fmla="*/ 1501201 h 1501201"/>
              <a:gd name="csX26" fmla="*/ 2163120 w 2962440"/>
              <a:gd name="csY26" fmla="*/ 1501201 h 1501201"/>
              <a:gd name="csX27" fmla="*/ 861858 w 2962440"/>
              <a:gd name="csY27" fmla="*/ 1501201 h 1501201"/>
              <a:gd name="csX28" fmla="*/ 575299 w 2962440"/>
              <a:gd name="csY28" fmla="*/ 1501201 h 1501201"/>
              <a:gd name="csX29" fmla="*/ 69336 w 2962440"/>
              <a:gd name="csY29" fmla="*/ 1501201 h 1501201"/>
              <a:gd name="csX30" fmla="*/ 0 w 2962440"/>
              <a:gd name="csY30" fmla="*/ 1431865 h 1501201"/>
              <a:gd name="csX31" fmla="*/ 0 w 2962440"/>
              <a:gd name="csY31" fmla="*/ 69336 h 1501201"/>
              <a:gd name="csX32" fmla="*/ 69336 w 2962440"/>
              <a:gd name="csY3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339299 w 2962440"/>
              <a:gd name="csY8" fmla="*/ 101705 h 1501201"/>
              <a:gd name="csX9" fmla="*/ 2163120 w 2962440"/>
              <a:gd name="csY9" fmla="*/ 101705 h 1501201"/>
              <a:gd name="csX10" fmla="*/ 861858 w 2962440"/>
              <a:gd name="csY10" fmla="*/ 101705 h 1501201"/>
              <a:gd name="csX11" fmla="*/ 605497 w 2962440"/>
              <a:gd name="csY11" fmla="*/ 101705 h 1501201"/>
              <a:gd name="csX12" fmla="*/ 575299 w 2962440"/>
              <a:gd name="csY12" fmla="*/ 106833 h 1501201"/>
              <a:gd name="csX13" fmla="*/ 575299 w 2962440"/>
              <a:gd name="csY13" fmla="*/ 101705 h 1501201"/>
              <a:gd name="csX14" fmla="*/ 165382 w 2962440"/>
              <a:gd name="csY14" fmla="*/ 101705 h 1501201"/>
              <a:gd name="csX15" fmla="*/ 69336 w 2962440"/>
              <a:gd name="csY15" fmla="*/ 0 h 1501201"/>
              <a:gd name="csX16" fmla="*/ 575299 w 2962440"/>
              <a:gd name="csY16" fmla="*/ 0 h 1501201"/>
              <a:gd name="csX17" fmla="*/ 861858 w 2962440"/>
              <a:gd name="csY17" fmla="*/ 0 h 1501201"/>
              <a:gd name="csX18" fmla="*/ 2163120 w 2962440"/>
              <a:gd name="csY18" fmla="*/ 0 h 1501201"/>
              <a:gd name="csX19" fmla="*/ 2339299 w 2962440"/>
              <a:gd name="csY19" fmla="*/ 0 h 1501201"/>
              <a:gd name="csX20" fmla="*/ 2893104 w 2962440"/>
              <a:gd name="csY20" fmla="*/ 0 h 1501201"/>
              <a:gd name="csX21" fmla="*/ 2962440 w 2962440"/>
              <a:gd name="csY21" fmla="*/ 69336 h 1501201"/>
              <a:gd name="csX22" fmla="*/ 2962440 w 2962440"/>
              <a:gd name="csY22" fmla="*/ 1431865 h 1501201"/>
              <a:gd name="csX23" fmla="*/ 2893104 w 2962440"/>
              <a:gd name="csY23" fmla="*/ 1501201 h 1501201"/>
              <a:gd name="csX24" fmla="*/ 2339299 w 2962440"/>
              <a:gd name="csY24" fmla="*/ 1501201 h 1501201"/>
              <a:gd name="csX25" fmla="*/ 2163120 w 2962440"/>
              <a:gd name="csY25" fmla="*/ 1501201 h 1501201"/>
              <a:gd name="csX26" fmla="*/ 861858 w 2962440"/>
              <a:gd name="csY26" fmla="*/ 1501201 h 1501201"/>
              <a:gd name="csX27" fmla="*/ 575299 w 2962440"/>
              <a:gd name="csY27" fmla="*/ 1501201 h 1501201"/>
              <a:gd name="csX28" fmla="*/ 69336 w 2962440"/>
              <a:gd name="csY28" fmla="*/ 1501201 h 1501201"/>
              <a:gd name="csX29" fmla="*/ 0 w 2962440"/>
              <a:gd name="csY29" fmla="*/ 1431865 h 1501201"/>
              <a:gd name="csX30" fmla="*/ 0 w 2962440"/>
              <a:gd name="csY30" fmla="*/ 69336 h 1501201"/>
              <a:gd name="csX31" fmla="*/ 69336 w 2962440"/>
              <a:gd name="csY3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163120 w 2962440"/>
              <a:gd name="csY8" fmla="*/ 101705 h 1501201"/>
              <a:gd name="csX9" fmla="*/ 861858 w 2962440"/>
              <a:gd name="csY9" fmla="*/ 101705 h 1501201"/>
              <a:gd name="csX10" fmla="*/ 605497 w 2962440"/>
              <a:gd name="csY10" fmla="*/ 101705 h 1501201"/>
              <a:gd name="csX11" fmla="*/ 575299 w 2962440"/>
              <a:gd name="csY11" fmla="*/ 106833 h 1501201"/>
              <a:gd name="csX12" fmla="*/ 575299 w 2962440"/>
              <a:gd name="csY12" fmla="*/ 101705 h 1501201"/>
              <a:gd name="csX13" fmla="*/ 165382 w 2962440"/>
              <a:gd name="csY13" fmla="*/ 101705 h 1501201"/>
              <a:gd name="csX14" fmla="*/ 69336 w 2962440"/>
              <a:gd name="csY14" fmla="*/ 0 h 1501201"/>
              <a:gd name="csX15" fmla="*/ 575299 w 2962440"/>
              <a:gd name="csY15" fmla="*/ 0 h 1501201"/>
              <a:gd name="csX16" fmla="*/ 861858 w 2962440"/>
              <a:gd name="csY16" fmla="*/ 0 h 1501201"/>
              <a:gd name="csX17" fmla="*/ 2163120 w 2962440"/>
              <a:gd name="csY17" fmla="*/ 0 h 1501201"/>
              <a:gd name="csX18" fmla="*/ 2339299 w 2962440"/>
              <a:gd name="csY18" fmla="*/ 0 h 1501201"/>
              <a:gd name="csX19" fmla="*/ 2893104 w 2962440"/>
              <a:gd name="csY19" fmla="*/ 0 h 1501201"/>
              <a:gd name="csX20" fmla="*/ 2962440 w 2962440"/>
              <a:gd name="csY20" fmla="*/ 69336 h 1501201"/>
              <a:gd name="csX21" fmla="*/ 2962440 w 2962440"/>
              <a:gd name="csY21" fmla="*/ 1431865 h 1501201"/>
              <a:gd name="csX22" fmla="*/ 2893104 w 2962440"/>
              <a:gd name="csY22" fmla="*/ 1501201 h 1501201"/>
              <a:gd name="csX23" fmla="*/ 2339299 w 2962440"/>
              <a:gd name="csY23" fmla="*/ 1501201 h 1501201"/>
              <a:gd name="csX24" fmla="*/ 2163120 w 2962440"/>
              <a:gd name="csY24" fmla="*/ 1501201 h 1501201"/>
              <a:gd name="csX25" fmla="*/ 861858 w 2962440"/>
              <a:gd name="csY25" fmla="*/ 1501201 h 1501201"/>
              <a:gd name="csX26" fmla="*/ 575299 w 2962440"/>
              <a:gd name="csY26" fmla="*/ 1501201 h 1501201"/>
              <a:gd name="csX27" fmla="*/ 69336 w 2962440"/>
              <a:gd name="csY27" fmla="*/ 1501201 h 1501201"/>
              <a:gd name="csX28" fmla="*/ 0 w 2962440"/>
              <a:gd name="csY28" fmla="*/ 1431865 h 1501201"/>
              <a:gd name="csX29" fmla="*/ 0 w 2962440"/>
              <a:gd name="csY29" fmla="*/ 69336 h 1501201"/>
              <a:gd name="csX30" fmla="*/ 69336 w 2962440"/>
              <a:gd name="csY3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861858 w 2962440"/>
              <a:gd name="csY8" fmla="*/ 101705 h 1501201"/>
              <a:gd name="csX9" fmla="*/ 605497 w 2962440"/>
              <a:gd name="csY9" fmla="*/ 101705 h 1501201"/>
              <a:gd name="csX10" fmla="*/ 575299 w 2962440"/>
              <a:gd name="csY10" fmla="*/ 106833 h 1501201"/>
              <a:gd name="csX11" fmla="*/ 575299 w 2962440"/>
              <a:gd name="csY11" fmla="*/ 101705 h 1501201"/>
              <a:gd name="csX12" fmla="*/ 165382 w 2962440"/>
              <a:gd name="csY12" fmla="*/ 101705 h 1501201"/>
              <a:gd name="csX13" fmla="*/ 69336 w 2962440"/>
              <a:gd name="csY13" fmla="*/ 0 h 1501201"/>
              <a:gd name="csX14" fmla="*/ 575299 w 2962440"/>
              <a:gd name="csY14" fmla="*/ 0 h 1501201"/>
              <a:gd name="csX15" fmla="*/ 861858 w 2962440"/>
              <a:gd name="csY15" fmla="*/ 0 h 1501201"/>
              <a:gd name="csX16" fmla="*/ 2163120 w 2962440"/>
              <a:gd name="csY16" fmla="*/ 0 h 1501201"/>
              <a:gd name="csX17" fmla="*/ 2339299 w 2962440"/>
              <a:gd name="csY17" fmla="*/ 0 h 1501201"/>
              <a:gd name="csX18" fmla="*/ 2893104 w 2962440"/>
              <a:gd name="csY18" fmla="*/ 0 h 1501201"/>
              <a:gd name="csX19" fmla="*/ 2962440 w 2962440"/>
              <a:gd name="csY19" fmla="*/ 69336 h 1501201"/>
              <a:gd name="csX20" fmla="*/ 2962440 w 2962440"/>
              <a:gd name="csY20" fmla="*/ 1431865 h 1501201"/>
              <a:gd name="csX21" fmla="*/ 2893104 w 2962440"/>
              <a:gd name="csY21" fmla="*/ 1501201 h 1501201"/>
              <a:gd name="csX22" fmla="*/ 2339299 w 2962440"/>
              <a:gd name="csY22" fmla="*/ 1501201 h 1501201"/>
              <a:gd name="csX23" fmla="*/ 2163120 w 2962440"/>
              <a:gd name="csY23" fmla="*/ 1501201 h 1501201"/>
              <a:gd name="csX24" fmla="*/ 861858 w 2962440"/>
              <a:gd name="csY24" fmla="*/ 1501201 h 1501201"/>
              <a:gd name="csX25" fmla="*/ 575299 w 2962440"/>
              <a:gd name="csY25" fmla="*/ 1501201 h 1501201"/>
              <a:gd name="csX26" fmla="*/ 69336 w 2962440"/>
              <a:gd name="csY26" fmla="*/ 1501201 h 1501201"/>
              <a:gd name="csX27" fmla="*/ 0 w 2962440"/>
              <a:gd name="csY27" fmla="*/ 1431865 h 1501201"/>
              <a:gd name="csX28" fmla="*/ 0 w 2962440"/>
              <a:gd name="csY28" fmla="*/ 69336 h 1501201"/>
              <a:gd name="csX29" fmla="*/ 69336 w 2962440"/>
              <a:gd name="csY2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605497 w 2962440"/>
              <a:gd name="csY8" fmla="*/ 101705 h 1501201"/>
              <a:gd name="csX9" fmla="*/ 575299 w 2962440"/>
              <a:gd name="csY9" fmla="*/ 106833 h 1501201"/>
              <a:gd name="csX10" fmla="*/ 575299 w 2962440"/>
              <a:gd name="csY10" fmla="*/ 101705 h 1501201"/>
              <a:gd name="csX11" fmla="*/ 165382 w 2962440"/>
              <a:gd name="csY11" fmla="*/ 101705 h 1501201"/>
              <a:gd name="csX12" fmla="*/ 69336 w 2962440"/>
              <a:gd name="csY12" fmla="*/ 0 h 1501201"/>
              <a:gd name="csX13" fmla="*/ 575299 w 2962440"/>
              <a:gd name="csY13" fmla="*/ 0 h 1501201"/>
              <a:gd name="csX14" fmla="*/ 861858 w 2962440"/>
              <a:gd name="csY14" fmla="*/ 0 h 1501201"/>
              <a:gd name="csX15" fmla="*/ 2163120 w 2962440"/>
              <a:gd name="csY15" fmla="*/ 0 h 1501201"/>
              <a:gd name="csX16" fmla="*/ 2339299 w 2962440"/>
              <a:gd name="csY16" fmla="*/ 0 h 1501201"/>
              <a:gd name="csX17" fmla="*/ 2893104 w 2962440"/>
              <a:gd name="csY17" fmla="*/ 0 h 1501201"/>
              <a:gd name="csX18" fmla="*/ 2962440 w 2962440"/>
              <a:gd name="csY18" fmla="*/ 69336 h 1501201"/>
              <a:gd name="csX19" fmla="*/ 2962440 w 2962440"/>
              <a:gd name="csY19" fmla="*/ 1431865 h 1501201"/>
              <a:gd name="csX20" fmla="*/ 2893104 w 2962440"/>
              <a:gd name="csY20" fmla="*/ 1501201 h 1501201"/>
              <a:gd name="csX21" fmla="*/ 2339299 w 2962440"/>
              <a:gd name="csY21" fmla="*/ 1501201 h 1501201"/>
              <a:gd name="csX22" fmla="*/ 2163120 w 2962440"/>
              <a:gd name="csY22" fmla="*/ 1501201 h 1501201"/>
              <a:gd name="csX23" fmla="*/ 861858 w 2962440"/>
              <a:gd name="csY23" fmla="*/ 1501201 h 1501201"/>
              <a:gd name="csX24" fmla="*/ 575299 w 2962440"/>
              <a:gd name="csY24" fmla="*/ 1501201 h 1501201"/>
              <a:gd name="csX25" fmla="*/ 69336 w 2962440"/>
              <a:gd name="csY25" fmla="*/ 1501201 h 1501201"/>
              <a:gd name="csX26" fmla="*/ 0 w 2962440"/>
              <a:gd name="csY26" fmla="*/ 1431865 h 1501201"/>
              <a:gd name="csX27" fmla="*/ 0 w 2962440"/>
              <a:gd name="csY27" fmla="*/ 69336 h 1501201"/>
              <a:gd name="csX28" fmla="*/ 69336 w 2962440"/>
              <a:gd name="csY2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575299 w 2962440"/>
              <a:gd name="csY9" fmla="*/ 101705 h 1501201"/>
              <a:gd name="csX10" fmla="*/ 165382 w 2962440"/>
              <a:gd name="csY10" fmla="*/ 101705 h 1501201"/>
              <a:gd name="csX11" fmla="*/ 69336 w 2962440"/>
              <a:gd name="csY11" fmla="*/ 0 h 1501201"/>
              <a:gd name="csX12" fmla="*/ 575299 w 2962440"/>
              <a:gd name="csY12" fmla="*/ 0 h 1501201"/>
              <a:gd name="csX13" fmla="*/ 861858 w 2962440"/>
              <a:gd name="csY13" fmla="*/ 0 h 1501201"/>
              <a:gd name="csX14" fmla="*/ 2163120 w 2962440"/>
              <a:gd name="csY14" fmla="*/ 0 h 1501201"/>
              <a:gd name="csX15" fmla="*/ 2339299 w 2962440"/>
              <a:gd name="csY15" fmla="*/ 0 h 1501201"/>
              <a:gd name="csX16" fmla="*/ 2893104 w 2962440"/>
              <a:gd name="csY16" fmla="*/ 0 h 1501201"/>
              <a:gd name="csX17" fmla="*/ 2962440 w 2962440"/>
              <a:gd name="csY17" fmla="*/ 69336 h 1501201"/>
              <a:gd name="csX18" fmla="*/ 2962440 w 2962440"/>
              <a:gd name="csY18" fmla="*/ 1431865 h 1501201"/>
              <a:gd name="csX19" fmla="*/ 2893104 w 2962440"/>
              <a:gd name="csY19" fmla="*/ 1501201 h 1501201"/>
              <a:gd name="csX20" fmla="*/ 2339299 w 2962440"/>
              <a:gd name="csY20" fmla="*/ 1501201 h 1501201"/>
              <a:gd name="csX21" fmla="*/ 2163120 w 2962440"/>
              <a:gd name="csY21" fmla="*/ 1501201 h 1501201"/>
              <a:gd name="csX22" fmla="*/ 861858 w 2962440"/>
              <a:gd name="csY22" fmla="*/ 1501201 h 1501201"/>
              <a:gd name="csX23" fmla="*/ 575299 w 2962440"/>
              <a:gd name="csY23" fmla="*/ 1501201 h 1501201"/>
              <a:gd name="csX24" fmla="*/ 69336 w 2962440"/>
              <a:gd name="csY24" fmla="*/ 1501201 h 1501201"/>
              <a:gd name="csX25" fmla="*/ 0 w 2962440"/>
              <a:gd name="csY25" fmla="*/ 1431865 h 1501201"/>
              <a:gd name="csX26" fmla="*/ 0 w 2962440"/>
              <a:gd name="csY26" fmla="*/ 69336 h 1501201"/>
              <a:gd name="csX27" fmla="*/ 69336 w 2962440"/>
              <a:gd name="csY27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165382 w 2962440"/>
              <a:gd name="csY9" fmla="*/ 101705 h 1501201"/>
              <a:gd name="csX10" fmla="*/ 69336 w 2962440"/>
              <a:gd name="csY10" fmla="*/ 0 h 1501201"/>
              <a:gd name="csX11" fmla="*/ 575299 w 2962440"/>
              <a:gd name="csY11" fmla="*/ 0 h 1501201"/>
              <a:gd name="csX12" fmla="*/ 861858 w 2962440"/>
              <a:gd name="csY12" fmla="*/ 0 h 1501201"/>
              <a:gd name="csX13" fmla="*/ 2163120 w 2962440"/>
              <a:gd name="csY13" fmla="*/ 0 h 1501201"/>
              <a:gd name="csX14" fmla="*/ 2339299 w 2962440"/>
              <a:gd name="csY14" fmla="*/ 0 h 1501201"/>
              <a:gd name="csX15" fmla="*/ 2893104 w 2962440"/>
              <a:gd name="csY15" fmla="*/ 0 h 1501201"/>
              <a:gd name="csX16" fmla="*/ 2962440 w 2962440"/>
              <a:gd name="csY16" fmla="*/ 69336 h 1501201"/>
              <a:gd name="csX17" fmla="*/ 2962440 w 2962440"/>
              <a:gd name="csY17" fmla="*/ 1431865 h 1501201"/>
              <a:gd name="csX18" fmla="*/ 2893104 w 2962440"/>
              <a:gd name="csY18" fmla="*/ 1501201 h 1501201"/>
              <a:gd name="csX19" fmla="*/ 2339299 w 2962440"/>
              <a:gd name="csY19" fmla="*/ 1501201 h 1501201"/>
              <a:gd name="csX20" fmla="*/ 2163120 w 2962440"/>
              <a:gd name="csY20" fmla="*/ 1501201 h 1501201"/>
              <a:gd name="csX21" fmla="*/ 861858 w 2962440"/>
              <a:gd name="csY21" fmla="*/ 1501201 h 1501201"/>
              <a:gd name="csX22" fmla="*/ 575299 w 2962440"/>
              <a:gd name="csY22" fmla="*/ 1501201 h 1501201"/>
              <a:gd name="csX23" fmla="*/ 69336 w 2962440"/>
              <a:gd name="csY23" fmla="*/ 1501201 h 1501201"/>
              <a:gd name="csX24" fmla="*/ 0 w 2962440"/>
              <a:gd name="csY24" fmla="*/ 1431865 h 1501201"/>
              <a:gd name="csX25" fmla="*/ 0 w 2962440"/>
              <a:gd name="csY25" fmla="*/ 69336 h 1501201"/>
              <a:gd name="csX26" fmla="*/ 69336 w 2962440"/>
              <a:gd name="csY2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575299 w 2962440"/>
              <a:gd name="csY10" fmla="*/ 0 h 1501201"/>
              <a:gd name="csX11" fmla="*/ 861858 w 2962440"/>
              <a:gd name="csY11" fmla="*/ 0 h 1501201"/>
              <a:gd name="csX12" fmla="*/ 2163120 w 2962440"/>
              <a:gd name="csY12" fmla="*/ 0 h 1501201"/>
              <a:gd name="csX13" fmla="*/ 2339299 w 2962440"/>
              <a:gd name="csY13" fmla="*/ 0 h 1501201"/>
              <a:gd name="csX14" fmla="*/ 2893104 w 2962440"/>
              <a:gd name="csY14" fmla="*/ 0 h 1501201"/>
              <a:gd name="csX15" fmla="*/ 2962440 w 2962440"/>
              <a:gd name="csY15" fmla="*/ 69336 h 1501201"/>
              <a:gd name="csX16" fmla="*/ 2962440 w 2962440"/>
              <a:gd name="csY16" fmla="*/ 1431865 h 1501201"/>
              <a:gd name="csX17" fmla="*/ 2893104 w 2962440"/>
              <a:gd name="csY17" fmla="*/ 1501201 h 1501201"/>
              <a:gd name="csX18" fmla="*/ 2339299 w 2962440"/>
              <a:gd name="csY18" fmla="*/ 1501201 h 1501201"/>
              <a:gd name="csX19" fmla="*/ 2163120 w 2962440"/>
              <a:gd name="csY19" fmla="*/ 1501201 h 1501201"/>
              <a:gd name="csX20" fmla="*/ 861858 w 2962440"/>
              <a:gd name="csY20" fmla="*/ 1501201 h 1501201"/>
              <a:gd name="csX21" fmla="*/ 575299 w 2962440"/>
              <a:gd name="csY21" fmla="*/ 1501201 h 1501201"/>
              <a:gd name="csX22" fmla="*/ 69336 w 2962440"/>
              <a:gd name="csY22" fmla="*/ 1501201 h 1501201"/>
              <a:gd name="csX23" fmla="*/ 0 w 2962440"/>
              <a:gd name="csY23" fmla="*/ 1431865 h 1501201"/>
              <a:gd name="csX24" fmla="*/ 0 w 2962440"/>
              <a:gd name="csY24" fmla="*/ 69336 h 1501201"/>
              <a:gd name="csX25" fmla="*/ 69336 w 2962440"/>
              <a:gd name="csY2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861858 w 2962440"/>
              <a:gd name="csY10" fmla="*/ 0 h 1501201"/>
              <a:gd name="csX11" fmla="*/ 2163120 w 2962440"/>
              <a:gd name="csY11" fmla="*/ 0 h 1501201"/>
              <a:gd name="csX12" fmla="*/ 2339299 w 2962440"/>
              <a:gd name="csY12" fmla="*/ 0 h 1501201"/>
              <a:gd name="csX13" fmla="*/ 2893104 w 2962440"/>
              <a:gd name="csY13" fmla="*/ 0 h 1501201"/>
              <a:gd name="csX14" fmla="*/ 2962440 w 2962440"/>
              <a:gd name="csY14" fmla="*/ 69336 h 1501201"/>
              <a:gd name="csX15" fmla="*/ 2962440 w 2962440"/>
              <a:gd name="csY15" fmla="*/ 1431865 h 1501201"/>
              <a:gd name="csX16" fmla="*/ 2893104 w 2962440"/>
              <a:gd name="csY16" fmla="*/ 1501201 h 1501201"/>
              <a:gd name="csX17" fmla="*/ 2339299 w 2962440"/>
              <a:gd name="csY17" fmla="*/ 1501201 h 1501201"/>
              <a:gd name="csX18" fmla="*/ 2163120 w 2962440"/>
              <a:gd name="csY18" fmla="*/ 1501201 h 1501201"/>
              <a:gd name="csX19" fmla="*/ 861858 w 2962440"/>
              <a:gd name="csY19" fmla="*/ 1501201 h 1501201"/>
              <a:gd name="csX20" fmla="*/ 575299 w 2962440"/>
              <a:gd name="csY20" fmla="*/ 1501201 h 1501201"/>
              <a:gd name="csX21" fmla="*/ 69336 w 2962440"/>
              <a:gd name="csY21" fmla="*/ 1501201 h 1501201"/>
              <a:gd name="csX22" fmla="*/ 0 w 2962440"/>
              <a:gd name="csY22" fmla="*/ 1431865 h 1501201"/>
              <a:gd name="csX23" fmla="*/ 0 w 2962440"/>
              <a:gd name="csY23" fmla="*/ 69336 h 1501201"/>
              <a:gd name="csX24" fmla="*/ 69336 w 2962440"/>
              <a:gd name="csY2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163120 w 2962440"/>
              <a:gd name="csY10" fmla="*/ 0 h 1501201"/>
              <a:gd name="csX11" fmla="*/ 2339299 w 2962440"/>
              <a:gd name="csY11" fmla="*/ 0 h 1501201"/>
              <a:gd name="csX12" fmla="*/ 2893104 w 2962440"/>
              <a:gd name="csY12" fmla="*/ 0 h 1501201"/>
              <a:gd name="csX13" fmla="*/ 2962440 w 2962440"/>
              <a:gd name="csY13" fmla="*/ 69336 h 1501201"/>
              <a:gd name="csX14" fmla="*/ 2962440 w 2962440"/>
              <a:gd name="csY14" fmla="*/ 1431865 h 1501201"/>
              <a:gd name="csX15" fmla="*/ 2893104 w 2962440"/>
              <a:gd name="csY15" fmla="*/ 1501201 h 1501201"/>
              <a:gd name="csX16" fmla="*/ 2339299 w 2962440"/>
              <a:gd name="csY16" fmla="*/ 1501201 h 1501201"/>
              <a:gd name="csX17" fmla="*/ 2163120 w 2962440"/>
              <a:gd name="csY17" fmla="*/ 1501201 h 1501201"/>
              <a:gd name="csX18" fmla="*/ 861858 w 2962440"/>
              <a:gd name="csY18" fmla="*/ 1501201 h 1501201"/>
              <a:gd name="csX19" fmla="*/ 575299 w 2962440"/>
              <a:gd name="csY19" fmla="*/ 1501201 h 1501201"/>
              <a:gd name="csX20" fmla="*/ 69336 w 2962440"/>
              <a:gd name="csY20" fmla="*/ 1501201 h 1501201"/>
              <a:gd name="csX21" fmla="*/ 0 w 2962440"/>
              <a:gd name="csY21" fmla="*/ 1431865 h 1501201"/>
              <a:gd name="csX22" fmla="*/ 0 w 2962440"/>
              <a:gd name="csY22" fmla="*/ 69336 h 1501201"/>
              <a:gd name="csX23" fmla="*/ 69336 w 2962440"/>
              <a:gd name="csY2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339299 w 2962440"/>
              <a:gd name="csY10" fmla="*/ 0 h 1501201"/>
              <a:gd name="csX11" fmla="*/ 2893104 w 2962440"/>
              <a:gd name="csY11" fmla="*/ 0 h 1501201"/>
              <a:gd name="csX12" fmla="*/ 2962440 w 2962440"/>
              <a:gd name="csY12" fmla="*/ 69336 h 1501201"/>
              <a:gd name="csX13" fmla="*/ 2962440 w 2962440"/>
              <a:gd name="csY13" fmla="*/ 1431865 h 1501201"/>
              <a:gd name="csX14" fmla="*/ 2893104 w 2962440"/>
              <a:gd name="csY14" fmla="*/ 1501201 h 1501201"/>
              <a:gd name="csX15" fmla="*/ 2339299 w 2962440"/>
              <a:gd name="csY15" fmla="*/ 1501201 h 1501201"/>
              <a:gd name="csX16" fmla="*/ 2163120 w 2962440"/>
              <a:gd name="csY16" fmla="*/ 1501201 h 1501201"/>
              <a:gd name="csX17" fmla="*/ 861858 w 2962440"/>
              <a:gd name="csY17" fmla="*/ 1501201 h 1501201"/>
              <a:gd name="csX18" fmla="*/ 575299 w 2962440"/>
              <a:gd name="csY18" fmla="*/ 1501201 h 1501201"/>
              <a:gd name="csX19" fmla="*/ 69336 w 2962440"/>
              <a:gd name="csY19" fmla="*/ 1501201 h 1501201"/>
              <a:gd name="csX20" fmla="*/ 0 w 2962440"/>
              <a:gd name="csY20" fmla="*/ 1431865 h 1501201"/>
              <a:gd name="csX21" fmla="*/ 0 w 2962440"/>
              <a:gd name="csY21" fmla="*/ 69336 h 1501201"/>
              <a:gd name="csX22" fmla="*/ 69336 w 2962440"/>
              <a:gd name="csY2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339299 w 2962440"/>
              <a:gd name="csY14" fmla="*/ 1501201 h 1501201"/>
              <a:gd name="csX15" fmla="*/ 2163120 w 2962440"/>
              <a:gd name="csY15" fmla="*/ 1501201 h 1501201"/>
              <a:gd name="csX16" fmla="*/ 861858 w 2962440"/>
              <a:gd name="csY16" fmla="*/ 1501201 h 1501201"/>
              <a:gd name="csX17" fmla="*/ 575299 w 2962440"/>
              <a:gd name="csY17" fmla="*/ 1501201 h 1501201"/>
              <a:gd name="csX18" fmla="*/ 69336 w 2962440"/>
              <a:gd name="csY18" fmla="*/ 1501201 h 1501201"/>
              <a:gd name="csX19" fmla="*/ 0 w 2962440"/>
              <a:gd name="csY19" fmla="*/ 1431865 h 1501201"/>
              <a:gd name="csX20" fmla="*/ 0 w 2962440"/>
              <a:gd name="csY20" fmla="*/ 69336 h 1501201"/>
              <a:gd name="csX21" fmla="*/ 69336 w 2962440"/>
              <a:gd name="csY2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163120 w 2962440"/>
              <a:gd name="csY14" fmla="*/ 1501201 h 1501201"/>
              <a:gd name="csX15" fmla="*/ 861858 w 2962440"/>
              <a:gd name="csY15" fmla="*/ 1501201 h 1501201"/>
              <a:gd name="csX16" fmla="*/ 575299 w 2962440"/>
              <a:gd name="csY16" fmla="*/ 1501201 h 1501201"/>
              <a:gd name="csX17" fmla="*/ 69336 w 2962440"/>
              <a:gd name="csY17" fmla="*/ 1501201 h 1501201"/>
              <a:gd name="csX18" fmla="*/ 0 w 2962440"/>
              <a:gd name="csY18" fmla="*/ 1431865 h 1501201"/>
              <a:gd name="csX19" fmla="*/ 0 w 2962440"/>
              <a:gd name="csY19" fmla="*/ 69336 h 1501201"/>
              <a:gd name="csX20" fmla="*/ 69336 w 2962440"/>
              <a:gd name="csY2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861858 w 2962440"/>
              <a:gd name="csY14" fmla="*/ 1501201 h 1501201"/>
              <a:gd name="csX15" fmla="*/ 575299 w 2962440"/>
              <a:gd name="csY15" fmla="*/ 1501201 h 1501201"/>
              <a:gd name="csX16" fmla="*/ 69336 w 2962440"/>
              <a:gd name="csY16" fmla="*/ 1501201 h 1501201"/>
              <a:gd name="csX17" fmla="*/ 0 w 2962440"/>
              <a:gd name="csY17" fmla="*/ 1431865 h 1501201"/>
              <a:gd name="csX18" fmla="*/ 0 w 2962440"/>
              <a:gd name="csY18" fmla="*/ 69336 h 1501201"/>
              <a:gd name="csX19" fmla="*/ 69336 w 2962440"/>
              <a:gd name="csY1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575299 w 2962440"/>
              <a:gd name="csY14" fmla="*/ 1501201 h 1501201"/>
              <a:gd name="csX15" fmla="*/ 69336 w 2962440"/>
              <a:gd name="csY15" fmla="*/ 1501201 h 1501201"/>
              <a:gd name="csX16" fmla="*/ 0 w 2962440"/>
              <a:gd name="csY16" fmla="*/ 1431865 h 1501201"/>
              <a:gd name="csX17" fmla="*/ 0 w 2962440"/>
              <a:gd name="csY17" fmla="*/ 69336 h 1501201"/>
              <a:gd name="csX18" fmla="*/ 69336 w 2962440"/>
              <a:gd name="csY1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69336 w 2962440"/>
              <a:gd name="csY14" fmla="*/ 1501201 h 1501201"/>
              <a:gd name="csX15" fmla="*/ 0 w 2962440"/>
              <a:gd name="csY15" fmla="*/ 1431865 h 1501201"/>
              <a:gd name="csX16" fmla="*/ 0 w 2962440"/>
              <a:gd name="csY16" fmla="*/ 69336 h 1501201"/>
              <a:gd name="csX17" fmla="*/ 69336 w 2962440"/>
              <a:gd name="csY17" fmla="*/ 0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962440" h="1501201">
                <a:moveTo>
                  <a:pt x="165382" y="101705"/>
                </a:moveTo>
                <a:cubicBezTo>
                  <a:pt x="130214" y="101705"/>
                  <a:pt x="101705" y="130214"/>
                  <a:pt x="101705" y="165382"/>
                </a:cubicBezTo>
                <a:lnTo>
                  <a:pt x="101705" y="1335819"/>
                </a:lnTo>
                <a:cubicBezTo>
                  <a:pt x="101705" y="1370987"/>
                  <a:pt x="130214" y="1399496"/>
                  <a:pt x="165382" y="1399496"/>
                </a:cubicBezTo>
                <a:lnTo>
                  <a:pt x="2797058" y="1399496"/>
                </a:lnTo>
                <a:cubicBezTo>
                  <a:pt x="2832226" y="1399496"/>
                  <a:pt x="2860735" y="1370987"/>
                  <a:pt x="2860735" y="1335819"/>
                </a:cubicBezTo>
                <a:lnTo>
                  <a:pt x="2860735" y="165382"/>
                </a:lnTo>
                <a:cubicBezTo>
                  <a:pt x="2860735" y="130214"/>
                  <a:pt x="2832226" y="101705"/>
                  <a:pt x="2797058" y="101705"/>
                </a:cubicBezTo>
                <a:lnTo>
                  <a:pt x="165382" y="101705"/>
                </a:lnTo>
                <a:close/>
                <a:moveTo>
                  <a:pt x="69336" y="0"/>
                </a:moveTo>
                <a:lnTo>
                  <a:pt x="2893104" y="0"/>
                </a:lnTo>
                <a:cubicBezTo>
                  <a:pt x="2931397" y="0"/>
                  <a:pt x="2962440" y="31043"/>
                  <a:pt x="2962440" y="69336"/>
                </a:cubicBezTo>
                <a:lnTo>
                  <a:pt x="2962440" y="1431865"/>
                </a:lnTo>
                <a:cubicBezTo>
                  <a:pt x="2962440" y="1470158"/>
                  <a:pt x="2931397" y="1501201"/>
                  <a:pt x="2893104" y="1501201"/>
                </a:cubicBezTo>
                <a:lnTo>
                  <a:pt x="69336" y="1501201"/>
                </a:lnTo>
                <a:cubicBezTo>
                  <a:pt x="31043" y="1501201"/>
                  <a:pt x="0" y="1470158"/>
                  <a:pt x="0" y="1431865"/>
                </a:cubicBezTo>
                <a:lnTo>
                  <a:pt x="0" y="69336"/>
                </a:lnTo>
                <a:cubicBezTo>
                  <a:pt x="0" y="31043"/>
                  <a:pt x="31043" y="0"/>
                  <a:pt x="69336" y="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320040" y="37941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B01A8A5-27FB-72E3-472D-5D5A581C3186}"/>
              </a:ext>
            </a:extLst>
          </p:cNvPr>
          <p:cNvCxnSpPr>
            <a:cxnSpLocks/>
          </p:cNvCxnSpPr>
          <p:nvPr/>
        </p:nvCxnSpPr>
        <p:spPr>
          <a:xfrm>
            <a:off x="320040" y="358885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FC95941-033E-D87C-2780-4A3FE5BB83F2}"/>
              </a:ext>
            </a:extLst>
          </p:cNvPr>
          <p:cNvCxnSpPr>
            <a:cxnSpLocks/>
          </p:cNvCxnSpPr>
          <p:nvPr/>
        </p:nvCxnSpPr>
        <p:spPr>
          <a:xfrm>
            <a:off x="320040" y="37941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E1355CA2-17DB-8598-BE0C-FBA2E0052F69}"/>
              </a:ext>
            </a:extLst>
          </p:cNvPr>
          <p:cNvCxnSpPr>
            <a:cxnSpLocks/>
          </p:cNvCxnSpPr>
          <p:nvPr/>
        </p:nvCxnSpPr>
        <p:spPr>
          <a:xfrm>
            <a:off x="320040" y="249828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26CB6E25-05E3-9D11-DFA9-629104B9072B}"/>
              </a:ext>
            </a:extLst>
          </p:cNvPr>
          <p:cNvCxnSpPr/>
          <p:nvPr/>
        </p:nvCxnSpPr>
        <p:spPr>
          <a:xfrm>
            <a:off x="320040" y="2292972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488E39B-5FB0-375E-D1A0-F5B1B0B0C225}"/>
              </a:ext>
            </a:extLst>
          </p:cNvPr>
          <p:cNvSpPr/>
          <p:nvPr/>
        </p:nvSpPr>
        <p:spPr>
          <a:xfrm>
            <a:off x="8764901" y="281817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F824F3E-F600-C178-72FA-02EAA25E1518}"/>
              </a:ext>
            </a:extLst>
          </p:cNvPr>
          <p:cNvSpPr/>
          <p:nvPr/>
        </p:nvSpPr>
        <p:spPr>
          <a:xfrm>
            <a:off x="10580008" y="281817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679DAB4-22EB-2FBC-2CFC-BB2B752CC48F}"/>
              </a:ext>
            </a:extLst>
          </p:cNvPr>
          <p:cNvSpPr/>
          <p:nvPr/>
        </p:nvSpPr>
        <p:spPr>
          <a:xfrm flipH="1" flipV="1">
            <a:off x="10955308" y="103241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D62348-6A3C-B71F-D0B7-A7689CBC967C}"/>
              </a:ext>
            </a:extLst>
          </p:cNvPr>
          <p:cNvSpPr/>
          <p:nvPr/>
        </p:nvSpPr>
        <p:spPr>
          <a:xfrm flipH="1" flipV="1">
            <a:off x="11330608" y="65711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0E0D305-D7D8-21C4-46CC-04CD8240D096}"/>
              </a:ext>
            </a:extLst>
          </p:cNvPr>
          <p:cNvSpPr/>
          <p:nvPr/>
        </p:nvSpPr>
        <p:spPr>
          <a:xfrm>
            <a:off x="8970218" y="120240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952547F-9D33-6E9D-7497-BA69F800B495}"/>
              </a:ext>
            </a:extLst>
          </p:cNvPr>
          <p:cNvSpPr/>
          <p:nvPr/>
        </p:nvSpPr>
        <p:spPr>
          <a:xfrm>
            <a:off x="9685488" y="48713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55451AF8-0D65-A525-4682-B58772A058D3}"/>
              </a:ext>
            </a:extLst>
          </p:cNvPr>
          <p:cNvSpPr/>
          <p:nvPr/>
        </p:nvSpPr>
        <p:spPr>
          <a:xfrm flipV="1">
            <a:off x="8906441" y="4212493"/>
            <a:ext cx="1433739" cy="1501201"/>
          </a:xfrm>
          <a:custGeom>
            <a:avLst/>
            <a:gdLst>
              <a:gd name="csX0" fmla="*/ 651700 w 1433739"/>
              <a:gd name="csY0" fmla="*/ 1084065 h 1501201"/>
              <a:gd name="csX1" fmla="*/ 782040 w 1433739"/>
              <a:gd name="csY1" fmla="*/ 1084065 h 1501201"/>
              <a:gd name="csX2" fmla="*/ 782040 w 1433739"/>
              <a:gd name="csY2" fmla="*/ 221902 h 1501201"/>
              <a:gd name="csX3" fmla="*/ 866298 w 1433739"/>
              <a:gd name="csY3" fmla="*/ 305933 h 1501201"/>
              <a:gd name="csX4" fmla="*/ 958462 w 1433739"/>
              <a:gd name="csY4" fmla="*/ 214019 h 1501201"/>
              <a:gd name="csX5" fmla="*/ 762952 w 1433739"/>
              <a:gd name="csY5" fmla="*/ 19036 h 1501201"/>
              <a:gd name="csX6" fmla="*/ 670788 w 1433739"/>
              <a:gd name="csY6" fmla="*/ 19036 h 1501201"/>
              <a:gd name="csX7" fmla="*/ 475279 w 1433739"/>
              <a:gd name="csY7" fmla="*/ 214019 h 1501201"/>
              <a:gd name="csX8" fmla="*/ 567443 w 1433739"/>
              <a:gd name="csY8" fmla="*/ 305933 h 1501201"/>
              <a:gd name="csX9" fmla="*/ 651700 w 1433739"/>
              <a:gd name="csY9" fmla="*/ 221903 h 1501201"/>
              <a:gd name="csX10" fmla="*/ 655773 w 1433739"/>
              <a:gd name="csY10" fmla="*/ 1501201 h 1501201"/>
              <a:gd name="csX11" fmla="*/ 1034984 w 1433739"/>
              <a:gd name="csY11" fmla="*/ 1288886 h 1501201"/>
              <a:gd name="csX12" fmla="*/ 1063086 w 1433739"/>
              <a:gd name="csY12" fmla="*/ 1289970 h 1501201"/>
              <a:gd name="csX13" fmla="*/ 1433739 w 1433739"/>
              <a:gd name="csY13" fmla="*/ 908129 h 1501201"/>
              <a:gd name="csX14" fmla="*/ 1195830 w 1433739"/>
              <a:gd name="csY14" fmla="*/ 551518 h 1501201"/>
              <a:gd name="csX15" fmla="*/ 1083451 w 1433739"/>
              <a:gd name="csY15" fmla="*/ 526288 h 1501201"/>
              <a:gd name="csX16" fmla="*/ 920287 w 1433739"/>
              <a:gd name="csY16" fmla="*/ 526288 h 1501201"/>
              <a:gd name="csX17" fmla="*/ 920287 w 1433739"/>
              <a:gd name="csY17" fmla="*/ 656276 h 1501201"/>
              <a:gd name="csX18" fmla="*/ 1083451 w 1433739"/>
              <a:gd name="csY18" fmla="*/ 656277 h 1501201"/>
              <a:gd name="csX19" fmla="*/ 1141231 w 1433739"/>
              <a:gd name="csY19" fmla="*/ 669568 h 1501201"/>
              <a:gd name="csX20" fmla="*/ 1146229 w 1433739"/>
              <a:gd name="csY20" fmla="*/ 671745 h 1501201"/>
              <a:gd name="csX21" fmla="*/ 1303399 w 1433739"/>
              <a:gd name="csY21" fmla="*/ 908129 h 1501201"/>
              <a:gd name="csX22" fmla="*/ 1063086 w 1433739"/>
              <a:gd name="csY22" fmla="*/ 1159982 h 1501201"/>
              <a:gd name="csX23" fmla="*/ 1013954 w 1433739"/>
              <a:gd name="csY23" fmla="*/ 1154725 h 1501201"/>
              <a:gd name="csX24" fmla="*/ 941654 w 1433739"/>
              <a:gd name="csY24" fmla="*/ 1189407 h 1501201"/>
              <a:gd name="csX25" fmla="*/ 655773 w 1433739"/>
              <a:gd name="csY25" fmla="*/ 1371213 h 1501201"/>
              <a:gd name="csX26" fmla="*/ 333996 w 1433739"/>
              <a:gd name="csY26" fmla="*/ 1034868 h 1501201"/>
              <a:gd name="csX27" fmla="*/ 334442 w 1433739"/>
              <a:gd name="csY27" fmla="*/ 1016981 h 1501201"/>
              <a:gd name="csX28" fmla="*/ 316568 w 1433739"/>
              <a:gd name="csY28" fmla="*/ 968944 h 1501201"/>
              <a:gd name="csX29" fmla="*/ 269352 w 1433739"/>
              <a:gd name="csY29" fmla="*/ 948750 h 1501201"/>
              <a:gd name="csX30" fmla="*/ 268826 w 1433739"/>
              <a:gd name="csY30" fmla="*/ 948750 h 1501201"/>
              <a:gd name="csX31" fmla="*/ 130340 w 1433739"/>
              <a:gd name="csY31" fmla="*/ 802514 h 1501201"/>
              <a:gd name="csX32" fmla="*/ 268826 w 1433739"/>
              <a:gd name="csY32" fmla="*/ 656277 h 1501201"/>
              <a:gd name="csX33" fmla="*/ 513452 w 1433739"/>
              <a:gd name="csY33" fmla="*/ 656276 h 1501201"/>
              <a:gd name="csX34" fmla="*/ 513452 w 1433739"/>
              <a:gd name="csY34" fmla="*/ 526288 h 1501201"/>
              <a:gd name="csX35" fmla="*/ 268826 w 1433739"/>
              <a:gd name="csY35" fmla="*/ 526288 h 1501201"/>
              <a:gd name="csX36" fmla="*/ 0 w 1433739"/>
              <a:gd name="csY36" fmla="*/ 802514 h 1501201"/>
              <a:gd name="csX37" fmla="*/ 204998 w 1433739"/>
              <a:gd name="csY37" fmla="*/ 1070962 h 1501201"/>
              <a:gd name="csX38" fmla="*/ 655773 w 1433739"/>
              <a:gd name="csY38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433739" h="1501201">
                <a:moveTo>
                  <a:pt x="651700" y="1084065"/>
                </a:moveTo>
                <a:lnTo>
                  <a:pt x="782040" y="1084065"/>
                </a:lnTo>
                <a:lnTo>
                  <a:pt x="782040" y="221902"/>
                </a:lnTo>
                <a:lnTo>
                  <a:pt x="866298" y="305933"/>
                </a:lnTo>
                <a:lnTo>
                  <a:pt x="958462" y="214019"/>
                </a:lnTo>
                <a:lnTo>
                  <a:pt x="762952" y="19036"/>
                </a:lnTo>
                <a:cubicBezTo>
                  <a:pt x="737503" y="-6345"/>
                  <a:pt x="696237" y="-6345"/>
                  <a:pt x="670788" y="19036"/>
                </a:cubicBezTo>
                <a:lnTo>
                  <a:pt x="475279" y="214019"/>
                </a:lnTo>
                <a:lnTo>
                  <a:pt x="567443" y="305933"/>
                </a:lnTo>
                <a:lnTo>
                  <a:pt x="651700" y="221903"/>
                </a:lnTo>
                <a:close/>
                <a:moveTo>
                  <a:pt x="655773" y="1501201"/>
                </a:moveTo>
                <a:cubicBezTo>
                  <a:pt x="815538" y="1501201"/>
                  <a:pt x="954812" y="1415933"/>
                  <a:pt x="1034984" y="1288886"/>
                </a:cubicBezTo>
                <a:cubicBezTo>
                  <a:pt x="1044264" y="1289605"/>
                  <a:pt x="1053642" y="1289970"/>
                  <a:pt x="1063086" y="1289970"/>
                </a:cubicBezTo>
                <a:cubicBezTo>
                  <a:pt x="1270175" y="1289970"/>
                  <a:pt x="1433739" y="1116587"/>
                  <a:pt x="1433739" y="908129"/>
                </a:cubicBezTo>
                <a:cubicBezTo>
                  <a:pt x="1433739" y="746560"/>
                  <a:pt x="1336023" y="606919"/>
                  <a:pt x="1195830" y="551518"/>
                </a:cubicBezTo>
                <a:cubicBezTo>
                  <a:pt x="1161616" y="535329"/>
                  <a:pt x="1123505" y="526288"/>
                  <a:pt x="1083451" y="526288"/>
                </a:cubicBezTo>
                <a:lnTo>
                  <a:pt x="920287" y="526288"/>
                </a:lnTo>
                <a:lnTo>
                  <a:pt x="920287" y="656276"/>
                </a:lnTo>
                <a:lnTo>
                  <a:pt x="1083451" y="656277"/>
                </a:lnTo>
                <a:cubicBezTo>
                  <a:pt x="1104142" y="656277"/>
                  <a:pt x="1123654" y="661027"/>
                  <a:pt x="1141231" y="669568"/>
                </a:cubicBezTo>
                <a:cubicBezTo>
                  <a:pt x="1142860" y="670361"/>
                  <a:pt x="1144528" y="671089"/>
                  <a:pt x="1146229" y="671745"/>
                </a:cubicBezTo>
                <a:cubicBezTo>
                  <a:pt x="1236900" y="706803"/>
                  <a:pt x="1303399" y="798529"/>
                  <a:pt x="1303399" y="908129"/>
                </a:cubicBezTo>
                <a:cubicBezTo>
                  <a:pt x="1303399" y="1049649"/>
                  <a:pt x="1193418" y="1159982"/>
                  <a:pt x="1063086" y="1159982"/>
                </a:cubicBezTo>
                <a:cubicBezTo>
                  <a:pt x="1046187" y="1159982"/>
                  <a:pt x="1029764" y="1158164"/>
                  <a:pt x="1013954" y="1154725"/>
                </a:cubicBezTo>
                <a:cubicBezTo>
                  <a:pt x="984731" y="1148368"/>
                  <a:pt x="954917" y="1162669"/>
                  <a:pt x="941654" y="1189407"/>
                </a:cubicBezTo>
                <a:cubicBezTo>
                  <a:pt x="887550" y="1298479"/>
                  <a:pt x="779068" y="1371213"/>
                  <a:pt x="655773" y="1371213"/>
                </a:cubicBezTo>
                <a:cubicBezTo>
                  <a:pt x="480446" y="1371213"/>
                  <a:pt x="333996" y="1223052"/>
                  <a:pt x="333996" y="1034868"/>
                </a:cubicBezTo>
                <a:cubicBezTo>
                  <a:pt x="333996" y="1028862"/>
                  <a:pt x="334145" y="1022898"/>
                  <a:pt x="334442" y="1016981"/>
                </a:cubicBezTo>
                <a:cubicBezTo>
                  <a:pt x="335331" y="999204"/>
                  <a:pt x="328870" y="981841"/>
                  <a:pt x="316568" y="968944"/>
                </a:cubicBezTo>
                <a:cubicBezTo>
                  <a:pt x="304267" y="956049"/>
                  <a:pt x="287200" y="948750"/>
                  <a:pt x="269352" y="948750"/>
                </a:cubicBezTo>
                <a:lnTo>
                  <a:pt x="268826" y="948750"/>
                </a:lnTo>
                <a:cubicBezTo>
                  <a:pt x="194728" y="948750"/>
                  <a:pt x="130340" y="885706"/>
                  <a:pt x="130340" y="802514"/>
                </a:cubicBezTo>
                <a:cubicBezTo>
                  <a:pt x="130340" y="719320"/>
                  <a:pt x="194728" y="656277"/>
                  <a:pt x="268826" y="656277"/>
                </a:cubicBezTo>
                <a:lnTo>
                  <a:pt x="513452" y="656276"/>
                </a:lnTo>
                <a:lnTo>
                  <a:pt x="513452" y="526288"/>
                </a:lnTo>
                <a:lnTo>
                  <a:pt x="268826" y="526288"/>
                </a:lnTo>
                <a:cubicBezTo>
                  <a:pt x="117971" y="526288"/>
                  <a:pt x="0" y="652383"/>
                  <a:pt x="0" y="802514"/>
                </a:cubicBezTo>
                <a:cubicBezTo>
                  <a:pt x="0" y="930681"/>
                  <a:pt x="85980" y="1041331"/>
                  <a:pt x="204998" y="1070962"/>
                </a:cubicBezTo>
                <a:cubicBezTo>
                  <a:pt x="222807" y="1309609"/>
                  <a:pt x="415683" y="1501201"/>
                  <a:pt x="655773" y="1501201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ED30121-02D2-249A-42A8-26CFD9F316A8}"/>
              </a:ext>
            </a:extLst>
          </p:cNvPr>
          <p:cNvSpPr/>
          <p:nvPr/>
        </p:nvSpPr>
        <p:spPr>
          <a:xfrm>
            <a:off x="7263378" y="4212493"/>
            <a:ext cx="1433739" cy="1501201"/>
          </a:xfrm>
          <a:custGeom>
            <a:avLst/>
            <a:gdLst>
              <a:gd name="csX0" fmla="*/ 716870 w 1433739"/>
              <a:gd name="csY0" fmla="*/ 417137 h 1501201"/>
              <a:gd name="csX1" fmla="*/ 762952 w 1433739"/>
              <a:gd name="csY1" fmla="*/ 436173 h 1501201"/>
              <a:gd name="csX2" fmla="*/ 958462 w 1433739"/>
              <a:gd name="csY2" fmla="*/ 631156 h 1501201"/>
              <a:gd name="csX3" fmla="*/ 866298 w 1433739"/>
              <a:gd name="csY3" fmla="*/ 723070 h 1501201"/>
              <a:gd name="csX4" fmla="*/ 782040 w 1433739"/>
              <a:gd name="csY4" fmla="*/ 639040 h 1501201"/>
              <a:gd name="csX5" fmla="*/ 782040 w 1433739"/>
              <a:gd name="csY5" fmla="*/ 1501201 h 1501201"/>
              <a:gd name="csX6" fmla="*/ 651700 w 1433739"/>
              <a:gd name="csY6" fmla="*/ 1501201 h 1501201"/>
              <a:gd name="csX7" fmla="*/ 651700 w 1433739"/>
              <a:gd name="csY7" fmla="*/ 639040 h 1501201"/>
              <a:gd name="csX8" fmla="*/ 567443 w 1433739"/>
              <a:gd name="csY8" fmla="*/ 723070 h 1501201"/>
              <a:gd name="csX9" fmla="*/ 475279 w 1433739"/>
              <a:gd name="csY9" fmla="*/ 631156 h 1501201"/>
              <a:gd name="csX10" fmla="*/ 670788 w 1433739"/>
              <a:gd name="csY10" fmla="*/ 436173 h 1501201"/>
              <a:gd name="csX11" fmla="*/ 716870 w 1433739"/>
              <a:gd name="csY11" fmla="*/ 417137 h 1501201"/>
              <a:gd name="csX12" fmla="*/ 655773 w 1433739"/>
              <a:gd name="csY12" fmla="*/ 0 h 1501201"/>
              <a:gd name="csX13" fmla="*/ 1034984 w 1433739"/>
              <a:gd name="csY13" fmla="*/ 212315 h 1501201"/>
              <a:gd name="csX14" fmla="*/ 1063086 w 1433739"/>
              <a:gd name="csY14" fmla="*/ 211231 h 1501201"/>
              <a:gd name="csX15" fmla="*/ 1433739 w 1433739"/>
              <a:gd name="csY15" fmla="*/ 593072 h 1501201"/>
              <a:gd name="csX16" fmla="*/ 1195830 w 1433739"/>
              <a:gd name="csY16" fmla="*/ 949683 h 1501201"/>
              <a:gd name="csX17" fmla="*/ 1083451 w 1433739"/>
              <a:gd name="csY17" fmla="*/ 974913 h 1501201"/>
              <a:gd name="csX18" fmla="*/ 920287 w 1433739"/>
              <a:gd name="csY18" fmla="*/ 974913 h 1501201"/>
              <a:gd name="csX19" fmla="*/ 920287 w 1433739"/>
              <a:gd name="csY19" fmla="*/ 844925 h 1501201"/>
              <a:gd name="csX20" fmla="*/ 1083451 w 1433739"/>
              <a:gd name="csY20" fmla="*/ 844924 h 1501201"/>
              <a:gd name="csX21" fmla="*/ 1141231 w 1433739"/>
              <a:gd name="csY21" fmla="*/ 831633 h 1501201"/>
              <a:gd name="csX22" fmla="*/ 1146229 w 1433739"/>
              <a:gd name="csY22" fmla="*/ 829456 h 1501201"/>
              <a:gd name="csX23" fmla="*/ 1303399 w 1433739"/>
              <a:gd name="csY23" fmla="*/ 593072 h 1501201"/>
              <a:gd name="csX24" fmla="*/ 1063086 w 1433739"/>
              <a:gd name="csY24" fmla="*/ 341219 h 1501201"/>
              <a:gd name="csX25" fmla="*/ 1013954 w 1433739"/>
              <a:gd name="csY25" fmla="*/ 346476 h 1501201"/>
              <a:gd name="csX26" fmla="*/ 941654 w 1433739"/>
              <a:gd name="csY26" fmla="*/ 311794 h 1501201"/>
              <a:gd name="csX27" fmla="*/ 655773 w 1433739"/>
              <a:gd name="csY27" fmla="*/ 129988 h 1501201"/>
              <a:gd name="csX28" fmla="*/ 333996 w 1433739"/>
              <a:gd name="csY28" fmla="*/ 466333 h 1501201"/>
              <a:gd name="csX29" fmla="*/ 334442 w 1433739"/>
              <a:gd name="csY29" fmla="*/ 484220 h 1501201"/>
              <a:gd name="csX30" fmla="*/ 316568 w 1433739"/>
              <a:gd name="csY30" fmla="*/ 532257 h 1501201"/>
              <a:gd name="csX31" fmla="*/ 269352 w 1433739"/>
              <a:gd name="csY31" fmla="*/ 552451 h 1501201"/>
              <a:gd name="csX32" fmla="*/ 268826 w 1433739"/>
              <a:gd name="csY32" fmla="*/ 552451 h 1501201"/>
              <a:gd name="csX33" fmla="*/ 130340 w 1433739"/>
              <a:gd name="csY33" fmla="*/ 698687 h 1501201"/>
              <a:gd name="csX34" fmla="*/ 268826 w 1433739"/>
              <a:gd name="csY34" fmla="*/ 844924 h 1501201"/>
              <a:gd name="csX35" fmla="*/ 513452 w 1433739"/>
              <a:gd name="csY35" fmla="*/ 844925 h 1501201"/>
              <a:gd name="csX36" fmla="*/ 513452 w 1433739"/>
              <a:gd name="csY36" fmla="*/ 974913 h 1501201"/>
              <a:gd name="csX37" fmla="*/ 268826 w 1433739"/>
              <a:gd name="csY37" fmla="*/ 974913 h 1501201"/>
              <a:gd name="csX38" fmla="*/ 0 w 1433739"/>
              <a:gd name="csY38" fmla="*/ 698687 h 1501201"/>
              <a:gd name="csX39" fmla="*/ 204998 w 1433739"/>
              <a:gd name="csY39" fmla="*/ 430239 h 1501201"/>
              <a:gd name="csX40" fmla="*/ 655773 w 1433739"/>
              <a:gd name="csY40" fmla="*/ 0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433739" h="1501201">
                <a:moveTo>
                  <a:pt x="716870" y="417137"/>
                </a:moveTo>
                <a:cubicBezTo>
                  <a:pt x="733549" y="417137"/>
                  <a:pt x="750227" y="423483"/>
                  <a:pt x="762952" y="436173"/>
                </a:cubicBezTo>
                <a:lnTo>
                  <a:pt x="958462" y="631156"/>
                </a:lnTo>
                <a:lnTo>
                  <a:pt x="866298" y="723070"/>
                </a:lnTo>
                <a:lnTo>
                  <a:pt x="782040" y="639040"/>
                </a:lnTo>
                <a:lnTo>
                  <a:pt x="782040" y="1501201"/>
                </a:lnTo>
                <a:lnTo>
                  <a:pt x="651700" y="1501201"/>
                </a:lnTo>
                <a:lnTo>
                  <a:pt x="651700" y="639040"/>
                </a:lnTo>
                <a:lnTo>
                  <a:pt x="567443" y="723070"/>
                </a:lnTo>
                <a:lnTo>
                  <a:pt x="475279" y="631156"/>
                </a:lnTo>
                <a:lnTo>
                  <a:pt x="670788" y="436173"/>
                </a:lnTo>
                <a:cubicBezTo>
                  <a:pt x="683513" y="423483"/>
                  <a:pt x="700192" y="417137"/>
                  <a:pt x="716870" y="417137"/>
                </a:cubicBezTo>
                <a:close/>
                <a:moveTo>
                  <a:pt x="655773" y="0"/>
                </a:moveTo>
                <a:cubicBezTo>
                  <a:pt x="815538" y="0"/>
                  <a:pt x="954812" y="85268"/>
                  <a:pt x="1034984" y="212315"/>
                </a:cubicBezTo>
                <a:cubicBezTo>
                  <a:pt x="1044264" y="211596"/>
                  <a:pt x="1053642" y="211231"/>
                  <a:pt x="1063086" y="211231"/>
                </a:cubicBezTo>
                <a:cubicBezTo>
                  <a:pt x="1270175" y="211231"/>
                  <a:pt x="1433739" y="384614"/>
                  <a:pt x="1433739" y="593072"/>
                </a:cubicBezTo>
                <a:cubicBezTo>
                  <a:pt x="1433739" y="754641"/>
                  <a:pt x="1336023" y="894282"/>
                  <a:pt x="1195830" y="949683"/>
                </a:cubicBezTo>
                <a:cubicBezTo>
                  <a:pt x="1161616" y="965872"/>
                  <a:pt x="1123505" y="974913"/>
                  <a:pt x="1083451" y="974913"/>
                </a:cubicBezTo>
                <a:lnTo>
                  <a:pt x="920287" y="974913"/>
                </a:lnTo>
                <a:lnTo>
                  <a:pt x="920287" y="844925"/>
                </a:lnTo>
                <a:lnTo>
                  <a:pt x="1083451" y="844924"/>
                </a:lnTo>
                <a:cubicBezTo>
                  <a:pt x="1104142" y="844924"/>
                  <a:pt x="1123654" y="840174"/>
                  <a:pt x="1141231" y="831633"/>
                </a:cubicBezTo>
                <a:cubicBezTo>
                  <a:pt x="1142860" y="830840"/>
                  <a:pt x="1144528" y="830112"/>
                  <a:pt x="1146229" y="829456"/>
                </a:cubicBezTo>
                <a:cubicBezTo>
                  <a:pt x="1236900" y="794398"/>
                  <a:pt x="1303399" y="702672"/>
                  <a:pt x="1303399" y="593072"/>
                </a:cubicBezTo>
                <a:cubicBezTo>
                  <a:pt x="1303399" y="451552"/>
                  <a:pt x="1193418" y="341219"/>
                  <a:pt x="1063086" y="341219"/>
                </a:cubicBezTo>
                <a:cubicBezTo>
                  <a:pt x="1046187" y="341219"/>
                  <a:pt x="1029764" y="343037"/>
                  <a:pt x="1013954" y="346476"/>
                </a:cubicBezTo>
                <a:cubicBezTo>
                  <a:pt x="984731" y="352833"/>
                  <a:pt x="954917" y="338532"/>
                  <a:pt x="941654" y="311794"/>
                </a:cubicBezTo>
                <a:cubicBezTo>
                  <a:pt x="887550" y="202722"/>
                  <a:pt x="779068" y="129988"/>
                  <a:pt x="655773" y="129988"/>
                </a:cubicBezTo>
                <a:cubicBezTo>
                  <a:pt x="480446" y="129988"/>
                  <a:pt x="333996" y="278149"/>
                  <a:pt x="333996" y="466333"/>
                </a:cubicBezTo>
                <a:cubicBezTo>
                  <a:pt x="333996" y="472339"/>
                  <a:pt x="334145" y="478303"/>
                  <a:pt x="334442" y="484220"/>
                </a:cubicBezTo>
                <a:cubicBezTo>
                  <a:pt x="335331" y="501997"/>
                  <a:pt x="328870" y="519360"/>
                  <a:pt x="316568" y="532257"/>
                </a:cubicBezTo>
                <a:cubicBezTo>
                  <a:pt x="304267" y="545152"/>
                  <a:pt x="287200" y="552451"/>
                  <a:pt x="269352" y="552451"/>
                </a:cubicBezTo>
                <a:lnTo>
                  <a:pt x="268826" y="552451"/>
                </a:lnTo>
                <a:cubicBezTo>
                  <a:pt x="194728" y="552451"/>
                  <a:pt x="130340" y="615495"/>
                  <a:pt x="130340" y="698687"/>
                </a:cubicBezTo>
                <a:cubicBezTo>
                  <a:pt x="130340" y="781881"/>
                  <a:pt x="194728" y="844924"/>
                  <a:pt x="268826" y="844924"/>
                </a:cubicBezTo>
                <a:lnTo>
                  <a:pt x="513452" y="844925"/>
                </a:lnTo>
                <a:lnTo>
                  <a:pt x="513452" y="974913"/>
                </a:lnTo>
                <a:lnTo>
                  <a:pt x="268826" y="974913"/>
                </a:lnTo>
                <a:cubicBezTo>
                  <a:pt x="117971" y="974913"/>
                  <a:pt x="0" y="848818"/>
                  <a:pt x="0" y="698687"/>
                </a:cubicBezTo>
                <a:cubicBezTo>
                  <a:pt x="0" y="570520"/>
                  <a:pt x="85980" y="459870"/>
                  <a:pt x="204998" y="430239"/>
                </a:cubicBezTo>
                <a:cubicBezTo>
                  <a:pt x="222807" y="191592"/>
                  <a:pt x="415683" y="0"/>
                  <a:pt x="655773" y="0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850BEF-BF74-0AED-7C34-498A427DF1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5240" y="206864"/>
            <a:ext cx="2217902" cy="72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FB74F59-3B29-BDD9-5A20-8890534D6C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2437" y="4958070"/>
            <a:ext cx="5184000" cy="72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0840B73-D7DD-AA44-2604-F57CCCA869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405" y="3024784"/>
            <a:ext cx="7156098" cy="72000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E25D3E9D-AFF2-C1E2-2951-C1459053D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3513"/>
          <a:stretch>
            <a:fillRect/>
          </a:stretch>
        </p:blipFill>
        <p:spPr>
          <a:xfrm>
            <a:off x="3651250" y="206864"/>
            <a:ext cx="663290" cy="720000"/>
          </a:xfrm>
          <a:custGeom>
            <a:avLst/>
            <a:gdLst>
              <a:gd name="csX0" fmla="*/ 0 w 663290"/>
              <a:gd name="csY0" fmla="*/ 0 h 720000"/>
              <a:gd name="csX1" fmla="*/ 663290 w 663290"/>
              <a:gd name="csY1" fmla="*/ 0 h 720000"/>
              <a:gd name="csX2" fmla="*/ 663290 w 663290"/>
              <a:gd name="csY2" fmla="*/ 720000 h 720000"/>
              <a:gd name="csX3" fmla="*/ 0 w 663290"/>
              <a:gd name="csY3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63290" h="720000">
                <a:moveTo>
                  <a:pt x="0" y="0"/>
                </a:moveTo>
                <a:lnTo>
                  <a:pt x="663290" y="0"/>
                </a:lnTo>
                <a:lnTo>
                  <a:pt x="663290" y="720000"/>
                </a:lnTo>
                <a:lnTo>
                  <a:pt x="0" y="720000"/>
                </a:lnTo>
                <a:close/>
              </a:path>
            </a:pathLst>
          </a:cu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AB8E48A-0675-5CBD-B783-6D9F64ABEF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6733" y="1032133"/>
            <a:ext cx="1428434" cy="72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DA48E98-9310-2EDA-ADA3-245CC7B279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1699" y="3048439"/>
            <a:ext cx="2907857" cy="28267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315AD8F1-DD30-2DBD-F40B-F5A05FAB8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4887" y="6187799"/>
            <a:ext cx="3533396" cy="519617"/>
          </a:xfrm>
          <a:prstGeom prst="rect">
            <a:avLst/>
          </a:prstGeom>
        </p:spPr>
      </p:pic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21DD8EA-DFBC-9B93-872C-936F2EF4B917}"/>
              </a:ext>
            </a:extLst>
          </p:cNvPr>
          <p:cNvSpPr/>
          <p:nvPr/>
        </p:nvSpPr>
        <p:spPr>
          <a:xfrm rot="5400000">
            <a:off x="8135554" y="2471919"/>
            <a:ext cx="957226" cy="956936"/>
          </a:xfrm>
          <a:custGeom>
            <a:avLst/>
            <a:gdLst>
              <a:gd name="csX0" fmla="*/ 7642958 w 11947031"/>
              <a:gd name="csY0" fmla="*/ 7095148 h 11943405"/>
              <a:gd name="csX1" fmla="*/ 9004208 w 11947031"/>
              <a:gd name="csY1" fmla="*/ 5555027 h 11943405"/>
              <a:gd name="csX2" fmla="*/ 11846129 w 11947031"/>
              <a:gd name="csY2" fmla="*/ 7034241 h 11943405"/>
              <a:gd name="csX3" fmla="*/ 11947031 w 11947031"/>
              <a:gd name="csY3" fmla="*/ 6700038 h 11943405"/>
              <a:gd name="csX4" fmla="*/ 11915605 w 11947031"/>
              <a:gd name="csY4" fmla="*/ 7105522 h 11943405"/>
              <a:gd name="csX5" fmla="*/ 10285533 w 11947031"/>
              <a:gd name="csY5" fmla="*/ 7768660 h 11943405"/>
              <a:gd name="csX6" fmla="*/ 10729295 w 11947031"/>
              <a:gd name="csY6" fmla="*/ 8784627 h 11943405"/>
              <a:gd name="csX7" fmla="*/ 9354634 w 11947031"/>
              <a:gd name="csY7" fmla="*/ 6370134 h 11943405"/>
              <a:gd name="csX8" fmla="*/ 7642958 w 11947031"/>
              <a:gd name="csY8" fmla="*/ 7095148 h 11943405"/>
              <a:gd name="csX9" fmla="*/ 6860378 w 11947031"/>
              <a:gd name="csY9" fmla="*/ 7777981 h 11943405"/>
              <a:gd name="csX10" fmla="*/ 8808299 w 11947031"/>
              <a:gd name="csY10" fmla="*/ 7121796 h 11943405"/>
              <a:gd name="csX11" fmla="*/ 10534062 w 11947031"/>
              <a:gd name="csY11" fmla="*/ 9821116 h 11943405"/>
              <a:gd name="csX12" fmla="*/ 10788177 w 11947031"/>
              <a:gd name="csY12" fmla="*/ 9581744 h 11943405"/>
              <a:gd name="csX13" fmla="*/ 10558739 w 11947031"/>
              <a:gd name="csY13" fmla="*/ 9917547 h 11943405"/>
              <a:gd name="csX14" fmla="*/ 8815115 w 11947031"/>
              <a:gd name="csY14" fmla="*/ 9679513 h 11943405"/>
              <a:gd name="csX15" fmla="*/ 8693152 w 11947031"/>
              <a:gd name="csY15" fmla="*/ 10781438 h 11943405"/>
              <a:gd name="csX16" fmla="*/ 8705592 w 11947031"/>
              <a:gd name="csY16" fmla="*/ 8003073 h 11943405"/>
              <a:gd name="csX17" fmla="*/ 6860378 w 11947031"/>
              <a:gd name="csY17" fmla="*/ 7777981 h 11943405"/>
              <a:gd name="csX18" fmla="*/ 8390506 w 11947031"/>
              <a:gd name="csY18" fmla="*/ 4096370 h 11943405"/>
              <a:gd name="csX19" fmla="*/ 11591338 w 11947031"/>
              <a:gd name="csY19" fmla="*/ 3957591 h 11943405"/>
              <a:gd name="csX20" fmla="*/ 11511743 w 11947031"/>
              <a:gd name="csY20" fmla="*/ 3617682 h 11943405"/>
              <a:gd name="csX21" fmla="*/ 11687137 w 11947031"/>
              <a:gd name="csY21" fmla="*/ 3984619 h 11943405"/>
              <a:gd name="csX22" fmla="*/ 10606525 w 11947031"/>
              <a:gd name="csY22" fmla="*/ 5373562 h 11943405"/>
              <a:gd name="csX23" fmla="*/ 11498582 w 11947031"/>
              <a:gd name="csY23" fmla="*/ 6031853 h 11943405"/>
              <a:gd name="csX24" fmla="*/ 9101347 w 11947031"/>
              <a:gd name="csY24" fmla="*/ 4627314 h 11943405"/>
              <a:gd name="csX25" fmla="*/ 7980968 w 11947031"/>
              <a:gd name="csY25" fmla="*/ 6110632 h 11943405"/>
              <a:gd name="csX26" fmla="*/ 8390506 w 11947031"/>
              <a:gd name="csY26" fmla="*/ 4096370 h 11943405"/>
              <a:gd name="csX27" fmla="*/ 5827854 w 11947031"/>
              <a:gd name="csY27" fmla="*/ 7980945 h 11943405"/>
              <a:gd name="csX28" fmla="*/ 7842117 w 11947031"/>
              <a:gd name="csY28" fmla="*/ 8390483 h 11943405"/>
              <a:gd name="csX29" fmla="*/ 7980896 w 11947031"/>
              <a:gd name="csY29" fmla="*/ 11591315 h 11943405"/>
              <a:gd name="csX30" fmla="*/ 8320804 w 11947031"/>
              <a:gd name="csY30" fmla="*/ 11511719 h 11943405"/>
              <a:gd name="csX31" fmla="*/ 7953868 w 11947031"/>
              <a:gd name="csY31" fmla="*/ 11687114 h 11943405"/>
              <a:gd name="csX32" fmla="*/ 6564924 w 11947031"/>
              <a:gd name="csY32" fmla="*/ 10606501 h 11943405"/>
              <a:gd name="csX33" fmla="*/ 5906633 w 11947031"/>
              <a:gd name="csY33" fmla="*/ 11498559 h 11943405"/>
              <a:gd name="csX34" fmla="*/ 7311173 w 11947031"/>
              <a:gd name="csY34" fmla="*/ 9101324 h 11943405"/>
              <a:gd name="csX35" fmla="*/ 5827854 w 11947031"/>
              <a:gd name="csY35" fmla="*/ 7980945 h 11943405"/>
              <a:gd name="csX36" fmla="*/ 4843345 w 11947031"/>
              <a:gd name="csY36" fmla="*/ 7639331 h 11943405"/>
              <a:gd name="csX37" fmla="*/ 6383466 w 11947031"/>
              <a:gd name="csY37" fmla="*/ 9000581 h 11943405"/>
              <a:gd name="csX38" fmla="*/ 4904252 w 11947031"/>
              <a:gd name="csY38" fmla="*/ 11842502 h 11943405"/>
              <a:gd name="csX39" fmla="*/ 5238455 w 11947031"/>
              <a:gd name="csY39" fmla="*/ 11943405 h 11943405"/>
              <a:gd name="csX40" fmla="*/ 4832970 w 11947031"/>
              <a:gd name="csY40" fmla="*/ 11911979 h 11943405"/>
              <a:gd name="csX41" fmla="*/ 4169832 w 11947031"/>
              <a:gd name="csY41" fmla="*/ 10281906 h 11943405"/>
              <a:gd name="csX42" fmla="*/ 3153866 w 11947031"/>
              <a:gd name="csY42" fmla="*/ 10725669 h 11943405"/>
              <a:gd name="csX43" fmla="*/ 5568359 w 11947031"/>
              <a:gd name="csY43" fmla="*/ 9351008 h 11943405"/>
              <a:gd name="csX44" fmla="*/ 4843345 w 11947031"/>
              <a:gd name="csY44" fmla="*/ 7639331 h 11943405"/>
              <a:gd name="csX45" fmla="*/ 7128535 w 11947031"/>
              <a:gd name="csY45" fmla="*/ 3141845 h 11943405"/>
              <a:gd name="csX46" fmla="*/ 9827854 w 11947031"/>
              <a:gd name="csY46" fmla="*/ 1416081 h 11943405"/>
              <a:gd name="csX47" fmla="*/ 9588482 w 11947031"/>
              <a:gd name="csY47" fmla="*/ 1161966 h 11943405"/>
              <a:gd name="csX48" fmla="*/ 9924286 w 11947031"/>
              <a:gd name="csY48" fmla="*/ 1391404 h 11943405"/>
              <a:gd name="csX49" fmla="*/ 9686251 w 11947031"/>
              <a:gd name="csY49" fmla="*/ 3135028 h 11943405"/>
              <a:gd name="csX50" fmla="*/ 10788177 w 11947031"/>
              <a:gd name="csY50" fmla="*/ 3256991 h 11943405"/>
              <a:gd name="csX51" fmla="*/ 8009812 w 11947031"/>
              <a:gd name="csY51" fmla="*/ 3244550 h 11943405"/>
              <a:gd name="csX52" fmla="*/ 7784720 w 11947031"/>
              <a:gd name="csY52" fmla="*/ 5089765 h 11943405"/>
              <a:gd name="csX53" fmla="*/ 7128535 w 11947031"/>
              <a:gd name="csY53" fmla="*/ 3141845 h 11943405"/>
              <a:gd name="csX54" fmla="*/ 6708576 w 11947031"/>
              <a:gd name="csY54" fmla="*/ 0 h 11943405"/>
              <a:gd name="csX55" fmla="*/ 7114061 w 11947031"/>
              <a:gd name="csY55" fmla="*/ 31427 h 11943405"/>
              <a:gd name="csX56" fmla="*/ 7777198 w 11947031"/>
              <a:gd name="csY56" fmla="*/ 1661498 h 11943405"/>
              <a:gd name="csX57" fmla="*/ 8793166 w 11947031"/>
              <a:gd name="csY57" fmla="*/ 1217736 h 11943405"/>
              <a:gd name="csX58" fmla="*/ 6378673 w 11947031"/>
              <a:gd name="csY58" fmla="*/ 2592396 h 11943405"/>
              <a:gd name="csX59" fmla="*/ 7103687 w 11947031"/>
              <a:gd name="csY59" fmla="*/ 4304073 h 11943405"/>
              <a:gd name="csX60" fmla="*/ 5563566 w 11947031"/>
              <a:gd name="csY60" fmla="*/ 2942823 h 11943405"/>
              <a:gd name="csX61" fmla="*/ 7042779 w 11947031"/>
              <a:gd name="csY61" fmla="*/ 100903 h 11943405"/>
              <a:gd name="csX62" fmla="*/ 6708576 w 11947031"/>
              <a:gd name="csY62" fmla="*/ 0 h 11943405"/>
              <a:gd name="csX63" fmla="*/ 1158855 w 11947031"/>
              <a:gd name="csY63" fmla="*/ 8686414 h 11943405"/>
              <a:gd name="csX64" fmla="*/ 3937220 w 11947031"/>
              <a:gd name="csY64" fmla="*/ 8698854 h 11943405"/>
              <a:gd name="csX65" fmla="*/ 4162311 w 11947031"/>
              <a:gd name="csY65" fmla="*/ 6853640 h 11943405"/>
              <a:gd name="csX66" fmla="*/ 4818496 w 11947031"/>
              <a:gd name="csY66" fmla="*/ 8801561 h 11943405"/>
              <a:gd name="csX67" fmla="*/ 2119177 w 11947031"/>
              <a:gd name="csY67" fmla="*/ 10527324 h 11943405"/>
              <a:gd name="csX68" fmla="*/ 2358549 w 11947031"/>
              <a:gd name="csY68" fmla="*/ 10781439 h 11943405"/>
              <a:gd name="csX69" fmla="*/ 2022745 w 11947031"/>
              <a:gd name="csY69" fmla="*/ 10552001 h 11943405"/>
              <a:gd name="csX70" fmla="*/ 2260780 w 11947031"/>
              <a:gd name="csY70" fmla="*/ 8808376 h 11943405"/>
              <a:gd name="csX71" fmla="*/ 3626227 w 11947031"/>
              <a:gd name="csY71" fmla="*/ 431686 h 11943405"/>
              <a:gd name="csX72" fmla="*/ 3993164 w 11947031"/>
              <a:gd name="csY72" fmla="*/ 256291 h 11943405"/>
              <a:gd name="csX73" fmla="*/ 5382107 w 11947031"/>
              <a:gd name="csY73" fmla="*/ 1336903 h 11943405"/>
              <a:gd name="csX74" fmla="*/ 6040399 w 11947031"/>
              <a:gd name="csY74" fmla="*/ 444845 h 11943405"/>
              <a:gd name="csX75" fmla="*/ 4635859 w 11947031"/>
              <a:gd name="csY75" fmla="*/ 2842080 h 11943405"/>
              <a:gd name="csX76" fmla="*/ 6119178 w 11947031"/>
              <a:gd name="csY76" fmla="*/ 3962459 h 11943405"/>
              <a:gd name="csX77" fmla="*/ 4104915 w 11947031"/>
              <a:gd name="csY77" fmla="*/ 3552922 h 11943405"/>
              <a:gd name="csX78" fmla="*/ 3966136 w 11947031"/>
              <a:gd name="csY78" fmla="*/ 352090 h 11943405"/>
              <a:gd name="csX79" fmla="*/ 3626227 w 11947031"/>
              <a:gd name="csY79" fmla="*/ 431686 h 11943405"/>
              <a:gd name="csX80" fmla="*/ 448448 w 11947031"/>
              <a:gd name="csY80" fmla="*/ 5911550 h 11943405"/>
              <a:gd name="csX81" fmla="*/ 2845683 w 11947031"/>
              <a:gd name="csY81" fmla="*/ 7316090 h 11943405"/>
              <a:gd name="csX82" fmla="*/ 3966061 w 11947031"/>
              <a:gd name="csY82" fmla="*/ 5832772 h 11943405"/>
              <a:gd name="csX83" fmla="*/ 3556524 w 11947031"/>
              <a:gd name="csY83" fmla="*/ 7847035 h 11943405"/>
              <a:gd name="csX84" fmla="*/ 355692 w 11947031"/>
              <a:gd name="csY84" fmla="*/ 7985812 h 11943405"/>
              <a:gd name="csX85" fmla="*/ 435289 w 11947031"/>
              <a:gd name="csY85" fmla="*/ 8325722 h 11943405"/>
              <a:gd name="csX86" fmla="*/ 259894 w 11947031"/>
              <a:gd name="csY86" fmla="*/ 7958785 h 11943405"/>
              <a:gd name="csX87" fmla="*/ 1340506 w 11947031"/>
              <a:gd name="csY87" fmla="*/ 6569842 h 11943405"/>
              <a:gd name="csX88" fmla="*/ 31426 w 11947031"/>
              <a:gd name="csY88" fmla="*/ 4837881 h 11943405"/>
              <a:gd name="csX89" fmla="*/ 1661499 w 11947031"/>
              <a:gd name="csY89" fmla="*/ 4174744 h 11943405"/>
              <a:gd name="csX90" fmla="*/ 1217736 w 11947031"/>
              <a:gd name="csY90" fmla="*/ 3158776 h 11943405"/>
              <a:gd name="csX91" fmla="*/ 2592396 w 11947031"/>
              <a:gd name="csY91" fmla="*/ 5573270 h 11943405"/>
              <a:gd name="csX92" fmla="*/ 4304072 w 11947031"/>
              <a:gd name="csY92" fmla="*/ 4848255 h 11943405"/>
              <a:gd name="csX93" fmla="*/ 2942822 w 11947031"/>
              <a:gd name="csY93" fmla="*/ 6388377 h 11943405"/>
              <a:gd name="csX94" fmla="*/ 100903 w 11947031"/>
              <a:gd name="csY94" fmla="*/ 4909162 h 11943405"/>
              <a:gd name="csX95" fmla="*/ 0 w 11947031"/>
              <a:gd name="csY95" fmla="*/ 5243366 h 11943405"/>
              <a:gd name="csX96" fmla="*/ 1158854 w 11947031"/>
              <a:gd name="csY96" fmla="*/ 2361660 h 11943405"/>
              <a:gd name="csX97" fmla="*/ 1388293 w 11947031"/>
              <a:gd name="csY97" fmla="*/ 2025856 h 11943405"/>
              <a:gd name="csX98" fmla="*/ 3131916 w 11947031"/>
              <a:gd name="csY98" fmla="*/ 2263891 h 11943405"/>
              <a:gd name="csX99" fmla="*/ 3253880 w 11947031"/>
              <a:gd name="csY99" fmla="*/ 1161965 h 11943405"/>
              <a:gd name="csX100" fmla="*/ 3241438 w 11947031"/>
              <a:gd name="csY100" fmla="*/ 3940330 h 11943405"/>
              <a:gd name="csX101" fmla="*/ 5086652 w 11947031"/>
              <a:gd name="csY101" fmla="*/ 4165422 h 11943405"/>
              <a:gd name="csX102" fmla="*/ 3138731 w 11947031"/>
              <a:gd name="csY102" fmla="*/ 4821607 h 11943405"/>
              <a:gd name="csX103" fmla="*/ 1412969 w 11947031"/>
              <a:gd name="csY103" fmla="*/ 2122287 h 11943405"/>
              <a:gd name="csX104" fmla="*/ 1158854 w 11947031"/>
              <a:gd name="csY104" fmla="*/ 2361660 h 119434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</a:cxnLst>
            <a:rect l="l" t="t" r="r" b="b"/>
            <a:pathLst>
              <a:path w="11947031" h="11943405">
                <a:moveTo>
                  <a:pt x="7642958" y="7095148"/>
                </a:moveTo>
                <a:cubicBezTo>
                  <a:pt x="8176444" y="6446074"/>
                  <a:pt x="8604128" y="6018071"/>
                  <a:pt x="9004208" y="5555027"/>
                </a:cubicBezTo>
                <a:cubicBezTo>
                  <a:pt x="10020603" y="6069835"/>
                  <a:pt x="11181452" y="6681982"/>
                  <a:pt x="11846129" y="7034241"/>
                </a:cubicBezTo>
                <a:cubicBezTo>
                  <a:pt x="11871509" y="6940107"/>
                  <a:pt x="11888791" y="6887668"/>
                  <a:pt x="11947031" y="6700038"/>
                </a:cubicBezTo>
                <a:lnTo>
                  <a:pt x="11915605" y="7105522"/>
                </a:lnTo>
                <a:lnTo>
                  <a:pt x="10285533" y="7768660"/>
                </a:lnTo>
                <a:lnTo>
                  <a:pt x="10729295" y="8784627"/>
                </a:lnTo>
                <a:cubicBezTo>
                  <a:pt x="10303948" y="8043596"/>
                  <a:pt x="9736233" y="7016122"/>
                  <a:pt x="9354634" y="6370134"/>
                </a:cubicBezTo>
                <a:cubicBezTo>
                  <a:pt x="8802798" y="6637377"/>
                  <a:pt x="8290966" y="6767116"/>
                  <a:pt x="7642958" y="7095148"/>
                </a:cubicBezTo>
                <a:close/>
                <a:moveTo>
                  <a:pt x="6860378" y="7777981"/>
                </a:moveTo>
                <a:cubicBezTo>
                  <a:pt x="7646468" y="7481388"/>
                  <a:pt x="8230610" y="7323661"/>
                  <a:pt x="8808299" y="7121796"/>
                </a:cubicBezTo>
                <a:cubicBezTo>
                  <a:pt x="9432600" y="8074862"/>
                  <a:pt x="10133575" y="9184334"/>
                  <a:pt x="10534062" y="9821116"/>
                </a:cubicBezTo>
                <a:cubicBezTo>
                  <a:pt x="10603003" y="9752177"/>
                  <a:pt x="10644131" y="9715340"/>
                  <a:pt x="10788177" y="9581744"/>
                </a:cubicBezTo>
                <a:lnTo>
                  <a:pt x="10558739" y="9917547"/>
                </a:lnTo>
                <a:lnTo>
                  <a:pt x="8815115" y="9679513"/>
                </a:lnTo>
                <a:lnTo>
                  <a:pt x="8693152" y="10781438"/>
                </a:lnTo>
                <a:cubicBezTo>
                  <a:pt x="8693979" y="9927010"/>
                  <a:pt x="8714238" y="8753302"/>
                  <a:pt x="8705592" y="8003073"/>
                </a:cubicBezTo>
                <a:cubicBezTo>
                  <a:pt x="8093998" y="7959544"/>
                  <a:pt x="7585647" y="7816775"/>
                  <a:pt x="6860378" y="7777981"/>
                </a:cubicBezTo>
                <a:close/>
                <a:moveTo>
                  <a:pt x="8390506" y="4096370"/>
                </a:moveTo>
                <a:cubicBezTo>
                  <a:pt x="9528156" y="4034416"/>
                  <a:pt x="10839572" y="3984595"/>
                  <a:pt x="11591338" y="3957591"/>
                </a:cubicBezTo>
                <a:cubicBezTo>
                  <a:pt x="11566285" y="3863370"/>
                  <a:pt x="11555051" y="3809311"/>
                  <a:pt x="11511743" y="3617682"/>
                </a:cubicBezTo>
                <a:lnTo>
                  <a:pt x="11687137" y="3984619"/>
                </a:lnTo>
                <a:lnTo>
                  <a:pt x="10606525" y="5373562"/>
                </a:lnTo>
                <a:lnTo>
                  <a:pt x="11498582" y="6031853"/>
                </a:lnTo>
                <a:cubicBezTo>
                  <a:pt x="10759859" y="5602511"/>
                  <a:pt x="9754684" y="4996190"/>
                  <a:pt x="9101347" y="4627314"/>
                </a:cubicBezTo>
                <a:cubicBezTo>
                  <a:pt x="8756883" y="5134548"/>
                  <a:pt x="8378362" y="5502686"/>
                  <a:pt x="7980968" y="6110632"/>
                </a:cubicBezTo>
                <a:cubicBezTo>
                  <a:pt x="8118740" y="5281824"/>
                  <a:pt x="8275333" y="4697376"/>
                  <a:pt x="8390506" y="4096370"/>
                </a:cubicBezTo>
                <a:close/>
                <a:moveTo>
                  <a:pt x="5827854" y="7980945"/>
                </a:moveTo>
                <a:cubicBezTo>
                  <a:pt x="6656663" y="8118718"/>
                  <a:pt x="7241110" y="8275310"/>
                  <a:pt x="7842117" y="8390483"/>
                </a:cubicBezTo>
                <a:cubicBezTo>
                  <a:pt x="7904071" y="9528133"/>
                  <a:pt x="7953891" y="10839549"/>
                  <a:pt x="7980896" y="11591315"/>
                </a:cubicBezTo>
                <a:cubicBezTo>
                  <a:pt x="8075117" y="11566262"/>
                  <a:pt x="8129176" y="11555028"/>
                  <a:pt x="8320804" y="11511719"/>
                </a:cubicBezTo>
                <a:lnTo>
                  <a:pt x="7953868" y="11687114"/>
                </a:lnTo>
                <a:lnTo>
                  <a:pt x="6564924" y="10606501"/>
                </a:lnTo>
                <a:lnTo>
                  <a:pt x="5906633" y="11498559"/>
                </a:lnTo>
                <a:cubicBezTo>
                  <a:pt x="6335976" y="10759835"/>
                  <a:pt x="6942296" y="9754660"/>
                  <a:pt x="7311173" y="9101324"/>
                </a:cubicBezTo>
                <a:cubicBezTo>
                  <a:pt x="6803938" y="8756859"/>
                  <a:pt x="6435800" y="8378340"/>
                  <a:pt x="5827854" y="7980945"/>
                </a:cubicBezTo>
                <a:close/>
                <a:moveTo>
                  <a:pt x="4843345" y="7639331"/>
                </a:moveTo>
                <a:cubicBezTo>
                  <a:pt x="5492418" y="8172818"/>
                  <a:pt x="5920422" y="8600501"/>
                  <a:pt x="6383466" y="9000581"/>
                </a:cubicBezTo>
                <a:cubicBezTo>
                  <a:pt x="5868657" y="10016977"/>
                  <a:pt x="5256510" y="11177826"/>
                  <a:pt x="4904252" y="11842502"/>
                </a:cubicBezTo>
                <a:cubicBezTo>
                  <a:pt x="4998385" y="11867883"/>
                  <a:pt x="5050825" y="11885164"/>
                  <a:pt x="5238455" y="11943405"/>
                </a:cubicBezTo>
                <a:lnTo>
                  <a:pt x="4832970" y="11911979"/>
                </a:lnTo>
                <a:lnTo>
                  <a:pt x="4169832" y="10281906"/>
                </a:lnTo>
                <a:lnTo>
                  <a:pt x="3153866" y="10725669"/>
                </a:lnTo>
                <a:cubicBezTo>
                  <a:pt x="3894897" y="10300321"/>
                  <a:pt x="4922370" y="9732606"/>
                  <a:pt x="5568359" y="9351008"/>
                </a:cubicBezTo>
                <a:cubicBezTo>
                  <a:pt x="5301115" y="8799171"/>
                  <a:pt x="5171375" y="8287340"/>
                  <a:pt x="4843345" y="7639331"/>
                </a:cubicBezTo>
                <a:close/>
                <a:moveTo>
                  <a:pt x="7128535" y="3141845"/>
                </a:moveTo>
                <a:cubicBezTo>
                  <a:pt x="8081601" y="2517543"/>
                  <a:pt x="9191072" y="1816568"/>
                  <a:pt x="9827854" y="1416081"/>
                </a:cubicBezTo>
                <a:cubicBezTo>
                  <a:pt x="9758915" y="1347141"/>
                  <a:pt x="9722079" y="1306012"/>
                  <a:pt x="9588482" y="1161966"/>
                </a:cubicBezTo>
                <a:lnTo>
                  <a:pt x="9924286" y="1391404"/>
                </a:lnTo>
                <a:lnTo>
                  <a:pt x="9686251" y="3135028"/>
                </a:lnTo>
                <a:lnTo>
                  <a:pt x="10788177" y="3256991"/>
                </a:lnTo>
                <a:cubicBezTo>
                  <a:pt x="9933749" y="3256163"/>
                  <a:pt x="8760040" y="3235905"/>
                  <a:pt x="8009812" y="3244550"/>
                </a:cubicBezTo>
                <a:cubicBezTo>
                  <a:pt x="7966283" y="3856145"/>
                  <a:pt x="7823514" y="4364496"/>
                  <a:pt x="7784720" y="5089765"/>
                </a:cubicBezTo>
                <a:cubicBezTo>
                  <a:pt x="7488127" y="4303675"/>
                  <a:pt x="7330400" y="3719533"/>
                  <a:pt x="7128535" y="3141845"/>
                </a:cubicBezTo>
                <a:close/>
                <a:moveTo>
                  <a:pt x="6708576" y="0"/>
                </a:moveTo>
                <a:lnTo>
                  <a:pt x="7114061" y="31427"/>
                </a:lnTo>
                <a:lnTo>
                  <a:pt x="7777198" y="1661498"/>
                </a:lnTo>
                <a:lnTo>
                  <a:pt x="8793166" y="1217736"/>
                </a:lnTo>
                <a:cubicBezTo>
                  <a:pt x="8052134" y="1643082"/>
                  <a:pt x="7024661" y="2210798"/>
                  <a:pt x="6378673" y="2592396"/>
                </a:cubicBezTo>
                <a:cubicBezTo>
                  <a:pt x="6645917" y="3144233"/>
                  <a:pt x="6775656" y="3656065"/>
                  <a:pt x="7103687" y="4304073"/>
                </a:cubicBezTo>
                <a:cubicBezTo>
                  <a:pt x="6454613" y="3770587"/>
                  <a:pt x="6026611" y="3342904"/>
                  <a:pt x="5563566" y="2942823"/>
                </a:cubicBezTo>
                <a:cubicBezTo>
                  <a:pt x="6078374" y="1926428"/>
                  <a:pt x="6690521" y="765580"/>
                  <a:pt x="7042779" y="100903"/>
                </a:cubicBezTo>
                <a:cubicBezTo>
                  <a:pt x="6948646" y="75522"/>
                  <a:pt x="6896207" y="58240"/>
                  <a:pt x="6708576" y="0"/>
                </a:cubicBezTo>
                <a:close/>
                <a:moveTo>
                  <a:pt x="1158855" y="8686414"/>
                </a:moveTo>
                <a:cubicBezTo>
                  <a:pt x="2013283" y="8687241"/>
                  <a:pt x="3186991" y="8707499"/>
                  <a:pt x="3937220" y="8698854"/>
                </a:cubicBezTo>
                <a:cubicBezTo>
                  <a:pt x="3980749" y="8087259"/>
                  <a:pt x="4123516" y="7578909"/>
                  <a:pt x="4162311" y="6853640"/>
                </a:cubicBezTo>
                <a:cubicBezTo>
                  <a:pt x="4458904" y="7639730"/>
                  <a:pt x="4616631" y="8223872"/>
                  <a:pt x="4818496" y="8801561"/>
                </a:cubicBezTo>
                <a:cubicBezTo>
                  <a:pt x="3865430" y="9425862"/>
                  <a:pt x="2755959" y="10126837"/>
                  <a:pt x="2119177" y="10527324"/>
                </a:cubicBezTo>
                <a:cubicBezTo>
                  <a:pt x="2188116" y="10596264"/>
                  <a:pt x="2224953" y="10637393"/>
                  <a:pt x="2358549" y="10781439"/>
                </a:cubicBezTo>
                <a:lnTo>
                  <a:pt x="2022745" y="10552001"/>
                </a:lnTo>
                <a:lnTo>
                  <a:pt x="2260780" y="8808376"/>
                </a:lnTo>
                <a:close/>
                <a:moveTo>
                  <a:pt x="3626227" y="431686"/>
                </a:moveTo>
                <a:lnTo>
                  <a:pt x="3993164" y="256291"/>
                </a:lnTo>
                <a:lnTo>
                  <a:pt x="5382107" y="1336903"/>
                </a:lnTo>
                <a:lnTo>
                  <a:pt x="6040399" y="444845"/>
                </a:lnTo>
                <a:cubicBezTo>
                  <a:pt x="5611055" y="1183568"/>
                  <a:pt x="5004735" y="2188744"/>
                  <a:pt x="4635859" y="2842080"/>
                </a:cubicBezTo>
                <a:cubicBezTo>
                  <a:pt x="5143094" y="3186544"/>
                  <a:pt x="5511231" y="3565066"/>
                  <a:pt x="6119178" y="3962459"/>
                </a:cubicBezTo>
                <a:cubicBezTo>
                  <a:pt x="5290369" y="3824687"/>
                  <a:pt x="4705922" y="3668095"/>
                  <a:pt x="4104915" y="3552922"/>
                </a:cubicBezTo>
                <a:cubicBezTo>
                  <a:pt x="4042961" y="2415271"/>
                  <a:pt x="3993140" y="1103856"/>
                  <a:pt x="3966136" y="352090"/>
                </a:cubicBezTo>
                <a:cubicBezTo>
                  <a:pt x="3871915" y="377143"/>
                  <a:pt x="3817856" y="388377"/>
                  <a:pt x="3626227" y="431686"/>
                </a:cubicBezTo>
                <a:close/>
                <a:moveTo>
                  <a:pt x="448448" y="5911550"/>
                </a:moveTo>
                <a:cubicBezTo>
                  <a:pt x="1187171" y="6340893"/>
                  <a:pt x="2192347" y="6947214"/>
                  <a:pt x="2845683" y="7316090"/>
                </a:cubicBezTo>
                <a:cubicBezTo>
                  <a:pt x="3190147" y="6808855"/>
                  <a:pt x="3568668" y="6440718"/>
                  <a:pt x="3966061" y="5832772"/>
                </a:cubicBezTo>
                <a:cubicBezTo>
                  <a:pt x="3828289" y="6661581"/>
                  <a:pt x="3671697" y="7246028"/>
                  <a:pt x="3556524" y="7847035"/>
                </a:cubicBezTo>
                <a:cubicBezTo>
                  <a:pt x="2418874" y="7908988"/>
                  <a:pt x="1107459" y="7958809"/>
                  <a:pt x="355692" y="7985812"/>
                </a:cubicBezTo>
                <a:cubicBezTo>
                  <a:pt x="380745" y="8080035"/>
                  <a:pt x="391979" y="8134093"/>
                  <a:pt x="435289" y="8325722"/>
                </a:cubicBezTo>
                <a:lnTo>
                  <a:pt x="259894" y="7958785"/>
                </a:lnTo>
                <a:lnTo>
                  <a:pt x="1340506" y="6569842"/>
                </a:lnTo>
                <a:close/>
                <a:moveTo>
                  <a:pt x="31426" y="4837881"/>
                </a:moveTo>
                <a:lnTo>
                  <a:pt x="1661499" y="4174744"/>
                </a:lnTo>
                <a:lnTo>
                  <a:pt x="1217736" y="3158776"/>
                </a:lnTo>
                <a:cubicBezTo>
                  <a:pt x="1643083" y="3899808"/>
                  <a:pt x="2210798" y="4927282"/>
                  <a:pt x="2592396" y="5573270"/>
                </a:cubicBezTo>
                <a:cubicBezTo>
                  <a:pt x="3144233" y="5306026"/>
                  <a:pt x="3656064" y="5176288"/>
                  <a:pt x="4304072" y="4848255"/>
                </a:cubicBezTo>
                <a:cubicBezTo>
                  <a:pt x="3770586" y="5497330"/>
                  <a:pt x="3342903" y="5925333"/>
                  <a:pt x="2942822" y="6388377"/>
                </a:cubicBezTo>
                <a:cubicBezTo>
                  <a:pt x="1926428" y="5873568"/>
                  <a:pt x="765579" y="5261422"/>
                  <a:pt x="100903" y="4909162"/>
                </a:cubicBezTo>
                <a:cubicBezTo>
                  <a:pt x="75521" y="5003296"/>
                  <a:pt x="58239" y="5055736"/>
                  <a:pt x="0" y="5243366"/>
                </a:cubicBezTo>
                <a:close/>
                <a:moveTo>
                  <a:pt x="1158854" y="2361660"/>
                </a:moveTo>
                <a:lnTo>
                  <a:pt x="1388293" y="2025856"/>
                </a:lnTo>
                <a:lnTo>
                  <a:pt x="3131916" y="2263891"/>
                </a:lnTo>
                <a:lnTo>
                  <a:pt x="3253880" y="1161965"/>
                </a:lnTo>
                <a:cubicBezTo>
                  <a:pt x="3253051" y="2016393"/>
                  <a:pt x="3232793" y="3190102"/>
                  <a:pt x="3241438" y="3940330"/>
                </a:cubicBezTo>
                <a:cubicBezTo>
                  <a:pt x="3853033" y="3983859"/>
                  <a:pt x="4361383" y="4126628"/>
                  <a:pt x="5086652" y="4165422"/>
                </a:cubicBezTo>
                <a:cubicBezTo>
                  <a:pt x="4300562" y="4462015"/>
                  <a:pt x="3716420" y="4619742"/>
                  <a:pt x="3138731" y="4821607"/>
                </a:cubicBezTo>
                <a:cubicBezTo>
                  <a:pt x="2514431" y="3868541"/>
                  <a:pt x="1813455" y="2759070"/>
                  <a:pt x="1412969" y="2122287"/>
                </a:cubicBezTo>
                <a:cubicBezTo>
                  <a:pt x="1344028" y="2191226"/>
                  <a:pt x="1302899" y="2228063"/>
                  <a:pt x="1158854" y="23616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E9B5EC19-9CFB-875A-9673-F8A7FFB26E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06505" y="6131519"/>
            <a:ext cx="3862488" cy="519617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969D7578-8871-34F5-D2AC-0A60A6863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4887" y="5017435"/>
            <a:ext cx="4608770" cy="72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59FEB9C9-9866-6B92-D0BA-6BF861D041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79485" y="3926547"/>
            <a:ext cx="4757647" cy="7200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7DECAA10-FF7B-5566-1E46-68B6A629B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33657" y="1853352"/>
            <a:ext cx="4636523" cy="720000"/>
          </a:xfrm>
          <a:prstGeom prst="rect">
            <a:avLst/>
          </a:prstGeom>
        </p:spPr>
      </p:pic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8029B9AB-2E28-82C7-4915-4093B4669A88}"/>
              </a:ext>
            </a:extLst>
          </p:cNvPr>
          <p:cNvSpPr/>
          <p:nvPr/>
        </p:nvSpPr>
        <p:spPr>
          <a:xfrm flipV="1">
            <a:off x="5431742" y="1878417"/>
            <a:ext cx="347581" cy="529200"/>
          </a:xfrm>
          <a:custGeom>
            <a:avLst/>
            <a:gdLst>
              <a:gd name="csX0" fmla="*/ 282628 w 347581"/>
              <a:gd name="csY0" fmla="*/ 518305 h 529200"/>
              <a:gd name="csX1" fmla="*/ 283556 w 347581"/>
              <a:gd name="csY1" fmla="*/ 489505 h 529200"/>
              <a:gd name="csX2" fmla="*/ 295611 w 347581"/>
              <a:gd name="csY2" fmla="*/ 480215 h 529200"/>
              <a:gd name="csX3" fmla="*/ 233015 w 347581"/>
              <a:gd name="csY3" fmla="*/ 483931 h 529200"/>
              <a:gd name="csX4" fmla="*/ 167637 w 347581"/>
              <a:gd name="csY4" fmla="*/ 493686 h 529200"/>
              <a:gd name="csX5" fmla="*/ 6279 w 347581"/>
              <a:gd name="csY5" fmla="*/ 343647 h 529200"/>
              <a:gd name="csX6" fmla="*/ -3922 w 347581"/>
              <a:gd name="csY6" fmla="*/ 243311 h 529200"/>
              <a:gd name="csX7" fmla="*/ 9988 w 347581"/>
              <a:gd name="csY7" fmla="*/ 151337 h 529200"/>
              <a:gd name="csX8" fmla="*/ 124052 w 347581"/>
              <a:gd name="csY8" fmla="*/ 14305 h 529200"/>
              <a:gd name="csX9" fmla="*/ 305812 w 347581"/>
              <a:gd name="csY9" fmla="*/ 23131 h 529200"/>
              <a:gd name="csX10" fmla="*/ 318795 w 347581"/>
              <a:gd name="csY10" fmla="*/ 63079 h 529200"/>
              <a:gd name="csX11" fmla="*/ 306740 w 347581"/>
              <a:gd name="csY11" fmla="*/ 170382 h 529200"/>
              <a:gd name="csX12" fmla="*/ 316940 w 347581"/>
              <a:gd name="csY12" fmla="*/ 283260 h 529200"/>
              <a:gd name="csX13" fmla="*/ 322504 w 347581"/>
              <a:gd name="csY13" fmla="*/ 309273 h 529200"/>
              <a:gd name="csX14" fmla="*/ 301639 w 347581"/>
              <a:gd name="csY14" fmla="*/ 307415 h 529200"/>
              <a:gd name="csX15" fmla="*/ 222351 w 347581"/>
              <a:gd name="csY15" fmla="*/ 311595 h 529200"/>
              <a:gd name="csX16" fmla="*/ 139353 w 347581"/>
              <a:gd name="csY16" fmla="*/ 311595 h 529200"/>
              <a:gd name="csX17" fmla="*/ 148163 w 347581"/>
              <a:gd name="csY17" fmla="*/ 216370 h 529200"/>
              <a:gd name="csX18" fmla="*/ 175983 w 347581"/>
              <a:gd name="csY18" fmla="*/ 245170 h 529200"/>
              <a:gd name="csX19" fmla="*/ 159755 w 347581"/>
              <a:gd name="csY19" fmla="*/ 262821 h 529200"/>
              <a:gd name="csX20" fmla="*/ 148163 w 347581"/>
              <a:gd name="csY20" fmla="*/ 267466 h 529200"/>
              <a:gd name="csX21" fmla="*/ 189894 w 347581"/>
              <a:gd name="csY21" fmla="*/ 264679 h 529200"/>
              <a:gd name="csX22" fmla="*/ 230697 w 347581"/>
              <a:gd name="csY22" fmla="*/ 254460 h 529200"/>
              <a:gd name="csX23" fmla="*/ 249244 w 347581"/>
              <a:gd name="csY23" fmla="*/ 255853 h 529200"/>
              <a:gd name="csX24" fmla="*/ 251099 w 347581"/>
              <a:gd name="csY24" fmla="*/ 167595 h 529200"/>
              <a:gd name="csX25" fmla="*/ 258981 w 347581"/>
              <a:gd name="csY25" fmla="*/ 65402 h 529200"/>
              <a:gd name="csX26" fmla="*/ 224206 w 347581"/>
              <a:gd name="csY26" fmla="*/ 37066 h 529200"/>
              <a:gd name="csX27" fmla="*/ 118951 w 347581"/>
              <a:gd name="csY27" fmla="*/ 77944 h 529200"/>
              <a:gd name="csX28" fmla="*/ 57746 w 347581"/>
              <a:gd name="csY28" fmla="*/ 186176 h 529200"/>
              <a:gd name="csX29" fmla="*/ 55428 w 347581"/>
              <a:gd name="csY29" fmla="*/ 324137 h 529200"/>
              <a:gd name="csX30" fmla="*/ 147236 w 347581"/>
              <a:gd name="csY30" fmla="*/ 450950 h 529200"/>
              <a:gd name="csX31" fmla="*/ 230697 w 347581"/>
              <a:gd name="csY31" fmla="*/ 443982 h 529200"/>
              <a:gd name="csX32" fmla="*/ 322041 w 347581"/>
              <a:gd name="csY32" fmla="*/ 439337 h 529200"/>
              <a:gd name="csX33" fmla="*/ 342906 w 347581"/>
              <a:gd name="csY33" fmla="*/ 486253 h 529200"/>
              <a:gd name="csX34" fmla="*/ 282628 w 347581"/>
              <a:gd name="csY34" fmla="*/ 518305 h 529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347581" h="529200">
                <a:moveTo>
                  <a:pt x="282628" y="518305"/>
                </a:moveTo>
                <a:cubicBezTo>
                  <a:pt x="270109" y="505763"/>
                  <a:pt x="270573" y="491363"/>
                  <a:pt x="283556" y="489505"/>
                </a:cubicBezTo>
                <a:cubicBezTo>
                  <a:pt x="289584" y="488576"/>
                  <a:pt x="294684" y="484395"/>
                  <a:pt x="295611" y="480215"/>
                </a:cubicBezTo>
                <a:cubicBezTo>
                  <a:pt x="297930" y="468137"/>
                  <a:pt x="276137" y="469531"/>
                  <a:pt x="233015" y="483931"/>
                </a:cubicBezTo>
                <a:cubicBezTo>
                  <a:pt x="203340" y="494150"/>
                  <a:pt x="191748" y="495544"/>
                  <a:pt x="167637" y="493686"/>
                </a:cubicBezTo>
                <a:cubicBezTo>
                  <a:pt x="92522" y="486718"/>
                  <a:pt x="33635" y="431905"/>
                  <a:pt x="6279" y="343647"/>
                </a:cubicBezTo>
                <a:cubicBezTo>
                  <a:pt x="-4850" y="307879"/>
                  <a:pt x="-5777" y="299982"/>
                  <a:pt x="-3922" y="243311"/>
                </a:cubicBezTo>
                <a:cubicBezTo>
                  <a:pt x="-2068" y="191750"/>
                  <a:pt x="251" y="176421"/>
                  <a:pt x="9988" y="151337"/>
                </a:cubicBezTo>
                <a:cubicBezTo>
                  <a:pt x="34099" y="89092"/>
                  <a:pt x="77221" y="37066"/>
                  <a:pt x="124052" y="14305"/>
                </a:cubicBezTo>
                <a:cubicBezTo>
                  <a:pt x="171347" y="-8921"/>
                  <a:pt x="250635" y="-5205"/>
                  <a:pt x="305812" y="23131"/>
                </a:cubicBezTo>
                <a:cubicBezTo>
                  <a:pt x="330387" y="35673"/>
                  <a:pt x="333169" y="43570"/>
                  <a:pt x="318795" y="63079"/>
                </a:cubicBezTo>
                <a:cubicBezTo>
                  <a:pt x="308594" y="77015"/>
                  <a:pt x="308131" y="82124"/>
                  <a:pt x="306740" y="170382"/>
                </a:cubicBezTo>
                <a:cubicBezTo>
                  <a:pt x="305348" y="262821"/>
                  <a:pt x="305348" y="263286"/>
                  <a:pt x="316940" y="283260"/>
                </a:cubicBezTo>
                <a:cubicBezTo>
                  <a:pt x="327141" y="300447"/>
                  <a:pt x="327605" y="304628"/>
                  <a:pt x="322504" y="309273"/>
                </a:cubicBezTo>
                <a:cubicBezTo>
                  <a:pt x="317404" y="313453"/>
                  <a:pt x="312767" y="312989"/>
                  <a:pt x="301639" y="307415"/>
                </a:cubicBezTo>
                <a:cubicBezTo>
                  <a:pt x="281701" y="296731"/>
                  <a:pt x="253881" y="298124"/>
                  <a:pt x="222351" y="311595"/>
                </a:cubicBezTo>
                <a:cubicBezTo>
                  <a:pt x="185721" y="326924"/>
                  <a:pt x="157900" y="326924"/>
                  <a:pt x="139353" y="311595"/>
                </a:cubicBezTo>
                <a:cubicBezTo>
                  <a:pt x="105041" y="282331"/>
                  <a:pt x="111069" y="216370"/>
                  <a:pt x="148163" y="216370"/>
                </a:cubicBezTo>
                <a:cubicBezTo>
                  <a:pt x="163464" y="216370"/>
                  <a:pt x="175983" y="229376"/>
                  <a:pt x="175983" y="245170"/>
                </a:cubicBezTo>
                <a:cubicBezTo>
                  <a:pt x="175983" y="258640"/>
                  <a:pt x="164855" y="271182"/>
                  <a:pt x="159755" y="262821"/>
                </a:cubicBezTo>
                <a:cubicBezTo>
                  <a:pt x="155118" y="254924"/>
                  <a:pt x="148163" y="257711"/>
                  <a:pt x="148163" y="267466"/>
                </a:cubicBezTo>
                <a:cubicBezTo>
                  <a:pt x="148163" y="280473"/>
                  <a:pt x="163001" y="279544"/>
                  <a:pt x="189894" y="264679"/>
                </a:cubicBezTo>
                <a:cubicBezTo>
                  <a:pt x="206122" y="255853"/>
                  <a:pt x="217250" y="253066"/>
                  <a:pt x="230697" y="254460"/>
                </a:cubicBezTo>
                <a:lnTo>
                  <a:pt x="249244" y="255853"/>
                </a:lnTo>
                <a:lnTo>
                  <a:pt x="251099" y="167595"/>
                </a:lnTo>
                <a:cubicBezTo>
                  <a:pt x="252490" y="115570"/>
                  <a:pt x="255735" y="73763"/>
                  <a:pt x="258981" y="65402"/>
                </a:cubicBezTo>
                <a:cubicBezTo>
                  <a:pt x="266400" y="47750"/>
                  <a:pt x="258517" y="41711"/>
                  <a:pt x="224206" y="37066"/>
                </a:cubicBezTo>
                <a:cubicBezTo>
                  <a:pt x="183866" y="32421"/>
                  <a:pt x="151872" y="44499"/>
                  <a:pt x="118951" y="77944"/>
                </a:cubicBezTo>
                <a:cubicBezTo>
                  <a:pt x="92058" y="104886"/>
                  <a:pt x="64238" y="154589"/>
                  <a:pt x="57746" y="186176"/>
                </a:cubicBezTo>
                <a:cubicBezTo>
                  <a:pt x="51255" y="217763"/>
                  <a:pt x="49864" y="296266"/>
                  <a:pt x="55428" y="324137"/>
                </a:cubicBezTo>
                <a:cubicBezTo>
                  <a:pt x="67020" y="383595"/>
                  <a:pt x="105041" y="436550"/>
                  <a:pt x="147236" y="450950"/>
                </a:cubicBezTo>
                <a:cubicBezTo>
                  <a:pt x="175983" y="460240"/>
                  <a:pt x="181547" y="460240"/>
                  <a:pt x="230697" y="443982"/>
                </a:cubicBezTo>
                <a:cubicBezTo>
                  <a:pt x="281237" y="427724"/>
                  <a:pt x="301639" y="426795"/>
                  <a:pt x="322041" y="439337"/>
                </a:cubicBezTo>
                <a:cubicBezTo>
                  <a:pt x="338269" y="449557"/>
                  <a:pt x="342906" y="459776"/>
                  <a:pt x="342906" y="486253"/>
                </a:cubicBezTo>
                <a:cubicBezTo>
                  <a:pt x="342906" y="521557"/>
                  <a:pt x="305812" y="541531"/>
                  <a:pt x="282628" y="518305"/>
                </a:cubicBezTo>
                <a:close/>
              </a:path>
            </a:pathLst>
          </a:custGeom>
          <a:solidFill>
            <a:srgbClr val="000000"/>
          </a:solidFill>
          <a:ln w="4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48EB10C-9DCA-35AC-8582-F6931B2561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1450" y="1040231"/>
            <a:ext cx="4225136" cy="720000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1C08CB58-2826-2091-1AEF-9AA2674E6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6519" y="206864"/>
            <a:ext cx="4023073" cy="720000"/>
          </a:xfrm>
          <a:prstGeom prst="rect">
            <a:avLst/>
          </a:prstGeom>
        </p:spPr>
      </p:pic>
      <p:pic>
        <p:nvPicPr>
          <p:cNvPr id="70" name="Graphic 69">
            <a:extLst>
              <a:ext uri="{FF2B5EF4-FFF2-40B4-BE49-F238E27FC236}">
                <a16:creationId xmlns:a16="http://schemas.microsoft.com/office/drawing/2014/main" id="{75B3EFA5-8DE8-0546-DD2B-3F832E7EB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8010" y="2143017"/>
            <a:ext cx="2880000" cy="720000"/>
          </a:xfrm>
          <a:prstGeom prst="rect">
            <a:avLst/>
          </a:prstGeom>
        </p:spPr>
      </p:pic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4F53F11-0EDD-E742-6618-35F3CDA01121}"/>
              </a:ext>
            </a:extLst>
          </p:cNvPr>
          <p:cNvSpPr/>
          <p:nvPr/>
        </p:nvSpPr>
        <p:spPr>
          <a:xfrm flipV="1">
            <a:off x="122444" y="2155983"/>
            <a:ext cx="1617013" cy="712587"/>
          </a:xfrm>
          <a:custGeom>
            <a:avLst/>
            <a:gdLst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180881 w 1617013"/>
              <a:gd name="csY36" fmla="*/ 379787 h 712587"/>
              <a:gd name="csX37" fmla="*/ 1327419 w 1617013"/>
              <a:gd name="csY37" fmla="*/ 379787 h 712587"/>
              <a:gd name="csX38" fmla="*/ 1327419 w 1617013"/>
              <a:gd name="csY38" fmla="*/ 526987 h 712587"/>
              <a:gd name="csX39" fmla="*/ 1327419 w 1617013"/>
              <a:gd name="csY39" fmla="*/ 674187 h 712587"/>
              <a:gd name="csX40" fmla="*/ 1354619 w 1617013"/>
              <a:gd name="csY40" fmla="*/ 674187 h 712587"/>
              <a:gd name="csX41" fmla="*/ 1381818 w 1617013"/>
              <a:gd name="csY41" fmla="*/ 674187 h 712587"/>
              <a:gd name="csX42" fmla="*/ 1381818 w 1617013"/>
              <a:gd name="csY42" fmla="*/ 626187 h 712587"/>
              <a:gd name="csX43" fmla="*/ 1381818 w 1617013"/>
              <a:gd name="csY43" fmla="*/ 578507 h 712587"/>
              <a:gd name="csX44" fmla="*/ 1401978 w 1617013"/>
              <a:gd name="csY44" fmla="*/ 577547 h 712587"/>
              <a:gd name="csX45" fmla="*/ 1421817 w 1617013"/>
              <a:gd name="csY45" fmla="*/ 576587 h 712587"/>
              <a:gd name="csX46" fmla="*/ 1422777 w 1617013"/>
              <a:gd name="csY46" fmla="*/ 527947 h 712587"/>
              <a:gd name="csX47" fmla="*/ 1423737 w 1617013"/>
              <a:gd name="csY47" fmla="*/ 478987 h 712587"/>
              <a:gd name="csX48" fmla="*/ 1442617 w 1617013"/>
              <a:gd name="csY48" fmla="*/ 478987 h 712587"/>
              <a:gd name="csX49" fmla="*/ 1461816 w 1617013"/>
              <a:gd name="csY49" fmla="*/ 478987 h 712587"/>
              <a:gd name="csX50" fmla="*/ 1461816 w 1617013"/>
              <a:gd name="csY50" fmla="*/ 5957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327419 w 1617013"/>
              <a:gd name="csY36" fmla="*/ 379787 h 712587"/>
              <a:gd name="csX37" fmla="*/ 1327419 w 1617013"/>
              <a:gd name="csY37" fmla="*/ 526987 h 712587"/>
              <a:gd name="csX38" fmla="*/ 1327419 w 1617013"/>
              <a:gd name="csY38" fmla="*/ 674187 h 712587"/>
              <a:gd name="csX39" fmla="*/ 1354619 w 1617013"/>
              <a:gd name="csY39" fmla="*/ 674187 h 712587"/>
              <a:gd name="csX40" fmla="*/ 1381818 w 1617013"/>
              <a:gd name="csY40" fmla="*/ 674187 h 712587"/>
              <a:gd name="csX41" fmla="*/ 1381818 w 1617013"/>
              <a:gd name="csY41" fmla="*/ 626187 h 712587"/>
              <a:gd name="csX42" fmla="*/ 1381818 w 1617013"/>
              <a:gd name="csY42" fmla="*/ 578507 h 712587"/>
              <a:gd name="csX43" fmla="*/ 1401978 w 1617013"/>
              <a:gd name="csY43" fmla="*/ 577547 h 712587"/>
              <a:gd name="csX44" fmla="*/ 1421817 w 1617013"/>
              <a:gd name="csY44" fmla="*/ 576587 h 712587"/>
              <a:gd name="csX45" fmla="*/ 1422777 w 1617013"/>
              <a:gd name="csY45" fmla="*/ 527947 h 712587"/>
              <a:gd name="csX46" fmla="*/ 1423737 w 1617013"/>
              <a:gd name="csY46" fmla="*/ 478987 h 712587"/>
              <a:gd name="csX47" fmla="*/ 1442617 w 1617013"/>
              <a:gd name="csY47" fmla="*/ 478987 h 712587"/>
              <a:gd name="csX48" fmla="*/ 1461816 w 1617013"/>
              <a:gd name="csY48" fmla="*/ 478987 h 712587"/>
              <a:gd name="csX49" fmla="*/ 1461816 w 1617013"/>
              <a:gd name="csY49" fmla="*/ 595787 h 712587"/>
              <a:gd name="csX50" fmla="*/ 1461816 w 1617013"/>
              <a:gd name="csY50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327419 w 1617013"/>
              <a:gd name="csY35" fmla="*/ 379787 h 712587"/>
              <a:gd name="csX36" fmla="*/ 1327419 w 1617013"/>
              <a:gd name="csY36" fmla="*/ 526987 h 712587"/>
              <a:gd name="csX37" fmla="*/ 1327419 w 1617013"/>
              <a:gd name="csY37" fmla="*/ 674187 h 712587"/>
              <a:gd name="csX38" fmla="*/ 1354619 w 1617013"/>
              <a:gd name="csY38" fmla="*/ 674187 h 712587"/>
              <a:gd name="csX39" fmla="*/ 1381818 w 1617013"/>
              <a:gd name="csY39" fmla="*/ 674187 h 712587"/>
              <a:gd name="csX40" fmla="*/ 1381818 w 1617013"/>
              <a:gd name="csY40" fmla="*/ 626187 h 712587"/>
              <a:gd name="csX41" fmla="*/ 1381818 w 1617013"/>
              <a:gd name="csY41" fmla="*/ 578507 h 712587"/>
              <a:gd name="csX42" fmla="*/ 1401978 w 1617013"/>
              <a:gd name="csY42" fmla="*/ 577547 h 712587"/>
              <a:gd name="csX43" fmla="*/ 1421817 w 1617013"/>
              <a:gd name="csY43" fmla="*/ 576587 h 712587"/>
              <a:gd name="csX44" fmla="*/ 1422777 w 1617013"/>
              <a:gd name="csY44" fmla="*/ 527947 h 712587"/>
              <a:gd name="csX45" fmla="*/ 1423737 w 1617013"/>
              <a:gd name="csY45" fmla="*/ 478987 h 712587"/>
              <a:gd name="csX46" fmla="*/ 1442617 w 1617013"/>
              <a:gd name="csY46" fmla="*/ 478987 h 712587"/>
              <a:gd name="csX47" fmla="*/ 1461816 w 1617013"/>
              <a:gd name="csY47" fmla="*/ 478987 h 712587"/>
              <a:gd name="csX48" fmla="*/ 1461816 w 1617013"/>
              <a:gd name="csY48" fmla="*/ 595787 h 712587"/>
              <a:gd name="csX49" fmla="*/ 1461816 w 1617013"/>
              <a:gd name="csY49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553489 w 1617013"/>
              <a:gd name="csY24" fmla="*/ 265601 h 712587"/>
              <a:gd name="csX25" fmla="*/ 547729 w 1617013"/>
              <a:gd name="csY25" fmla="*/ 240641 h 712587"/>
              <a:gd name="csX26" fmla="*/ 278609 w 1617013"/>
              <a:gd name="csY26" fmla="*/ 0 h 712587"/>
              <a:gd name="csX27" fmla="*/ 76689 w 1617013"/>
              <a:gd name="csY27" fmla="*/ 103681 h 712587"/>
              <a:gd name="csX28" fmla="*/ 1809 w 1617013"/>
              <a:gd name="csY28" fmla="*/ 363521 h 712587"/>
              <a:gd name="csX29" fmla="*/ 176529 w 1617013"/>
              <a:gd name="csY29" fmla="*/ 635521 h 712587"/>
              <a:gd name="csX30" fmla="*/ 291409 w 1617013"/>
              <a:gd name="csY30" fmla="*/ 658561 h 712587"/>
              <a:gd name="csX31" fmla="*/ 453649 w 1617013"/>
              <a:gd name="csY31" fmla="*/ 586241 h 712587"/>
              <a:gd name="csX32" fmla="*/ 552209 w 1617013"/>
              <a:gd name="csY32" fmla="*/ 399361 h 712587"/>
              <a:gd name="csX33" fmla="*/ 555729 w 1617013"/>
              <a:gd name="csY33" fmla="*/ 380801 h 712587"/>
              <a:gd name="csX34" fmla="*/ 1327419 w 1617013"/>
              <a:gd name="csY34" fmla="*/ 379787 h 712587"/>
              <a:gd name="csX35" fmla="*/ 1327419 w 1617013"/>
              <a:gd name="csY35" fmla="*/ 526987 h 712587"/>
              <a:gd name="csX36" fmla="*/ 1327419 w 1617013"/>
              <a:gd name="csY36" fmla="*/ 674187 h 712587"/>
              <a:gd name="csX37" fmla="*/ 1354619 w 1617013"/>
              <a:gd name="csY37" fmla="*/ 674187 h 712587"/>
              <a:gd name="csX38" fmla="*/ 1381818 w 1617013"/>
              <a:gd name="csY38" fmla="*/ 674187 h 712587"/>
              <a:gd name="csX39" fmla="*/ 1381818 w 1617013"/>
              <a:gd name="csY39" fmla="*/ 626187 h 712587"/>
              <a:gd name="csX40" fmla="*/ 1381818 w 1617013"/>
              <a:gd name="csY40" fmla="*/ 578507 h 712587"/>
              <a:gd name="csX41" fmla="*/ 1401978 w 1617013"/>
              <a:gd name="csY41" fmla="*/ 577547 h 712587"/>
              <a:gd name="csX42" fmla="*/ 1421817 w 1617013"/>
              <a:gd name="csY42" fmla="*/ 576587 h 712587"/>
              <a:gd name="csX43" fmla="*/ 1422777 w 1617013"/>
              <a:gd name="csY43" fmla="*/ 527947 h 712587"/>
              <a:gd name="csX44" fmla="*/ 1423737 w 1617013"/>
              <a:gd name="csY44" fmla="*/ 478987 h 712587"/>
              <a:gd name="csX45" fmla="*/ 1442617 w 1617013"/>
              <a:gd name="csY45" fmla="*/ 478987 h 712587"/>
              <a:gd name="csX46" fmla="*/ 1461816 w 1617013"/>
              <a:gd name="csY46" fmla="*/ 478987 h 712587"/>
              <a:gd name="csX47" fmla="*/ 1461816 w 1617013"/>
              <a:gd name="csY47" fmla="*/ 595787 h 712587"/>
              <a:gd name="csX48" fmla="*/ 1461816 w 1617013"/>
              <a:gd name="csY48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553489 w 1617013"/>
              <a:gd name="csY23" fmla="*/ 265601 h 712587"/>
              <a:gd name="csX24" fmla="*/ 547729 w 1617013"/>
              <a:gd name="csY24" fmla="*/ 240641 h 712587"/>
              <a:gd name="csX25" fmla="*/ 278609 w 1617013"/>
              <a:gd name="csY25" fmla="*/ 0 h 712587"/>
              <a:gd name="csX26" fmla="*/ 76689 w 1617013"/>
              <a:gd name="csY26" fmla="*/ 103681 h 712587"/>
              <a:gd name="csX27" fmla="*/ 1809 w 1617013"/>
              <a:gd name="csY27" fmla="*/ 363521 h 712587"/>
              <a:gd name="csX28" fmla="*/ 176529 w 1617013"/>
              <a:gd name="csY28" fmla="*/ 635521 h 712587"/>
              <a:gd name="csX29" fmla="*/ 291409 w 1617013"/>
              <a:gd name="csY29" fmla="*/ 658561 h 712587"/>
              <a:gd name="csX30" fmla="*/ 453649 w 1617013"/>
              <a:gd name="csY30" fmla="*/ 586241 h 712587"/>
              <a:gd name="csX31" fmla="*/ 552209 w 1617013"/>
              <a:gd name="csY31" fmla="*/ 399361 h 712587"/>
              <a:gd name="csX32" fmla="*/ 555729 w 1617013"/>
              <a:gd name="csY32" fmla="*/ 380801 h 712587"/>
              <a:gd name="csX33" fmla="*/ 1327419 w 1617013"/>
              <a:gd name="csY33" fmla="*/ 379787 h 712587"/>
              <a:gd name="csX34" fmla="*/ 1327419 w 1617013"/>
              <a:gd name="csY34" fmla="*/ 526987 h 712587"/>
              <a:gd name="csX35" fmla="*/ 1327419 w 1617013"/>
              <a:gd name="csY35" fmla="*/ 674187 h 712587"/>
              <a:gd name="csX36" fmla="*/ 1354619 w 1617013"/>
              <a:gd name="csY36" fmla="*/ 674187 h 712587"/>
              <a:gd name="csX37" fmla="*/ 1381818 w 1617013"/>
              <a:gd name="csY37" fmla="*/ 674187 h 712587"/>
              <a:gd name="csX38" fmla="*/ 1381818 w 1617013"/>
              <a:gd name="csY38" fmla="*/ 626187 h 712587"/>
              <a:gd name="csX39" fmla="*/ 1381818 w 1617013"/>
              <a:gd name="csY39" fmla="*/ 578507 h 712587"/>
              <a:gd name="csX40" fmla="*/ 1401978 w 1617013"/>
              <a:gd name="csY40" fmla="*/ 577547 h 712587"/>
              <a:gd name="csX41" fmla="*/ 1421817 w 1617013"/>
              <a:gd name="csY41" fmla="*/ 576587 h 712587"/>
              <a:gd name="csX42" fmla="*/ 1422777 w 1617013"/>
              <a:gd name="csY42" fmla="*/ 527947 h 712587"/>
              <a:gd name="csX43" fmla="*/ 1423737 w 1617013"/>
              <a:gd name="csY43" fmla="*/ 478987 h 712587"/>
              <a:gd name="csX44" fmla="*/ 1442617 w 1617013"/>
              <a:gd name="csY44" fmla="*/ 478987 h 712587"/>
              <a:gd name="csX45" fmla="*/ 1461816 w 1617013"/>
              <a:gd name="csY45" fmla="*/ 478987 h 712587"/>
              <a:gd name="csX46" fmla="*/ 1461816 w 1617013"/>
              <a:gd name="csY46" fmla="*/ 595787 h 712587"/>
              <a:gd name="csX47" fmla="*/ 1461816 w 1617013"/>
              <a:gd name="csY47" fmla="*/ 712587 h 7125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1617013" h="712587">
                <a:moveTo>
                  <a:pt x="281809" y="550476"/>
                </a:moveTo>
                <a:cubicBezTo>
                  <a:pt x="240349" y="549501"/>
                  <a:pt x="199969" y="531201"/>
                  <a:pt x="166609" y="497601"/>
                </a:cubicBezTo>
                <a:cubicBezTo>
                  <a:pt x="128529" y="459201"/>
                  <a:pt x="108369" y="415681"/>
                  <a:pt x="100689" y="355201"/>
                </a:cubicBezTo>
                <a:cubicBezTo>
                  <a:pt x="94289" y="304321"/>
                  <a:pt x="106769" y="242241"/>
                  <a:pt x="132049" y="198401"/>
                </a:cubicBezTo>
                <a:cubicBezTo>
                  <a:pt x="148369" y="170881"/>
                  <a:pt x="184209" y="135041"/>
                  <a:pt x="208529" y="122241"/>
                </a:cubicBezTo>
                <a:cubicBezTo>
                  <a:pt x="275409" y="87361"/>
                  <a:pt x="346769" y="99201"/>
                  <a:pt x="401809" y="153601"/>
                </a:cubicBezTo>
                <a:cubicBezTo>
                  <a:pt x="446609" y="198721"/>
                  <a:pt x="469009" y="255681"/>
                  <a:pt x="469009" y="326401"/>
                </a:cubicBezTo>
                <a:cubicBezTo>
                  <a:pt x="469009" y="363841"/>
                  <a:pt x="463569" y="393281"/>
                  <a:pt x="452049" y="422401"/>
                </a:cubicBezTo>
                <a:cubicBezTo>
                  <a:pt x="426769" y="484801"/>
                  <a:pt x="378449" y="531201"/>
                  <a:pt x="323409" y="545601"/>
                </a:cubicBezTo>
                <a:cubicBezTo>
                  <a:pt x="309569" y="549201"/>
                  <a:pt x="295629" y="550801"/>
                  <a:pt x="281809" y="550476"/>
                </a:cubicBezTo>
                <a:close/>
                <a:moveTo>
                  <a:pt x="1461816" y="712587"/>
                </a:moveTo>
                <a:lnTo>
                  <a:pt x="1490616" y="712587"/>
                </a:lnTo>
                <a:lnTo>
                  <a:pt x="1519415" y="712587"/>
                </a:lnTo>
                <a:lnTo>
                  <a:pt x="1519415" y="645387"/>
                </a:lnTo>
                <a:lnTo>
                  <a:pt x="1519415" y="578187"/>
                </a:lnTo>
                <a:lnTo>
                  <a:pt x="1548215" y="578187"/>
                </a:lnTo>
                <a:lnTo>
                  <a:pt x="1576694" y="578187"/>
                </a:lnTo>
                <a:lnTo>
                  <a:pt x="1577654" y="615947"/>
                </a:lnTo>
                <a:lnTo>
                  <a:pt x="1578614" y="653387"/>
                </a:lnTo>
                <a:lnTo>
                  <a:pt x="1597814" y="653387"/>
                </a:lnTo>
                <a:lnTo>
                  <a:pt x="1617013" y="653387"/>
                </a:lnTo>
                <a:lnTo>
                  <a:pt x="1617013" y="459787"/>
                </a:lnTo>
                <a:lnTo>
                  <a:pt x="1617013" y="266187"/>
                </a:lnTo>
                <a:lnTo>
                  <a:pt x="553489" y="265601"/>
                </a:lnTo>
                <a:lnTo>
                  <a:pt x="547729" y="240641"/>
                </a:lnTo>
                <a:cubicBezTo>
                  <a:pt x="515409" y="101121"/>
                  <a:pt x="402449" y="0"/>
                  <a:pt x="278609" y="0"/>
                </a:cubicBezTo>
                <a:cubicBezTo>
                  <a:pt x="202449" y="0"/>
                  <a:pt x="128529" y="38081"/>
                  <a:pt x="76689" y="103681"/>
                </a:cubicBezTo>
                <a:cubicBezTo>
                  <a:pt x="21329" y="173121"/>
                  <a:pt x="-7791" y="274881"/>
                  <a:pt x="1809" y="363521"/>
                </a:cubicBezTo>
                <a:cubicBezTo>
                  <a:pt x="15569" y="490881"/>
                  <a:pt x="78289" y="588801"/>
                  <a:pt x="176529" y="635521"/>
                </a:cubicBezTo>
                <a:cubicBezTo>
                  <a:pt x="215569" y="654401"/>
                  <a:pt x="246609" y="660481"/>
                  <a:pt x="291409" y="658561"/>
                </a:cubicBezTo>
                <a:cubicBezTo>
                  <a:pt x="352849" y="655681"/>
                  <a:pt x="405329" y="632321"/>
                  <a:pt x="453649" y="586241"/>
                </a:cubicBezTo>
                <a:cubicBezTo>
                  <a:pt x="503569" y="538561"/>
                  <a:pt x="537169" y="474881"/>
                  <a:pt x="552209" y="399361"/>
                </a:cubicBezTo>
                <a:lnTo>
                  <a:pt x="555729" y="380801"/>
                </a:lnTo>
                <a:lnTo>
                  <a:pt x="1327419" y="379787"/>
                </a:lnTo>
                <a:lnTo>
                  <a:pt x="1327419" y="526987"/>
                </a:lnTo>
                <a:lnTo>
                  <a:pt x="1327419" y="674187"/>
                </a:lnTo>
                <a:lnTo>
                  <a:pt x="1354619" y="674187"/>
                </a:lnTo>
                <a:lnTo>
                  <a:pt x="1381818" y="674187"/>
                </a:lnTo>
                <a:lnTo>
                  <a:pt x="1381818" y="626187"/>
                </a:lnTo>
                <a:lnTo>
                  <a:pt x="1381818" y="578507"/>
                </a:lnTo>
                <a:lnTo>
                  <a:pt x="1401978" y="577547"/>
                </a:lnTo>
                <a:lnTo>
                  <a:pt x="1421817" y="576587"/>
                </a:lnTo>
                <a:lnTo>
                  <a:pt x="1422777" y="527947"/>
                </a:lnTo>
                <a:lnTo>
                  <a:pt x="1423737" y="478987"/>
                </a:lnTo>
                <a:lnTo>
                  <a:pt x="1442617" y="478987"/>
                </a:lnTo>
                <a:lnTo>
                  <a:pt x="1461816" y="478987"/>
                </a:lnTo>
                <a:lnTo>
                  <a:pt x="1461816" y="595787"/>
                </a:lnTo>
                <a:lnTo>
                  <a:pt x="1461816" y="712587"/>
                </a:lnTo>
                <a:close/>
              </a:path>
            </a:pathLst>
          </a:custGeom>
          <a:solidFill>
            <a:srgbClr val="000000"/>
          </a:solidFill>
          <a:ln w="6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FC4D4E5B-79E6-3553-EF39-D0107DCD5C82}"/>
              </a:ext>
            </a:extLst>
          </p:cNvPr>
          <p:cNvSpPr/>
          <p:nvPr/>
        </p:nvSpPr>
        <p:spPr>
          <a:xfrm>
            <a:off x="196421" y="179554"/>
            <a:ext cx="656840" cy="720004"/>
          </a:xfrm>
          <a:custGeom>
            <a:avLst/>
            <a:gdLst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259268 w 656840"/>
              <a:gd name="csY17" fmla="*/ 406271 h 720004"/>
              <a:gd name="csX18" fmla="*/ 259268 w 656840"/>
              <a:gd name="csY18" fmla="*/ 473136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04507 w 656840"/>
              <a:gd name="csY25" fmla="*/ 407530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407530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04507 w 656840"/>
              <a:gd name="csY26" fmla="*/ 407530 h 720004"/>
              <a:gd name="csX27" fmla="*/ 313016 w 656840"/>
              <a:gd name="csY27" fmla="*/ 292708 h 720004"/>
              <a:gd name="csX28" fmla="*/ 429022 w 656840"/>
              <a:gd name="csY28" fmla="*/ 359597 h 720004"/>
              <a:gd name="csX29" fmla="*/ 569825 w 656840"/>
              <a:gd name="csY29" fmla="*/ 503421 h 720004"/>
              <a:gd name="csX30" fmla="*/ 594974 w 656840"/>
              <a:gd name="csY30" fmla="*/ 658649 h 720004"/>
              <a:gd name="csX31" fmla="*/ 396320 w 656840"/>
              <a:gd name="csY31" fmla="*/ 706582 h 720004"/>
              <a:gd name="csX32" fmla="*/ 271856 w 656840"/>
              <a:gd name="csY32" fmla="*/ 702781 h 720004"/>
              <a:gd name="csX33" fmla="*/ 147366 w 656840"/>
              <a:gd name="csY33" fmla="*/ 711617 h 720004"/>
              <a:gd name="csX34" fmla="*/ 46792 w 656840"/>
              <a:gd name="csY34" fmla="*/ 614467 h 720004"/>
              <a:gd name="csX35" fmla="*/ 132287 w 656840"/>
              <a:gd name="csY35" fmla="*/ 451687 h 720004"/>
              <a:gd name="csX36" fmla="*/ 225333 w 656840"/>
              <a:gd name="csY36" fmla="*/ 350761 h 720004"/>
              <a:gd name="csX37" fmla="*/ 313016 w 656840"/>
              <a:gd name="csY37" fmla="*/ 292708 h 720004"/>
              <a:gd name="csX38" fmla="*/ 569825 w 656840"/>
              <a:gd name="csY38" fmla="*/ 218266 h 720004"/>
              <a:gd name="csX39" fmla="*/ 656577 w 656840"/>
              <a:gd name="csY39" fmla="*/ 307838 h 720004"/>
              <a:gd name="csX40" fmla="*/ 581153 w 656840"/>
              <a:gd name="csY40" fmla="*/ 427746 h 720004"/>
              <a:gd name="csX41" fmla="*/ 491883 w 656840"/>
              <a:gd name="csY41" fmla="*/ 326795 h 720004"/>
              <a:gd name="csX42" fmla="*/ 569825 w 656840"/>
              <a:gd name="csY42" fmla="*/ 218266 h 720004"/>
              <a:gd name="csX43" fmla="*/ 73201 w 656840"/>
              <a:gd name="csY43" fmla="*/ 166557 h 720004"/>
              <a:gd name="csX44" fmla="*/ 163730 w 656840"/>
              <a:gd name="csY44" fmla="*/ 248551 h 720004"/>
              <a:gd name="csX45" fmla="*/ 98351 w 656840"/>
              <a:gd name="csY45" fmla="*/ 378503 h 720004"/>
              <a:gd name="csX46" fmla="*/ 1528 w 656840"/>
              <a:gd name="csY46" fmla="*/ 263706 h 720004"/>
              <a:gd name="csX47" fmla="*/ 73201 w 656840"/>
              <a:gd name="csY47" fmla="*/ 166557 h 720004"/>
              <a:gd name="csX48" fmla="*/ 444933 w 656840"/>
              <a:gd name="csY48" fmla="*/ 18881 h 720004"/>
              <a:gd name="csX49" fmla="*/ 460440 w 656840"/>
              <a:gd name="csY49" fmla="*/ 18906 h 720004"/>
              <a:gd name="csX50" fmla="*/ 530854 w 656840"/>
              <a:gd name="csY50" fmla="*/ 128694 h 720004"/>
              <a:gd name="csX51" fmla="*/ 429022 w 656840"/>
              <a:gd name="csY51" fmla="*/ 229645 h 720004"/>
              <a:gd name="csX52" fmla="*/ 363643 w 656840"/>
              <a:gd name="csY52" fmla="*/ 117315 h 720004"/>
              <a:gd name="csX53" fmla="*/ 444933 w 656840"/>
              <a:gd name="csY53" fmla="*/ 18881 h 720004"/>
              <a:gd name="csX54" fmla="*/ 242930 w 656840"/>
              <a:gd name="csY54" fmla="*/ 0 h 720004"/>
              <a:gd name="csX55" fmla="*/ 320896 w 656840"/>
              <a:gd name="csY55" fmla="*/ 110996 h 720004"/>
              <a:gd name="csX56" fmla="*/ 242930 w 656840"/>
              <a:gd name="csY56" fmla="*/ 222067 h 720004"/>
              <a:gd name="csX57" fmla="*/ 164989 w 656840"/>
              <a:gd name="csY57" fmla="*/ 110996 h 720004"/>
              <a:gd name="csX58" fmla="*/ 242930 w 656840"/>
              <a:gd name="csY58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13016 w 656840"/>
              <a:gd name="csY25" fmla="*/ 292708 h 720004"/>
              <a:gd name="csX26" fmla="*/ 429022 w 656840"/>
              <a:gd name="csY26" fmla="*/ 359597 h 720004"/>
              <a:gd name="csX27" fmla="*/ 569825 w 656840"/>
              <a:gd name="csY27" fmla="*/ 503421 h 720004"/>
              <a:gd name="csX28" fmla="*/ 594974 w 656840"/>
              <a:gd name="csY28" fmla="*/ 658649 h 720004"/>
              <a:gd name="csX29" fmla="*/ 396320 w 656840"/>
              <a:gd name="csY29" fmla="*/ 706582 h 720004"/>
              <a:gd name="csX30" fmla="*/ 271856 w 656840"/>
              <a:gd name="csY30" fmla="*/ 702781 h 720004"/>
              <a:gd name="csX31" fmla="*/ 147366 w 656840"/>
              <a:gd name="csY31" fmla="*/ 711617 h 720004"/>
              <a:gd name="csX32" fmla="*/ 46792 w 656840"/>
              <a:gd name="csY32" fmla="*/ 614467 h 720004"/>
              <a:gd name="csX33" fmla="*/ 132287 w 656840"/>
              <a:gd name="csY33" fmla="*/ 451687 h 720004"/>
              <a:gd name="csX34" fmla="*/ 225333 w 656840"/>
              <a:gd name="csY34" fmla="*/ 350761 h 720004"/>
              <a:gd name="csX35" fmla="*/ 313016 w 656840"/>
              <a:gd name="csY35" fmla="*/ 292708 h 720004"/>
              <a:gd name="csX36" fmla="*/ 569825 w 656840"/>
              <a:gd name="csY36" fmla="*/ 218266 h 720004"/>
              <a:gd name="csX37" fmla="*/ 656577 w 656840"/>
              <a:gd name="csY37" fmla="*/ 307838 h 720004"/>
              <a:gd name="csX38" fmla="*/ 581153 w 656840"/>
              <a:gd name="csY38" fmla="*/ 427746 h 720004"/>
              <a:gd name="csX39" fmla="*/ 491883 w 656840"/>
              <a:gd name="csY39" fmla="*/ 326795 h 720004"/>
              <a:gd name="csX40" fmla="*/ 569825 w 656840"/>
              <a:gd name="csY40" fmla="*/ 218266 h 720004"/>
              <a:gd name="csX41" fmla="*/ 73201 w 656840"/>
              <a:gd name="csY41" fmla="*/ 166557 h 720004"/>
              <a:gd name="csX42" fmla="*/ 163730 w 656840"/>
              <a:gd name="csY42" fmla="*/ 248551 h 720004"/>
              <a:gd name="csX43" fmla="*/ 98351 w 656840"/>
              <a:gd name="csY43" fmla="*/ 378503 h 720004"/>
              <a:gd name="csX44" fmla="*/ 1528 w 656840"/>
              <a:gd name="csY44" fmla="*/ 263706 h 720004"/>
              <a:gd name="csX45" fmla="*/ 73201 w 656840"/>
              <a:gd name="csY45" fmla="*/ 166557 h 720004"/>
              <a:gd name="csX46" fmla="*/ 444933 w 656840"/>
              <a:gd name="csY46" fmla="*/ 18881 h 720004"/>
              <a:gd name="csX47" fmla="*/ 460440 w 656840"/>
              <a:gd name="csY47" fmla="*/ 18906 h 720004"/>
              <a:gd name="csX48" fmla="*/ 530854 w 656840"/>
              <a:gd name="csY48" fmla="*/ 128694 h 720004"/>
              <a:gd name="csX49" fmla="*/ 429022 w 656840"/>
              <a:gd name="csY49" fmla="*/ 229645 h 720004"/>
              <a:gd name="csX50" fmla="*/ 363643 w 656840"/>
              <a:gd name="csY50" fmla="*/ 117315 h 720004"/>
              <a:gd name="csX51" fmla="*/ 444933 w 656840"/>
              <a:gd name="csY51" fmla="*/ 18881 h 720004"/>
              <a:gd name="csX52" fmla="*/ 242930 w 656840"/>
              <a:gd name="csY52" fmla="*/ 0 h 720004"/>
              <a:gd name="csX53" fmla="*/ 320896 w 656840"/>
              <a:gd name="csY53" fmla="*/ 110996 h 720004"/>
              <a:gd name="csX54" fmla="*/ 242930 w 656840"/>
              <a:gd name="csY54" fmla="*/ 222067 h 720004"/>
              <a:gd name="csX55" fmla="*/ 164989 w 656840"/>
              <a:gd name="csY55" fmla="*/ 110996 h 720004"/>
              <a:gd name="csX56" fmla="*/ 242930 w 656840"/>
              <a:gd name="csY56" fmla="*/ 0 h 720004"/>
              <a:gd name="csX0" fmla="*/ 212745 w 656840"/>
              <a:gd name="csY0" fmla="*/ 513516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212745 w 656840"/>
              <a:gd name="csY5" fmla="*/ 513516 h 720004"/>
              <a:gd name="csX6" fmla="*/ 374946 w 656840"/>
              <a:gd name="csY6" fmla="*/ 478196 h 720004"/>
              <a:gd name="csX7" fmla="*/ 327165 w 656840"/>
              <a:gd name="csY7" fmla="*/ 479454 h 720004"/>
              <a:gd name="csX8" fmla="*/ 327165 w 656840"/>
              <a:gd name="csY8" fmla="*/ 608148 h 720004"/>
              <a:gd name="csX9" fmla="*/ 374946 w 656840"/>
              <a:gd name="csY9" fmla="*/ 652330 h 720004"/>
              <a:gd name="csX10" fmla="*/ 490625 w 656840"/>
              <a:gd name="csY10" fmla="*/ 652330 h 720004"/>
              <a:gd name="csX11" fmla="*/ 490625 w 656840"/>
              <a:gd name="csY11" fmla="*/ 479454 h 720004"/>
              <a:gd name="csX12" fmla="*/ 440325 w 656840"/>
              <a:gd name="csY12" fmla="*/ 479454 h 720004"/>
              <a:gd name="csX13" fmla="*/ 440325 w 656840"/>
              <a:gd name="csY13" fmla="*/ 609407 h 720004"/>
              <a:gd name="csX14" fmla="*/ 392544 w 656840"/>
              <a:gd name="csY14" fmla="*/ 609407 h 720004"/>
              <a:gd name="csX15" fmla="*/ 374946 w 656840"/>
              <a:gd name="csY15" fmla="*/ 594302 h 720004"/>
              <a:gd name="csX16" fmla="*/ 374946 w 656840"/>
              <a:gd name="csY16" fmla="*/ 478196 h 720004"/>
              <a:gd name="csX17" fmla="*/ 304507 w 656840"/>
              <a:gd name="csY17" fmla="*/ 653589 h 720004"/>
              <a:gd name="csX18" fmla="*/ 205218 w 656840"/>
              <a:gd name="csY18" fmla="*/ 473136 h 720004"/>
              <a:gd name="csX19" fmla="*/ 132287 w 656840"/>
              <a:gd name="csY19" fmla="*/ 538741 h 720004"/>
              <a:gd name="csX20" fmla="*/ 139839 w 656840"/>
              <a:gd name="csY20" fmla="*/ 609407 h 720004"/>
              <a:gd name="csX21" fmla="*/ 202700 w 656840"/>
              <a:gd name="csY21" fmla="*/ 653589 h 720004"/>
              <a:gd name="csX22" fmla="*/ 303274 w 656840"/>
              <a:gd name="csY22" fmla="*/ 653589 h 720004"/>
              <a:gd name="csX23" fmla="*/ 304507 w 656840"/>
              <a:gd name="csY23" fmla="*/ 653589 h 720004"/>
              <a:gd name="csX24" fmla="*/ 313016 w 656840"/>
              <a:gd name="csY24" fmla="*/ 292708 h 720004"/>
              <a:gd name="csX25" fmla="*/ 429022 w 656840"/>
              <a:gd name="csY25" fmla="*/ 359597 h 720004"/>
              <a:gd name="csX26" fmla="*/ 569825 w 656840"/>
              <a:gd name="csY26" fmla="*/ 503421 h 720004"/>
              <a:gd name="csX27" fmla="*/ 594974 w 656840"/>
              <a:gd name="csY27" fmla="*/ 658649 h 720004"/>
              <a:gd name="csX28" fmla="*/ 396320 w 656840"/>
              <a:gd name="csY28" fmla="*/ 706582 h 720004"/>
              <a:gd name="csX29" fmla="*/ 271856 w 656840"/>
              <a:gd name="csY29" fmla="*/ 702781 h 720004"/>
              <a:gd name="csX30" fmla="*/ 147366 w 656840"/>
              <a:gd name="csY30" fmla="*/ 711617 h 720004"/>
              <a:gd name="csX31" fmla="*/ 46792 w 656840"/>
              <a:gd name="csY31" fmla="*/ 614467 h 720004"/>
              <a:gd name="csX32" fmla="*/ 132287 w 656840"/>
              <a:gd name="csY32" fmla="*/ 451687 h 720004"/>
              <a:gd name="csX33" fmla="*/ 225333 w 656840"/>
              <a:gd name="csY33" fmla="*/ 350761 h 720004"/>
              <a:gd name="csX34" fmla="*/ 313016 w 656840"/>
              <a:gd name="csY34" fmla="*/ 292708 h 720004"/>
              <a:gd name="csX35" fmla="*/ 569825 w 656840"/>
              <a:gd name="csY35" fmla="*/ 218266 h 720004"/>
              <a:gd name="csX36" fmla="*/ 656577 w 656840"/>
              <a:gd name="csY36" fmla="*/ 307838 h 720004"/>
              <a:gd name="csX37" fmla="*/ 581153 w 656840"/>
              <a:gd name="csY37" fmla="*/ 427746 h 720004"/>
              <a:gd name="csX38" fmla="*/ 491883 w 656840"/>
              <a:gd name="csY38" fmla="*/ 326795 h 720004"/>
              <a:gd name="csX39" fmla="*/ 569825 w 656840"/>
              <a:gd name="csY39" fmla="*/ 218266 h 720004"/>
              <a:gd name="csX40" fmla="*/ 73201 w 656840"/>
              <a:gd name="csY40" fmla="*/ 166557 h 720004"/>
              <a:gd name="csX41" fmla="*/ 163730 w 656840"/>
              <a:gd name="csY41" fmla="*/ 248551 h 720004"/>
              <a:gd name="csX42" fmla="*/ 98351 w 656840"/>
              <a:gd name="csY42" fmla="*/ 378503 h 720004"/>
              <a:gd name="csX43" fmla="*/ 1528 w 656840"/>
              <a:gd name="csY43" fmla="*/ 263706 h 720004"/>
              <a:gd name="csX44" fmla="*/ 73201 w 656840"/>
              <a:gd name="csY44" fmla="*/ 166557 h 720004"/>
              <a:gd name="csX45" fmla="*/ 444933 w 656840"/>
              <a:gd name="csY45" fmla="*/ 18881 h 720004"/>
              <a:gd name="csX46" fmla="*/ 460440 w 656840"/>
              <a:gd name="csY46" fmla="*/ 18906 h 720004"/>
              <a:gd name="csX47" fmla="*/ 530854 w 656840"/>
              <a:gd name="csY47" fmla="*/ 128694 h 720004"/>
              <a:gd name="csX48" fmla="*/ 429022 w 656840"/>
              <a:gd name="csY48" fmla="*/ 229645 h 720004"/>
              <a:gd name="csX49" fmla="*/ 363643 w 656840"/>
              <a:gd name="csY49" fmla="*/ 117315 h 720004"/>
              <a:gd name="csX50" fmla="*/ 444933 w 656840"/>
              <a:gd name="csY50" fmla="*/ 18881 h 720004"/>
              <a:gd name="csX51" fmla="*/ 242930 w 656840"/>
              <a:gd name="csY51" fmla="*/ 0 h 720004"/>
              <a:gd name="csX52" fmla="*/ 320896 w 656840"/>
              <a:gd name="csY52" fmla="*/ 110996 h 720004"/>
              <a:gd name="csX53" fmla="*/ 242930 w 656840"/>
              <a:gd name="csY53" fmla="*/ 222067 h 720004"/>
              <a:gd name="csX54" fmla="*/ 164989 w 656840"/>
              <a:gd name="csY54" fmla="*/ 110996 h 720004"/>
              <a:gd name="csX55" fmla="*/ 242930 w 656840"/>
              <a:gd name="csY55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205218 w 656840"/>
              <a:gd name="csY17" fmla="*/ 473136 h 720004"/>
              <a:gd name="csX18" fmla="*/ 132287 w 656840"/>
              <a:gd name="csY18" fmla="*/ 538741 h 720004"/>
              <a:gd name="csX19" fmla="*/ 139839 w 656840"/>
              <a:gd name="csY19" fmla="*/ 609407 h 720004"/>
              <a:gd name="csX20" fmla="*/ 202700 w 656840"/>
              <a:gd name="csY20" fmla="*/ 653589 h 720004"/>
              <a:gd name="csX21" fmla="*/ 303274 w 656840"/>
              <a:gd name="csY21" fmla="*/ 653589 h 720004"/>
              <a:gd name="csX22" fmla="*/ 304507 w 656840"/>
              <a:gd name="csY22" fmla="*/ 653589 h 720004"/>
              <a:gd name="csX23" fmla="*/ 313016 w 656840"/>
              <a:gd name="csY23" fmla="*/ 292708 h 720004"/>
              <a:gd name="csX24" fmla="*/ 429022 w 656840"/>
              <a:gd name="csY24" fmla="*/ 359597 h 720004"/>
              <a:gd name="csX25" fmla="*/ 569825 w 656840"/>
              <a:gd name="csY25" fmla="*/ 503421 h 720004"/>
              <a:gd name="csX26" fmla="*/ 594974 w 656840"/>
              <a:gd name="csY26" fmla="*/ 658649 h 720004"/>
              <a:gd name="csX27" fmla="*/ 396320 w 656840"/>
              <a:gd name="csY27" fmla="*/ 706582 h 720004"/>
              <a:gd name="csX28" fmla="*/ 271856 w 656840"/>
              <a:gd name="csY28" fmla="*/ 702781 h 720004"/>
              <a:gd name="csX29" fmla="*/ 147366 w 656840"/>
              <a:gd name="csY29" fmla="*/ 711617 h 720004"/>
              <a:gd name="csX30" fmla="*/ 46792 w 656840"/>
              <a:gd name="csY30" fmla="*/ 614467 h 720004"/>
              <a:gd name="csX31" fmla="*/ 132287 w 656840"/>
              <a:gd name="csY31" fmla="*/ 451687 h 720004"/>
              <a:gd name="csX32" fmla="*/ 225333 w 656840"/>
              <a:gd name="csY32" fmla="*/ 350761 h 720004"/>
              <a:gd name="csX33" fmla="*/ 313016 w 656840"/>
              <a:gd name="csY33" fmla="*/ 292708 h 720004"/>
              <a:gd name="csX34" fmla="*/ 569825 w 656840"/>
              <a:gd name="csY34" fmla="*/ 218266 h 720004"/>
              <a:gd name="csX35" fmla="*/ 656577 w 656840"/>
              <a:gd name="csY35" fmla="*/ 307838 h 720004"/>
              <a:gd name="csX36" fmla="*/ 581153 w 656840"/>
              <a:gd name="csY36" fmla="*/ 427746 h 720004"/>
              <a:gd name="csX37" fmla="*/ 491883 w 656840"/>
              <a:gd name="csY37" fmla="*/ 326795 h 720004"/>
              <a:gd name="csX38" fmla="*/ 569825 w 656840"/>
              <a:gd name="csY38" fmla="*/ 218266 h 720004"/>
              <a:gd name="csX39" fmla="*/ 73201 w 656840"/>
              <a:gd name="csY39" fmla="*/ 166557 h 720004"/>
              <a:gd name="csX40" fmla="*/ 163730 w 656840"/>
              <a:gd name="csY40" fmla="*/ 248551 h 720004"/>
              <a:gd name="csX41" fmla="*/ 98351 w 656840"/>
              <a:gd name="csY41" fmla="*/ 378503 h 720004"/>
              <a:gd name="csX42" fmla="*/ 1528 w 656840"/>
              <a:gd name="csY42" fmla="*/ 263706 h 720004"/>
              <a:gd name="csX43" fmla="*/ 73201 w 656840"/>
              <a:gd name="csY43" fmla="*/ 166557 h 720004"/>
              <a:gd name="csX44" fmla="*/ 444933 w 656840"/>
              <a:gd name="csY44" fmla="*/ 18881 h 720004"/>
              <a:gd name="csX45" fmla="*/ 460440 w 656840"/>
              <a:gd name="csY45" fmla="*/ 18906 h 720004"/>
              <a:gd name="csX46" fmla="*/ 530854 w 656840"/>
              <a:gd name="csY46" fmla="*/ 128694 h 720004"/>
              <a:gd name="csX47" fmla="*/ 429022 w 656840"/>
              <a:gd name="csY47" fmla="*/ 229645 h 720004"/>
              <a:gd name="csX48" fmla="*/ 363643 w 656840"/>
              <a:gd name="csY48" fmla="*/ 117315 h 720004"/>
              <a:gd name="csX49" fmla="*/ 444933 w 656840"/>
              <a:gd name="csY49" fmla="*/ 18881 h 720004"/>
              <a:gd name="csX50" fmla="*/ 242930 w 656840"/>
              <a:gd name="csY50" fmla="*/ 0 h 720004"/>
              <a:gd name="csX51" fmla="*/ 320896 w 656840"/>
              <a:gd name="csY51" fmla="*/ 110996 h 720004"/>
              <a:gd name="csX52" fmla="*/ 242930 w 656840"/>
              <a:gd name="csY52" fmla="*/ 222067 h 720004"/>
              <a:gd name="csX53" fmla="*/ 164989 w 656840"/>
              <a:gd name="csY53" fmla="*/ 110996 h 720004"/>
              <a:gd name="csX54" fmla="*/ 242930 w 656840"/>
              <a:gd name="csY54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2287 w 656840"/>
              <a:gd name="csY17" fmla="*/ 538741 h 720004"/>
              <a:gd name="csX18" fmla="*/ 139839 w 656840"/>
              <a:gd name="csY18" fmla="*/ 609407 h 720004"/>
              <a:gd name="csX19" fmla="*/ 202700 w 656840"/>
              <a:gd name="csY19" fmla="*/ 653589 h 720004"/>
              <a:gd name="csX20" fmla="*/ 303274 w 656840"/>
              <a:gd name="csY20" fmla="*/ 653589 h 720004"/>
              <a:gd name="csX21" fmla="*/ 304507 w 656840"/>
              <a:gd name="csY21" fmla="*/ 653589 h 720004"/>
              <a:gd name="csX22" fmla="*/ 313016 w 656840"/>
              <a:gd name="csY22" fmla="*/ 292708 h 720004"/>
              <a:gd name="csX23" fmla="*/ 429022 w 656840"/>
              <a:gd name="csY23" fmla="*/ 359597 h 720004"/>
              <a:gd name="csX24" fmla="*/ 569825 w 656840"/>
              <a:gd name="csY24" fmla="*/ 503421 h 720004"/>
              <a:gd name="csX25" fmla="*/ 594974 w 656840"/>
              <a:gd name="csY25" fmla="*/ 658649 h 720004"/>
              <a:gd name="csX26" fmla="*/ 396320 w 656840"/>
              <a:gd name="csY26" fmla="*/ 706582 h 720004"/>
              <a:gd name="csX27" fmla="*/ 271856 w 656840"/>
              <a:gd name="csY27" fmla="*/ 702781 h 720004"/>
              <a:gd name="csX28" fmla="*/ 147366 w 656840"/>
              <a:gd name="csY28" fmla="*/ 711617 h 720004"/>
              <a:gd name="csX29" fmla="*/ 46792 w 656840"/>
              <a:gd name="csY29" fmla="*/ 614467 h 720004"/>
              <a:gd name="csX30" fmla="*/ 132287 w 656840"/>
              <a:gd name="csY30" fmla="*/ 451687 h 720004"/>
              <a:gd name="csX31" fmla="*/ 225333 w 656840"/>
              <a:gd name="csY31" fmla="*/ 350761 h 720004"/>
              <a:gd name="csX32" fmla="*/ 313016 w 656840"/>
              <a:gd name="csY32" fmla="*/ 292708 h 720004"/>
              <a:gd name="csX33" fmla="*/ 569825 w 656840"/>
              <a:gd name="csY33" fmla="*/ 218266 h 720004"/>
              <a:gd name="csX34" fmla="*/ 656577 w 656840"/>
              <a:gd name="csY34" fmla="*/ 307838 h 720004"/>
              <a:gd name="csX35" fmla="*/ 581153 w 656840"/>
              <a:gd name="csY35" fmla="*/ 427746 h 720004"/>
              <a:gd name="csX36" fmla="*/ 491883 w 656840"/>
              <a:gd name="csY36" fmla="*/ 326795 h 720004"/>
              <a:gd name="csX37" fmla="*/ 569825 w 656840"/>
              <a:gd name="csY37" fmla="*/ 218266 h 720004"/>
              <a:gd name="csX38" fmla="*/ 73201 w 656840"/>
              <a:gd name="csY38" fmla="*/ 166557 h 720004"/>
              <a:gd name="csX39" fmla="*/ 163730 w 656840"/>
              <a:gd name="csY39" fmla="*/ 248551 h 720004"/>
              <a:gd name="csX40" fmla="*/ 98351 w 656840"/>
              <a:gd name="csY40" fmla="*/ 378503 h 720004"/>
              <a:gd name="csX41" fmla="*/ 1528 w 656840"/>
              <a:gd name="csY41" fmla="*/ 263706 h 720004"/>
              <a:gd name="csX42" fmla="*/ 73201 w 656840"/>
              <a:gd name="csY42" fmla="*/ 166557 h 720004"/>
              <a:gd name="csX43" fmla="*/ 444933 w 656840"/>
              <a:gd name="csY43" fmla="*/ 18881 h 720004"/>
              <a:gd name="csX44" fmla="*/ 460440 w 656840"/>
              <a:gd name="csY44" fmla="*/ 18906 h 720004"/>
              <a:gd name="csX45" fmla="*/ 530854 w 656840"/>
              <a:gd name="csY45" fmla="*/ 128694 h 720004"/>
              <a:gd name="csX46" fmla="*/ 429022 w 656840"/>
              <a:gd name="csY46" fmla="*/ 229645 h 720004"/>
              <a:gd name="csX47" fmla="*/ 363643 w 656840"/>
              <a:gd name="csY47" fmla="*/ 117315 h 720004"/>
              <a:gd name="csX48" fmla="*/ 444933 w 656840"/>
              <a:gd name="csY48" fmla="*/ 18881 h 720004"/>
              <a:gd name="csX49" fmla="*/ 242930 w 656840"/>
              <a:gd name="csY49" fmla="*/ 0 h 720004"/>
              <a:gd name="csX50" fmla="*/ 320896 w 656840"/>
              <a:gd name="csY50" fmla="*/ 110996 h 720004"/>
              <a:gd name="csX51" fmla="*/ 242930 w 656840"/>
              <a:gd name="csY51" fmla="*/ 222067 h 720004"/>
              <a:gd name="csX52" fmla="*/ 164989 w 656840"/>
              <a:gd name="csY52" fmla="*/ 110996 h 720004"/>
              <a:gd name="csX53" fmla="*/ 242930 w 656840"/>
              <a:gd name="csY53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9839 w 656840"/>
              <a:gd name="csY17" fmla="*/ 609407 h 720004"/>
              <a:gd name="csX18" fmla="*/ 202700 w 656840"/>
              <a:gd name="csY18" fmla="*/ 653589 h 720004"/>
              <a:gd name="csX19" fmla="*/ 303274 w 656840"/>
              <a:gd name="csY19" fmla="*/ 653589 h 720004"/>
              <a:gd name="csX20" fmla="*/ 304507 w 656840"/>
              <a:gd name="csY20" fmla="*/ 653589 h 720004"/>
              <a:gd name="csX21" fmla="*/ 313016 w 656840"/>
              <a:gd name="csY21" fmla="*/ 292708 h 720004"/>
              <a:gd name="csX22" fmla="*/ 429022 w 656840"/>
              <a:gd name="csY22" fmla="*/ 359597 h 720004"/>
              <a:gd name="csX23" fmla="*/ 569825 w 656840"/>
              <a:gd name="csY23" fmla="*/ 503421 h 720004"/>
              <a:gd name="csX24" fmla="*/ 594974 w 656840"/>
              <a:gd name="csY24" fmla="*/ 658649 h 720004"/>
              <a:gd name="csX25" fmla="*/ 396320 w 656840"/>
              <a:gd name="csY25" fmla="*/ 706582 h 720004"/>
              <a:gd name="csX26" fmla="*/ 271856 w 656840"/>
              <a:gd name="csY26" fmla="*/ 702781 h 720004"/>
              <a:gd name="csX27" fmla="*/ 147366 w 656840"/>
              <a:gd name="csY27" fmla="*/ 711617 h 720004"/>
              <a:gd name="csX28" fmla="*/ 46792 w 656840"/>
              <a:gd name="csY28" fmla="*/ 614467 h 720004"/>
              <a:gd name="csX29" fmla="*/ 132287 w 656840"/>
              <a:gd name="csY29" fmla="*/ 451687 h 720004"/>
              <a:gd name="csX30" fmla="*/ 225333 w 656840"/>
              <a:gd name="csY30" fmla="*/ 350761 h 720004"/>
              <a:gd name="csX31" fmla="*/ 313016 w 656840"/>
              <a:gd name="csY31" fmla="*/ 292708 h 720004"/>
              <a:gd name="csX32" fmla="*/ 569825 w 656840"/>
              <a:gd name="csY32" fmla="*/ 218266 h 720004"/>
              <a:gd name="csX33" fmla="*/ 656577 w 656840"/>
              <a:gd name="csY33" fmla="*/ 307838 h 720004"/>
              <a:gd name="csX34" fmla="*/ 581153 w 656840"/>
              <a:gd name="csY34" fmla="*/ 427746 h 720004"/>
              <a:gd name="csX35" fmla="*/ 491883 w 656840"/>
              <a:gd name="csY35" fmla="*/ 326795 h 720004"/>
              <a:gd name="csX36" fmla="*/ 569825 w 656840"/>
              <a:gd name="csY36" fmla="*/ 218266 h 720004"/>
              <a:gd name="csX37" fmla="*/ 73201 w 656840"/>
              <a:gd name="csY37" fmla="*/ 166557 h 720004"/>
              <a:gd name="csX38" fmla="*/ 163730 w 656840"/>
              <a:gd name="csY38" fmla="*/ 248551 h 720004"/>
              <a:gd name="csX39" fmla="*/ 98351 w 656840"/>
              <a:gd name="csY39" fmla="*/ 378503 h 720004"/>
              <a:gd name="csX40" fmla="*/ 1528 w 656840"/>
              <a:gd name="csY40" fmla="*/ 263706 h 720004"/>
              <a:gd name="csX41" fmla="*/ 73201 w 656840"/>
              <a:gd name="csY41" fmla="*/ 166557 h 720004"/>
              <a:gd name="csX42" fmla="*/ 444933 w 656840"/>
              <a:gd name="csY42" fmla="*/ 18881 h 720004"/>
              <a:gd name="csX43" fmla="*/ 460440 w 656840"/>
              <a:gd name="csY43" fmla="*/ 18906 h 720004"/>
              <a:gd name="csX44" fmla="*/ 530854 w 656840"/>
              <a:gd name="csY44" fmla="*/ 128694 h 720004"/>
              <a:gd name="csX45" fmla="*/ 429022 w 656840"/>
              <a:gd name="csY45" fmla="*/ 229645 h 720004"/>
              <a:gd name="csX46" fmla="*/ 363643 w 656840"/>
              <a:gd name="csY46" fmla="*/ 117315 h 720004"/>
              <a:gd name="csX47" fmla="*/ 444933 w 656840"/>
              <a:gd name="csY47" fmla="*/ 18881 h 720004"/>
              <a:gd name="csX48" fmla="*/ 242930 w 656840"/>
              <a:gd name="csY48" fmla="*/ 0 h 720004"/>
              <a:gd name="csX49" fmla="*/ 320896 w 656840"/>
              <a:gd name="csY49" fmla="*/ 110996 h 720004"/>
              <a:gd name="csX50" fmla="*/ 242930 w 656840"/>
              <a:gd name="csY50" fmla="*/ 222067 h 720004"/>
              <a:gd name="csX51" fmla="*/ 164989 w 656840"/>
              <a:gd name="csY51" fmla="*/ 110996 h 720004"/>
              <a:gd name="csX52" fmla="*/ 242930 w 656840"/>
              <a:gd name="csY52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139839 w 656840"/>
              <a:gd name="csY16" fmla="*/ 609407 h 720004"/>
              <a:gd name="csX17" fmla="*/ 202700 w 656840"/>
              <a:gd name="csY17" fmla="*/ 653589 h 720004"/>
              <a:gd name="csX18" fmla="*/ 303274 w 656840"/>
              <a:gd name="csY18" fmla="*/ 653589 h 720004"/>
              <a:gd name="csX19" fmla="*/ 304507 w 656840"/>
              <a:gd name="csY19" fmla="*/ 653589 h 720004"/>
              <a:gd name="csX20" fmla="*/ 313016 w 656840"/>
              <a:gd name="csY20" fmla="*/ 292708 h 720004"/>
              <a:gd name="csX21" fmla="*/ 429022 w 656840"/>
              <a:gd name="csY21" fmla="*/ 359597 h 720004"/>
              <a:gd name="csX22" fmla="*/ 569825 w 656840"/>
              <a:gd name="csY22" fmla="*/ 503421 h 720004"/>
              <a:gd name="csX23" fmla="*/ 594974 w 656840"/>
              <a:gd name="csY23" fmla="*/ 658649 h 720004"/>
              <a:gd name="csX24" fmla="*/ 396320 w 656840"/>
              <a:gd name="csY24" fmla="*/ 706582 h 720004"/>
              <a:gd name="csX25" fmla="*/ 271856 w 656840"/>
              <a:gd name="csY25" fmla="*/ 702781 h 720004"/>
              <a:gd name="csX26" fmla="*/ 147366 w 656840"/>
              <a:gd name="csY26" fmla="*/ 711617 h 720004"/>
              <a:gd name="csX27" fmla="*/ 46792 w 656840"/>
              <a:gd name="csY27" fmla="*/ 614467 h 720004"/>
              <a:gd name="csX28" fmla="*/ 132287 w 656840"/>
              <a:gd name="csY28" fmla="*/ 451687 h 720004"/>
              <a:gd name="csX29" fmla="*/ 225333 w 656840"/>
              <a:gd name="csY29" fmla="*/ 350761 h 720004"/>
              <a:gd name="csX30" fmla="*/ 313016 w 656840"/>
              <a:gd name="csY30" fmla="*/ 292708 h 720004"/>
              <a:gd name="csX31" fmla="*/ 569825 w 656840"/>
              <a:gd name="csY31" fmla="*/ 218266 h 720004"/>
              <a:gd name="csX32" fmla="*/ 656577 w 656840"/>
              <a:gd name="csY32" fmla="*/ 307838 h 720004"/>
              <a:gd name="csX33" fmla="*/ 581153 w 656840"/>
              <a:gd name="csY33" fmla="*/ 427746 h 720004"/>
              <a:gd name="csX34" fmla="*/ 491883 w 656840"/>
              <a:gd name="csY34" fmla="*/ 326795 h 720004"/>
              <a:gd name="csX35" fmla="*/ 569825 w 656840"/>
              <a:gd name="csY35" fmla="*/ 218266 h 720004"/>
              <a:gd name="csX36" fmla="*/ 73201 w 656840"/>
              <a:gd name="csY36" fmla="*/ 166557 h 720004"/>
              <a:gd name="csX37" fmla="*/ 163730 w 656840"/>
              <a:gd name="csY37" fmla="*/ 248551 h 720004"/>
              <a:gd name="csX38" fmla="*/ 98351 w 656840"/>
              <a:gd name="csY38" fmla="*/ 378503 h 720004"/>
              <a:gd name="csX39" fmla="*/ 1528 w 656840"/>
              <a:gd name="csY39" fmla="*/ 263706 h 720004"/>
              <a:gd name="csX40" fmla="*/ 73201 w 656840"/>
              <a:gd name="csY40" fmla="*/ 166557 h 720004"/>
              <a:gd name="csX41" fmla="*/ 444933 w 656840"/>
              <a:gd name="csY41" fmla="*/ 18881 h 720004"/>
              <a:gd name="csX42" fmla="*/ 460440 w 656840"/>
              <a:gd name="csY42" fmla="*/ 18906 h 720004"/>
              <a:gd name="csX43" fmla="*/ 530854 w 656840"/>
              <a:gd name="csY43" fmla="*/ 128694 h 720004"/>
              <a:gd name="csX44" fmla="*/ 429022 w 656840"/>
              <a:gd name="csY44" fmla="*/ 229645 h 720004"/>
              <a:gd name="csX45" fmla="*/ 363643 w 656840"/>
              <a:gd name="csY45" fmla="*/ 117315 h 720004"/>
              <a:gd name="csX46" fmla="*/ 444933 w 656840"/>
              <a:gd name="csY46" fmla="*/ 18881 h 720004"/>
              <a:gd name="csX47" fmla="*/ 242930 w 656840"/>
              <a:gd name="csY47" fmla="*/ 0 h 720004"/>
              <a:gd name="csX48" fmla="*/ 320896 w 656840"/>
              <a:gd name="csY48" fmla="*/ 110996 h 720004"/>
              <a:gd name="csX49" fmla="*/ 242930 w 656840"/>
              <a:gd name="csY49" fmla="*/ 222067 h 720004"/>
              <a:gd name="csX50" fmla="*/ 164989 w 656840"/>
              <a:gd name="csY50" fmla="*/ 110996 h 720004"/>
              <a:gd name="csX51" fmla="*/ 242930 w 656840"/>
              <a:gd name="csY51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202700 w 656840"/>
              <a:gd name="csY16" fmla="*/ 653589 h 720004"/>
              <a:gd name="csX17" fmla="*/ 303274 w 656840"/>
              <a:gd name="csY17" fmla="*/ 653589 h 720004"/>
              <a:gd name="csX18" fmla="*/ 304507 w 656840"/>
              <a:gd name="csY18" fmla="*/ 653589 h 720004"/>
              <a:gd name="csX19" fmla="*/ 313016 w 656840"/>
              <a:gd name="csY19" fmla="*/ 292708 h 720004"/>
              <a:gd name="csX20" fmla="*/ 429022 w 656840"/>
              <a:gd name="csY20" fmla="*/ 359597 h 720004"/>
              <a:gd name="csX21" fmla="*/ 569825 w 656840"/>
              <a:gd name="csY21" fmla="*/ 503421 h 720004"/>
              <a:gd name="csX22" fmla="*/ 594974 w 656840"/>
              <a:gd name="csY22" fmla="*/ 658649 h 720004"/>
              <a:gd name="csX23" fmla="*/ 396320 w 656840"/>
              <a:gd name="csY23" fmla="*/ 706582 h 720004"/>
              <a:gd name="csX24" fmla="*/ 271856 w 656840"/>
              <a:gd name="csY24" fmla="*/ 702781 h 720004"/>
              <a:gd name="csX25" fmla="*/ 147366 w 656840"/>
              <a:gd name="csY25" fmla="*/ 711617 h 720004"/>
              <a:gd name="csX26" fmla="*/ 46792 w 656840"/>
              <a:gd name="csY26" fmla="*/ 614467 h 720004"/>
              <a:gd name="csX27" fmla="*/ 132287 w 656840"/>
              <a:gd name="csY27" fmla="*/ 451687 h 720004"/>
              <a:gd name="csX28" fmla="*/ 225333 w 656840"/>
              <a:gd name="csY28" fmla="*/ 350761 h 720004"/>
              <a:gd name="csX29" fmla="*/ 313016 w 656840"/>
              <a:gd name="csY29" fmla="*/ 292708 h 720004"/>
              <a:gd name="csX30" fmla="*/ 569825 w 656840"/>
              <a:gd name="csY30" fmla="*/ 218266 h 720004"/>
              <a:gd name="csX31" fmla="*/ 656577 w 656840"/>
              <a:gd name="csY31" fmla="*/ 307838 h 720004"/>
              <a:gd name="csX32" fmla="*/ 581153 w 656840"/>
              <a:gd name="csY32" fmla="*/ 427746 h 720004"/>
              <a:gd name="csX33" fmla="*/ 491883 w 656840"/>
              <a:gd name="csY33" fmla="*/ 326795 h 720004"/>
              <a:gd name="csX34" fmla="*/ 569825 w 656840"/>
              <a:gd name="csY34" fmla="*/ 218266 h 720004"/>
              <a:gd name="csX35" fmla="*/ 73201 w 656840"/>
              <a:gd name="csY35" fmla="*/ 166557 h 720004"/>
              <a:gd name="csX36" fmla="*/ 163730 w 656840"/>
              <a:gd name="csY36" fmla="*/ 248551 h 720004"/>
              <a:gd name="csX37" fmla="*/ 98351 w 656840"/>
              <a:gd name="csY37" fmla="*/ 378503 h 720004"/>
              <a:gd name="csX38" fmla="*/ 1528 w 656840"/>
              <a:gd name="csY38" fmla="*/ 263706 h 720004"/>
              <a:gd name="csX39" fmla="*/ 73201 w 656840"/>
              <a:gd name="csY39" fmla="*/ 166557 h 720004"/>
              <a:gd name="csX40" fmla="*/ 444933 w 656840"/>
              <a:gd name="csY40" fmla="*/ 18881 h 720004"/>
              <a:gd name="csX41" fmla="*/ 460440 w 656840"/>
              <a:gd name="csY41" fmla="*/ 18906 h 720004"/>
              <a:gd name="csX42" fmla="*/ 530854 w 656840"/>
              <a:gd name="csY42" fmla="*/ 128694 h 720004"/>
              <a:gd name="csX43" fmla="*/ 429022 w 656840"/>
              <a:gd name="csY43" fmla="*/ 229645 h 720004"/>
              <a:gd name="csX44" fmla="*/ 363643 w 656840"/>
              <a:gd name="csY44" fmla="*/ 117315 h 720004"/>
              <a:gd name="csX45" fmla="*/ 444933 w 656840"/>
              <a:gd name="csY45" fmla="*/ 18881 h 720004"/>
              <a:gd name="csX46" fmla="*/ 242930 w 656840"/>
              <a:gd name="csY46" fmla="*/ 0 h 720004"/>
              <a:gd name="csX47" fmla="*/ 320896 w 656840"/>
              <a:gd name="csY47" fmla="*/ 110996 h 720004"/>
              <a:gd name="csX48" fmla="*/ 242930 w 656840"/>
              <a:gd name="csY48" fmla="*/ 222067 h 720004"/>
              <a:gd name="csX49" fmla="*/ 164989 w 656840"/>
              <a:gd name="csY49" fmla="*/ 110996 h 720004"/>
              <a:gd name="csX50" fmla="*/ 242930 w 656840"/>
              <a:gd name="csY50" fmla="*/ 0 h 720004"/>
              <a:gd name="csX0" fmla="*/ 216521 w 656840"/>
              <a:gd name="csY0" fmla="*/ 613208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374946 w 656840"/>
              <a:gd name="csY3" fmla="*/ 478196 h 720004"/>
              <a:gd name="csX4" fmla="*/ 327165 w 656840"/>
              <a:gd name="csY4" fmla="*/ 479454 h 720004"/>
              <a:gd name="csX5" fmla="*/ 327165 w 656840"/>
              <a:gd name="csY5" fmla="*/ 608148 h 720004"/>
              <a:gd name="csX6" fmla="*/ 374946 w 656840"/>
              <a:gd name="csY6" fmla="*/ 652330 h 720004"/>
              <a:gd name="csX7" fmla="*/ 490625 w 656840"/>
              <a:gd name="csY7" fmla="*/ 652330 h 720004"/>
              <a:gd name="csX8" fmla="*/ 490625 w 656840"/>
              <a:gd name="csY8" fmla="*/ 479454 h 720004"/>
              <a:gd name="csX9" fmla="*/ 440325 w 656840"/>
              <a:gd name="csY9" fmla="*/ 479454 h 720004"/>
              <a:gd name="csX10" fmla="*/ 440325 w 656840"/>
              <a:gd name="csY10" fmla="*/ 609407 h 720004"/>
              <a:gd name="csX11" fmla="*/ 392544 w 656840"/>
              <a:gd name="csY11" fmla="*/ 609407 h 720004"/>
              <a:gd name="csX12" fmla="*/ 374946 w 656840"/>
              <a:gd name="csY12" fmla="*/ 594302 h 720004"/>
              <a:gd name="csX13" fmla="*/ 374946 w 656840"/>
              <a:gd name="csY13" fmla="*/ 478196 h 720004"/>
              <a:gd name="csX14" fmla="*/ 304507 w 656840"/>
              <a:gd name="csY14" fmla="*/ 653589 h 720004"/>
              <a:gd name="csX15" fmla="*/ 202700 w 656840"/>
              <a:gd name="csY15" fmla="*/ 653589 h 720004"/>
              <a:gd name="csX16" fmla="*/ 303274 w 656840"/>
              <a:gd name="csY16" fmla="*/ 653589 h 720004"/>
              <a:gd name="csX17" fmla="*/ 304507 w 656840"/>
              <a:gd name="csY17" fmla="*/ 653589 h 720004"/>
              <a:gd name="csX18" fmla="*/ 313016 w 656840"/>
              <a:gd name="csY18" fmla="*/ 292708 h 720004"/>
              <a:gd name="csX19" fmla="*/ 429022 w 656840"/>
              <a:gd name="csY19" fmla="*/ 359597 h 720004"/>
              <a:gd name="csX20" fmla="*/ 569825 w 656840"/>
              <a:gd name="csY20" fmla="*/ 503421 h 720004"/>
              <a:gd name="csX21" fmla="*/ 594974 w 656840"/>
              <a:gd name="csY21" fmla="*/ 658649 h 720004"/>
              <a:gd name="csX22" fmla="*/ 396320 w 656840"/>
              <a:gd name="csY22" fmla="*/ 706582 h 720004"/>
              <a:gd name="csX23" fmla="*/ 271856 w 656840"/>
              <a:gd name="csY23" fmla="*/ 702781 h 720004"/>
              <a:gd name="csX24" fmla="*/ 147366 w 656840"/>
              <a:gd name="csY24" fmla="*/ 711617 h 720004"/>
              <a:gd name="csX25" fmla="*/ 46792 w 656840"/>
              <a:gd name="csY25" fmla="*/ 614467 h 720004"/>
              <a:gd name="csX26" fmla="*/ 132287 w 656840"/>
              <a:gd name="csY26" fmla="*/ 451687 h 720004"/>
              <a:gd name="csX27" fmla="*/ 225333 w 656840"/>
              <a:gd name="csY27" fmla="*/ 350761 h 720004"/>
              <a:gd name="csX28" fmla="*/ 313016 w 656840"/>
              <a:gd name="csY28" fmla="*/ 292708 h 720004"/>
              <a:gd name="csX29" fmla="*/ 569825 w 656840"/>
              <a:gd name="csY29" fmla="*/ 218266 h 720004"/>
              <a:gd name="csX30" fmla="*/ 656577 w 656840"/>
              <a:gd name="csY30" fmla="*/ 307838 h 720004"/>
              <a:gd name="csX31" fmla="*/ 581153 w 656840"/>
              <a:gd name="csY31" fmla="*/ 427746 h 720004"/>
              <a:gd name="csX32" fmla="*/ 491883 w 656840"/>
              <a:gd name="csY32" fmla="*/ 326795 h 720004"/>
              <a:gd name="csX33" fmla="*/ 569825 w 656840"/>
              <a:gd name="csY33" fmla="*/ 218266 h 720004"/>
              <a:gd name="csX34" fmla="*/ 73201 w 656840"/>
              <a:gd name="csY34" fmla="*/ 166557 h 720004"/>
              <a:gd name="csX35" fmla="*/ 163730 w 656840"/>
              <a:gd name="csY35" fmla="*/ 248551 h 720004"/>
              <a:gd name="csX36" fmla="*/ 98351 w 656840"/>
              <a:gd name="csY36" fmla="*/ 378503 h 720004"/>
              <a:gd name="csX37" fmla="*/ 1528 w 656840"/>
              <a:gd name="csY37" fmla="*/ 263706 h 720004"/>
              <a:gd name="csX38" fmla="*/ 73201 w 656840"/>
              <a:gd name="csY38" fmla="*/ 166557 h 720004"/>
              <a:gd name="csX39" fmla="*/ 444933 w 656840"/>
              <a:gd name="csY39" fmla="*/ 18881 h 720004"/>
              <a:gd name="csX40" fmla="*/ 460440 w 656840"/>
              <a:gd name="csY40" fmla="*/ 18906 h 720004"/>
              <a:gd name="csX41" fmla="*/ 530854 w 656840"/>
              <a:gd name="csY41" fmla="*/ 128694 h 720004"/>
              <a:gd name="csX42" fmla="*/ 429022 w 656840"/>
              <a:gd name="csY42" fmla="*/ 229645 h 720004"/>
              <a:gd name="csX43" fmla="*/ 363643 w 656840"/>
              <a:gd name="csY43" fmla="*/ 117315 h 720004"/>
              <a:gd name="csX44" fmla="*/ 444933 w 656840"/>
              <a:gd name="csY44" fmla="*/ 18881 h 720004"/>
              <a:gd name="csX45" fmla="*/ 242930 w 656840"/>
              <a:gd name="csY45" fmla="*/ 0 h 720004"/>
              <a:gd name="csX46" fmla="*/ 320896 w 656840"/>
              <a:gd name="csY46" fmla="*/ 110996 h 720004"/>
              <a:gd name="csX47" fmla="*/ 242930 w 656840"/>
              <a:gd name="csY47" fmla="*/ 222067 h 720004"/>
              <a:gd name="csX48" fmla="*/ 164989 w 656840"/>
              <a:gd name="csY48" fmla="*/ 110996 h 720004"/>
              <a:gd name="csX49" fmla="*/ 242930 w 656840"/>
              <a:gd name="csY49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27165 w 656840"/>
              <a:gd name="csY2" fmla="*/ 608148 h 720004"/>
              <a:gd name="csX3" fmla="*/ 374946 w 656840"/>
              <a:gd name="csY3" fmla="*/ 652330 h 720004"/>
              <a:gd name="csX4" fmla="*/ 490625 w 656840"/>
              <a:gd name="csY4" fmla="*/ 652330 h 720004"/>
              <a:gd name="csX5" fmla="*/ 490625 w 656840"/>
              <a:gd name="csY5" fmla="*/ 479454 h 720004"/>
              <a:gd name="csX6" fmla="*/ 440325 w 656840"/>
              <a:gd name="csY6" fmla="*/ 479454 h 720004"/>
              <a:gd name="csX7" fmla="*/ 440325 w 656840"/>
              <a:gd name="csY7" fmla="*/ 609407 h 720004"/>
              <a:gd name="csX8" fmla="*/ 392544 w 656840"/>
              <a:gd name="csY8" fmla="*/ 609407 h 720004"/>
              <a:gd name="csX9" fmla="*/ 374946 w 656840"/>
              <a:gd name="csY9" fmla="*/ 594302 h 720004"/>
              <a:gd name="csX10" fmla="*/ 374946 w 656840"/>
              <a:gd name="csY10" fmla="*/ 478196 h 720004"/>
              <a:gd name="csX11" fmla="*/ 304507 w 656840"/>
              <a:gd name="csY11" fmla="*/ 653589 h 720004"/>
              <a:gd name="csX12" fmla="*/ 202700 w 656840"/>
              <a:gd name="csY12" fmla="*/ 653589 h 720004"/>
              <a:gd name="csX13" fmla="*/ 303274 w 656840"/>
              <a:gd name="csY13" fmla="*/ 653589 h 720004"/>
              <a:gd name="csX14" fmla="*/ 304507 w 656840"/>
              <a:gd name="csY14" fmla="*/ 653589 h 720004"/>
              <a:gd name="csX15" fmla="*/ 313016 w 656840"/>
              <a:gd name="csY15" fmla="*/ 292708 h 720004"/>
              <a:gd name="csX16" fmla="*/ 429022 w 656840"/>
              <a:gd name="csY16" fmla="*/ 359597 h 720004"/>
              <a:gd name="csX17" fmla="*/ 569825 w 656840"/>
              <a:gd name="csY17" fmla="*/ 503421 h 720004"/>
              <a:gd name="csX18" fmla="*/ 594974 w 656840"/>
              <a:gd name="csY18" fmla="*/ 658649 h 720004"/>
              <a:gd name="csX19" fmla="*/ 396320 w 656840"/>
              <a:gd name="csY19" fmla="*/ 706582 h 720004"/>
              <a:gd name="csX20" fmla="*/ 271856 w 656840"/>
              <a:gd name="csY20" fmla="*/ 702781 h 720004"/>
              <a:gd name="csX21" fmla="*/ 147366 w 656840"/>
              <a:gd name="csY21" fmla="*/ 711617 h 720004"/>
              <a:gd name="csX22" fmla="*/ 46792 w 656840"/>
              <a:gd name="csY22" fmla="*/ 614467 h 720004"/>
              <a:gd name="csX23" fmla="*/ 132287 w 656840"/>
              <a:gd name="csY23" fmla="*/ 451687 h 720004"/>
              <a:gd name="csX24" fmla="*/ 225333 w 656840"/>
              <a:gd name="csY24" fmla="*/ 350761 h 720004"/>
              <a:gd name="csX25" fmla="*/ 313016 w 656840"/>
              <a:gd name="csY25" fmla="*/ 292708 h 720004"/>
              <a:gd name="csX26" fmla="*/ 569825 w 656840"/>
              <a:gd name="csY26" fmla="*/ 218266 h 720004"/>
              <a:gd name="csX27" fmla="*/ 656577 w 656840"/>
              <a:gd name="csY27" fmla="*/ 307838 h 720004"/>
              <a:gd name="csX28" fmla="*/ 581153 w 656840"/>
              <a:gd name="csY28" fmla="*/ 427746 h 720004"/>
              <a:gd name="csX29" fmla="*/ 491883 w 656840"/>
              <a:gd name="csY29" fmla="*/ 326795 h 720004"/>
              <a:gd name="csX30" fmla="*/ 569825 w 656840"/>
              <a:gd name="csY30" fmla="*/ 218266 h 720004"/>
              <a:gd name="csX31" fmla="*/ 73201 w 656840"/>
              <a:gd name="csY31" fmla="*/ 166557 h 720004"/>
              <a:gd name="csX32" fmla="*/ 163730 w 656840"/>
              <a:gd name="csY32" fmla="*/ 248551 h 720004"/>
              <a:gd name="csX33" fmla="*/ 98351 w 656840"/>
              <a:gd name="csY33" fmla="*/ 378503 h 720004"/>
              <a:gd name="csX34" fmla="*/ 1528 w 656840"/>
              <a:gd name="csY34" fmla="*/ 263706 h 720004"/>
              <a:gd name="csX35" fmla="*/ 73201 w 656840"/>
              <a:gd name="csY35" fmla="*/ 166557 h 720004"/>
              <a:gd name="csX36" fmla="*/ 444933 w 656840"/>
              <a:gd name="csY36" fmla="*/ 18881 h 720004"/>
              <a:gd name="csX37" fmla="*/ 460440 w 656840"/>
              <a:gd name="csY37" fmla="*/ 18906 h 720004"/>
              <a:gd name="csX38" fmla="*/ 530854 w 656840"/>
              <a:gd name="csY38" fmla="*/ 128694 h 720004"/>
              <a:gd name="csX39" fmla="*/ 429022 w 656840"/>
              <a:gd name="csY39" fmla="*/ 229645 h 720004"/>
              <a:gd name="csX40" fmla="*/ 363643 w 656840"/>
              <a:gd name="csY40" fmla="*/ 117315 h 720004"/>
              <a:gd name="csX41" fmla="*/ 444933 w 656840"/>
              <a:gd name="csY41" fmla="*/ 18881 h 720004"/>
              <a:gd name="csX42" fmla="*/ 242930 w 656840"/>
              <a:gd name="csY42" fmla="*/ 0 h 720004"/>
              <a:gd name="csX43" fmla="*/ 320896 w 656840"/>
              <a:gd name="csY43" fmla="*/ 110996 h 720004"/>
              <a:gd name="csX44" fmla="*/ 242930 w 656840"/>
              <a:gd name="csY44" fmla="*/ 222067 h 720004"/>
              <a:gd name="csX45" fmla="*/ 164989 w 656840"/>
              <a:gd name="csY45" fmla="*/ 110996 h 720004"/>
              <a:gd name="csX46" fmla="*/ 242930 w 656840"/>
              <a:gd name="csY46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74946 w 656840"/>
              <a:gd name="csY2" fmla="*/ 652330 h 720004"/>
              <a:gd name="csX3" fmla="*/ 490625 w 656840"/>
              <a:gd name="csY3" fmla="*/ 652330 h 720004"/>
              <a:gd name="csX4" fmla="*/ 490625 w 656840"/>
              <a:gd name="csY4" fmla="*/ 479454 h 720004"/>
              <a:gd name="csX5" fmla="*/ 440325 w 656840"/>
              <a:gd name="csY5" fmla="*/ 479454 h 720004"/>
              <a:gd name="csX6" fmla="*/ 440325 w 656840"/>
              <a:gd name="csY6" fmla="*/ 609407 h 720004"/>
              <a:gd name="csX7" fmla="*/ 392544 w 656840"/>
              <a:gd name="csY7" fmla="*/ 609407 h 720004"/>
              <a:gd name="csX8" fmla="*/ 374946 w 656840"/>
              <a:gd name="csY8" fmla="*/ 594302 h 720004"/>
              <a:gd name="csX9" fmla="*/ 374946 w 656840"/>
              <a:gd name="csY9" fmla="*/ 478196 h 720004"/>
              <a:gd name="csX10" fmla="*/ 304507 w 656840"/>
              <a:gd name="csY10" fmla="*/ 653589 h 720004"/>
              <a:gd name="csX11" fmla="*/ 202700 w 656840"/>
              <a:gd name="csY11" fmla="*/ 653589 h 720004"/>
              <a:gd name="csX12" fmla="*/ 303274 w 656840"/>
              <a:gd name="csY12" fmla="*/ 653589 h 720004"/>
              <a:gd name="csX13" fmla="*/ 304507 w 656840"/>
              <a:gd name="csY13" fmla="*/ 653589 h 720004"/>
              <a:gd name="csX14" fmla="*/ 313016 w 656840"/>
              <a:gd name="csY14" fmla="*/ 292708 h 720004"/>
              <a:gd name="csX15" fmla="*/ 429022 w 656840"/>
              <a:gd name="csY15" fmla="*/ 359597 h 720004"/>
              <a:gd name="csX16" fmla="*/ 569825 w 656840"/>
              <a:gd name="csY16" fmla="*/ 503421 h 720004"/>
              <a:gd name="csX17" fmla="*/ 594974 w 656840"/>
              <a:gd name="csY17" fmla="*/ 658649 h 720004"/>
              <a:gd name="csX18" fmla="*/ 396320 w 656840"/>
              <a:gd name="csY18" fmla="*/ 706582 h 720004"/>
              <a:gd name="csX19" fmla="*/ 271856 w 656840"/>
              <a:gd name="csY19" fmla="*/ 702781 h 720004"/>
              <a:gd name="csX20" fmla="*/ 147366 w 656840"/>
              <a:gd name="csY20" fmla="*/ 711617 h 720004"/>
              <a:gd name="csX21" fmla="*/ 46792 w 656840"/>
              <a:gd name="csY21" fmla="*/ 614467 h 720004"/>
              <a:gd name="csX22" fmla="*/ 132287 w 656840"/>
              <a:gd name="csY22" fmla="*/ 451687 h 720004"/>
              <a:gd name="csX23" fmla="*/ 225333 w 656840"/>
              <a:gd name="csY23" fmla="*/ 350761 h 720004"/>
              <a:gd name="csX24" fmla="*/ 313016 w 656840"/>
              <a:gd name="csY24" fmla="*/ 292708 h 720004"/>
              <a:gd name="csX25" fmla="*/ 569825 w 656840"/>
              <a:gd name="csY25" fmla="*/ 218266 h 720004"/>
              <a:gd name="csX26" fmla="*/ 656577 w 656840"/>
              <a:gd name="csY26" fmla="*/ 307838 h 720004"/>
              <a:gd name="csX27" fmla="*/ 581153 w 656840"/>
              <a:gd name="csY27" fmla="*/ 427746 h 720004"/>
              <a:gd name="csX28" fmla="*/ 491883 w 656840"/>
              <a:gd name="csY28" fmla="*/ 326795 h 720004"/>
              <a:gd name="csX29" fmla="*/ 569825 w 656840"/>
              <a:gd name="csY29" fmla="*/ 218266 h 720004"/>
              <a:gd name="csX30" fmla="*/ 73201 w 656840"/>
              <a:gd name="csY30" fmla="*/ 166557 h 720004"/>
              <a:gd name="csX31" fmla="*/ 163730 w 656840"/>
              <a:gd name="csY31" fmla="*/ 248551 h 720004"/>
              <a:gd name="csX32" fmla="*/ 98351 w 656840"/>
              <a:gd name="csY32" fmla="*/ 378503 h 720004"/>
              <a:gd name="csX33" fmla="*/ 1528 w 656840"/>
              <a:gd name="csY33" fmla="*/ 263706 h 720004"/>
              <a:gd name="csX34" fmla="*/ 73201 w 656840"/>
              <a:gd name="csY34" fmla="*/ 166557 h 720004"/>
              <a:gd name="csX35" fmla="*/ 444933 w 656840"/>
              <a:gd name="csY35" fmla="*/ 18881 h 720004"/>
              <a:gd name="csX36" fmla="*/ 460440 w 656840"/>
              <a:gd name="csY36" fmla="*/ 18906 h 720004"/>
              <a:gd name="csX37" fmla="*/ 530854 w 656840"/>
              <a:gd name="csY37" fmla="*/ 128694 h 720004"/>
              <a:gd name="csX38" fmla="*/ 429022 w 656840"/>
              <a:gd name="csY38" fmla="*/ 229645 h 720004"/>
              <a:gd name="csX39" fmla="*/ 363643 w 656840"/>
              <a:gd name="csY39" fmla="*/ 117315 h 720004"/>
              <a:gd name="csX40" fmla="*/ 444933 w 656840"/>
              <a:gd name="csY40" fmla="*/ 18881 h 720004"/>
              <a:gd name="csX41" fmla="*/ 242930 w 656840"/>
              <a:gd name="csY41" fmla="*/ 0 h 720004"/>
              <a:gd name="csX42" fmla="*/ 320896 w 656840"/>
              <a:gd name="csY42" fmla="*/ 110996 h 720004"/>
              <a:gd name="csX43" fmla="*/ 242930 w 656840"/>
              <a:gd name="csY43" fmla="*/ 222067 h 720004"/>
              <a:gd name="csX44" fmla="*/ 164989 w 656840"/>
              <a:gd name="csY44" fmla="*/ 110996 h 720004"/>
              <a:gd name="csX45" fmla="*/ 242930 w 656840"/>
              <a:gd name="csY45" fmla="*/ 0 h 720004"/>
              <a:gd name="csX0" fmla="*/ 374946 w 656840"/>
              <a:gd name="csY0" fmla="*/ 478196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74946 w 656840"/>
              <a:gd name="csY8" fmla="*/ 478196 h 720004"/>
              <a:gd name="csX9" fmla="*/ 304507 w 656840"/>
              <a:gd name="csY9" fmla="*/ 653589 h 720004"/>
              <a:gd name="csX10" fmla="*/ 202700 w 656840"/>
              <a:gd name="csY10" fmla="*/ 653589 h 720004"/>
              <a:gd name="csX11" fmla="*/ 303274 w 656840"/>
              <a:gd name="csY11" fmla="*/ 653589 h 720004"/>
              <a:gd name="csX12" fmla="*/ 304507 w 656840"/>
              <a:gd name="csY12" fmla="*/ 653589 h 720004"/>
              <a:gd name="csX13" fmla="*/ 313016 w 656840"/>
              <a:gd name="csY13" fmla="*/ 292708 h 720004"/>
              <a:gd name="csX14" fmla="*/ 429022 w 656840"/>
              <a:gd name="csY14" fmla="*/ 359597 h 720004"/>
              <a:gd name="csX15" fmla="*/ 569825 w 656840"/>
              <a:gd name="csY15" fmla="*/ 503421 h 720004"/>
              <a:gd name="csX16" fmla="*/ 594974 w 656840"/>
              <a:gd name="csY16" fmla="*/ 658649 h 720004"/>
              <a:gd name="csX17" fmla="*/ 396320 w 656840"/>
              <a:gd name="csY17" fmla="*/ 706582 h 720004"/>
              <a:gd name="csX18" fmla="*/ 271856 w 656840"/>
              <a:gd name="csY18" fmla="*/ 702781 h 720004"/>
              <a:gd name="csX19" fmla="*/ 147366 w 656840"/>
              <a:gd name="csY19" fmla="*/ 711617 h 720004"/>
              <a:gd name="csX20" fmla="*/ 46792 w 656840"/>
              <a:gd name="csY20" fmla="*/ 614467 h 720004"/>
              <a:gd name="csX21" fmla="*/ 132287 w 656840"/>
              <a:gd name="csY21" fmla="*/ 451687 h 720004"/>
              <a:gd name="csX22" fmla="*/ 225333 w 656840"/>
              <a:gd name="csY22" fmla="*/ 350761 h 720004"/>
              <a:gd name="csX23" fmla="*/ 313016 w 656840"/>
              <a:gd name="csY23" fmla="*/ 292708 h 720004"/>
              <a:gd name="csX24" fmla="*/ 569825 w 656840"/>
              <a:gd name="csY24" fmla="*/ 218266 h 720004"/>
              <a:gd name="csX25" fmla="*/ 656577 w 656840"/>
              <a:gd name="csY25" fmla="*/ 307838 h 720004"/>
              <a:gd name="csX26" fmla="*/ 581153 w 656840"/>
              <a:gd name="csY26" fmla="*/ 427746 h 720004"/>
              <a:gd name="csX27" fmla="*/ 491883 w 656840"/>
              <a:gd name="csY27" fmla="*/ 326795 h 720004"/>
              <a:gd name="csX28" fmla="*/ 569825 w 656840"/>
              <a:gd name="csY28" fmla="*/ 218266 h 720004"/>
              <a:gd name="csX29" fmla="*/ 73201 w 656840"/>
              <a:gd name="csY29" fmla="*/ 166557 h 720004"/>
              <a:gd name="csX30" fmla="*/ 163730 w 656840"/>
              <a:gd name="csY30" fmla="*/ 248551 h 720004"/>
              <a:gd name="csX31" fmla="*/ 98351 w 656840"/>
              <a:gd name="csY31" fmla="*/ 378503 h 720004"/>
              <a:gd name="csX32" fmla="*/ 1528 w 656840"/>
              <a:gd name="csY32" fmla="*/ 263706 h 720004"/>
              <a:gd name="csX33" fmla="*/ 73201 w 656840"/>
              <a:gd name="csY33" fmla="*/ 166557 h 720004"/>
              <a:gd name="csX34" fmla="*/ 444933 w 656840"/>
              <a:gd name="csY34" fmla="*/ 18881 h 720004"/>
              <a:gd name="csX35" fmla="*/ 460440 w 656840"/>
              <a:gd name="csY35" fmla="*/ 18906 h 720004"/>
              <a:gd name="csX36" fmla="*/ 530854 w 656840"/>
              <a:gd name="csY36" fmla="*/ 128694 h 720004"/>
              <a:gd name="csX37" fmla="*/ 429022 w 656840"/>
              <a:gd name="csY37" fmla="*/ 229645 h 720004"/>
              <a:gd name="csX38" fmla="*/ 363643 w 656840"/>
              <a:gd name="csY38" fmla="*/ 117315 h 720004"/>
              <a:gd name="csX39" fmla="*/ 444933 w 656840"/>
              <a:gd name="csY39" fmla="*/ 18881 h 720004"/>
              <a:gd name="csX40" fmla="*/ 242930 w 656840"/>
              <a:gd name="csY40" fmla="*/ 0 h 720004"/>
              <a:gd name="csX41" fmla="*/ 320896 w 656840"/>
              <a:gd name="csY41" fmla="*/ 110996 h 720004"/>
              <a:gd name="csX42" fmla="*/ 242930 w 656840"/>
              <a:gd name="csY42" fmla="*/ 222067 h 720004"/>
              <a:gd name="csX43" fmla="*/ 164989 w 656840"/>
              <a:gd name="csY43" fmla="*/ 110996 h 720004"/>
              <a:gd name="csX44" fmla="*/ 242930 w 656840"/>
              <a:gd name="csY44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04507 w 656840"/>
              <a:gd name="csY8" fmla="*/ 653589 h 720004"/>
              <a:gd name="csX9" fmla="*/ 202700 w 656840"/>
              <a:gd name="csY9" fmla="*/ 653589 h 720004"/>
              <a:gd name="csX10" fmla="*/ 303274 w 656840"/>
              <a:gd name="csY10" fmla="*/ 653589 h 720004"/>
              <a:gd name="csX11" fmla="*/ 304507 w 656840"/>
              <a:gd name="csY11" fmla="*/ 653589 h 720004"/>
              <a:gd name="csX12" fmla="*/ 313016 w 656840"/>
              <a:gd name="csY12" fmla="*/ 292708 h 720004"/>
              <a:gd name="csX13" fmla="*/ 429022 w 656840"/>
              <a:gd name="csY13" fmla="*/ 359597 h 720004"/>
              <a:gd name="csX14" fmla="*/ 569825 w 656840"/>
              <a:gd name="csY14" fmla="*/ 503421 h 720004"/>
              <a:gd name="csX15" fmla="*/ 594974 w 656840"/>
              <a:gd name="csY15" fmla="*/ 658649 h 720004"/>
              <a:gd name="csX16" fmla="*/ 396320 w 656840"/>
              <a:gd name="csY16" fmla="*/ 706582 h 720004"/>
              <a:gd name="csX17" fmla="*/ 271856 w 656840"/>
              <a:gd name="csY17" fmla="*/ 702781 h 720004"/>
              <a:gd name="csX18" fmla="*/ 147366 w 656840"/>
              <a:gd name="csY18" fmla="*/ 711617 h 720004"/>
              <a:gd name="csX19" fmla="*/ 46792 w 656840"/>
              <a:gd name="csY19" fmla="*/ 614467 h 720004"/>
              <a:gd name="csX20" fmla="*/ 132287 w 656840"/>
              <a:gd name="csY20" fmla="*/ 451687 h 720004"/>
              <a:gd name="csX21" fmla="*/ 225333 w 656840"/>
              <a:gd name="csY21" fmla="*/ 350761 h 720004"/>
              <a:gd name="csX22" fmla="*/ 313016 w 656840"/>
              <a:gd name="csY22" fmla="*/ 292708 h 720004"/>
              <a:gd name="csX23" fmla="*/ 569825 w 656840"/>
              <a:gd name="csY23" fmla="*/ 218266 h 720004"/>
              <a:gd name="csX24" fmla="*/ 656577 w 656840"/>
              <a:gd name="csY24" fmla="*/ 307838 h 720004"/>
              <a:gd name="csX25" fmla="*/ 581153 w 656840"/>
              <a:gd name="csY25" fmla="*/ 427746 h 720004"/>
              <a:gd name="csX26" fmla="*/ 491883 w 656840"/>
              <a:gd name="csY26" fmla="*/ 326795 h 720004"/>
              <a:gd name="csX27" fmla="*/ 569825 w 656840"/>
              <a:gd name="csY27" fmla="*/ 218266 h 720004"/>
              <a:gd name="csX28" fmla="*/ 73201 w 656840"/>
              <a:gd name="csY28" fmla="*/ 166557 h 720004"/>
              <a:gd name="csX29" fmla="*/ 163730 w 656840"/>
              <a:gd name="csY29" fmla="*/ 248551 h 720004"/>
              <a:gd name="csX30" fmla="*/ 98351 w 656840"/>
              <a:gd name="csY30" fmla="*/ 378503 h 720004"/>
              <a:gd name="csX31" fmla="*/ 1528 w 656840"/>
              <a:gd name="csY31" fmla="*/ 263706 h 720004"/>
              <a:gd name="csX32" fmla="*/ 73201 w 656840"/>
              <a:gd name="csY32" fmla="*/ 166557 h 720004"/>
              <a:gd name="csX33" fmla="*/ 444933 w 656840"/>
              <a:gd name="csY33" fmla="*/ 18881 h 720004"/>
              <a:gd name="csX34" fmla="*/ 460440 w 656840"/>
              <a:gd name="csY34" fmla="*/ 18906 h 720004"/>
              <a:gd name="csX35" fmla="*/ 530854 w 656840"/>
              <a:gd name="csY35" fmla="*/ 128694 h 720004"/>
              <a:gd name="csX36" fmla="*/ 429022 w 656840"/>
              <a:gd name="csY36" fmla="*/ 229645 h 720004"/>
              <a:gd name="csX37" fmla="*/ 363643 w 656840"/>
              <a:gd name="csY37" fmla="*/ 117315 h 720004"/>
              <a:gd name="csX38" fmla="*/ 444933 w 656840"/>
              <a:gd name="csY38" fmla="*/ 18881 h 720004"/>
              <a:gd name="csX39" fmla="*/ 242930 w 656840"/>
              <a:gd name="csY39" fmla="*/ 0 h 720004"/>
              <a:gd name="csX40" fmla="*/ 320896 w 656840"/>
              <a:gd name="csY40" fmla="*/ 110996 h 720004"/>
              <a:gd name="csX41" fmla="*/ 242930 w 656840"/>
              <a:gd name="csY41" fmla="*/ 222067 h 720004"/>
              <a:gd name="csX42" fmla="*/ 164989 w 656840"/>
              <a:gd name="csY42" fmla="*/ 110996 h 720004"/>
              <a:gd name="csX43" fmla="*/ 242930 w 656840"/>
              <a:gd name="csY43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609407 h 720004"/>
              <a:gd name="csX5" fmla="*/ 392544 w 656840"/>
              <a:gd name="csY5" fmla="*/ 609407 h 720004"/>
              <a:gd name="csX6" fmla="*/ 374946 w 656840"/>
              <a:gd name="csY6" fmla="*/ 594302 h 720004"/>
              <a:gd name="csX7" fmla="*/ 304507 w 656840"/>
              <a:gd name="csY7" fmla="*/ 653589 h 720004"/>
              <a:gd name="csX8" fmla="*/ 202700 w 656840"/>
              <a:gd name="csY8" fmla="*/ 653589 h 720004"/>
              <a:gd name="csX9" fmla="*/ 303274 w 656840"/>
              <a:gd name="csY9" fmla="*/ 653589 h 720004"/>
              <a:gd name="csX10" fmla="*/ 304507 w 656840"/>
              <a:gd name="csY10" fmla="*/ 653589 h 720004"/>
              <a:gd name="csX11" fmla="*/ 313016 w 656840"/>
              <a:gd name="csY11" fmla="*/ 292708 h 720004"/>
              <a:gd name="csX12" fmla="*/ 429022 w 656840"/>
              <a:gd name="csY12" fmla="*/ 359597 h 720004"/>
              <a:gd name="csX13" fmla="*/ 569825 w 656840"/>
              <a:gd name="csY13" fmla="*/ 503421 h 720004"/>
              <a:gd name="csX14" fmla="*/ 594974 w 656840"/>
              <a:gd name="csY14" fmla="*/ 658649 h 720004"/>
              <a:gd name="csX15" fmla="*/ 396320 w 656840"/>
              <a:gd name="csY15" fmla="*/ 706582 h 720004"/>
              <a:gd name="csX16" fmla="*/ 271856 w 656840"/>
              <a:gd name="csY16" fmla="*/ 702781 h 720004"/>
              <a:gd name="csX17" fmla="*/ 147366 w 656840"/>
              <a:gd name="csY17" fmla="*/ 711617 h 720004"/>
              <a:gd name="csX18" fmla="*/ 46792 w 656840"/>
              <a:gd name="csY18" fmla="*/ 614467 h 720004"/>
              <a:gd name="csX19" fmla="*/ 132287 w 656840"/>
              <a:gd name="csY19" fmla="*/ 451687 h 720004"/>
              <a:gd name="csX20" fmla="*/ 225333 w 656840"/>
              <a:gd name="csY20" fmla="*/ 350761 h 720004"/>
              <a:gd name="csX21" fmla="*/ 313016 w 656840"/>
              <a:gd name="csY21" fmla="*/ 292708 h 720004"/>
              <a:gd name="csX22" fmla="*/ 569825 w 656840"/>
              <a:gd name="csY22" fmla="*/ 218266 h 720004"/>
              <a:gd name="csX23" fmla="*/ 656577 w 656840"/>
              <a:gd name="csY23" fmla="*/ 307838 h 720004"/>
              <a:gd name="csX24" fmla="*/ 581153 w 656840"/>
              <a:gd name="csY24" fmla="*/ 427746 h 720004"/>
              <a:gd name="csX25" fmla="*/ 491883 w 656840"/>
              <a:gd name="csY25" fmla="*/ 326795 h 720004"/>
              <a:gd name="csX26" fmla="*/ 569825 w 656840"/>
              <a:gd name="csY26" fmla="*/ 218266 h 720004"/>
              <a:gd name="csX27" fmla="*/ 73201 w 656840"/>
              <a:gd name="csY27" fmla="*/ 166557 h 720004"/>
              <a:gd name="csX28" fmla="*/ 163730 w 656840"/>
              <a:gd name="csY28" fmla="*/ 248551 h 720004"/>
              <a:gd name="csX29" fmla="*/ 98351 w 656840"/>
              <a:gd name="csY29" fmla="*/ 378503 h 720004"/>
              <a:gd name="csX30" fmla="*/ 1528 w 656840"/>
              <a:gd name="csY30" fmla="*/ 263706 h 720004"/>
              <a:gd name="csX31" fmla="*/ 73201 w 656840"/>
              <a:gd name="csY31" fmla="*/ 166557 h 720004"/>
              <a:gd name="csX32" fmla="*/ 444933 w 656840"/>
              <a:gd name="csY32" fmla="*/ 18881 h 720004"/>
              <a:gd name="csX33" fmla="*/ 460440 w 656840"/>
              <a:gd name="csY33" fmla="*/ 18906 h 720004"/>
              <a:gd name="csX34" fmla="*/ 530854 w 656840"/>
              <a:gd name="csY34" fmla="*/ 128694 h 720004"/>
              <a:gd name="csX35" fmla="*/ 429022 w 656840"/>
              <a:gd name="csY35" fmla="*/ 229645 h 720004"/>
              <a:gd name="csX36" fmla="*/ 363643 w 656840"/>
              <a:gd name="csY36" fmla="*/ 117315 h 720004"/>
              <a:gd name="csX37" fmla="*/ 444933 w 656840"/>
              <a:gd name="csY37" fmla="*/ 18881 h 720004"/>
              <a:gd name="csX38" fmla="*/ 242930 w 656840"/>
              <a:gd name="csY38" fmla="*/ 0 h 720004"/>
              <a:gd name="csX39" fmla="*/ 320896 w 656840"/>
              <a:gd name="csY39" fmla="*/ 110996 h 720004"/>
              <a:gd name="csX40" fmla="*/ 242930 w 656840"/>
              <a:gd name="csY40" fmla="*/ 222067 h 720004"/>
              <a:gd name="csX41" fmla="*/ 164989 w 656840"/>
              <a:gd name="csY41" fmla="*/ 110996 h 720004"/>
              <a:gd name="csX42" fmla="*/ 242930 w 656840"/>
              <a:gd name="csY42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40325 w 656840"/>
              <a:gd name="csY3" fmla="*/ 609407 h 720004"/>
              <a:gd name="csX4" fmla="*/ 392544 w 656840"/>
              <a:gd name="csY4" fmla="*/ 609407 h 720004"/>
              <a:gd name="csX5" fmla="*/ 374946 w 656840"/>
              <a:gd name="csY5" fmla="*/ 594302 h 720004"/>
              <a:gd name="csX6" fmla="*/ 304507 w 656840"/>
              <a:gd name="csY6" fmla="*/ 653589 h 720004"/>
              <a:gd name="csX7" fmla="*/ 202700 w 656840"/>
              <a:gd name="csY7" fmla="*/ 653589 h 720004"/>
              <a:gd name="csX8" fmla="*/ 303274 w 656840"/>
              <a:gd name="csY8" fmla="*/ 653589 h 720004"/>
              <a:gd name="csX9" fmla="*/ 304507 w 656840"/>
              <a:gd name="csY9" fmla="*/ 653589 h 720004"/>
              <a:gd name="csX10" fmla="*/ 313016 w 656840"/>
              <a:gd name="csY10" fmla="*/ 292708 h 720004"/>
              <a:gd name="csX11" fmla="*/ 429022 w 656840"/>
              <a:gd name="csY11" fmla="*/ 359597 h 720004"/>
              <a:gd name="csX12" fmla="*/ 569825 w 656840"/>
              <a:gd name="csY12" fmla="*/ 503421 h 720004"/>
              <a:gd name="csX13" fmla="*/ 594974 w 656840"/>
              <a:gd name="csY13" fmla="*/ 658649 h 720004"/>
              <a:gd name="csX14" fmla="*/ 396320 w 656840"/>
              <a:gd name="csY14" fmla="*/ 706582 h 720004"/>
              <a:gd name="csX15" fmla="*/ 271856 w 656840"/>
              <a:gd name="csY15" fmla="*/ 702781 h 720004"/>
              <a:gd name="csX16" fmla="*/ 147366 w 656840"/>
              <a:gd name="csY16" fmla="*/ 711617 h 720004"/>
              <a:gd name="csX17" fmla="*/ 46792 w 656840"/>
              <a:gd name="csY17" fmla="*/ 614467 h 720004"/>
              <a:gd name="csX18" fmla="*/ 132287 w 656840"/>
              <a:gd name="csY18" fmla="*/ 451687 h 720004"/>
              <a:gd name="csX19" fmla="*/ 225333 w 656840"/>
              <a:gd name="csY19" fmla="*/ 350761 h 720004"/>
              <a:gd name="csX20" fmla="*/ 313016 w 656840"/>
              <a:gd name="csY20" fmla="*/ 292708 h 720004"/>
              <a:gd name="csX21" fmla="*/ 569825 w 656840"/>
              <a:gd name="csY21" fmla="*/ 218266 h 720004"/>
              <a:gd name="csX22" fmla="*/ 656577 w 656840"/>
              <a:gd name="csY22" fmla="*/ 307838 h 720004"/>
              <a:gd name="csX23" fmla="*/ 581153 w 656840"/>
              <a:gd name="csY23" fmla="*/ 427746 h 720004"/>
              <a:gd name="csX24" fmla="*/ 491883 w 656840"/>
              <a:gd name="csY24" fmla="*/ 326795 h 720004"/>
              <a:gd name="csX25" fmla="*/ 569825 w 656840"/>
              <a:gd name="csY25" fmla="*/ 218266 h 720004"/>
              <a:gd name="csX26" fmla="*/ 73201 w 656840"/>
              <a:gd name="csY26" fmla="*/ 166557 h 720004"/>
              <a:gd name="csX27" fmla="*/ 163730 w 656840"/>
              <a:gd name="csY27" fmla="*/ 248551 h 720004"/>
              <a:gd name="csX28" fmla="*/ 98351 w 656840"/>
              <a:gd name="csY28" fmla="*/ 378503 h 720004"/>
              <a:gd name="csX29" fmla="*/ 1528 w 656840"/>
              <a:gd name="csY29" fmla="*/ 263706 h 720004"/>
              <a:gd name="csX30" fmla="*/ 73201 w 656840"/>
              <a:gd name="csY30" fmla="*/ 166557 h 720004"/>
              <a:gd name="csX31" fmla="*/ 444933 w 656840"/>
              <a:gd name="csY31" fmla="*/ 18881 h 720004"/>
              <a:gd name="csX32" fmla="*/ 460440 w 656840"/>
              <a:gd name="csY32" fmla="*/ 18906 h 720004"/>
              <a:gd name="csX33" fmla="*/ 530854 w 656840"/>
              <a:gd name="csY33" fmla="*/ 128694 h 720004"/>
              <a:gd name="csX34" fmla="*/ 429022 w 656840"/>
              <a:gd name="csY34" fmla="*/ 229645 h 720004"/>
              <a:gd name="csX35" fmla="*/ 363643 w 656840"/>
              <a:gd name="csY35" fmla="*/ 117315 h 720004"/>
              <a:gd name="csX36" fmla="*/ 444933 w 656840"/>
              <a:gd name="csY36" fmla="*/ 18881 h 720004"/>
              <a:gd name="csX37" fmla="*/ 242930 w 656840"/>
              <a:gd name="csY37" fmla="*/ 0 h 720004"/>
              <a:gd name="csX38" fmla="*/ 320896 w 656840"/>
              <a:gd name="csY38" fmla="*/ 110996 h 720004"/>
              <a:gd name="csX39" fmla="*/ 242930 w 656840"/>
              <a:gd name="csY39" fmla="*/ 222067 h 720004"/>
              <a:gd name="csX40" fmla="*/ 164989 w 656840"/>
              <a:gd name="csY40" fmla="*/ 110996 h 720004"/>
              <a:gd name="csX41" fmla="*/ 242930 w 656840"/>
              <a:gd name="csY41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92544 w 656840"/>
              <a:gd name="csY3" fmla="*/ 609407 h 720004"/>
              <a:gd name="csX4" fmla="*/ 374946 w 656840"/>
              <a:gd name="csY4" fmla="*/ 594302 h 720004"/>
              <a:gd name="csX5" fmla="*/ 304507 w 656840"/>
              <a:gd name="csY5" fmla="*/ 653589 h 720004"/>
              <a:gd name="csX6" fmla="*/ 202700 w 656840"/>
              <a:gd name="csY6" fmla="*/ 653589 h 720004"/>
              <a:gd name="csX7" fmla="*/ 303274 w 656840"/>
              <a:gd name="csY7" fmla="*/ 653589 h 720004"/>
              <a:gd name="csX8" fmla="*/ 304507 w 656840"/>
              <a:gd name="csY8" fmla="*/ 653589 h 720004"/>
              <a:gd name="csX9" fmla="*/ 313016 w 656840"/>
              <a:gd name="csY9" fmla="*/ 292708 h 720004"/>
              <a:gd name="csX10" fmla="*/ 429022 w 656840"/>
              <a:gd name="csY10" fmla="*/ 359597 h 720004"/>
              <a:gd name="csX11" fmla="*/ 569825 w 656840"/>
              <a:gd name="csY11" fmla="*/ 503421 h 720004"/>
              <a:gd name="csX12" fmla="*/ 594974 w 656840"/>
              <a:gd name="csY12" fmla="*/ 658649 h 720004"/>
              <a:gd name="csX13" fmla="*/ 396320 w 656840"/>
              <a:gd name="csY13" fmla="*/ 706582 h 720004"/>
              <a:gd name="csX14" fmla="*/ 271856 w 656840"/>
              <a:gd name="csY14" fmla="*/ 702781 h 720004"/>
              <a:gd name="csX15" fmla="*/ 147366 w 656840"/>
              <a:gd name="csY15" fmla="*/ 711617 h 720004"/>
              <a:gd name="csX16" fmla="*/ 46792 w 656840"/>
              <a:gd name="csY16" fmla="*/ 614467 h 720004"/>
              <a:gd name="csX17" fmla="*/ 132287 w 656840"/>
              <a:gd name="csY17" fmla="*/ 451687 h 720004"/>
              <a:gd name="csX18" fmla="*/ 225333 w 656840"/>
              <a:gd name="csY18" fmla="*/ 350761 h 720004"/>
              <a:gd name="csX19" fmla="*/ 313016 w 656840"/>
              <a:gd name="csY19" fmla="*/ 292708 h 720004"/>
              <a:gd name="csX20" fmla="*/ 569825 w 656840"/>
              <a:gd name="csY20" fmla="*/ 218266 h 720004"/>
              <a:gd name="csX21" fmla="*/ 656577 w 656840"/>
              <a:gd name="csY21" fmla="*/ 307838 h 720004"/>
              <a:gd name="csX22" fmla="*/ 581153 w 656840"/>
              <a:gd name="csY22" fmla="*/ 427746 h 720004"/>
              <a:gd name="csX23" fmla="*/ 491883 w 656840"/>
              <a:gd name="csY23" fmla="*/ 326795 h 720004"/>
              <a:gd name="csX24" fmla="*/ 569825 w 656840"/>
              <a:gd name="csY24" fmla="*/ 218266 h 720004"/>
              <a:gd name="csX25" fmla="*/ 73201 w 656840"/>
              <a:gd name="csY25" fmla="*/ 166557 h 720004"/>
              <a:gd name="csX26" fmla="*/ 163730 w 656840"/>
              <a:gd name="csY26" fmla="*/ 248551 h 720004"/>
              <a:gd name="csX27" fmla="*/ 98351 w 656840"/>
              <a:gd name="csY27" fmla="*/ 378503 h 720004"/>
              <a:gd name="csX28" fmla="*/ 1528 w 656840"/>
              <a:gd name="csY28" fmla="*/ 263706 h 720004"/>
              <a:gd name="csX29" fmla="*/ 73201 w 656840"/>
              <a:gd name="csY29" fmla="*/ 166557 h 720004"/>
              <a:gd name="csX30" fmla="*/ 444933 w 656840"/>
              <a:gd name="csY30" fmla="*/ 18881 h 720004"/>
              <a:gd name="csX31" fmla="*/ 460440 w 656840"/>
              <a:gd name="csY31" fmla="*/ 18906 h 720004"/>
              <a:gd name="csX32" fmla="*/ 530854 w 656840"/>
              <a:gd name="csY32" fmla="*/ 128694 h 720004"/>
              <a:gd name="csX33" fmla="*/ 429022 w 656840"/>
              <a:gd name="csY33" fmla="*/ 229645 h 720004"/>
              <a:gd name="csX34" fmla="*/ 363643 w 656840"/>
              <a:gd name="csY34" fmla="*/ 117315 h 720004"/>
              <a:gd name="csX35" fmla="*/ 444933 w 656840"/>
              <a:gd name="csY35" fmla="*/ 18881 h 720004"/>
              <a:gd name="csX36" fmla="*/ 242930 w 656840"/>
              <a:gd name="csY36" fmla="*/ 0 h 720004"/>
              <a:gd name="csX37" fmla="*/ 320896 w 656840"/>
              <a:gd name="csY37" fmla="*/ 110996 h 720004"/>
              <a:gd name="csX38" fmla="*/ 242930 w 656840"/>
              <a:gd name="csY38" fmla="*/ 222067 h 720004"/>
              <a:gd name="csX39" fmla="*/ 164989 w 656840"/>
              <a:gd name="csY39" fmla="*/ 110996 h 720004"/>
              <a:gd name="csX40" fmla="*/ 242930 w 656840"/>
              <a:gd name="csY40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74946 w 656840"/>
              <a:gd name="csY3" fmla="*/ 594302 h 720004"/>
              <a:gd name="csX4" fmla="*/ 304507 w 656840"/>
              <a:gd name="csY4" fmla="*/ 653589 h 720004"/>
              <a:gd name="csX5" fmla="*/ 202700 w 656840"/>
              <a:gd name="csY5" fmla="*/ 653589 h 720004"/>
              <a:gd name="csX6" fmla="*/ 303274 w 656840"/>
              <a:gd name="csY6" fmla="*/ 653589 h 720004"/>
              <a:gd name="csX7" fmla="*/ 304507 w 656840"/>
              <a:gd name="csY7" fmla="*/ 653589 h 720004"/>
              <a:gd name="csX8" fmla="*/ 313016 w 656840"/>
              <a:gd name="csY8" fmla="*/ 292708 h 720004"/>
              <a:gd name="csX9" fmla="*/ 429022 w 656840"/>
              <a:gd name="csY9" fmla="*/ 359597 h 720004"/>
              <a:gd name="csX10" fmla="*/ 569825 w 656840"/>
              <a:gd name="csY10" fmla="*/ 503421 h 720004"/>
              <a:gd name="csX11" fmla="*/ 594974 w 656840"/>
              <a:gd name="csY11" fmla="*/ 658649 h 720004"/>
              <a:gd name="csX12" fmla="*/ 396320 w 656840"/>
              <a:gd name="csY12" fmla="*/ 706582 h 720004"/>
              <a:gd name="csX13" fmla="*/ 271856 w 656840"/>
              <a:gd name="csY13" fmla="*/ 702781 h 720004"/>
              <a:gd name="csX14" fmla="*/ 147366 w 656840"/>
              <a:gd name="csY14" fmla="*/ 711617 h 720004"/>
              <a:gd name="csX15" fmla="*/ 46792 w 656840"/>
              <a:gd name="csY15" fmla="*/ 614467 h 720004"/>
              <a:gd name="csX16" fmla="*/ 132287 w 656840"/>
              <a:gd name="csY16" fmla="*/ 451687 h 720004"/>
              <a:gd name="csX17" fmla="*/ 225333 w 656840"/>
              <a:gd name="csY17" fmla="*/ 350761 h 720004"/>
              <a:gd name="csX18" fmla="*/ 313016 w 656840"/>
              <a:gd name="csY18" fmla="*/ 292708 h 720004"/>
              <a:gd name="csX19" fmla="*/ 569825 w 656840"/>
              <a:gd name="csY19" fmla="*/ 218266 h 720004"/>
              <a:gd name="csX20" fmla="*/ 656577 w 656840"/>
              <a:gd name="csY20" fmla="*/ 307838 h 720004"/>
              <a:gd name="csX21" fmla="*/ 581153 w 656840"/>
              <a:gd name="csY21" fmla="*/ 427746 h 720004"/>
              <a:gd name="csX22" fmla="*/ 491883 w 656840"/>
              <a:gd name="csY22" fmla="*/ 326795 h 720004"/>
              <a:gd name="csX23" fmla="*/ 569825 w 656840"/>
              <a:gd name="csY23" fmla="*/ 218266 h 720004"/>
              <a:gd name="csX24" fmla="*/ 73201 w 656840"/>
              <a:gd name="csY24" fmla="*/ 166557 h 720004"/>
              <a:gd name="csX25" fmla="*/ 163730 w 656840"/>
              <a:gd name="csY25" fmla="*/ 248551 h 720004"/>
              <a:gd name="csX26" fmla="*/ 98351 w 656840"/>
              <a:gd name="csY26" fmla="*/ 378503 h 720004"/>
              <a:gd name="csX27" fmla="*/ 1528 w 656840"/>
              <a:gd name="csY27" fmla="*/ 263706 h 720004"/>
              <a:gd name="csX28" fmla="*/ 73201 w 656840"/>
              <a:gd name="csY28" fmla="*/ 166557 h 720004"/>
              <a:gd name="csX29" fmla="*/ 444933 w 656840"/>
              <a:gd name="csY29" fmla="*/ 18881 h 720004"/>
              <a:gd name="csX30" fmla="*/ 460440 w 656840"/>
              <a:gd name="csY30" fmla="*/ 18906 h 720004"/>
              <a:gd name="csX31" fmla="*/ 530854 w 656840"/>
              <a:gd name="csY31" fmla="*/ 128694 h 720004"/>
              <a:gd name="csX32" fmla="*/ 429022 w 656840"/>
              <a:gd name="csY32" fmla="*/ 229645 h 720004"/>
              <a:gd name="csX33" fmla="*/ 363643 w 656840"/>
              <a:gd name="csY33" fmla="*/ 117315 h 720004"/>
              <a:gd name="csX34" fmla="*/ 444933 w 656840"/>
              <a:gd name="csY34" fmla="*/ 18881 h 720004"/>
              <a:gd name="csX35" fmla="*/ 242930 w 656840"/>
              <a:gd name="csY35" fmla="*/ 0 h 720004"/>
              <a:gd name="csX36" fmla="*/ 320896 w 656840"/>
              <a:gd name="csY36" fmla="*/ 110996 h 720004"/>
              <a:gd name="csX37" fmla="*/ 242930 w 656840"/>
              <a:gd name="csY37" fmla="*/ 222067 h 720004"/>
              <a:gd name="csX38" fmla="*/ 164989 w 656840"/>
              <a:gd name="csY38" fmla="*/ 110996 h 720004"/>
              <a:gd name="csX39" fmla="*/ 242930 w 656840"/>
              <a:gd name="csY39" fmla="*/ 0 h 720004"/>
              <a:gd name="csX0" fmla="*/ 490625 w 656840"/>
              <a:gd name="csY0" fmla="*/ 652330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04507 w 656840"/>
              <a:gd name="csY3" fmla="*/ 653589 h 720004"/>
              <a:gd name="csX4" fmla="*/ 202700 w 656840"/>
              <a:gd name="csY4" fmla="*/ 653589 h 720004"/>
              <a:gd name="csX5" fmla="*/ 303274 w 656840"/>
              <a:gd name="csY5" fmla="*/ 653589 h 720004"/>
              <a:gd name="csX6" fmla="*/ 304507 w 656840"/>
              <a:gd name="csY6" fmla="*/ 653589 h 720004"/>
              <a:gd name="csX7" fmla="*/ 313016 w 656840"/>
              <a:gd name="csY7" fmla="*/ 292708 h 720004"/>
              <a:gd name="csX8" fmla="*/ 429022 w 656840"/>
              <a:gd name="csY8" fmla="*/ 359597 h 720004"/>
              <a:gd name="csX9" fmla="*/ 569825 w 656840"/>
              <a:gd name="csY9" fmla="*/ 503421 h 720004"/>
              <a:gd name="csX10" fmla="*/ 594974 w 656840"/>
              <a:gd name="csY10" fmla="*/ 658649 h 720004"/>
              <a:gd name="csX11" fmla="*/ 396320 w 656840"/>
              <a:gd name="csY11" fmla="*/ 706582 h 720004"/>
              <a:gd name="csX12" fmla="*/ 271856 w 656840"/>
              <a:gd name="csY12" fmla="*/ 702781 h 720004"/>
              <a:gd name="csX13" fmla="*/ 147366 w 656840"/>
              <a:gd name="csY13" fmla="*/ 711617 h 720004"/>
              <a:gd name="csX14" fmla="*/ 46792 w 656840"/>
              <a:gd name="csY14" fmla="*/ 614467 h 720004"/>
              <a:gd name="csX15" fmla="*/ 132287 w 656840"/>
              <a:gd name="csY15" fmla="*/ 451687 h 720004"/>
              <a:gd name="csX16" fmla="*/ 225333 w 656840"/>
              <a:gd name="csY16" fmla="*/ 350761 h 720004"/>
              <a:gd name="csX17" fmla="*/ 313016 w 656840"/>
              <a:gd name="csY17" fmla="*/ 292708 h 720004"/>
              <a:gd name="csX18" fmla="*/ 569825 w 656840"/>
              <a:gd name="csY18" fmla="*/ 218266 h 720004"/>
              <a:gd name="csX19" fmla="*/ 656577 w 656840"/>
              <a:gd name="csY19" fmla="*/ 307838 h 720004"/>
              <a:gd name="csX20" fmla="*/ 581153 w 656840"/>
              <a:gd name="csY20" fmla="*/ 427746 h 720004"/>
              <a:gd name="csX21" fmla="*/ 491883 w 656840"/>
              <a:gd name="csY21" fmla="*/ 326795 h 720004"/>
              <a:gd name="csX22" fmla="*/ 569825 w 656840"/>
              <a:gd name="csY22" fmla="*/ 218266 h 720004"/>
              <a:gd name="csX23" fmla="*/ 73201 w 656840"/>
              <a:gd name="csY23" fmla="*/ 166557 h 720004"/>
              <a:gd name="csX24" fmla="*/ 163730 w 656840"/>
              <a:gd name="csY24" fmla="*/ 248551 h 720004"/>
              <a:gd name="csX25" fmla="*/ 98351 w 656840"/>
              <a:gd name="csY25" fmla="*/ 378503 h 720004"/>
              <a:gd name="csX26" fmla="*/ 1528 w 656840"/>
              <a:gd name="csY26" fmla="*/ 263706 h 720004"/>
              <a:gd name="csX27" fmla="*/ 73201 w 656840"/>
              <a:gd name="csY27" fmla="*/ 166557 h 720004"/>
              <a:gd name="csX28" fmla="*/ 444933 w 656840"/>
              <a:gd name="csY28" fmla="*/ 18881 h 720004"/>
              <a:gd name="csX29" fmla="*/ 460440 w 656840"/>
              <a:gd name="csY29" fmla="*/ 18906 h 720004"/>
              <a:gd name="csX30" fmla="*/ 530854 w 656840"/>
              <a:gd name="csY30" fmla="*/ 128694 h 720004"/>
              <a:gd name="csX31" fmla="*/ 429022 w 656840"/>
              <a:gd name="csY31" fmla="*/ 229645 h 720004"/>
              <a:gd name="csX32" fmla="*/ 363643 w 656840"/>
              <a:gd name="csY32" fmla="*/ 117315 h 720004"/>
              <a:gd name="csX33" fmla="*/ 444933 w 656840"/>
              <a:gd name="csY33" fmla="*/ 18881 h 720004"/>
              <a:gd name="csX34" fmla="*/ 242930 w 656840"/>
              <a:gd name="csY34" fmla="*/ 0 h 720004"/>
              <a:gd name="csX35" fmla="*/ 320896 w 656840"/>
              <a:gd name="csY35" fmla="*/ 110996 h 720004"/>
              <a:gd name="csX36" fmla="*/ 242930 w 656840"/>
              <a:gd name="csY36" fmla="*/ 222067 h 720004"/>
              <a:gd name="csX37" fmla="*/ 164989 w 656840"/>
              <a:gd name="csY37" fmla="*/ 110996 h 720004"/>
              <a:gd name="csX38" fmla="*/ 242930 w 656840"/>
              <a:gd name="csY38" fmla="*/ 0 h 720004"/>
              <a:gd name="csX0" fmla="*/ 304507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04507 w 656840"/>
              <a:gd name="csY3" fmla="*/ 653589 h 720004"/>
              <a:gd name="csX4" fmla="*/ 313016 w 656840"/>
              <a:gd name="csY4" fmla="*/ 292708 h 720004"/>
              <a:gd name="csX5" fmla="*/ 429022 w 656840"/>
              <a:gd name="csY5" fmla="*/ 359597 h 720004"/>
              <a:gd name="csX6" fmla="*/ 569825 w 656840"/>
              <a:gd name="csY6" fmla="*/ 503421 h 720004"/>
              <a:gd name="csX7" fmla="*/ 594974 w 656840"/>
              <a:gd name="csY7" fmla="*/ 658649 h 720004"/>
              <a:gd name="csX8" fmla="*/ 396320 w 656840"/>
              <a:gd name="csY8" fmla="*/ 706582 h 720004"/>
              <a:gd name="csX9" fmla="*/ 271856 w 656840"/>
              <a:gd name="csY9" fmla="*/ 702781 h 720004"/>
              <a:gd name="csX10" fmla="*/ 147366 w 656840"/>
              <a:gd name="csY10" fmla="*/ 711617 h 720004"/>
              <a:gd name="csX11" fmla="*/ 46792 w 656840"/>
              <a:gd name="csY11" fmla="*/ 614467 h 720004"/>
              <a:gd name="csX12" fmla="*/ 132287 w 656840"/>
              <a:gd name="csY12" fmla="*/ 451687 h 720004"/>
              <a:gd name="csX13" fmla="*/ 225333 w 656840"/>
              <a:gd name="csY13" fmla="*/ 350761 h 720004"/>
              <a:gd name="csX14" fmla="*/ 313016 w 656840"/>
              <a:gd name="csY14" fmla="*/ 292708 h 720004"/>
              <a:gd name="csX15" fmla="*/ 569825 w 656840"/>
              <a:gd name="csY15" fmla="*/ 218266 h 720004"/>
              <a:gd name="csX16" fmla="*/ 656577 w 656840"/>
              <a:gd name="csY16" fmla="*/ 307838 h 720004"/>
              <a:gd name="csX17" fmla="*/ 581153 w 656840"/>
              <a:gd name="csY17" fmla="*/ 427746 h 720004"/>
              <a:gd name="csX18" fmla="*/ 491883 w 656840"/>
              <a:gd name="csY18" fmla="*/ 326795 h 720004"/>
              <a:gd name="csX19" fmla="*/ 569825 w 656840"/>
              <a:gd name="csY19" fmla="*/ 218266 h 720004"/>
              <a:gd name="csX20" fmla="*/ 73201 w 656840"/>
              <a:gd name="csY20" fmla="*/ 166557 h 720004"/>
              <a:gd name="csX21" fmla="*/ 163730 w 656840"/>
              <a:gd name="csY21" fmla="*/ 248551 h 720004"/>
              <a:gd name="csX22" fmla="*/ 98351 w 656840"/>
              <a:gd name="csY22" fmla="*/ 378503 h 720004"/>
              <a:gd name="csX23" fmla="*/ 1528 w 656840"/>
              <a:gd name="csY23" fmla="*/ 263706 h 720004"/>
              <a:gd name="csX24" fmla="*/ 73201 w 656840"/>
              <a:gd name="csY24" fmla="*/ 166557 h 720004"/>
              <a:gd name="csX25" fmla="*/ 444933 w 656840"/>
              <a:gd name="csY25" fmla="*/ 18881 h 720004"/>
              <a:gd name="csX26" fmla="*/ 460440 w 656840"/>
              <a:gd name="csY26" fmla="*/ 18906 h 720004"/>
              <a:gd name="csX27" fmla="*/ 530854 w 656840"/>
              <a:gd name="csY27" fmla="*/ 128694 h 720004"/>
              <a:gd name="csX28" fmla="*/ 429022 w 656840"/>
              <a:gd name="csY28" fmla="*/ 229645 h 720004"/>
              <a:gd name="csX29" fmla="*/ 363643 w 656840"/>
              <a:gd name="csY29" fmla="*/ 117315 h 720004"/>
              <a:gd name="csX30" fmla="*/ 444933 w 656840"/>
              <a:gd name="csY30" fmla="*/ 18881 h 720004"/>
              <a:gd name="csX31" fmla="*/ 242930 w 656840"/>
              <a:gd name="csY31" fmla="*/ 0 h 720004"/>
              <a:gd name="csX32" fmla="*/ 320896 w 656840"/>
              <a:gd name="csY32" fmla="*/ 110996 h 720004"/>
              <a:gd name="csX33" fmla="*/ 242930 w 656840"/>
              <a:gd name="csY33" fmla="*/ 222067 h 720004"/>
              <a:gd name="csX34" fmla="*/ 164989 w 656840"/>
              <a:gd name="csY34" fmla="*/ 110996 h 720004"/>
              <a:gd name="csX35" fmla="*/ 242930 w 656840"/>
              <a:gd name="csY35" fmla="*/ 0 h 720004"/>
              <a:gd name="csX0" fmla="*/ 303274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13016 w 656840"/>
              <a:gd name="csY3" fmla="*/ 292708 h 720004"/>
              <a:gd name="csX4" fmla="*/ 429022 w 656840"/>
              <a:gd name="csY4" fmla="*/ 359597 h 720004"/>
              <a:gd name="csX5" fmla="*/ 569825 w 656840"/>
              <a:gd name="csY5" fmla="*/ 503421 h 720004"/>
              <a:gd name="csX6" fmla="*/ 594974 w 656840"/>
              <a:gd name="csY6" fmla="*/ 658649 h 720004"/>
              <a:gd name="csX7" fmla="*/ 396320 w 656840"/>
              <a:gd name="csY7" fmla="*/ 706582 h 720004"/>
              <a:gd name="csX8" fmla="*/ 271856 w 656840"/>
              <a:gd name="csY8" fmla="*/ 702781 h 720004"/>
              <a:gd name="csX9" fmla="*/ 147366 w 656840"/>
              <a:gd name="csY9" fmla="*/ 711617 h 720004"/>
              <a:gd name="csX10" fmla="*/ 46792 w 656840"/>
              <a:gd name="csY10" fmla="*/ 614467 h 720004"/>
              <a:gd name="csX11" fmla="*/ 132287 w 656840"/>
              <a:gd name="csY11" fmla="*/ 451687 h 720004"/>
              <a:gd name="csX12" fmla="*/ 225333 w 656840"/>
              <a:gd name="csY12" fmla="*/ 350761 h 720004"/>
              <a:gd name="csX13" fmla="*/ 313016 w 656840"/>
              <a:gd name="csY13" fmla="*/ 292708 h 720004"/>
              <a:gd name="csX14" fmla="*/ 569825 w 656840"/>
              <a:gd name="csY14" fmla="*/ 218266 h 720004"/>
              <a:gd name="csX15" fmla="*/ 656577 w 656840"/>
              <a:gd name="csY15" fmla="*/ 307838 h 720004"/>
              <a:gd name="csX16" fmla="*/ 581153 w 656840"/>
              <a:gd name="csY16" fmla="*/ 427746 h 720004"/>
              <a:gd name="csX17" fmla="*/ 491883 w 656840"/>
              <a:gd name="csY17" fmla="*/ 326795 h 720004"/>
              <a:gd name="csX18" fmla="*/ 569825 w 656840"/>
              <a:gd name="csY18" fmla="*/ 218266 h 720004"/>
              <a:gd name="csX19" fmla="*/ 73201 w 656840"/>
              <a:gd name="csY19" fmla="*/ 166557 h 720004"/>
              <a:gd name="csX20" fmla="*/ 163730 w 656840"/>
              <a:gd name="csY20" fmla="*/ 248551 h 720004"/>
              <a:gd name="csX21" fmla="*/ 98351 w 656840"/>
              <a:gd name="csY21" fmla="*/ 378503 h 720004"/>
              <a:gd name="csX22" fmla="*/ 1528 w 656840"/>
              <a:gd name="csY22" fmla="*/ 263706 h 720004"/>
              <a:gd name="csX23" fmla="*/ 73201 w 656840"/>
              <a:gd name="csY23" fmla="*/ 166557 h 720004"/>
              <a:gd name="csX24" fmla="*/ 444933 w 656840"/>
              <a:gd name="csY24" fmla="*/ 18881 h 720004"/>
              <a:gd name="csX25" fmla="*/ 460440 w 656840"/>
              <a:gd name="csY25" fmla="*/ 18906 h 720004"/>
              <a:gd name="csX26" fmla="*/ 530854 w 656840"/>
              <a:gd name="csY26" fmla="*/ 128694 h 720004"/>
              <a:gd name="csX27" fmla="*/ 429022 w 656840"/>
              <a:gd name="csY27" fmla="*/ 229645 h 720004"/>
              <a:gd name="csX28" fmla="*/ 363643 w 656840"/>
              <a:gd name="csY28" fmla="*/ 117315 h 720004"/>
              <a:gd name="csX29" fmla="*/ 444933 w 656840"/>
              <a:gd name="csY29" fmla="*/ 18881 h 720004"/>
              <a:gd name="csX30" fmla="*/ 242930 w 656840"/>
              <a:gd name="csY30" fmla="*/ 0 h 720004"/>
              <a:gd name="csX31" fmla="*/ 320896 w 656840"/>
              <a:gd name="csY31" fmla="*/ 110996 h 720004"/>
              <a:gd name="csX32" fmla="*/ 242930 w 656840"/>
              <a:gd name="csY32" fmla="*/ 222067 h 720004"/>
              <a:gd name="csX33" fmla="*/ 164989 w 656840"/>
              <a:gd name="csY33" fmla="*/ 110996 h 720004"/>
              <a:gd name="csX34" fmla="*/ 242930 w 656840"/>
              <a:gd name="csY34" fmla="*/ 0 h 720004"/>
              <a:gd name="csX0" fmla="*/ 313016 w 656840"/>
              <a:gd name="csY0" fmla="*/ 292708 h 720004"/>
              <a:gd name="csX1" fmla="*/ 429022 w 656840"/>
              <a:gd name="csY1" fmla="*/ 359597 h 720004"/>
              <a:gd name="csX2" fmla="*/ 569825 w 656840"/>
              <a:gd name="csY2" fmla="*/ 503421 h 720004"/>
              <a:gd name="csX3" fmla="*/ 594974 w 656840"/>
              <a:gd name="csY3" fmla="*/ 658649 h 720004"/>
              <a:gd name="csX4" fmla="*/ 396320 w 656840"/>
              <a:gd name="csY4" fmla="*/ 706582 h 720004"/>
              <a:gd name="csX5" fmla="*/ 271856 w 656840"/>
              <a:gd name="csY5" fmla="*/ 702781 h 720004"/>
              <a:gd name="csX6" fmla="*/ 147366 w 656840"/>
              <a:gd name="csY6" fmla="*/ 711617 h 720004"/>
              <a:gd name="csX7" fmla="*/ 46792 w 656840"/>
              <a:gd name="csY7" fmla="*/ 614467 h 720004"/>
              <a:gd name="csX8" fmla="*/ 132287 w 656840"/>
              <a:gd name="csY8" fmla="*/ 451687 h 720004"/>
              <a:gd name="csX9" fmla="*/ 225333 w 656840"/>
              <a:gd name="csY9" fmla="*/ 350761 h 720004"/>
              <a:gd name="csX10" fmla="*/ 313016 w 656840"/>
              <a:gd name="csY10" fmla="*/ 292708 h 720004"/>
              <a:gd name="csX11" fmla="*/ 569825 w 656840"/>
              <a:gd name="csY11" fmla="*/ 218266 h 720004"/>
              <a:gd name="csX12" fmla="*/ 656577 w 656840"/>
              <a:gd name="csY12" fmla="*/ 307838 h 720004"/>
              <a:gd name="csX13" fmla="*/ 581153 w 656840"/>
              <a:gd name="csY13" fmla="*/ 427746 h 720004"/>
              <a:gd name="csX14" fmla="*/ 491883 w 656840"/>
              <a:gd name="csY14" fmla="*/ 326795 h 720004"/>
              <a:gd name="csX15" fmla="*/ 569825 w 656840"/>
              <a:gd name="csY15" fmla="*/ 218266 h 720004"/>
              <a:gd name="csX16" fmla="*/ 73201 w 656840"/>
              <a:gd name="csY16" fmla="*/ 166557 h 720004"/>
              <a:gd name="csX17" fmla="*/ 163730 w 656840"/>
              <a:gd name="csY17" fmla="*/ 248551 h 720004"/>
              <a:gd name="csX18" fmla="*/ 98351 w 656840"/>
              <a:gd name="csY18" fmla="*/ 378503 h 720004"/>
              <a:gd name="csX19" fmla="*/ 1528 w 656840"/>
              <a:gd name="csY19" fmla="*/ 263706 h 720004"/>
              <a:gd name="csX20" fmla="*/ 73201 w 656840"/>
              <a:gd name="csY20" fmla="*/ 166557 h 720004"/>
              <a:gd name="csX21" fmla="*/ 444933 w 656840"/>
              <a:gd name="csY21" fmla="*/ 18881 h 720004"/>
              <a:gd name="csX22" fmla="*/ 460440 w 656840"/>
              <a:gd name="csY22" fmla="*/ 18906 h 720004"/>
              <a:gd name="csX23" fmla="*/ 530854 w 656840"/>
              <a:gd name="csY23" fmla="*/ 128694 h 720004"/>
              <a:gd name="csX24" fmla="*/ 429022 w 656840"/>
              <a:gd name="csY24" fmla="*/ 229645 h 720004"/>
              <a:gd name="csX25" fmla="*/ 363643 w 656840"/>
              <a:gd name="csY25" fmla="*/ 117315 h 720004"/>
              <a:gd name="csX26" fmla="*/ 444933 w 656840"/>
              <a:gd name="csY26" fmla="*/ 18881 h 720004"/>
              <a:gd name="csX27" fmla="*/ 242930 w 656840"/>
              <a:gd name="csY27" fmla="*/ 0 h 720004"/>
              <a:gd name="csX28" fmla="*/ 320896 w 656840"/>
              <a:gd name="csY28" fmla="*/ 110996 h 720004"/>
              <a:gd name="csX29" fmla="*/ 242930 w 656840"/>
              <a:gd name="csY29" fmla="*/ 222067 h 720004"/>
              <a:gd name="csX30" fmla="*/ 164989 w 656840"/>
              <a:gd name="csY30" fmla="*/ 110996 h 720004"/>
              <a:gd name="csX31" fmla="*/ 242930 w 656840"/>
              <a:gd name="csY31" fmla="*/ 0 h 7200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56840" h="720004">
                <a:moveTo>
                  <a:pt x="313016" y="292708"/>
                </a:moveTo>
                <a:cubicBezTo>
                  <a:pt x="351056" y="288302"/>
                  <a:pt x="393828" y="304716"/>
                  <a:pt x="429022" y="359597"/>
                </a:cubicBezTo>
                <a:cubicBezTo>
                  <a:pt x="480555" y="434064"/>
                  <a:pt x="569825" y="503421"/>
                  <a:pt x="569825" y="503421"/>
                </a:cubicBezTo>
                <a:cubicBezTo>
                  <a:pt x="569825" y="503421"/>
                  <a:pt x="636463" y="555181"/>
                  <a:pt x="594974" y="658649"/>
                </a:cubicBezTo>
                <a:cubicBezTo>
                  <a:pt x="552227" y="758316"/>
                  <a:pt x="396320" y="706582"/>
                  <a:pt x="396320" y="706582"/>
                </a:cubicBezTo>
                <a:cubicBezTo>
                  <a:pt x="396320" y="706582"/>
                  <a:pt x="338493" y="687650"/>
                  <a:pt x="271856" y="702781"/>
                </a:cubicBezTo>
                <a:cubicBezTo>
                  <a:pt x="205218" y="716677"/>
                  <a:pt x="147366" y="711617"/>
                  <a:pt x="147366" y="711617"/>
                </a:cubicBezTo>
                <a:cubicBezTo>
                  <a:pt x="147366" y="711617"/>
                  <a:pt x="69425" y="712901"/>
                  <a:pt x="46792" y="614467"/>
                </a:cubicBezTo>
                <a:cubicBezTo>
                  <a:pt x="25419" y="514775"/>
                  <a:pt x="124734" y="460548"/>
                  <a:pt x="132287" y="451687"/>
                </a:cubicBezTo>
                <a:cubicBezTo>
                  <a:pt x="139839" y="441592"/>
                  <a:pt x="192631" y="406271"/>
                  <a:pt x="225333" y="350761"/>
                </a:cubicBezTo>
                <a:cubicBezTo>
                  <a:pt x="241671" y="322364"/>
                  <a:pt x="274977" y="297139"/>
                  <a:pt x="313016" y="292708"/>
                </a:cubicBezTo>
                <a:close/>
                <a:moveTo>
                  <a:pt x="569825" y="218266"/>
                </a:moveTo>
                <a:cubicBezTo>
                  <a:pt x="637722" y="218266"/>
                  <a:pt x="656577" y="285155"/>
                  <a:pt x="656577" y="307838"/>
                </a:cubicBezTo>
                <a:cubicBezTo>
                  <a:pt x="656577" y="329312"/>
                  <a:pt x="665389" y="425203"/>
                  <a:pt x="581153" y="427746"/>
                </a:cubicBezTo>
                <a:cubicBezTo>
                  <a:pt x="495660" y="429004"/>
                  <a:pt x="491883" y="369667"/>
                  <a:pt x="491883" y="326795"/>
                </a:cubicBezTo>
                <a:cubicBezTo>
                  <a:pt x="491883" y="281354"/>
                  <a:pt x="500669" y="218266"/>
                  <a:pt x="569825" y="218266"/>
                </a:cubicBezTo>
                <a:close/>
                <a:moveTo>
                  <a:pt x="73201" y="166557"/>
                </a:moveTo>
                <a:cubicBezTo>
                  <a:pt x="123475" y="161497"/>
                  <a:pt x="159954" y="217007"/>
                  <a:pt x="163730" y="248551"/>
                </a:cubicBezTo>
                <a:cubicBezTo>
                  <a:pt x="166247" y="268716"/>
                  <a:pt x="176292" y="362140"/>
                  <a:pt x="98351" y="378503"/>
                </a:cubicBezTo>
                <a:cubicBezTo>
                  <a:pt x="21643" y="394943"/>
                  <a:pt x="-7283" y="305320"/>
                  <a:pt x="1528" y="263706"/>
                </a:cubicBezTo>
                <a:cubicBezTo>
                  <a:pt x="1528" y="263706"/>
                  <a:pt x="10339" y="171567"/>
                  <a:pt x="73201" y="166557"/>
                </a:cubicBezTo>
                <a:close/>
                <a:moveTo>
                  <a:pt x="444933" y="18881"/>
                </a:moveTo>
                <a:cubicBezTo>
                  <a:pt x="450194" y="17849"/>
                  <a:pt x="455405" y="17798"/>
                  <a:pt x="460440" y="18906"/>
                </a:cubicBezTo>
                <a:cubicBezTo>
                  <a:pt x="500669" y="27743"/>
                  <a:pt x="538406" y="81994"/>
                  <a:pt x="530854" y="128694"/>
                </a:cubicBezTo>
                <a:cubicBezTo>
                  <a:pt x="523301" y="175343"/>
                  <a:pt x="486848" y="237172"/>
                  <a:pt x="429022" y="229645"/>
                </a:cubicBezTo>
                <a:cubicBezTo>
                  <a:pt x="371170" y="222067"/>
                  <a:pt x="358608" y="169049"/>
                  <a:pt x="363643" y="117315"/>
                </a:cubicBezTo>
                <a:cubicBezTo>
                  <a:pt x="368023" y="80887"/>
                  <a:pt x="408051" y="26081"/>
                  <a:pt x="444933" y="18881"/>
                </a:cubicBezTo>
                <a:close/>
                <a:moveTo>
                  <a:pt x="242930" y="0"/>
                </a:moveTo>
                <a:cubicBezTo>
                  <a:pt x="285978" y="0"/>
                  <a:pt x="320896" y="49670"/>
                  <a:pt x="320896" y="110996"/>
                </a:cubicBezTo>
                <a:cubicBezTo>
                  <a:pt x="320896" y="172322"/>
                  <a:pt x="285978" y="222067"/>
                  <a:pt x="242930" y="222067"/>
                </a:cubicBezTo>
                <a:cubicBezTo>
                  <a:pt x="199855" y="222067"/>
                  <a:pt x="164989" y="172322"/>
                  <a:pt x="164989" y="110996"/>
                </a:cubicBezTo>
                <a:cubicBezTo>
                  <a:pt x="164989" y="49670"/>
                  <a:pt x="199855" y="0"/>
                  <a:pt x="242930" y="0"/>
                </a:cubicBezTo>
                <a:close/>
              </a:path>
            </a:pathLst>
          </a:custGeom>
          <a:solidFill>
            <a:srgbClr val="000000"/>
          </a:solidFill>
          <a:ln w="250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8895D3BE-6098-2948-BAAD-F8873604C718}"/>
              </a:ext>
            </a:extLst>
          </p:cNvPr>
          <p:cNvSpPr/>
          <p:nvPr/>
        </p:nvSpPr>
        <p:spPr>
          <a:xfrm>
            <a:off x="2105355" y="1039493"/>
            <a:ext cx="635673" cy="720000"/>
          </a:xfrm>
          <a:custGeom>
            <a:avLst/>
            <a:gdLst>
              <a:gd name="csX0" fmla="*/ 7 w 635673"/>
              <a:gd name="csY0" fmla="*/ 686505 h 720000"/>
              <a:gd name="csX1" fmla="*/ 635673 w 635673"/>
              <a:gd name="csY1" fmla="*/ 686505 h 720000"/>
              <a:gd name="csX2" fmla="*/ 635673 w 635673"/>
              <a:gd name="csY2" fmla="*/ 720000 h 720000"/>
              <a:gd name="csX3" fmla="*/ 0 w 635673"/>
              <a:gd name="csY3" fmla="*/ 720000 h 720000"/>
              <a:gd name="csX4" fmla="*/ 25093 w 635673"/>
              <a:gd name="csY4" fmla="*/ 636278 h 720000"/>
              <a:gd name="csX5" fmla="*/ 610595 w 635673"/>
              <a:gd name="csY5" fmla="*/ 636278 h 720000"/>
              <a:gd name="csX6" fmla="*/ 610595 w 635673"/>
              <a:gd name="csY6" fmla="*/ 678138 h 720000"/>
              <a:gd name="csX7" fmla="*/ 25093 w 635673"/>
              <a:gd name="csY7" fmla="*/ 678138 h 720000"/>
              <a:gd name="csX8" fmla="*/ 549273 w 635673"/>
              <a:gd name="csY8" fmla="*/ 184186 h 720000"/>
              <a:gd name="csX9" fmla="*/ 588265 w 635673"/>
              <a:gd name="csY9" fmla="*/ 184186 h 720000"/>
              <a:gd name="csX10" fmla="*/ 595246 w 635673"/>
              <a:gd name="csY10" fmla="*/ 187718 h 720000"/>
              <a:gd name="csX11" fmla="*/ 598749 w 635673"/>
              <a:gd name="csY11" fmla="*/ 244175 h 720000"/>
              <a:gd name="csX12" fmla="*/ 602227 w 635673"/>
              <a:gd name="csY12" fmla="*/ 335914 h 720000"/>
              <a:gd name="csX13" fmla="*/ 602227 w 635673"/>
              <a:gd name="csY13" fmla="*/ 424141 h 720000"/>
              <a:gd name="csX14" fmla="*/ 598749 w 635673"/>
              <a:gd name="csY14" fmla="*/ 534121 h 720000"/>
              <a:gd name="csX15" fmla="*/ 598165 w 635673"/>
              <a:gd name="csY15" fmla="*/ 608213 h 720000"/>
              <a:gd name="csX16" fmla="*/ 588265 w 635673"/>
              <a:gd name="csY16" fmla="*/ 611163 h 720000"/>
              <a:gd name="csX17" fmla="*/ 553359 w 635673"/>
              <a:gd name="csY17" fmla="*/ 611163 h 720000"/>
              <a:gd name="csX18" fmla="*/ 542876 w 635673"/>
              <a:gd name="csY18" fmla="*/ 608213 h 720000"/>
              <a:gd name="csX19" fmla="*/ 538789 w 635673"/>
              <a:gd name="csY19" fmla="*/ 534121 h 720000"/>
              <a:gd name="csX20" fmla="*/ 535310 w 635673"/>
              <a:gd name="csY20" fmla="*/ 424730 h 720000"/>
              <a:gd name="csX21" fmla="*/ 535310 w 635673"/>
              <a:gd name="csY21" fmla="*/ 336508 h 720000"/>
              <a:gd name="csX22" fmla="*/ 538789 w 635673"/>
              <a:gd name="csY22" fmla="*/ 244175 h 720000"/>
              <a:gd name="csX23" fmla="*/ 542000 w 635673"/>
              <a:gd name="csY23" fmla="*/ 187412 h 720000"/>
              <a:gd name="csX24" fmla="*/ 390356 w 635673"/>
              <a:gd name="csY24" fmla="*/ 184186 h 720000"/>
              <a:gd name="csX25" fmla="*/ 429328 w 635673"/>
              <a:gd name="csY25" fmla="*/ 184186 h 720000"/>
              <a:gd name="csX26" fmla="*/ 436309 w 635673"/>
              <a:gd name="csY26" fmla="*/ 187718 h 720000"/>
              <a:gd name="csX27" fmla="*/ 439812 w 635673"/>
              <a:gd name="csY27" fmla="*/ 244175 h 720000"/>
              <a:gd name="csX28" fmla="*/ 443315 w 635673"/>
              <a:gd name="csY28" fmla="*/ 335914 h 720000"/>
              <a:gd name="csX29" fmla="*/ 443315 w 635673"/>
              <a:gd name="csY29" fmla="*/ 424141 h 720000"/>
              <a:gd name="csX30" fmla="*/ 439812 w 635673"/>
              <a:gd name="csY30" fmla="*/ 534121 h 720000"/>
              <a:gd name="csX31" fmla="*/ 439228 w 635673"/>
              <a:gd name="csY31" fmla="*/ 608213 h 720000"/>
              <a:gd name="csX32" fmla="*/ 429328 w 635673"/>
              <a:gd name="csY32" fmla="*/ 611163 h 720000"/>
              <a:gd name="csX33" fmla="*/ 394425 w 635673"/>
              <a:gd name="csY33" fmla="*/ 611163 h 720000"/>
              <a:gd name="csX34" fmla="*/ 383951 w 635673"/>
              <a:gd name="csY34" fmla="*/ 608213 h 720000"/>
              <a:gd name="csX35" fmla="*/ 379876 w 635673"/>
              <a:gd name="csY35" fmla="*/ 534121 h 720000"/>
              <a:gd name="csX36" fmla="*/ 376391 w 635673"/>
              <a:gd name="csY36" fmla="*/ 424730 h 720000"/>
              <a:gd name="csX37" fmla="*/ 376391 w 635673"/>
              <a:gd name="csY37" fmla="*/ 336508 h 720000"/>
              <a:gd name="csX38" fmla="*/ 379876 w 635673"/>
              <a:gd name="csY38" fmla="*/ 244175 h 720000"/>
              <a:gd name="csX39" fmla="*/ 383082 w 635673"/>
              <a:gd name="csY39" fmla="*/ 187412 h 720000"/>
              <a:gd name="csX40" fmla="*/ 197973 w 635673"/>
              <a:gd name="csY40" fmla="*/ 184186 h 720000"/>
              <a:gd name="csX41" fmla="*/ 236960 w 635673"/>
              <a:gd name="csY41" fmla="*/ 184186 h 720000"/>
              <a:gd name="csX42" fmla="*/ 243941 w 635673"/>
              <a:gd name="csY42" fmla="*/ 187718 h 720000"/>
              <a:gd name="csX43" fmla="*/ 247434 w 635673"/>
              <a:gd name="csY43" fmla="*/ 244175 h 720000"/>
              <a:gd name="csX44" fmla="*/ 250927 w 635673"/>
              <a:gd name="csY44" fmla="*/ 335914 h 720000"/>
              <a:gd name="csX45" fmla="*/ 250927 w 635673"/>
              <a:gd name="csY45" fmla="*/ 424141 h 720000"/>
              <a:gd name="csX46" fmla="*/ 247434 w 635673"/>
              <a:gd name="csY46" fmla="*/ 534121 h 720000"/>
              <a:gd name="csX47" fmla="*/ 246860 w 635673"/>
              <a:gd name="csY47" fmla="*/ 608213 h 720000"/>
              <a:gd name="csX48" fmla="*/ 236960 w 635673"/>
              <a:gd name="csY48" fmla="*/ 611163 h 720000"/>
              <a:gd name="csX49" fmla="*/ 202047 w 635673"/>
              <a:gd name="csY49" fmla="*/ 611163 h 720000"/>
              <a:gd name="csX50" fmla="*/ 191568 w 635673"/>
              <a:gd name="csY50" fmla="*/ 608213 h 720000"/>
              <a:gd name="csX51" fmla="*/ 187498 w 635673"/>
              <a:gd name="csY51" fmla="*/ 534121 h 720000"/>
              <a:gd name="csX52" fmla="*/ 184013 w 635673"/>
              <a:gd name="csY52" fmla="*/ 424730 h 720000"/>
              <a:gd name="csX53" fmla="*/ 184013 w 635673"/>
              <a:gd name="csY53" fmla="*/ 336508 h 720000"/>
              <a:gd name="csX54" fmla="*/ 187498 w 635673"/>
              <a:gd name="csY54" fmla="*/ 244175 h 720000"/>
              <a:gd name="csX55" fmla="*/ 190707 w 635673"/>
              <a:gd name="csY55" fmla="*/ 187412 h 720000"/>
              <a:gd name="csX56" fmla="*/ 47428 w 635673"/>
              <a:gd name="csY56" fmla="*/ 184186 h 720000"/>
              <a:gd name="csX57" fmla="*/ 86406 w 635673"/>
              <a:gd name="csY57" fmla="*/ 184186 h 720000"/>
              <a:gd name="csX58" fmla="*/ 93384 w 635673"/>
              <a:gd name="csY58" fmla="*/ 187718 h 720000"/>
              <a:gd name="csX59" fmla="*/ 96877 w 635673"/>
              <a:gd name="csY59" fmla="*/ 244175 h 720000"/>
              <a:gd name="csX60" fmla="*/ 100370 w 635673"/>
              <a:gd name="csY60" fmla="*/ 335914 h 720000"/>
              <a:gd name="csX61" fmla="*/ 100370 w 635673"/>
              <a:gd name="csY61" fmla="*/ 424141 h 720000"/>
              <a:gd name="csX62" fmla="*/ 96877 w 635673"/>
              <a:gd name="csY62" fmla="*/ 534121 h 720000"/>
              <a:gd name="csX63" fmla="*/ 96296 w 635673"/>
              <a:gd name="csY63" fmla="*/ 608213 h 720000"/>
              <a:gd name="csX64" fmla="*/ 86406 w 635673"/>
              <a:gd name="csY64" fmla="*/ 611163 h 720000"/>
              <a:gd name="csX65" fmla="*/ 51498 w 635673"/>
              <a:gd name="csY65" fmla="*/ 611163 h 720000"/>
              <a:gd name="csX66" fmla="*/ 41023 w 635673"/>
              <a:gd name="csY66" fmla="*/ 608213 h 720000"/>
              <a:gd name="csX67" fmla="*/ 36956 w 635673"/>
              <a:gd name="csY67" fmla="*/ 534121 h 720000"/>
              <a:gd name="csX68" fmla="*/ 33456 w 635673"/>
              <a:gd name="csY68" fmla="*/ 424730 h 720000"/>
              <a:gd name="csX69" fmla="*/ 33456 w 635673"/>
              <a:gd name="csY69" fmla="*/ 336508 h 720000"/>
              <a:gd name="csX70" fmla="*/ 36956 w 635673"/>
              <a:gd name="csY70" fmla="*/ 244175 h 720000"/>
              <a:gd name="csX71" fmla="*/ 40150 w 635673"/>
              <a:gd name="csY71" fmla="*/ 187412 h 720000"/>
              <a:gd name="csX72" fmla="*/ 25093 w 635673"/>
              <a:gd name="csY72" fmla="*/ 108837 h 720000"/>
              <a:gd name="csX73" fmla="*/ 610595 w 635673"/>
              <a:gd name="csY73" fmla="*/ 108837 h 720000"/>
              <a:gd name="csX74" fmla="*/ 610595 w 635673"/>
              <a:gd name="csY74" fmla="*/ 167441 h 720000"/>
              <a:gd name="csX75" fmla="*/ 25093 w 635673"/>
              <a:gd name="csY75" fmla="*/ 167441 h 720000"/>
              <a:gd name="csX76" fmla="*/ 311816 w 635673"/>
              <a:gd name="csY76" fmla="*/ 0 h 720000"/>
              <a:gd name="csX77" fmla="*/ 618962 w 635673"/>
              <a:gd name="csY77" fmla="*/ 70400 h 720000"/>
              <a:gd name="csX78" fmla="*/ 606630 w 635673"/>
              <a:gd name="csY78" fmla="*/ 92094 h 720000"/>
              <a:gd name="csX79" fmla="*/ 18402 w 635673"/>
              <a:gd name="csY79" fmla="*/ 92094 h 720000"/>
              <a:gd name="csX80" fmla="*/ 0 w 635673"/>
              <a:gd name="csY80" fmla="*/ 74501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</a:cxnLst>
            <a:rect l="l" t="t" r="r" b="b"/>
            <a:pathLst>
              <a:path w="635673" h="720000">
                <a:moveTo>
                  <a:pt x="7" y="686505"/>
                </a:moveTo>
                <a:lnTo>
                  <a:pt x="635673" y="686505"/>
                </a:lnTo>
                <a:lnTo>
                  <a:pt x="635673" y="720000"/>
                </a:lnTo>
                <a:lnTo>
                  <a:pt x="0" y="720000"/>
                </a:lnTo>
                <a:close/>
                <a:moveTo>
                  <a:pt x="25093" y="636278"/>
                </a:moveTo>
                <a:lnTo>
                  <a:pt x="610595" y="636278"/>
                </a:lnTo>
                <a:lnTo>
                  <a:pt x="610595" y="678138"/>
                </a:lnTo>
                <a:lnTo>
                  <a:pt x="25093" y="678138"/>
                </a:lnTo>
                <a:close/>
                <a:moveTo>
                  <a:pt x="549273" y="184186"/>
                </a:moveTo>
                <a:lnTo>
                  <a:pt x="588265" y="184186"/>
                </a:lnTo>
                <a:lnTo>
                  <a:pt x="595246" y="187718"/>
                </a:lnTo>
                <a:lnTo>
                  <a:pt x="598749" y="244175"/>
                </a:lnTo>
                <a:lnTo>
                  <a:pt x="602227" y="335914"/>
                </a:lnTo>
                <a:lnTo>
                  <a:pt x="602227" y="424141"/>
                </a:lnTo>
                <a:lnTo>
                  <a:pt x="598749" y="534121"/>
                </a:lnTo>
                <a:lnTo>
                  <a:pt x="598165" y="608213"/>
                </a:lnTo>
                <a:lnTo>
                  <a:pt x="588265" y="611163"/>
                </a:lnTo>
                <a:lnTo>
                  <a:pt x="553359" y="611163"/>
                </a:lnTo>
                <a:lnTo>
                  <a:pt x="542876" y="608213"/>
                </a:lnTo>
                <a:lnTo>
                  <a:pt x="538789" y="534121"/>
                </a:lnTo>
                <a:lnTo>
                  <a:pt x="535310" y="424730"/>
                </a:lnTo>
                <a:lnTo>
                  <a:pt x="535310" y="336508"/>
                </a:lnTo>
                <a:lnTo>
                  <a:pt x="538789" y="244175"/>
                </a:lnTo>
                <a:lnTo>
                  <a:pt x="542000" y="187412"/>
                </a:lnTo>
                <a:close/>
                <a:moveTo>
                  <a:pt x="390356" y="184186"/>
                </a:moveTo>
                <a:lnTo>
                  <a:pt x="429328" y="184186"/>
                </a:lnTo>
                <a:lnTo>
                  <a:pt x="436309" y="187718"/>
                </a:lnTo>
                <a:lnTo>
                  <a:pt x="439812" y="244175"/>
                </a:lnTo>
                <a:lnTo>
                  <a:pt x="443315" y="335914"/>
                </a:lnTo>
                <a:lnTo>
                  <a:pt x="443315" y="424141"/>
                </a:lnTo>
                <a:lnTo>
                  <a:pt x="439812" y="534121"/>
                </a:lnTo>
                <a:lnTo>
                  <a:pt x="439228" y="608213"/>
                </a:lnTo>
                <a:lnTo>
                  <a:pt x="429328" y="611163"/>
                </a:lnTo>
                <a:lnTo>
                  <a:pt x="394425" y="611163"/>
                </a:lnTo>
                <a:lnTo>
                  <a:pt x="383951" y="608213"/>
                </a:lnTo>
                <a:lnTo>
                  <a:pt x="379876" y="534121"/>
                </a:lnTo>
                <a:lnTo>
                  <a:pt x="376391" y="424730"/>
                </a:lnTo>
                <a:lnTo>
                  <a:pt x="376391" y="336508"/>
                </a:lnTo>
                <a:lnTo>
                  <a:pt x="379876" y="244175"/>
                </a:lnTo>
                <a:lnTo>
                  <a:pt x="383082" y="187412"/>
                </a:lnTo>
                <a:close/>
                <a:moveTo>
                  <a:pt x="197973" y="184186"/>
                </a:moveTo>
                <a:lnTo>
                  <a:pt x="236960" y="184186"/>
                </a:lnTo>
                <a:lnTo>
                  <a:pt x="243941" y="187718"/>
                </a:lnTo>
                <a:lnTo>
                  <a:pt x="247434" y="244175"/>
                </a:lnTo>
                <a:lnTo>
                  <a:pt x="250927" y="335914"/>
                </a:lnTo>
                <a:lnTo>
                  <a:pt x="250927" y="424141"/>
                </a:lnTo>
                <a:lnTo>
                  <a:pt x="247434" y="534121"/>
                </a:lnTo>
                <a:lnTo>
                  <a:pt x="246860" y="608213"/>
                </a:lnTo>
                <a:lnTo>
                  <a:pt x="236960" y="611163"/>
                </a:lnTo>
                <a:lnTo>
                  <a:pt x="202047" y="611163"/>
                </a:lnTo>
                <a:lnTo>
                  <a:pt x="191568" y="608213"/>
                </a:lnTo>
                <a:lnTo>
                  <a:pt x="187498" y="534121"/>
                </a:lnTo>
                <a:lnTo>
                  <a:pt x="184013" y="424730"/>
                </a:lnTo>
                <a:lnTo>
                  <a:pt x="184013" y="336508"/>
                </a:lnTo>
                <a:lnTo>
                  <a:pt x="187498" y="244175"/>
                </a:lnTo>
                <a:lnTo>
                  <a:pt x="190707" y="187412"/>
                </a:lnTo>
                <a:close/>
                <a:moveTo>
                  <a:pt x="47428" y="184186"/>
                </a:moveTo>
                <a:lnTo>
                  <a:pt x="86406" y="184186"/>
                </a:lnTo>
                <a:lnTo>
                  <a:pt x="93384" y="187718"/>
                </a:lnTo>
                <a:lnTo>
                  <a:pt x="96877" y="244175"/>
                </a:lnTo>
                <a:lnTo>
                  <a:pt x="100370" y="335914"/>
                </a:lnTo>
                <a:lnTo>
                  <a:pt x="100370" y="424141"/>
                </a:lnTo>
                <a:lnTo>
                  <a:pt x="96877" y="534121"/>
                </a:lnTo>
                <a:lnTo>
                  <a:pt x="96296" y="608213"/>
                </a:lnTo>
                <a:lnTo>
                  <a:pt x="86406" y="611163"/>
                </a:lnTo>
                <a:lnTo>
                  <a:pt x="51498" y="611163"/>
                </a:lnTo>
                <a:lnTo>
                  <a:pt x="41023" y="608213"/>
                </a:lnTo>
                <a:lnTo>
                  <a:pt x="36956" y="534121"/>
                </a:lnTo>
                <a:lnTo>
                  <a:pt x="33456" y="424730"/>
                </a:lnTo>
                <a:lnTo>
                  <a:pt x="33456" y="336508"/>
                </a:lnTo>
                <a:lnTo>
                  <a:pt x="36956" y="244175"/>
                </a:lnTo>
                <a:lnTo>
                  <a:pt x="40150" y="187412"/>
                </a:lnTo>
                <a:close/>
                <a:moveTo>
                  <a:pt x="25093" y="108837"/>
                </a:moveTo>
                <a:lnTo>
                  <a:pt x="610595" y="108837"/>
                </a:lnTo>
                <a:lnTo>
                  <a:pt x="610595" y="167441"/>
                </a:lnTo>
                <a:lnTo>
                  <a:pt x="25093" y="167441"/>
                </a:lnTo>
                <a:close/>
                <a:moveTo>
                  <a:pt x="311816" y="0"/>
                </a:moveTo>
                <a:lnTo>
                  <a:pt x="618962" y="70400"/>
                </a:lnTo>
                <a:lnTo>
                  <a:pt x="606630" y="92094"/>
                </a:lnTo>
                <a:lnTo>
                  <a:pt x="18402" y="92094"/>
                </a:lnTo>
                <a:lnTo>
                  <a:pt x="0" y="74501"/>
                </a:lnTo>
                <a:close/>
              </a:path>
            </a:pathLst>
          </a:custGeom>
          <a:solidFill>
            <a:srgbClr val="000000"/>
          </a:solidFill>
          <a:ln w="41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5755F30D-CCA9-3752-511B-0D770D149EEC}"/>
              </a:ext>
            </a:extLst>
          </p:cNvPr>
          <p:cNvSpPr/>
          <p:nvPr/>
        </p:nvSpPr>
        <p:spPr>
          <a:xfrm>
            <a:off x="136089" y="3183742"/>
            <a:ext cx="351395" cy="429893"/>
          </a:xfrm>
          <a:custGeom>
            <a:avLst/>
            <a:gdLst>
              <a:gd name="csX0" fmla="*/ 0 w 351395"/>
              <a:gd name="csY0" fmla="*/ 0 h 429893"/>
              <a:gd name="csX1" fmla="*/ 348410 w 351395"/>
              <a:gd name="csY1" fmla="*/ 0 h 429893"/>
              <a:gd name="csX2" fmla="*/ 348410 w 351395"/>
              <a:gd name="csY2" fmla="*/ 101414 h 429893"/>
              <a:gd name="csX3" fmla="*/ 118976 w 351395"/>
              <a:gd name="csY3" fmla="*/ 101414 h 429893"/>
              <a:gd name="csX4" fmla="*/ 118976 w 351395"/>
              <a:gd name="csY4" fmla="*/ 166214 h 429893"/>
              <a:gd name="csX5" fmla="*/ 326634 w 351395"/>
              <a:gd name="csY5" fmla="*/ 166214 h 429893"/>
              <a:gd name="csX6" fmla="*/ 326634 w 351395"/>
              <a:gd name="csY6" fmla="*/ 260429 h 429893"/>
              <a:gd name="csX7" fmla="*/ 118976 w 351395"/>
              <a:gd name="csY7" fmla="*/ 260429 h 429893"/>
              <a:gd name="csX8" fmla="*/ 118976 w 351395"/>
              <a:gd name="csY8" fmla="*/ 328565 h 429893"/>
              <a:gd name="csX9" fmla="*/ 351395 w 351395"/>
              <a:gd name="csY9" fmla="*/ 328565 h 429893"/>
              <a:gd name="csX10" fmla="*/ 351395 w 351395"/>
              <a:gd name="csY10" fmla="*/ 429893 h 429893"/>
              <a:gd name="csX11" fmla="*/ 0 w 351395"/>
              <a:gd name="csY11" fmla="*/ 429893 h 4298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51395" h="429893">
                <a:moveTo>
                  <a:pt x="0" y="0"/>
                </a:moveTo>
                <a:lnTo>
                  <a:pt x="348410" y="0"/>
                </a:lnTo>
                <a:lnTo>
                  <a:pt x="348410" y="101414"/>
                </a:lnTo>
                <a:lnTo>
                  <a:pt x="118976" y="101414"/>
                </a:lnTo>
                <a:lnTo>
                  <a:pt x="118976" y="166214"/>
                </a:lnTo>
                <a:lnTo>
                  <a:pt x="326634" y="166214"/>
                </a:lnTo>
                <a:lnTo>
                  <a:pt x="326634" y="260429"/>
                </a:lnTo>
                <a:lnTo>
                  <a:pt x="118976" y="260429"/>
                </a:lnTo>
                <a:lnTo>
                  <a:pt x="118976" y="328565"/>
                </a:lnTo>
                <a:lnTo>
                  <a:pt x="351395" y="328565"/>
                </a:lnTo>
                <a:lnTo>
                  <a:pt x="351395" y="429893"/>
                </a:lnTo>
                <a:lnTo>
                  <a:pt x="0" y="429893"/>
                </a:lnTo>
                <a:close/>
              </a:path>
            </a:pathLst>
          </a:custGeom>
          <a:solidFill>
            <a:srgbClr val="000000"/>
          </a:solidFill>
          <a:ln w="8777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2" name="Freeform: Shape 211">
            <a:extLst>
              <a:ext uri="{FF2B5EF4-FFF2-40B4-BE49-F238E27FC236}">
                <a16:creationId xmlns:a16="http://schemas.microsoft.com/office/drawing/2014/main" id="{31166770-3019-F273-A92D-C4D9DF7DE594}"/>
              </a:ext>
            </a:extLst>
          </p:cNvPr>
          <p:cNvSpPr/>
          <p:nvPr/>
        </p:nvSpPr>
        <p:spPr>
          <a:xfrm>
            <a:off x="6258345" y="4958067"/>
            <a:ext cx="978508" cy="720003"/>
          </a:xfrm>
          <a:custGeom>
            <a:avLst/>
            <a:gdLst>
              <a:gd name="csX0" fmla="*/ 284818 w 978508"/>
              <a:gd name="csY0" fmla="*/ 57123 h 720003"/>
              <a:gd name="csX1" fmla="*/ 364713 w 978508"/>
              <a:gd name="csY1" fmla="*/ 103922 h 720003"/>
              <a:gd name="csX2" fmla="*/ 284818 w 978508"/>
              <a:gd name="csY2" fmla="*/ 57123 h 720003"/>
              <a:gd name="csX3" fmla="*/ 704562 w 978508"/>
              <a:gd name="csY3" fmla="*/ 49084 h 720003"/>
              <a:gd name="csX4" fmla="*/ 624211 w 978508"/>
              <a:gd name="csY4" fmla="*/ 95403 h 720003"/>
              <a:gd name="csX5" fmla="*/ 704562 w 978508"/>
              <a:gd name="csY5" fmla="*/ 49084 h 720003"/>
              <a:gd name="csX6" fmla="*/ 0 w 978508"/>
              <a:gd name="csY6" fmla="*/ 45844 h 720003"/>
              <a:gd name="csX7" fmla="*/ 212470 w 978508"/>
              <a:gd name="csY7" fmla="*/ 145922 h 720003"/>
              <a:gd name="csX8" fmla="*/ 239938 w 978508"/>
              <a:gd name="csY8" fmla="*/ 244084 h 720003"/>
              <a:gd name="csX9" fmla="*/ 286510 w 978508"/>
              <a:gd name="csY9" fmla="*/ 354484 h 720003"/>
              <a:gd name="csX10" fmla="*/ 332361 w 978508"/>
              <a:gd name="csY10" fmla="*/ 410643 h 720003"/>
              <a:gd name="csX11" fmla="*/ 375381 w 978508"/>
              <a:gd name="csY11" fmla="*/ 379562 h 720003"/>
              <a:gd name="csX12" fmla="*/ 405225 w 978508"/>
              <a:gd name="csY12" fmla="*/ 419283 h 720003"/>
              <a:gd name="csX13" fmla="*/ 422325 w 978508"/>
              <a:gd name="csY13" fmla="*/ 450844 h 720003"/>
              <a:gd name="csX14" fmla="*/ 429153 w 978508"/>
              <a:gd name="csY14" fmla="*/ 401883 h 720003"/>
              <a:gd name="csX15" fmla="*/ 408777 w 978508"/>
              <a:gd name="csY15" fmla="*/ 373922 h 720003"/>
              <a:gd name="csX16" fmla="*/ 362757 w 978508"/>
              <a:gd name="csY16" fmla="*/ 347763 h 720003"/>
              <a:gd name="csX17" fmla="*/ 314902 w 978508"/>
              <a:gd name="csY17" fmla="*/ 314523 h 720003"/>
              <a:gd name="csX18" fmla="*/ 280690 w 978508"/>
              <a:gd name="csY18" fmla="*/ 284763 h 720003"/>
              <a:gd name="csX19" fmla="*/ 265402 w 978508"/>
              <a:gd name="csY19" fmla="*/ 238682 h 720003"/>
              <a:gd name="csX20" fmla="*/ 273166 w 978508"/>
              <a:gd name="csY20" fmla="*/ 206883 h 720003"/>
              <a:gd name="csX21" fmla="*/ 307617 w 978508"/>
              <a:gd name="csY21" fmla="*/ 176763 h 720003"/>
              <a:gd name="csX22" fmla="*/ 337461 w 978508"/>
              <a:gd name="csY22" fmla="*/ 152523 h 720003"/>
              <a:gd name="csX23" fmla="*/ 329265 w 978508"/>
              <a:gd name="csY23" fmla="*/ 102244 h 720003"/>
              <a:gd name="csX24" fmla="*/ 390489 w 978508"/>
              <a:gd name="csY24" fmla="*/ 92042 h 720003"/>
              <a:gd name="csX25" fmla="*/ 430953 w 978508"/>
              <a:gd name="csY25" fmla="*/ 75244 h 720003"/>
              <a:gd name="csX26" fmla="*/ 502724 w 978508"/>
              <a:gd name="csY26" fmla="*/ 73562 h 720003"/>
              <a:gd name="csX27" fmla="*/ 561044 w 978508"/>
              <a:gd name="csY27" fmla="*/ 76562 h 720003"/>
              <a:gd name="csX28" fmla="*/ 594703 w 978508"/>
              <a:gd name="csY28" fmla="*/ 91922 h 720003"/>
              <a:gd name="csX29" fmla="*/ 676219 w 978508"/>
              <a:gd name="csY29" fmla="*/ 102244 h 720003"/>
              <a:gd name="csX30" fmla="*/ 636127 w 978508"/>
              <a:gd name="csY30" fmla="*/ 156844 h 720003"/>
              <a:gd name="csX31" fmla="*/ 654043 w 978508"/>
              <a:gd name="csY31" fmla="*/ 154325 h 720003"/>
              <a:gd name="csX32" fmla="*/ 681355 w 978508"/>
              <a:gd name="csY32" fmla="*/ 175205 h 720003"/>
              <a:gd name="csX33" fmla="*/ 715806 w 978508"/>
              <a:gd name="csY33" fmla="*/ 208682 h 720003"/>
              <a:gd name="csX34" fmla="*/ 730530 w 978508"/>
              <a:gd name="csY34" fmla="*/ 242763 h 720003"/>
              <a:gd name="csX35" fmla="*/ 699163 w 978508"/>
              <a:gd name="csY35" fmla="*/ 278643 h 720003"/>
              <a:gd name="csX36" fmla="*/ 672967 w 978508"/>
              <a:gd name="csY36" fmla="*/ 316922 h 720003"/>
              <a:gd name="csX37" fmla="*/ 636799 w 978508"/>
              <a:gd name="csY37" fmla="*/ 346682 h 720003"/>
              <a:gd name="csX38" fmla="*/ 576931 w 978508"/>
              <a:gd name="csY38" fmla="*/ 368643 h 720003"/>
              <a:gd name="csX39" fmla="*/ 560960 w 978508"/>
              <a:gd name="csY39" fmla="*/ 394084 h 720003"/>
              <a:gd name="csX40" fmla="*/ 548012 w 978508"/>
              <a:gd name="csY40" fmla="*/ 416763 h 720003"/>
              <a:gd name="csX41" fmla="*/ 569563 w 978508"/>
              <a:gd name="csY41" fmla="*/ 448325 h 720003"/>
              <a:gd name="csX42" fmla="*/ 610651 w 978508"/>
              <a:gd name="csY42" fmla="*/ 380042 h 720003"/>
              <a:gd name="csX43" fmla="*/ 705414 w 978508"/>
              <a:gd name="csY43" fmla="*/ 355205 h 720003"/>
              <a:gd name="csX44" fmla="*/ 765210 w 978508"/>
              <a:gd name="csY44" fmla="*/ 329763 h 720003"/>
              <a:gd name="csX45" fmla="*/ 743862 w 978508"/>
              <a:gd name="csY45" fmla="*/ 247802 h 720003"/>
              <a:gd name="csX46" fmla="*/ 776658 w 978508"/>
              <a:gd name="csY46" fmla="*/ 144724 h 720003"/>
              <a:gd name="csX47" fmla="*/ 838733 w 978508"/>
              <a:gd name="csY47" fmla="*/ 179163 h 720003"/>
              <a:gd name="csX48" fmla="*/ 971260 w 978508"/>
              <a:gd name="csY48" fmla="*/ 46445 h 720003"/>
              <a:gd name="csX49" fmla="*/ 907061 w 978508"/>
              <a:gd name="csY49" fmla="*/ 136325 h 720003"/>
              <a:gd name="csX50" fmla="*/ 978508 w 978508"/>
              <a:gd name="csY50" fmla="*/ 200883 h 720003"/>
              <a:gd name="csX51" fmla="*/ 874781 w 978508"/>
              <a:gd name="csY51" fmla="*/ 300724 h 720003"/>
              <a:gd name="csX52" fmla="*/ 912737 w 978508"/>
              <a:gd name="csY52" fmla="*/ 341763 h 720003"/>
              <a:gd name="csX53" fmla="*/ 944656 w 978508"/>
              <a:gd name="csY53" fmla="*/ 369844 h 720003"/>
              <a:gd name="csX54" fmla="*/ 872717 w 978508"/>
              <a:gd name="csY54" fmla="*/ 440283 h 720003"/>
              <a:gd name="csX55" fmla="*/ 759570 w 978508"/>
              <a:gd name="csY55" fmla="*/ 436922 h 720003"/>
              <a:gd name="csX56" fmla="*/ 798582 w 978508"/>
              <a:gd name="csY56" fmla="*/ 492484 h 720003"/>
              <a:gd name="csX57" fmla="*/ 651007 w 978508"/>
              <a:gd name="csY57" fmla="*/ 489123 h 720003"/>
              <a:gd name="csX58" fmla="*/ 701179 w 978508"/>
              <a:gd name="csY58" fmla="*/ 518643 h 720003"/>
              <a:gd name="csX59" fmla="*/ 576176 w 978508"/>
              <a:gd name="csY59" fmla="*/ 534124 h 720003"/>
              <a:gd name="csX60" fmla="*/ 571807 w 978508"/>
              <a:gd name="csY60" fmla="*/ 582604 h 720003"/>
              <a:gd name="csX61" fmla="*/ 571807 w 978508"/>
              <a:gd name="csY61" fmla="*/ 635403 h 720003"/>
              <a:gd name="csX62" fmla="*/ 693342 w 978508"/>
              <a:gd name="csY62" fmla="*/ 719883 h 720003"/>
              <a:gd name="csX63" fmla="*/ 296938 w 978508"/>
              <a:gd name="csY63" fmla="*/ 720003 h 720003"/>
              <a:gd name="csX64" fmla="*/ 296926 w 978508"/>
              <a:gd name="csY64" fmla="*/ 720003 h 720003"/>
              <a:gd name="csX65" fmla="*/ 418977 w 978508"/>
              <a:gd name="csY65" fmla="*/ 640445 h 720003"/>
              <a:gd name="csX66" fmla="*/ 417501 w 978508"/>
              <a:gd name="csY66" fmla="*/ 576484 h 720003"/>
              <a:gd name="csX67" fmla="*/ 412401 w 978508"/>
              <a:gd name="csY67" fmla="*/ 531604 h 720003"/>
              <a:gd name="csX68" fmla="*/ 301534 w 978508"/>
              <a:gd name="csY68" fmla="*/ 529445 h 720003"/>
              <a:gd name="csX69" fmla="*/ 289870 w 978508"/>
              <a:gd name="csY69" fmla="*/ 472562 h 720003"/>
              <a:gd name="csX70" fmla="*/ 193691 w 978508"/>
              <a:gd name="csY70" fmla="*/ 498844 h 720003"/>
              <a:gd name="csX71" fmla="*/ 223570 w 978508"/>
              <a:gd name="csY71" fmla="*/ 435604 h 720003"/>
              <a:gd name="csX72" fmla="*/ 125243 w 978508"/>
              <a:gd name="csY72" fmla="*/ 444364 h 720003"/>
              <a:gd name="csX73" fmla="*/ 51480 w 978508"/>
              <a:gd name="csY73" fmla="*/ 368042 h 720003"/>
              <a:gd name="csX74" fmla="*/ 104135 w 978508"/>
              <a:gd name="csY74" fmla="*/ 285123 h 720003"/>
              <a:gd name="csX75" fmla="*/ 12624 w 978508"/>
              <a:gd name="csY75" fmla="*/ 207964 h 720003"/>
              <a:gd name="csX76" fmla="*/ 0 w 978508"/>
              <a:gd name="csY76" fmla="*/ 45844 h 720003"/>
              <a:gd name="csX77" fmla="*/ 345321 w 978508"/>
              <a:gd name="csY77" fmla="*/ 28325 h 720003"/>
              <a:gd name="csX78" fmla="*/ 367329 w 978508"/>
              <a:gd name="csY78" fmla="*/ 75123 h 720003"/>
              <a:gd name="csX79" fmla="*/ 339381 w 978508"/>
              <a:gd name="csY79" fmla="*/ 35523 h 720003"/>
              <a:gd name="csX80" fmla="*/ 345321 w 978508"/>
              <a:gd name="csY80" fmla="*/ 28325 h 720003"/>
              <a:gd name="csX81" fmla="*/ 644923 w 978508"/>
              <a:gd name="csY81" fmla="*/ 27003 h 720003"/>
              <a:gd name="csX82" fmla="*/ 656647 w 978508"/>
              <a:gd name="csY82" fmla="*/ 33364 h 720003"/>
              <a:gd name="csX83" fmla="*/ 622051 w 978508"/>
              <a:gd name="csY83" fmla="*/ 77042 h 720003"/>
              <a:gd name="csX84" fmla="*/ 640507 w 978508"/>
              <a:gd name="csY84" fmla="*/ 32643 h 720003"/>
              <a:gd name="csX85" fmla="*/ 644923 w 978508"/>
              <a:gd name="csY85" fmla="*/ 27003 h 720003"/>
              <a:gd name="csX86" fmla="*/ 368745 w 978508"/>
              <a:gd name="csY86" fmla="*/ 20163 h 720003"/>
              <a:gd name="csX87" fmla="*/ 388593 w 978508"/>
              <a:gd name="csY87" fmla="*/ 41163 h 720003"/>
              <a:gd name="csX88" fmla="*/ 410265 w 978508"/>
              <a:gd name="csY88" fmla="*/ 84844 h 720003"/>
              <a:gd name="csX89" fmla="*/ 383853 w 978508"/>
              <a:gd name="csY89" fmla="*/ 66724 h 720003"/>
              <a:gd name="csX90" fmla="*/ 368745 w 978508"/>
              <a:gd name="csY90" fmla="*/ 20163 h 720003"/>
              <a:gd name="csX91" fmla="*/ 630535 w 978508"/>
              <a:gd name="csY91" fmla="*/ 17163 h 720003"/>
              <a:gd name="csX92" fmla="*/ 580159 w 978508"/>
              <a:gd name="csY92" fmla="*/ 88802 h 720003"/>
              <a:gd name="csX93" fmla="*/ 630535 w 978508"/>
              <a:gd name="csY93" fmla="*/ 17163 h 720003"/>
              <a:gd name="csX94" fmla="*/ 570919 w 978508"/>
              <a:gd name="csY94" fmla="*/ 9364 h 720003"/>
              <a:gd name="csX95" fmla="*/ 580975 w 978508"/>
              <a:gd name="csY95" fmla="*/ 19325 h 720003"/>
              <a:gd name="csX96" fmla="*/ 556304 w 978508"/>
              <a:gd name="csY96" fmla="*/ 69484 h 720003"/>
              <a:gd name="csX97" fmla="*/ 570919 w 978508"/>
              <a:gd name="csY97" fmla="*/ 9364 h 720003"/>
              <a:gd name="csX98" fmla="*/ 408417 w 978508"/>
              <a:gd name="csY98" fmla="*/ 8042 h 720003"/>
              <a:gd name="csX99" fmla="*/ 428456 w 978508"/>
              <a:gd name="csY99" fmla="*/ 65283 h 720003"/>
              <a:gd name="csX100" fmla="*/ 390093 w 978508"/>
              <a:gd name="csY100" fmla="*/ 27244 h 720003"/>
              <a:gd name="csX101" fmla="*/ 399465 w 978508"/>
              <a:gd name="csY101" fmla="*/ 15724 h 720003"/>
              <a:gd name="csX102" fmla="*/ 408417 w 978508"/>
              <a:gd name="csY102" fmla="*/ 8042 h 720003"/>
              <a:gd name="csX103" fmla="*/ 539696 w 978508"/>
              <a:gd name="csY103" fmla="*/ 2163 h 720003"/>
              <a:gd name="csX104" fmla="*/ 522560 w 978508"/>
              <a:gd name="csY104" fmla="*/ 81244 h 720003"/>
              <a:gd name="csX105" fmla="*/ 539696 w 978508"/>
              <a:gd name="csY105" fmla="*/ 2163 h 720003"/>
              <a:gd name="csX106" fmla="*/ 439977 w 978508"/>
              <a:gd name="csY106" fmla="*/ 1922 h 720003"/>
              <a:gd name="csX107" fmla="*/ 469868 w 978508"/>
              <a:gd name="csY107" fmla="*/ 83763 h 720003"/>
              <a:gd name="csX108" fmla="*/ 439977 w 978508"/>
              <a:gd name="csY108" fmla="*/ 1922 h 720003"/>
              <a:gd name="csX109" fmla="*/ 487234 w 978508"/>
              <a:gd name="csY109" fmla="*/ 484 h 720003"/>
              <a:gd name="csX110" fmla="*/ 495968 w 978508"/>
              <a:gd name="csY110" fmla="*/ 8523 h 720003"/>
              <a:gd name="csX111" fmla="*/ 496904 w 978508"/>
              <a:gd name="csY111" fmla="*/ 66244 h 720003"/>
              <a:gd name="csX112" fmla="*/ 481964 w 978508"/>
              <a:gd name="csY112" fmla="*/ 1802 h 720003"/>
              <a:gd name="csX113" fmla="*/ 487234 w 978508"/>
              <a:gd name="csY113" fmla="*/ 484 h 720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</a:cxnLst>
            <a:rect l="l" t="t" r="r" b="b"/>
            <a:pathLst>
              <a:path w="978508" h="720003">
                <a:moveTo>
                  <a:pt x="284818" y="57123"/>
                </a:moveTo>
                <a:cubicBezTo>
                  <a:pt x="304138" y="57604"/>
                  <a:pt x="342753" y="60364"/>
                  <a:pt x="364713" y="103922"/>
                </a:cubicBezTo>
                <a:cubicBezTo>
                  <a:pt x="342081" y="94562"/>
                  <a:pt x="325737" y="95042"/>
                  <a:pt x="284818" y="57123"/>
                </a:cubicBezTo>
                <a:close/>
                <a:moveTo>
                  <a:pt x="704562" y="49084"/>
                </a:moveTo>
                <a:cubicBezTo>
                  <a:pt x="697338" y="63964"/>
                  <a:pt x="680863" y="93244"/>
                  <a:pt x="624211" y="95403"/>
                </a:cubicBezTo>
                <a:cubicBezTo>
                  <a:pt x="642571" y="80883"/>
                  <a:pt x="647695" y="67922"/>
                  <a:pt x="704562" y="49084"/>
                </a:cubicBezTo>
                <a:close/>
                <a:moveTo>
                  <a:pt x="0" y="45844"/>
                </a:moveTo>
                <a:cubicBezTo>
                  <a:pt x="115163" y="52562"/>
                  <a:pt x="127487" y="255244"/>
                  <a:pt x="212470" y="145922"/>
                </a:cubicBezTo>
                <a:cubicBezTo>
                  <a:pt x="202402" y="205445"/>
                  <a:pt x="135131" y="328802"/>
                  <a:pt x="239938" y="244084"/>
                </a:cubicBezTo>
                <a:cubicBezTo>
                  <a:pt x="225706" y="332403"/>
                  <a:pt x="228226" y="404643"/>
                  <a:pt x="286510" y="354484"/>
                </a:cubicBezTo>
                <a:cubicBezTo>
                  <a:pt x="304198" y="380763"/>
                  <a:pt x="305458" y="394682"/>
                  <a:pt x="332361" y="410643"/>
                </a:cubicBezTo>
                <a:cubicBezTo>
                  <a:pt x="374157" y="418084"/>
                  <a:pt x="367857" y="379682"/>
                  <a:pt x="375381" y="379562"/>
                </a:cubicBezTo>
                <a:cubicBezTo>
                  <a:pt x="379173" y="379445"/>
                  <a:pt x="391485" y="386643"/>
                  <a:pt x="405225" y="419283"/>
                </a:cubicBezTo>
                <a:cubicBezTo>
                  <a:pt x="408609" y="427325"/>
                  <a:pt x="405429" y="441364"/>
                  <a:pt x="422325" y="450844"/>
                </a:cubicBezTo>
                <a:cubicBezTo>
                  <a:pt x="444920" y="456964"/>
                  <a:pt x="471272" y="428643"/>
                  <a:pt x="429153" y="401883"/>
                </a:cubicBezTo>
                <a:cubicBezTo>
                  <a:pt x="449840" y="380163"/>
                  <a:pt x="433521" y="374042"/>
                  <a:pt x="408777" y="373922"/>
                </a:cubicBezTo>
                <a:cubicBezTo>
                  <a:pt x="427125" y="350403"/>
                  <a:pt x="398985" y="349562"/>
                  <a:pt x="362757" y="347763"/>
                </a:cubicBezTo>
                <a:cubicBezTo>
                  <a:pt x="389445" y="323042"/>
                  <a:pt x="340689" y="322562"/>
                  <a:pt x="314902" y="314523"/>
                </a:cubicBezTo>
                <a:cubicBezTo>
                  <a:pt x="354669" y="298562"/>
                  <a:pt x="309718" y="292562"/>
                  <a:pt x="280690" y="284763"/>
                </a:cubicBezTo>
                <a:cubicBezTo>
                  <a:pt x="329253" y="254403"/>
                  <a:pt x="288430" y="254042"/>
                  <a:pt x="265402" y="238682"/>
                </a:cubicBezTo>
                <a:cubicBezTo>
                  <a:pt x="320961" y="245763"/>
                  <a:pt x="289414" y="226084"/>
                  <a:pt x="273166" y="206883"/>
                </a:cubicBezTo>
                <a:cubicBezTo>
                  <a:pt x="328953" y="220922"/>
                  <a:pt x="320625" y="221283"/>
                  <a:pt x="307617" y="176763"/>
                </a:cubicBezTo>
                <a:cubicBezTo>
                  <a:pt x="339477" y="186964"/>
                  <a:pt x="347697" y="177484"/>
                  <a:pt x="337461" y="152523"/>
                </a:cubicBezTo>
                <a:cubicBezTo>
                  <a:pt x="390525" y="169802"/>
                  <a:pt x="371121" y="140403"/>
                  <a:pt x="329265" y="102244"/>
                </a:cubicBezTo>
                <a:cubicBezTo>
                  <a:pt x="432080" y="139802"/>
                  <a:pt x="396309" y="163562"/>
                  <a:pt x="390489" y="92042"/>
                </a:cubicBezTo>
                <a:cubicBezTo>
                  <a:pt x="465896" y="146763"/>
                  <a:pt x="420369" y="119283"/>
                  <a:pt x="430953" y="75244"/>
                </a:cubicBezTo>
                <a:cubicBezTo>
                  <a:pt x="509624" y="160445"/>
                  <a:pt x="451292" y="82562"/>
                  <a:pt x="502724" y="73562"/>
                </a:cubicBezTo>
                <a:cubicBezTo>
                  <a:pt x="520868" y="145682"/>
                  <a:pt x="514484" y="92523"/>
                  <a:pt x="561044" y="76562"/>
                </a:cubicBezTo>
                <a:cubicBezTo>
                  <a:pt x="561283" y="121445"/>
                  <a:pt x="557912" y="136682"/>
                  <a:pt x="594703" y="91922"/>
                </a:cubicBezTo>
                <a:cubicBezTo>
                  <a:pt x="593431" y="163445"/>
                  <a:pt x="622123" y="95403"/>
                  <a:pt x="676219" y="102244"/>
                </a:cubicBezTo>
                <a:cubicBezTo>
                  <a:pt x="620215" y="137523"/>
                  <a:pt x="623299" y="153484"/>
                  <a:pt x="636127" y="156844"/>
                </a:cubicBezTo>
                <a:cubicBezTo>
                  <a:pt x="642823" y="158643"/>
                  <a:pt x="653791" y="149643"/>
                  <a:pt x="654043" y="154325"/>
                </a:cubicBezTo>
                <a:cubicBezTo>
                  <a:pt x="634639" y="176403"/>
                  <a:pt x="648283" y="198123"/>
                  <a:pt x="681355" y="175205"/>
                </a:cubicBezTo>
                <a:cubicBezTo>
                  <a:pt x="664831" y="237844"/>
                  <a:pt x="679663" y="205445"/>
                  <a:pt x="715806" y="208682"/>
                </a:cubicBezTo>
                <a:cubicBezTo>
                  <a:pt x="665119" y="254042"/>
                  <a:pt x="693558" y="228123"/>
                  <a:pt x="730530" y="242763"/>
                </a:cubicBezTo>
                <a:cubicBezTo>
                  <a:pt x="681642" y="251883"/>
                  <a:pt x="684883" y="266763"/>
                  <a:pt x="699163" y="278643"/>
                </a:cubicBezTo>
                <a:cubicBezTo>
                  <a:pt x="663631" y="287403"/>
                  <a:pt x="661435" y="301205"/>
                  <a:pt x="672967" y="316922"/>
                </a:cubicBezTo>
                <a:cubicBezTo>
                  <a:pt x="630511" y="318604"/>
                  <a:pt x="607231" y="332883"/>
                  <a:pt x="636799" y="346682"/>
                </a:cubicBezTo>
                <a:cubicBezTo>
                  <a:pt x="604639" y="353403"/>
                  <a:pt x="589459" y="335163"/>
                  <a:pt x="576931" y="368643"/>
                </a:cubicBezTo>
                <a:cubicBezTo>
                  <a:pt x="557432" y="375364"/>
                  <a:pt x="549380" y="384123"/>
                  <a:pt x="560960" y="394084"/>
                </a:cubicBezTo>
                <a:cubicBezTo>
                  <a:pt x="570368" y="402123"/>
                  <a:pt x="550592" y="407643"/>
                  <a:pt x="548012" y="416763"/>
                </a:cubicBezTo>
                <a:cubicBezTo>
                  <a:pt x="543632" y="432123"/>
                  <a:pt x="550832" y="450604"/>
                  <a:pt x="569563" y="448325"/>
                </a:cubicBezTo>
                <a:cubicBezTo>
                  <a:pt x="579163" y="433445"/>
                  <a:pt x="590755" y="393964"/>
                  <a:pt x="610651" y="380042"/>
                </a:cubicBezTo>
                <a:cubicBezTo>
                  <a:pt x="632011" y="445562"/>
                  <a:pt x="696931" y="381844"/>
                  <a:pt x="705414" y="355205"/>
                </a:cubicBezTo>
                <a:cubicBezTo>
                  <a:pt x="709926" y="371403"/>
                  <a:pt x="759126" y="373445"/>
                  <a:pt x="765210" y="329763"/>
                </a:cubicBezTo>
                <a:cubicBezTo>
                  <a:pt x="767922" y="310205"/>
                  <a:pt x="752238" y="286562"/>
                  <a:pt x="743862" y="247802"/>
                </a:cubicBezTo>
                <a:cubicBezTo>
                  <a:pt x="864629" y="316682"/>
                  <a:pt x="755994" y="192364"/>
                  <a:pt x="776658" y="144724"/>
                </a:cubicBezTo>
                <a:cubicBezTo>
                  <a:pt x="791154" y="157084"/>
                  <a:pt x="830958" y="196562"/>
                  <a:pt x="838733" y="179163"/>
                </a:cubicBezTo>
                <a:cubicBezTo>
                  <a:pt x="850661" y="152283"/>
                  <a:pt x="893705" y="72844"/>
                  <a:pt x="971260" y="46445"/>
                </a:cubicBezTo>
                <a:cubicBezTo>
                  <a:pt x="965044" y="73325"/>
                  <a:pt x="918317" y="105364"/>
                  <a:pt x="907061" y="136325"/>
                </a:cubicBezTo>
                <a:cubicBezTo>
                  <a:pt x="885797" y="194883"/>
                  <a:pt x="913877" y="238802"/>
                  <a:pt x="978508" y="200883"/>
                </a:cubicBezTo>
                <a:cubicBezTo>
                  <a:pt x="959368" y="235325"/>
                  <a:pt x="889397" y="265562"/>
                  <a:pt x="874781" y="300724"/>
                </a:cubicBezTo>
                <a:cubicBezTo>
                  <a:pt x="868457" y="315964"/>
                  <a:pt x="873173" y="324844"/>
                  <a:pt x="912737" y="341763"/>
                </a:cubicBezTo>
                <a:cubicBezTo>
                  <a:pt x="925241" y="347163"/>
                  <a:pt x="937073" y="357604"/>
                  <a:pt x="944656" y="369844"/>
                </a:cubicBezTo>
                <a:cubicBezTo>
                  <a:pt x="840569" y="345844"/>
                  <a:pt x="780918" y="417244"/>
                  <a:pt x="872717" y="440283"/>
                </a:cubicBezTo>
                <a:cubicBezTo>
                  <a:pt x="825162" y="456844"/>
                  <a:pt x="784734" y="428763"/>
                  <a:pt x="759570" y="436922"/>
                </a:cubicBezTo>
                <a:cubicBezTo>
                  <a:pt x="724578" y="448205"/>
                  <a:pt x="765966" y="484562"/>
                  <a:pt x="798582" y="492484"/>
                </a:cubicBezTo>
                <a:cubicBezTo>
                  <a:pt x="742506" y="511205"/>
                  <a:pt x="674083" y="433922"/>
                  <a:pt x="651007" y="489123"/>
                </a:cubicBezTo>
                <a:cubicBezTo>
                  <a:pt x="647023" y="498604"/>
                  <a:pt x="667219" y="514325"/>
                  <a:pt x="701179" y="518643"/>
                </a:cubicBezTo>
                <a:cubicBezTo>
                  <a:pt x="672499" y="562562"/>
                  <a:pt x="582007" y="467403"/>
                  <a:pt x="576176" y="534124"/>
                </a:cubicBezTo>
                <a:cubicBezTo>
                  <a:pt x="532076" y="549844"/>
                  <a:pt x="563384" y="566163"/>
                  <a:pt x="571807" y="582604"/>
                </a:cubicBezTo>
                <a:cubicBezTo>
                  <a:pt x="545876" y="603844"/>
                  <a:pt x="553124" y="620403"/>
                  <a:pt x="571807" y="635403"/>
                </a:cubicBezTo>
                <a:cubicBezTo>
                  <a:pt x="560504" y="674403"/>
                  <a:pt x="607291" y="701283"/>
                  <a:pt x="693342" y="719883"/>
                </a:cubicBezTo>
                <a:lnTo>
                  <a:pt x="296938" y="720003"/>
                </a:lnTo>
                <a:lnTo>
                  <a:pt x="296926" y="720003"/>
                </a:lnTo>
                <a:cubicBezTo>
                  <a:pt x="345825" y="700802"/>
                  <a:pt x="475604" y="665883"/>
                  <a:pt x="418977" y="640445"/>
                </a:cubicBezTo>
                <a:cubicBezTo>
                  <a:pt x="445521" y="617283"/>
                  <a:pt x="457256" y="596523"/>
                  <a:pt x="417501" y="576484"/>
                </a:cubicBezTo>
                <a:cubicBezTo>
                  <a:pt x="465848" y="543724"/>
                  <a:pt x="436688" y="538562"/>
                  <a:pt x="412401" y="531604"/>
                </a:cubicBezTo>
                <a:cubicBezTo>
                  <a:pt x="445053" y="486123"/>
                  <a:pt x="337497" y="524283"/>
                  <a:pt x="301534" y="529445"/>
                </a:cubicBezTo>
                <a:cubicBezTo>
                  <a:pt x="356085" y="474604"/>
                  <a:pt x="331965" y="464042"/>
                  <a:pt x="289870" y="472562"/>
                </a:cubicBezTo>
                <a:cubicBezTo>
                  <a:pt x="265246" y="477484"/>
                  <a:pt x="249406" y="499682"/>
                  <a:pt x="193691" y="498844"/>
                </a:cubicBezTo>
                <a:cubicBezTo>
                  <a:pt x="278386" y="446883"/>
                  <a:pt x="236578" y="435604"/>
                  <a:pt x="223570" y="435604"/>
                </a:cubicBezTo>
                <a:cubicBezTo>
                  <a:pt x="197446" y="435844"/>
                  <a:pt x="87863" y="474244"/>
                  <a:pt x="125243" y="444364"/>
                </a:cubicBezTo>
                <a:cubicBezTo>
                  <a:pt x="217882" y="406682"/>
                  <a:pt x="141731" y="358922"/>
                  <a:pt x="51480" y="368042"/>
                </a:cubicBezTo>
                <a:cubicBezTo>
                  <a:pt x="38304" y="346682"/>
                  <a:pt x="163223" y="337325"/>
                  <a:pt x="104135" y="285123"/>
                </a:cubicBezTo>
                <a:cubicBezTo>
                  <a:pt x="48108" y="235682"/>
                  <a:pt x="66444" y="269523"/>
                  <a:pt x="12624" y="207964"/>
                </a:cubicBezTo>
                <a:cubicBezTo>
                  <a:pt x="110759" y="238802"/>
                  <a:pt x="125891" y="192364"/>
                  <a:pt x="0" y="45844"/>
                </a:cubicBezTo>
                <a:close/>
                <a:moveTo>
                  <a:pt x="345321" y="28325"/>
                </a:moveTo>
                <a:cubicBezTo>
                  <a:pt x="353013" y="32883"/>
                  <a:pt x="364533" y="66964"/>
                  <a:pt x="367329" y="75123"/>
                </a:cubicBezTo>
                <a:cubicBezTo>
                  <a:pt x="355017" y="78003"/>
                  <a:pt x="302674" y="19802"/>
                  <a:pt x="339381" y="35523"/>
                </a:cubicBezTo>
                <a:cubicBezTo>
                  <a:pt x="340629" y="28445"/>
                  <a:pt x="342765" y="26763"/>
                  <a:pt x="345321" y="28325"/>
                </a:cubicBezTo>
                <a:close/>
                <a:moveTo>
                  <a:pt x="644923" y="27003"/>
                </a:moveTo>
                <a:cubicBezTo>
                  <a:pt x="648631" y="26883"/>
                  <a:pt x="653551" y="28682"/>
                  <a:pt x="656647" y="33364"/>
                </a:cubicBezTo>
                <a:cubicBezTo>
                  <a:pt x="690367" y="22205"/>
                  <a:pt x="646399" y="77403"/>
                  <a:pt x="622051" y="77042"/>
                </a:cubicBezTo>
                <a:cubicBezTo>
                  <a:pt x="616195" y="72724"/>
                  <a:pt x="650467" y="50763"/>
                  <a:pt x="640507" y="32643"/>
                </a:cubicBezTo>
                <a:cubicBezTo>
                  <a:pt x="638731" y="29403"/>
                  <a:pt x="641215" y="27244"/>
                  <a:pt x="644923" y="27003"/>
                </a:cubicBezTo>
                <a:close/>
                <a:moveTo>
                  <a:pt x="368745" y="20163"/>
                </a:moveTo>
                <a:cubicBezTo>
                  <a:pt x="375393" y="27604"/>
                  <a:pt x="381837" y="32523"/>
                  <a:pt x="388593" y="41163"/>
                </a:cubicBezTo>
                <a:lnTo>
                  <a:pt x="410265" y="84844"/>
                </a:lnTo>
                <a:lnTo>
                  <a:pt x="383853" y="66724"/>
                </a:lnTo>
                <a:cubicBezTo>
                  <a:pt x="375177" y="56883"/>
                  <a:pt x="368373" y="42364"/>
                  <a:pt x="368745" y="20163"/>
                </a:cubicBezTo>
                <a:close/>
                <a:moveTo>
                  <a:pt x="630535" y="17163"/>
                </a:moveTo>
                <a:cubicBezTo>
                  <a:pt x="620875" y="36604"/>
                  <a:pt x="622399" y="49084"/>
                  <a:pt x="580159" y="88802"/>
                </a:cubicBezTo>
                <a:cubicBezTo>
                  <a:pt x="579584" y="73802"/>
                  <a:pt x="580531" y="43445"/>
                  <a:pt x="630535" y="17163"/>
                </a:cubicBezTo>
                <a:close/>
                <a:moveTo>
                  <a:pt x="570919" y="9364"/>
                </a:moveTo>
                <a:cubicBezTo>
                  <a:pt x="574735" y="7084"/>
                  <a:pt x="578383" y="9364"/>
                  <a:pt x="580975" y="19325"/>
                </a:cubicBezTo>
                <a:cubicBezTo>
                  <a:pt x="617983" y="2763"/>
                  <a:pt x="566168" y="58802"/>
                  <a:pt x="556304" y="69484"/>
                </a:cubicBezTo>
                <a:cubicBezTo>
                  <a:pt x="546512" y="63964"/>
                  <a:pt x="559471" y="16205"/>
                  <a:pt x="570919" y="9364"/>
                </a:cubicBezTo>
                <a:close/>
                <a:moveTo>
                  <a:pt x="408417" y="8042"/>
                </a:moveTo>
                <a:cubicBezTo>
                  <a:pt x="420549" y="13445"/>
                  <a:pt x="438488" y="52084"/>
                  <a:pt x="428456" y="65283"/>
                </a:cubicBezTo>
                <a:cubicBezTo>
                  <a:pt x="420513" y="67084"/>
                  <a:pt x="415113" y="30003"/>
                  <a:pt x="390093" y="27244"/>
                </a:cubicBezTo>
                <a:cubicBezTo>
                  <a:pt x="381153" y="26283"/>
                  <a:pt x="386025" y="15123"/>
                  <a:pt x="399465" y="15724"/>
                </a:cubicBezTo>
                <a:cubicBezTo>
                  <a:pt x="400977" y="8042"/>
                  <a:pt x="404373" y="6244"/>
                  <a:pt x="408417" y="8042"/>
                </a:cubicBezTo>
                <a:close/>
                <a:moveTo>
                  <a:pt x="539696" y="2163"/>
                </a:moveTo>
                <a:cubicBezTo>
                  <a:pt x="538616" y="22562"/>
                  <a:pt x="544796" y="33724"/>
                  <a:pt x="522560" y="81244"/>
                </a:cubicBezTo>
                <a:cubicBezTo>
                  <a:pt x="516248" y="67562"/>
                  <a:pt x="505352" y="39484"/>
                  <a:pt x="539696" y="2163"/>
                </a:cubicBezTo>
                <a:close/>
                <a:moveTo>
                  <a:pt x="439977" y="1922"/>
                </a:moveTo>
                <a:cubicBezTo>
                  <a:pt x="455204" y="12604"/>
                  <a:pt x="484304" y="35523"/>
                  <a:pt x="469868" y="83763"/>
                </a:cubicBezTo>
                <a:cubicBezTo>
                  <a:pt x="458516" y="63844"/>
                  <a:pt x="444980" y="55562"/>
                  <a:pt x="439977" y="1922"/>
                </a:cubicBezTo>
                <a:close/>
                <a:moveTo>
                  <a:pt x="487234" y="484"/>
                </a:moveTo>
                <a:cubicBezTo>
                  <a:pt x="489542" y="1473"/>
                  <a:pt x="492428" y="4023"/>
                  <a:pt x="495968" y="8523"/>
                </a:cubicBezTo>
                <a:cubicBezTo>
                  <a:pt x="522440" y="-19555"/>
                  <a:pt x="500960" y="52445"/>
                  <a:pt x="496904" y="66244"/>
                </a:cubicBezTo>
                <a:cubicBezTo>
                  <a:pt x="485204" y="63724"/>
                  <a:pt x="474584" y="12244"/>
                  <a:pt x="481964" y="1802"/>
                </a:cubicBezTo>
                <a:cubicBezTo>
                  <a:pt x="483194" y="63"/>
                  <a:pt x="484925" y="-506"/>
                  <a:pt x="487234" y="48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5" name="Freeform: Shape 214">
            <a:extLst>
              <a:ext uri="{FF2B5EF4-FFF2-40B4-BE49-F238E27FC236}">
                <a16:creationId xmlns:a16="http://schemas.microsoft.com/office/drawing/2014/main" id="{1A2AA613-4D86-ED34-9F43-4688CF45D347}"/>
              </a:ext>
            </a:extLst>
          </p:cNvPr>
          <p:cNvSpPr/>
          <p:nvPr/>
        </p:nvSpPr>
        <p:spPr>
          <a:xfrm flipV="1">
            <a:off x="818912" y="3912370"/>
            <a:ext cx="505975" cy="720000"/>
          </a:xfrm>
          <a:custGeom>
            <a:avLst/>
            <a:gdLst>
              <a:gd name="csX0" fmla="*/ 269712 w 505975"/>
              <a:gd name="csY0" fmla="*/ 719960 h 720000"/>
              <a:gd name="csX1" fmla="*/ 316258 w 505975"/>
              <a:gd name="csY1" fmla="*/ 687830 h 720000"/>
              <a:gd name="csX2" fmla="*/ 341418 w 505975"/>
              <a:gd name="csY2" fmla="*/ 653148 h 720000"/>
              <a:gd name="csX3" fmla="*/ 360457 w 505975"/>
              <a:gd name="csY3" fmla="*/ 631726 h 720000"/>
              <a:gd name="csX4" fmla="*/ 413837 w 505975"/>
              <a:gd name="csY4" fmla="*/ 604864 h 720000"/>
              <a:gd name="csX5" fmla="*/ 422337 w 505975"/>
              <a:gd name="csY5" fmla="*/ 598403 h 720000"/>
              <a:gd name="csX6" fmla="*/ 392417 w 505975"/>
              <a:gd name="csY6" fmla="*/ 565421 h 720000"/>
              <a:gd name="csX7" fmla="*/ 338018 w 505975"/>
              <a:gd name="csY7" fmla="*/ 485854 h 720000"/>
              <a:gd name="csX8" fmla="*/ 317278 w 505975"/>
              <a:gd name="csY8" fmla="*/ 362766 h 720000"/>
              <a:gd name="csX9" fmla="*/ 326458 w 505975"/>
              <a:gd name="csY9" fmla="*/ 329102 h 720000"/>
              <a:gd name="csX10" fmla="*/ 408397 w 505975"/>
              <a:gd name="csY10" fmla="*/ 414789 h 720000"/>
              <a:gd name="csX11" fmla="*/ 417577 w 505975"/>
              <a:gd name="csY11" fmla="*/ 462733 h 720000"/>
              <a:gd name="csX12" fmla="*/ 410776 w 505975"/>
              <a:gd name="csY12" fmla="*/ 474634 h 720000"/>
              <a:gd name="csX13" fmla="*/ 440357 w 505975"/>
              <a:gd name="csY13" fmla="*/ 492315 h 720000"/>
              <a:gd name="csX14" fmla="*/ 460757 w 505975"/>
              <a:gd name="csY14" fmla="*/ 472934 h 720000"/>
              <a:gd name="csX15" fmla="*/ 463476 w 505975"/>
              <a:gd name="csY15" fmla="*/ 407309 h 720000"/>
              <a:gd name="csX16" fmla="*/ 380857 w 505975"/>
              <a:gd name="csY16" fmla="*/ 331143 h 720000"/>
              <a:gd name="csX17" fmla="*/ 318978 w 505975"/>
              <a:gd name="csY17" fmla="*/ 278099 h 720000"/>
              <a:gd name="csX18" fmla="*/ 340398 w 505975"/>
              <a:gd name="csY18" fmla="*/ 270959 h 720000"/>
              <a:gd name="csX19" fmla="*/ 432536 w 505975"/>
              <a:gd name="csY19" fmla="*/ 281499 h 720000"/>
              <a:gd name="csX20" fmla="*/ 460757 w 505975"/>
              <a:gd name="csY20" fmla="*/ 277759 h 720000"/>
              <a:gd name="csX21" fmla="*/ 505975 w 505975"/>
              <a:gd name="csY21" fmla="*/ 213834 h 720000"/>
              <a:gd name="csX22" fmla="*/ 495435 w 505975"/>
              <a:gd name="csY22" fmla="*/ 193433 h 720000"/>
              <a:gd name="csX23" fmla="*/ 412477 w 505975"/>
              <a:gd name="csY23" fmla="*/ 201933 h 720000"/>
              <a:gd name="csX24" fmla="*/ 328498 w 505975"/>
              <a:gd name="csY24" fmla="*/ 242056 h 720000"/>
              <a:gd name="csX25" fmla="*/ 307758 w 505975"/>
              <a:gd name="csY25" fmla="*/ 247496 h 720000"/>
              <a:gd name="csX26" fmla="*/ 296878 w 505975"/>
              <a:gd name="csY26" fmla="*/ 119987 h 720000"/>
              <a:gd name="csX27" fmla="*/ 281919 w 505975"/>
              <a:gd name="csY27" fmla="*/ 5058 h 720000"/>
              <a:gd name="csX28" fmla="*/ 263558 w 505975"/>
              <a:gd name="csY28" fmla="*/ 298 h 720000"/>
              <a:gd name="csX29" fmla="*/ 189440 w 505975"/>
              <a:gd name="csY29" fmla="*/ 36000 h 720000"/>
              <a:gd name="csX30" fmla="*/ 156800 w 505975"/>
              <a:gd name="csY30" fmla="*/ 85304 h 720000"/>
              <a:gd name="csX31" fmla="*/ 182640 w 505975"/>
              <a:gd name="csY31" fmla="*/ 81904 h 720000"/>
              <a:gd name="csX32" fmla="*/ 211539 w 505975"/>
              <a:gd name="csY32" fmla="*/ 75104 h 720000"/>
              <a:gd name="csX33" fmla="*/ 222420 w 505975"/>
              <a:gd name="csY33" fmla="*/ 165890 h 720000"/>
              <a:gd name="csX34" fmla="*/ 213579 w 505975"/>
              <a:gd name="csY34" fmla="*/ 250897 h 720000"/>
              <a:gd name="csX35" fmla="*/ 175840 w 505975"/>
              <a:gd name="csY35" fmla="*/ 199213 h 720000"/>
              <a:gd name="csX36" fmla="*/ 50042 w 505975"/>
              <a:gd name="csY36" fmla="*/ 53682 h 720000"/>
              <a:gd name="csX37" fmla="*/ 5502 w 505975"/>
              <a:gd name="csY37" fmla="*/ 70683 h 720000"/>
              <a:gd name="csX38" fmla="*/ 31002 w 505975"/>
              <a:gd name="csY38" fmla="*/ 180511 h 720000"/>
              <a:gd name="csX39" fmla="*/ 87781 w 505975"/>
              <a:gd name="csY39" fmla="*/ 285240 h 720000"/>
              <a:gd name="csX40" fmla="*/ 63302 w 505975"/>
              <a:gd name="csY40" fmla="*/ 301901 h 720000"/>
              <a:gd name="csX41" fmla="*/ 29302 w 505975"/>
              <a:gd name="csY41" fmla="*/ 322982 h 720000"/>
              <a:gd name="csX42" fmla="*/ 23182 w 505975"/>
              <a:gd name="csY42" fmla="*/ 339304 h 720000"/>
              <a:gd name="csX43" fmla="*/ 49702 w 505975"/>
              <a:gd name="csY43" fmla="*/ 357325 h 720000"/>
              <a:gd name="csX44" fmla="*/ 129601 w 505975"/>
              <a:gd name="csY44" fmla="*/ 366166 h 720000"/>
              <a:gd name="csX45" fmla="*/ 172780 w 505975"/>
              <a:gd name="csY45" fmla="*/ 335224 h 720000"/>
              <a:gd name="csX46" fmla="*/ 141841 w 505975"/>
              <a:gd name="csY46" fmla="*/ 292720 h 720000"/>
              <a:gd name="csX47" fmla="*/ 51402 w 505975"/>
              <a:gd name="csY47" fmla="*/ 138688 h 720000"/>
              <a:gd name="csX48" fmla="*/ 163260 w 505975"/>
              <a:gd name="csY48" fmla="*/ 239336 h 720000"/>
              <a:gd name="csX49" fmla="*/ 234999 w 505975"/>
              <a:gd name="csY49" fmla="*/ 335224 h 720000"/>
              <a:gd name="csX50" fmla="*/ 245879 w 505975"/>
              <a:gd name="csY50" fmla="*/ 386908 h 720000"/>
              <a:gd name="csX51" fmla="*/ 228199 w 505975"/>
              <a:gd name="csY51" fmla="*/ 453552 h 720000"/>
              <a:gd name="csX52" fmla="*/ 186720 w 505975"/>
              <a:gd name="csY52" fmla="*/ 473954 h 720000"/>
              <a:gd name="csX53" fmla="*/ 121781 w 505975"/>
              <a:gd name="csY53" fmla="*/ 502856 h 720000"/>
              <a:gd name="csX54" fmla="*/ 141500 w 505975"/>
              <a:gd name="csY54" fmla="*/ 512717 h 720000"/>
              <a:gd name="csX55" fmla="*/ 229219 w 505975"/>
              <a:gd name="csY55" fmla="*/ 557600 h 720000"/>
              <a:gd name="csX56" fmla="*/ 230239 w 505975"/>
              <a:gd name="csY56" fmla="*/ 630366 h 720000"/>
              <a:gd name="csX57" fmla="*/ 213579 w 505975"/>
              <a:gd name="csY57" fmla="*/ 656548 h 720000"/>
              <a:gd name="csX58" fmla="*/ 246899 w 505975"/>
              <a:gd name="csY58" fmla="*/ 707552 h 720000"/>
              <a:gd name="csX59" fmla="*/ 269712 w 505975"/>
              <a:gd name="csY59" fmla="*/ 71996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</a:cxnLst>
            <a:rect l="l" t="t" r="r" b="b"/>
            <a:pathLst>
              <a:path w="505975" h="720000">
                <a:moveTo>
                  <a:pt x="269712" y="719960"/>
                </a:moveTo>
                <a:cubicBezTo>
                  <a:pt x="281807" y="720717"/>
                  <a:pt x="294583" y="710782"/>
                  <a:pt x="316258" y="687830"/>
                </a:cubicBezTo>
                <a:cubicBezTo>
                  <a:pt x="323058" y="680350"/>
                  <a:pt x="334618" y="664709"/>
                  <a:pt x="341418" y="653148"/>
                </a:cubicBezTo>
                <a:cubicBezTo>
                  <a:pt x="349918" y="638187"/>
                  <a:pt x="356038" y="631726"/>
                  <a:pt x="360457" y="631726"/>
                </a:cubicBezTo>
                <a:cubicBezTo>
                  <a:pt x="367597" y="631726"/>
                  <a:pt x="400237" y="615405"/>
                  <a:pt x="413837" y="604864"/>
                </a:cubicBezTo>
                <a:lnTo>
                  <a:pt x="422337" y="598403"/>
                </a:lnTo>
                <a:lnTo>
                  <a:pt x="392417" y="565421"/>
                </a:lnTo>
                <a:cubicBezTo>
                  <a:pt x="358757" y="528358"/>
                  <a:pt x="345158" y="508637"/>
                  <a:pt x="338018" y="485854"/>
                </a:cubicBezTo>
                <a:cubicBezTo>
                  <a:pt x="333598" y="472593"/>
                  <a:pt x="325778" y="425670"/>
                  <a:pt x="317278" y="362766"/>
                </a:cubicBezTo>
                <a:cubicBezTo>
                  <a:pt x="315238" y="346104"/>
                  <a:pt x="319658" y="329102"/>
                  <a:pt x="326458" y="329102"/>
                </a:cubicBezTo>
                <a:cubicBezTo>
                  <a:pt x="332577" y="329102"/>
                  <a:pt x="390377" y="389627"/>
                  <a:pt x="408397" y="414789"/>
                </a:cubicBezTo>
                <a:cubicBezTo>
                  <a:pt x="426076" y="439271"/>
                  <a:pt x="427776" y="449472"/>
                  <a:pt x="417577" y="462733"/>
                </a:cubicBezTo>
                <a:cubicBezTo>
                  <a:pt x="413837" y="467493"/>
                  <a:pt x="410776" y="472934"/>
                  <a:pt x="410776" y="474634"/>
                </a:cubicBezTo>
                <a:cubicBezTo>
                  <a:pt x="410776" y="481435"/>
                  <a:pt x="428796" y="492315"/>
                  <a:pt x="440357" y="492315"/>
                </a:cubicBezTo>
                <a:cubicBezTo>
                  <a:pt x="451236" y="492315"/>
                  <a:pt x="452596" y="490955"/>
                  <a:pt x="460757" y="472934"/>
                </a:cubicBezTo>
                <a:cubicBezTo>
                  <a:pt x="471296" y="449132"/>
                  <a:pt x="472316" y="424310"/>
                  <a:pt x="463476" y="407309"/>
                </a:cubicBezTo>
                <a:cubicBezTo>
                  <a:pt x="453956" y="388947"/>
                  <a:pt x="422677" y="360045"/>
                  <a:pt x="380857" y="331143"/>
                </a:cubicBezTo>
                <a:cubicBezTo>
                  <a:pt x="343117" y="304961"/>
                  <a:pt x="318978" y="284560"/>
                  <a:pt x="318978" y="278099"/>
                </a:cubicBezTo>
                <a:cubicBezTo>
                  <a:pt x="318978" y="271979"/>
                  <a:pt x="331898" y="267898"/>
                  <a:pt x="340398" y="270959"/>
                </a:cubicBezTo>
                <a:cubicBezTo>
                  <a:pt x="350938" y="275039"/>
                  <a:pt x="407717" y="281499"/>
                  <a:pt x="432536" y="281499"/>
                </a:cubicBezTo>
                <a:cubicBezTo>
                  <a:pt x="442737" y="281499"/>
                  <a:pt x="455316" y="279799"/>
                  <a:pt x="460757" y="277759"/>
                </a:cubicBezTo>
                <a:cubicBezTo>
                  <a:pt x="482856" y="269598"/>
                  <a:pt x="505975" y="236616"/>
                  <a:pt x="505975" y="213834"/>
                </a:cubicBezTo>
                <a:cubicBezTo>
                  <a:pt x="505975" y="201933"/>
                  <a:pt x="504616" y="198873"/>
                  <a:pt x="495435" y="193433"/>
                </a:cubicBezTo>
                <a:cubicBezTo>
                  <a:pt x="471296" y="178811"/>
                  <a:pt x="446136" y="181192"/>
                  <a:pt x="412477" y="201933"/>
                </a:cubicBezTo>
                <a:cubicBezTo>
                  <a:pt x="381197" y="220975"/>
                  <a:pt x="349918" y="235936"/>
                  <a:pt x="328498" y="242056"/>
                </a:cubicBezTo>
                <a:cubicBezTo>
                  <a:pt x="317958" y="245117"/>
                  <a:pt x="308778" y="247496"/>
                  <a:pt x="307758" y="247496"/>
                </a:cubicBezTo>
                <a:cubicBezTo>
                  <a:pt x="306058" y="247496"/>
                  <a:pt x="302998" y="213153"/>
                  <a:pt x="296878" y="119987"/>
                </a:cubicBezTo>
                <a:cubicBezTo>
                  <a:pt x="292118" y="44841"/>
                  <a:pt x="287359" y="10498"/>
                  <a:pt x="281919" y="5058"/>
                </a:cubicBezTo>
                <a:cubicBezTo>
                  <a:pt x="280219" y="3358"/>
                  <a:pt x="272059" y="978"/>
                  <a:pt x="263558" y="298"/>
                </a:cubicBezTo>
                <a:cubicBezTo>
                  <a:pt x="242479" y="-2083"/>
                  <a:pt x="217320" y="9818"/>
                  <a:pt x="189440" y="36000"/>
                </a:cubicBezTo>
                <a:cubicBezTo>
                  <a:pt x="165640" y="58102"/>
                  <a:pt x="153400" y="76804"/>
                  <a:pt x="156800" y="85304"/>
                </a:cubicBezTo>
                <a:cubicBezTo>
                  <a:pt x="158500" y="90065"/>
                  <a:pt x="161560" y="89724"/>
                  <a:pt x="182640" y="81904"/>
                </a:cubicBezTo>
                <a:cubicBezTo>
                  <a:pt x="195900" y="77143"/>
                  <a:pt x="208820" y="74083"/>
                  <a:pt x="211539" y="75104"/>
                </a:cubicBezTo>
                <a:cubicBezTo>
                  <a:pt x="221739" y="79184"/>
                  <a:pt x="224800" y="103665"/>
                  <a:pt x="222420" y="165890"/>
                </a:cubicBezTo>
                <a:cubicBezTo>
                  <a:pt x="220039" y="228456"/>
                  <a:pt x="217659" y="250897"/>
                  <a:pt x="213579" y="250897"/>
                </a:cubicBezTo>
                <a:cubicBezTo>
                  <a:pt x="212219" y="250897"/>
                  <a:pt x="195219" y="227775"/>
                  <a:pt x="175840" y="199213"/>
                </a:cubicBezTo>
                <a:cubicBezTo>
                  <a:pt x="101381" y="90065"/>
                  <a:pt x="75541" y="60482"/>
                  <a:pt x="50042" y="53682"/>
                </a:cubicBezTo>
                <a:cubicBezTo>
                  <a:pt x="31682" y="48581"/>
                  <a:pt x="13662" y="55382"/>
                  <a:pt x="5502" y="70683"/>
                </a:cubicBezTo>
                <a:cubicBezTo>
                  <a:pt x="-7757" y="94825"/>
                  <a:pt x="3803" y="144129"/>
                  <a:pt x="31002" y="180511"/>
                </a:cubicBezTo>
                <a:cubicBezTo>
                  <a:pt x="46982" y="201933"/>
                  <a:pt x="87781" y="277418"/>
                  <a:pt x="87781" y="285240"/>
                </a:cubicBezTo>
                <a:cubicBezTo>
                  <a:pt x="87441" y="287960"/>
                  <a:pt x="76561" y="295440"/>
                  <a:pt x="63302" y="301901"/>
                </a:cubicBezTo>
                <a:cubicBezTo>
                  <a:pt x="50042" y="308361"/>
                  <a:pt x="34742" y="317882"/>
                  <a:pt x="29302" y="322982"/>
                </a:cubicBezTo>
                <a:cubicBezTo>
                  <a:pt x="20802" y="330803"/>
                  <a:pt x="19782" y="333183"/>
                  <a:pt x="23182" y="339304"/>
                </a:cubicBezTo>
                <a:cubicBezTo>
                  <a:pt x="25562" y="343384"/>
                  <a:pt x="37462" y="351544"/>
                  <a:pt x="49702" y="357325"/>
                </a:cubicBezTo>
                <a:cubicBezTo>
                  <a:pt x="76221" y="369906"/>
                  <a:pt x="111241" y="373646"/>
                  <a:pt x="129601" y="366166"/>
                </a:cubicBezTo>
                <a:cubicBezTo>
                  <a:pt x="142180" y="361066"/>
                  <a:pt x="172780" y="339304"/>
                  <a:pt x="172780" y="335224"/>
                </a:cubicBezTo>
                <a:cubicBezTo>
                  <a:pt x="172780" y="333863"/>
                  <a:pt x="158841" y="314822"/>
                  <a:pt x="141841" y="292720"/>
                </a:cubicBezTo>
                <a:cubicBezTo>
                  <a:pt x="66702" y="195813"/>
                  <a:pt x="33042" y="138688"/>
                  <a:pt x="51402" y="138688"/>
                </a:cubicBezTo>
                <a:cubicBezTo>
                  <a:pt x="62962" y="138688"/>
                  <a:pt x="114640" y="185272"/>
                  <a:pt x="163260" y="239336"/>
                </a:cubicBezTo>
                <a:cubicBezTo>
                  <a:pt x="210180" y="291700"/>
                  <a:pt x="221739" y="307341"/>
                  <a:pt x="234999" y="335224"/>
                </a:cubicBezTo>
                <a:cubicBezTo>
                  <a:pt x="244519" y="355285"/>
                  <a:pt x="245879" y="361405"/>
                  <a:pt x="245879" y="386908"/>
                </a:cubicBezTo>
                <a:cubicBezTo>
                  <a:pt x="245539" y="421590"/>
                  <a:pt x="240099" y="442671"/>
                  <a:pt x="228199" y="453552"/>
                </a:cubicBezTo>
                <a:cubicBezTo>
                  <a:pt x="223439" y="457973"/>
                  <a:pt x="204740" y="467154"/>
                  <a:pt x="186720" y="473954"/>
                </a:cubicBezTo>
                <a:cubicBezTo>
                  <a:pt x="136741" y="492995"/>
                  <a:pt x="121781" y="499796"/>
                  <a:pt x="121781" y="502856"/>
                </a:cubicBezTo>
                <a:cubicBezTo>
                  <a:pt x="121781" y="504216"/>
                  <a:pt x="130621" y="508637"/>
                  <a:pt x="141500" y="512717"/>
                </a:cubicBezTo>
                <a:cubicBezTo>
                  <a:pt x="174480" y="525298"/>
                  <a:pt x="216640" y="546719"/>
                  <a:pt x="229219" y="557600"/>
                </a:cubicBezTo>
                <a:cubicBezTo>
                  <a:pt x="256419" y="581742"/>
                  <a:pt x="256759" y="601124"/>
                  <a:pt x="230239" y="630366"/>
                </a:cubicBezTo>
                <a:cubicBezTo>
                  <a:pt x="220379" y="641247"/>
                  <a:pt x="213579" y="652128"/>
                  <a:pt x="213579" y="656548"/>
                </a:cubicBezTo>
                <a:cubicBezTo>
                  <a:pt x="213579" y="667089"/>
                  <a:pt x="229899" y="691910"/>
                  <a:pt x="246899" y="707552"/>
                </a:cubicBezTo>
                <a:cubicBezTo>
                  <a:pt x="255442" y="715202"/>
                  <a:pt x="262454" y="719506"/>
                  <a:pt x="269712" y="719960"/>
                </a:cubicBezTo>
                <a:close/>
              </a:path>
            </a:pathLst>
          </a:custGeom>
          <a:solidFill>
            <a:srgbClr val="000000"/>
          </a:solidFill>
          <a:ln w="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A2B0112-30CF-C0EE-CFE8-DFB8E9B9D795}"/>
              </a:ext>
            </a:extLst>
          </p:cNvPr>
          <p:cNvSpPr/>
          <p:nvPr/>
        </p:nvSpPr>
        <p:spPr>
          <a:xfrm flipV="1">
            <a:off x="172369" y="5017435"/>
            <a:ext cx="858599" cy="720000"/>
          </a:xfrm>
          <a:custGeom>
            <a:avLst/>
            <a:gdLst>
              <a:gd name="csX0" fmla="*/ 0 w 858599"/>
              <a:gd name="csY0" fmla="*/ 33201 h 720000"/>
              <a:gd name="csX1" fmla="*/ 858599 w 858599"/>
              <a:gd name="csY1" fmla="*/ 33127 h 720000"/>
              <a:gd name="csX2" fmla="*/ 858599 w 858599"/>
              <a:gd name="csY2" fmla="*/ 0 h 720000"/>
              <a:gd name="csX3" fmla="*/ 0 w 858599"/>
              <a:gd name="csY3" fmla="*/ 0 h 720000"/>
              <a:gd name="csX4" fmla="*/ 821329 w 858599"/>
              <a:gd name="csY4" fmla="*/ 90409 h 720000"/>
              <a:gd name="csX5" fmla="*/ 821329 w 858599"/>
              <a:gd name="csY5" fmla="*/ 56686 h 720000"/>
              <a:gd name="csX6" fmla="*/ 37564 w 858599"/>
              <a:gd name="csY6" fmla="*/ 56686 h 720000"/>
              <a:gd name="csX7" fmla="*/ 37564 w 858599"/>
              <a:gd name="csY7" fmla="*/ 90278 h 720000"/>
              <a:gd name="csX8" fmla="*/ 73249 w 858599"/>
              <a:gd name="csY8" fmla="*/ 146906 h 720000"/>
              <a:gd name="csX9" fmla="*/ 785341 w 858599"/>
              <a:gd name="csY9" fmla="*/ 146619 h 720000"/>
              <a:gd name="csX10" fmla="*/ 785341 w 858599"/>
              <a:gd name="csY10" fmla="*/ 113545 h 720000"/>
              <a:gd name="csX11" fmla="*/ 73249 w 858599"/>
              <a:gd name="csY11" fmla="*/ 113545 h 720000"/>
              <a:gd name="csX12" fmla="*/ 722285 w 858599"/>
              <a:gd name="csY12" fmla="*/ 459345 h 720000"/>
              <a:gd name="csX13" fmla="*/ 712602 w 858599"/>
              <a:gd name="csY13" fmla="*/ 448179 h 720000"/>
              <a:gd name="csX14" fmla="*/ 712602 w 858599"/>
              <a:gd name="csY14" fmla="*/ 200508 h 720000"/>
              <a:gd name="csX15" fmla="*/ 721585 w 858599"/>
              <a:gd name="csY15" fmla="*/ 191511 h 720000"/>
              <a:gd name="csX16" fmla="*/ 732003 w 858599"/>
              <a:gd name="csY16" fmla="*/ 201190 h 720000"/>
              <a:gd name="csX17" fmla="*/ 732003 w 858599"/>
              <a:gd name="csY17" fmla="*/ 450320 h 720000"/>
              <a:gd name="csX18" fmla="*/ 722285 w 858599"/>
              <a:gd name="csY18" fmla="*/ 459345 h 720000"/>
              <a:gd name="csX19" fmla="*/ 721585 w 858599"/>
              <a:gd name="csY19" fmla="*/ 486766 h 720000"/>
              <a:gd name="csX20" fmla="*/ 759602 w 858599"/>
              <a:gd name="csY20" fmla="*/ 459918 h 720000"/>
              <a:gd name="csX21" fmla="*/ 759602 w 858599"/>
              <a:gd name="csY21" fmla="*/ 194922 h 720000"/>
              <a:gd name="csX22" fmla="*/ 721585 w 858599"/>
              <a:gd name="csY22" fmla="*/ 162983 h 720000"/>
              <a:gd name="csX23" fmla="*/ 685031 w 858599"/>
              <a:gd name="csY23" fmla="*/ 188633 h 720000"/>
              <a:gd name="csX24" fmla="*/ 685031 w 858599"/>
              <a:gd name="csY24" fmla="*/ 462833 h 720000"/>
              <a:gd name="csX25" fmla="*/ 721585 w 858599"/>
              <a:gd name="csY25" fmla="*/ 486766 h 720000"/>
              <a:gd name="csX26" fmla="*/ 605623 w 858599"/>
              <a:gd name="csY26" fmla="*/ 486766 h 720000"/>
              <a:gd name="csX27" fmla="*/ 642231 w 858599"/>
              <a:gd name="csY27" fmla="*/ 462833 h 720000"/>
              <a:gd name="csX28" fmla="*/ 642231 w 858599"/>
              <a:gd name="csY28" fmla="*/ 389185 h 720000"/>
              <a:gd name="csX29" fmla="*/ 612927 w 858599"/>
              <a:gd name="csY29" fmla="*/ 389185 h 720000"/>
              <a:gd name="csX30" fmla="*/ 613227 w 858599"/>
              <a:gd name="csY30" fmla="*/ 452387 h 720000"/>
              <a:gd name="csX31" fmla="*/ 602878 w 858599"/>
              <a:gd name="csY31" fmla="*/ 460631 h 720000"/>
              <a:gd name="csX32" fmla="*/ 593903 w 858599"/>
              <a:gd name="csY32" fmla="*/ 450913 h 720000"/>
              <a:gd name="csX33" fmla="*/ 593903 w 858599"/>
              <a:gd name="csY33" fmla="*/ 200508 h 720000"/>
              <a:gd name="csX34" fmla="*/ 601507 w 858599"/>
              <a:gd name="csY34" fmla="*/ 190021 h 720000"/>
              <a:gd name="csX35" fmla="*/ 611857 w 858599"/>
              <a:gd name="csY35" fmla="*/ 201190 h 720000"/>
              <a:gd name="csX36" fmla="*/ 611857 w 858599"/>
              <a:gd name="csY36" fmla="*/ 274010 h 720000"/>
              <a:gd name="csX37" fmla="*/ 639455 w 858599"/>
              <a:gd name="csY37" fmla="*/ 274010 h 720000"/>
              <a:gd name="csX38" fmla="*/ 639455 w 858599"/>
              <a:gd name="csY38" fmla="*/ 193509 h 720000"/>
              <a:gd name="csX39" fmla="*/ 600075 w 858599"/>
              <a:gd name="csY39" fmla="*/ 162983 h 720000"/>
              <a:gd name="csX40" fmla="*/ 569023 w 858599"/>
              <a:gd name="csY40" fmla="*/ 192088 h 720000"/>
              <a:gd name="csX41" fmla="*/ 569023 w 858599"/>
              <a:gd name="csY41" fmla="*/ 460631 h 720000"/>
              <a:gd name="csX42" fmla="*/ 605623 w 858599"/>
              <a:gd name="csY42" fmla="*/ 486766 h 720000"/>
              <a:gd name="csX43" fmla="*/ 332899 w 858599"/>
              <a:gd name="csY43" fmla="*/ 486766 h 720000"/>
              <a:gd name="csX44" fmla="*/ 404779 w 858599"/>
              <a:gd name="csY44" fmla="*/ 486766 h 720000"/>
              <a:gd name="csX45" fmla="*/ 404779 w 858599"/>
              <a:gd name="csY45" fmla="*/ 459918 h 720000"/>
              <a:gd name="csX46" fmla="*/ 361924 w 858599"/>
              <a:gd name="csY46" fmla="*/ 459918 h 720000"/>
              <a:gd name="csX47" fmla="*/ 361924 w 858599"/>
              <a:gd name="csY47" fmla="*/ 342679 h 720000"/>
              <a:gd name="csX48" fmla="*/ 390306 w 858599"/>
              <a:gd name="csY48" fmla="*/ 342679 h 720000"/>
              <a:gd name="csX49" fmla="*/ 390306 w 858599"/>
              <a:gd name="csY49" fmla="*/ 312860 h 720000"/>
              <a:gd name="csX50" fmla="*/ 359859 w 858599"/>
              <a:gd name="csY50" fmla="*/ 312860 h 720000"/>
              <a:gd name="csX51" fmla="*/ 359859 w 858599"/>
              <a:gd name="csY51" fmla="*/ 192793 h 720000"/>
              <a:gd name="csX52" fmla="*/ 401341 w 858599"/>
              <a:gd name="csY52" fmla="*/ 192793 h 720000"/>
              <a:gd name="csX53" fmla="*/ 401341 w 858599"/>
              <a:gd name="csY53" fmla="*/ 164329 h 720000"/>
              <a:gd name="csX54" fmla="*/ 332899 w 858599"/>
              <a:gd name="csY54" fmla="*/ 164329 h 720000"/>
              <a:gd name="csX55" fmla="*/ 215524 w 858599"/>
              <a:gd name="csY55" fmla="*/ 486766 h 720000"/>
              <a:gd name="csX56" fmla="*/ 239052 w 858599"/>
              <a:gd name="csY56" fmla="*/ 486766 h 720000"/>
              <a:gd name="csX57" fmla="*/ 259776 w 858599"/>
              <a:gd name="csY57" fmla="*/ 382248 h 720000"/>
              <a:gd name="csX58" fmla="*/ 259776 w 858599"/>
              <a:gd name="csY58" fmla="*/ 486766 h 720000"/>
              <a:gd name="csX59" fmla="*/ 283992 w 858599"/>
              <a:gd name="csY59" fmla="*/ 486766 h 720000"/>
              <a:gd name="csX60" fmla="*/ 283992 w 858599"/>
              <a:gd name="csY60" fmla="*/ 163673 h 720000"/>
              <a:gd name="csX61" fmla="*/ 261790 w 858599"/>
              <a:gd name="csY61" fmla="*/ 163673 h 720000"/>
              <a:gd name="csX62" fmla="*/ 236248 w 858599"/>
              <a:gd name="csY62" fmla="*/ 277515 h 720000"/>
              <a:gd name="csX63" fmla="*/ 236248 w 858599"/>
              <a:gd name="csY63" fmla="*/ 163436 h 720000"/>
              <a:gd name="csX64" fmla="*/ 215524 w 858599"/>
              <a:gd name="csY64" fmla="*/ 163436 h 720000"/>
              <a:gd name="csX65" fmla="*/ 96845 w 858599"/>
              <a:gd name="csY65" fmla="*/ 486766 h 720000"/>
              <a:gd name="csX66" fmla="*/ 125182 w 858599"/>
              <a:gd name="csY66" fmla="*/ 486766 h 720000"/>
              <a:gd name="csX67" fmla="*/ 125182 w 858599"/>
              <a:gd name="csY67" fmla="*/ 201545 h 720000"/>
              <a:gd name="csX68" fmla="*/ 133300 w 858599"/>
              <a:gd name="csY68" fmla="*/ 192793 h 720000"/>
              <a:gd name="csX69" fmla="*/ 141000 w 858599"/>
              <a:gd name="csY69" fmla="*/ 200508 h 720000"/>
              <a:gd name="csX70" fmla="*/ 141000 w 858599"/>
              <a:gd name="csY70" fmla="*/ 486766 h 720000"/>
              <a:gd name="csX71" fmla="*/ 169337 w 858599"/>
              <a:gd name="csY71" fmla="*/ 486766 h 720000"/>
              <a:gd name="csX72" fmla="*/ 169337 w 858599"/>
              <a:gd name="csY72" fmla="*/ 193509 h 720000"/>
              <a:gd name="csX73" fmla="*/ 132027 w 858599"/>
              <a:gd name="csY73" fmla="*/ 164329 h 720000"/>
              <a:gd name="csX74" fmla="*/ 97280 w 858599"/>
              <a:gd name="csY74" fmla="*/ 194198 h 720000"/>
              <a:gd name="csX75" fmla="*/ 488992 w 858599"/>
              <a:gd name="csY75" fmla="*/ 486770 h 720000"/>
              <a:gd name="csX76" fmla="*/ 523448 w 858599"/>
              <a:gd name="csY76" fmla="*/ 463530 h 720000"/>
              <a:gd name="csX77" fmla="*/ 523448 w 858599"/>
              <a:gd name="csY77" fmla="*/ 387807 h 720000"/>
              <a:gd name="csX78" fmla="*/ 496061 w 858599"/>
              <a:gd name="csY78" fmla="*/ 387807 h 720000"/>
              <a:gd name="csX79" fmla="*/ 496061 w 858599"/>
              <a:gd name="csY79" fmla="*/ 450913 h 720000"/>
              <a:gd name="csX80" fmla="*/ 487559 w 858599"/>
              <a:gd name="csY80" fmla="*/ 458567 h 720000"/>
              <a:gd name="csX81" fmla="*/ 478531 w 858599"/>
              <a:gd name="csY81" fmla="*/ 452387 h 720000"/>
              <a:gd name="csX82" fmla="*/ 478531 w 858599"/>
              <a:gd name="csY82" fmla="*/ 388550 h 720000"/>
              <a:gd name="csX83" fmla="*/ 495880 w 858599"/>
              <a:gd name="csY83" fmla="*/ 337932 h 720000"/>
              <a:gd name="csX84" fmla="*/ 520729 w 858599"/>
              <a:gd name="csY84" fmla="*/ 267794 h 720000"/>
              <a:gd name="csX85" fmla="*/ 520729 w 858599"/>
              <a:gd name="csY85" fmla="*/ 186566 h 720000"/>
              <a:gd name="csX86" fmla="*/ 484818 w 858599"/>
              <a:gd name="csY86" fmla="*/ 160940 h 720000"/>
              <a:gd name="csX87" fmla="*/ 450324 w 858599"/>
              <a:gd name="csY87" fmla="*/ 185199 h 720000"/>
              <a:gd name="csX88" fmla="*/ 450324 w 858599"/>
              <a:gd name="csY88" fmla="*/ 274012 h 720000"/>
              <a:gd name="csX89" fmla="*/ 475816 w 858599"/>
              <a:gd name="csY89" fmla="*/ 274012 h 720000"/>
              <a:gd name="csX90" fmla="*/ 475816 w 858599"/>
              <a:gd name="csY90" fmla="*/ 198393 h 720000"/>
              <a:gd name="csX91" fmla="*/ 484818 w 858599"/>
              <a:gd name="csY91" fmla="*/ 189388 h 720000"/>
              <a:gd name="csX92" fmla="*/ 493135 w 858599"/>
              <a:gd name="csY92" fmla="*/ 196252 h 720000"/>
              <a:gd name="csX93" fmla="*/ 493135 w 858599"/>
              <a:gd name="csY93" fmla="*/ 265648 h 720000"/>
              <a:gd name="csX94" fmla="*/ 473017 w 858599"/>
              <a:gd name="csY94" fmla="*/ 320555 h 720000"/>
              <a:gd name="csX95" fmla="*/ 452287 w 858599"/>
              <a:gd name="csY95" fmla="*/ 384362 h 720000"/>
              <a:gd name="csX96" fmla="*/ 452287 w 858599"/>
              <a:gd name="csY96" fmla="*/ 462833 h 720000"/>
              <a:gd name="csX97" fmla="*/ 488992 w 858599"/>
              <a:gd name="csY97" fmla="*/ 486770 h 720000"/>
              <a:gd name="csX98" fmla="*/ 785233 w 858599"/>
              <a:gd name="csY98" fmla="*/ 544713 h 720000"/>
              <a:gd name="csX99" fmla="*/ 785233 w 858599"/>
              <a:gd name="csY99" fmla="*/ 505247 h 720000"/>
              <a:gd name="csX100" fmla="*/ 73708 w 858599"/>
              <a:gd name="csY100" fmla="*/ 505247 h 720000"/>
              <a:gd name="csX101" fmla="*/ 73708 w 858599"/>
              <a:gd name="csY101" fmla="*/ 544617 h 720000"/>
              <a:gd name="csX102" fmla="*/ 430992 w 858599"/>
              <a:gd name="csY102" fmla="*/ 660340 h 720000"/>
              <a:gd name="csX103" fmla="*/ 699396 w 858599"/>
              <a:gd name="csY103" fmla="*/ 562278 h 720000"/>
              <a:gd name="csX104" fmla="*/ 618845 w 858599"/>
              <a:gd name="csY104" fmla="*/ 562278 h 720000"/>
              <a:gd name="csX105" fmla="*/ 430992 w 858599"/>
              <a:gd name="csY105" fmla="*/ 626227 h 720000"/>
              <a:gd name="csX106" fmla="*/ 234323 w 858599"/>
              <a:gd name="csY106" fmla="*/ 562278 h 720000"/>
              <a:gd name="csX107" fmla="*/ 155093 w 858599"/>
              <a:gd name="csY107" fmla="*/ 562278 h 720000"/>
              <a:gd name="csX108" fmla="*/ 430992 w 858599"/>
              <a:gd name="csY108" fmla="*/ 720000 h 720000"/>
              <a:gd name="csX109" fmla="*/ 785033 w 858599"/>
              <a:gd name="csY109" fmla="*/ 583624 h 720000"/>
              <a:gd name="csX110" fmla="*/ 785033 w 858599"/>
              <a:gd name="csY110" fmla="*/ 562251 h 720000"/>
              <a:gd name="csX111" fmla="*/ 737594 w 858599"/>
              <a:gd name="csY111" fmla="*/ 562251 h 720000"/>
              <a:gd name="csX112" fmla="*/ 430992 w 858599"/>
              <a:gd name="csY112" fmla="*/ 675911 h 720000"/>
              <a:gd name="csX113" fmla="*/ 119792 w 858599"/>
              <a:gd name="csY113" fmla="*/ 562251 h 720000"/>
              <a:gd name="csX114" fmla="*/ 73651 w 858599"/>
              <a:gd name="csY114" fmla="*/ 562251 h 720000"/>
              <a:gd name="csX115" fmla="*/ 73651 w 858599"/>
              <a:gd name="csY115" fmla="*/ 583539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</a:cxnLst>
            <a:rect l="l" t="t" r="r" b="b"/>
            <a:pathLst>
              <a:path w="858599" h="720000">
                <a:moveTo>
                  <a:pt x="0" y="33201"/>
                </a:moveTo>
                <a:lnTo>
                  <a:pt x="858599" y="33127"/>
                </a:lnTo>
                <a:lnTo>
                  <a:pt x="858599" y="0"/>
                </a:lnTo>
                <a:lnTo>
                  <a:pt x="0" y="0"/>
                </a:lnTo>
                <a:close/>
                <a:moveTo>
                  <a:pt x="821329" y="90409"/>
                </a:moveTo>
                <a:lnTo>
                  <a:pt x="821329" y="56686"/>
                </a:lnTo>
                <a:lnTo>
                  <a:pt x="37564" y="56686"/>
                </a:lnTo>
                <a:lnTo>
                  <a:pt x="37564" y="90278"/>
                </a:lnTo>
                <a:close/>
                <a:moveTo>
                  <a:pt x="73249" y="146906"/>
                </a:moveTo>
                <a:lnTo>
                  <a:pt x="785341" y="146619"/>
                </a:lnTo>
                <a:lnTo>
                  <a:pt x="785341" y="113545"/>
                </a:lnTo>
                <a:lnTo>
                  <a:pt x="73249" y="113545"/>
                </a:lnTo>
                <a:close/>
                <a:moveTo>
                  <a:pt x="722285" y="459345"/>
                </a:moveTo>
                <a:cubicBezTo>
                  <a:pt x="714042" y="459345"/>
                  <a:pt x="712602" y="448179"/>
                  <a:pt x="712602" y="448179"/>
                </a:cubicBezTo>
                <a:lnTo>
                  <a:pt x="712602" y="200508"/>
                </a:lnTo>
                <a:cubicBezTo>
                  <a:pt x="712602" y="200508"/>
                  <a:pt x="712602" y="191511"/>
                  <a:pt x="721585" y="191511"/>
                </a:cubicBezTo>
                <a:cubicBezTo>
                  <a:pt x="730587" y="191511"/>
                  <a:pt x="732003" y="201190"/>
                  <a:pt x="732003" y="201190"/>
                </a:cubicBezTo>
                <a:lnTo>
                  <a:pt x="732003" y="450320"/>
                </a:lnTo>
                <a:cubicBezTo>
                  <a:pt x="732003" y="450320"/>
                  <a:pt x="730587" y="459345"/>
                  <a:pt x="722285" y="459345"/>
                </a:cubicBezTo>
                <a:close/>
                <a:moveTo>
                  <a:pt x="721585" y="486766"/>
                </a:moveTo>
                <a:cubicBezTo>
                  <a:pt x="754593" y="486766"/>
                  <a:pt x="759602" y="459918"/>
                  <a:pt x="759602" y="459918"/>
                </a:cubicBezTo>
                <a:lnTo>
                  <a:pt x="759602" y="194922"/>
                </a:lnTo>
                <a:cubicBezTo>
                  <a:pt x="759602" y="194922"/>
                  <a:pt x="759506" y="162983"/>
                  <a:pt x="721585" y="162983"/>
                </a:cubicBezTo>
                <a:cubicBezTo>
                  <a:pt x="683625" y="162983"/>
                  <a:pt x="685031" y="188633"/>
                  <a:pt x="685031" y="188633"/>
                </a:cubicBezTo>
                <a:lnTo>
                  <a:pt x="685031" y="462833"/>
                </a:lnTo>
                <a:cubicBezTo>
                  <a:pt x="685031" y="462833"/>
                  <a:pt x="687445" y="486766"/>
                  <a:pt x="721585" y="486766"/>
                </a:cubicBezTo>
                <a:close/>
                <a:moveTo>
                  <a:pt x="605623" y="486766"/>
                </a:moveTo>
                <a:cubicBezTo>
                  <a:pt x="636675" y="486766"/>
                  <a:pt x="642231" y="462833"/>
                  <a:pt x="642231" y="462833"/>
                </a:cubicBezTo>
                <a:lnTo>
                  <a:pt x="642231" y="389185"/>
                </a:lnTo>
                <a:lnTo>
                  <a:pt x="612927" y="389185"/>
                </a:lnTo>
                <a:lnTo>
                  <a:pt x="613227" y="452387"/>
                </a:lnTo>
                <a:cubicBezTo>
                  <a:pt x="613227" y="452387"/>
                  <a:pt x="611857" y="460631"/>
                  <a:pt x="602878" y="460631"/>
                </a:cubicBezTo>
                <a:cubicBezTo>
                  <a:pt x="593903" y="460631"/>
                  <a:pt x="593903" y="450913"/>
                  <a:pt x="593903" y="450913"/>
                </a:cubicBezTo>
                <a:lnTo>
                  <a:pt x="593903" y="200508"/>
                </a:lnTo>
                <a:cubicBezTo>
                  <a:pt x="593903" y="200508"/>
                  <a:pt x="591793" y="190021"/>
                  <a:pt x="601507" y="190021"/>
                </a:cubicBezTo>
                <a:cubicBezTo>
                  <a:pt x="611191" y="190021"/>
                  <a:pt x="611857" y="201190"/>
                  <a:pt x="611857" y="201190"/>
                </a:cubicBezTo>
                <a:lnTo>
                  <a:pt x="611857" y="274010"/>
                </a:lnTo>
                <a:lnTo>
                  <a:pt x="639455" y="274010"/>
                </a:lnTo>
                <a:lnTo>
                  <a:pt x="639455" y="193509"/>
                </a:lnTo>
                <a:cubicBezTo>
                  <a:pt x="639455" y="193509"/>
                  <a:pt x="634388" y="162983"/>
                  <a:pt x="600075" y="162983"/>
                </a:cubicBezTo>
                <a:cubicBezTo>
                  <a:pt x="572453" y="162983"/>
                  <a:pt x="569023" y="192088"/>
                  <a:pt x="569023" y="192088"/>
                </a:cubicBezTo>
                <a:lnTo>
                  <a:pt x="569023" y="460631"/>
                </a:lnTo>
                <a:cubicBezTo>
                  <a:pt x="569023" y="460631"/>
                  <a:pt x="574490" y="486766"/>
                  <a:pt x="605623" y="486766"/>
                </a:cubicBezTo>
                <a:close/>
                <a:moveTo>
                  <a:pt x="332899" y="486766"/>
                </a:moveTo>
                <a:lnTo>
                  <a:pt x="404779" y="486766"/>
                </a:lnTo>
                <a:lnTo>
                  <a:pt x="404779" y="459918"/>
                </a:lnTo>
                <a:lnTo>
                  <a:pt x="361924" y="459918"/>
                </a:lnTo>
                <a:lnTo>
                  <a:pt x="361924" y="342679"/>
                </a:lnTo>
                <a:lnTo>
                  <a:pt x="390306" y="342679"/>
                </a:lnTo>
                <a:lnTo>
                  <a:pt x="390306" y="312860"/>
                </a:lnTo>
                <a:lnTo>
                  <a:pt x="359859" y="312860"/>
                </a:lnTo>
                <a:lnTo>
                  <a:pt x="359859" y="192793"/>
                </a:lnTo>
                <a:lnTo>
                  <a:pt x="401341" y="192793"/>
                </a:lnTo>
                <a:lnTo>
                  <a:pt x="401341" y="164329"/>
                </a:lnTo>
                <a:lnTo>
                  <a:pt x="332899" y="164329"/>
                </a:lnTo>
                <a:close/>
                <a:moveTo>
                  <a:pt x="215524" y="486766"/>
                </a:moveTo>
                <a:lnTo>
                  <a:pt x="239052" y="486766"/>
                </a:lnTo>
                <a:lnTo>
                  <a:pt x="259776" y="382248"/>
                </a:lnTo>
                <a:lnTo>
                  <a:pt x="259776" y="486766"/>
                </a:lnTo>
                <a:lnTo>
                  <a:pt x="283992" y="486766"/>
                </a:lnTo>
                <a:lnTo>
                  <a:pt x="283992" y="163673"/>
                </a:lnTo>
                <a:lnTo>
                  <a:pt x="261790" y="163673"/>
                </a:lnTo>
                <a:lnTo>
                  <a:pt x="236248" y="277515"/>
                </a:lnTo>
                <a:lnTo>
                  <a:pt x="236248" y="163436"/>
                </a:lnTo>
                <a:lnTo>
                  <a:pt x="215524" y="163436"/>
                </a:lnTo>
                <a:close/>
                <a:moveTo>
                  <a:pt x="96845" y="486766"/>
                </a:moveTo>
                <a:lnTo>
                  <a:pt x="125182" y="486766"/>
                </a:lnTo>
                <a:lnTo>
                  <a:pt x="125182" y="201545"/>
                </a:lnTo>
                <a:cubicBezTo>
                  <a:pt x="125182" y="201545"/>
                  <a:pt x="126325" y="192793"/>
                  <a:pt x="133300" y="192793"/>
                </a:cubicBezTo>
                <a:cubicBezTo>
                  <a:pt x="140320" y="192793"/>
                  <a:pt x="141000" y="200508"/>
                  <a:pt x="141000" y="200508"/>
                </a:cubicBezTo>
                <a:lnTo>
                  <a:pt x="141000" y="486766"/>
                </a:lnTo>
                <a:lnTo>
                  <a:pt x="169337" y="486766"/>
                </a:lnTo>
                <a:lnTo>
                  <a:pt x="169337" y="193509"/>
                </a:lnTo>
                <a:cubicBezTo>
                  <a:pt x="169337" y="193509"/>
                  <a:pt x="168677" y="164329"/>
                  <a:pt x="132027" y="164329"/>
                </a:cubicBezTo>
                <a:cubicBezTo>
                  <a:pt x="95549" y="164329"/>
                  <a:pt x="97280" y="194198"/>
                  <a:pt x="97280" y="194198"/>
                </a:cubicBezTo>
                <a:close/>
                <a:moveTo>
                  <a:pt x="488992" y="486770"/>
                </a:moveTo>
                <a:cubicBezTo>
                  <a:pt x="520117" y="486770"/>
                  <a:pt x="523448" y="463530"/>
                  <a:pt x="523448" y="463530"/>
                </a:cubicBezTo>
                <a:lnTo>
                  <a:pt x="523448" y="387807"/>
                </a:lnTo>
                <a:lnTo>
                  <a:pt x="496061" y="387807"/>
                </a:lnTo>
                <a:lnTo>
                  <a:pt x="496061" y="450913"/>
                </a:lnTo>
                <a:cubicBezTo>
                  <a:pt x="496061" y="450913"/>
                  <a:pt x="493135" y="458567"/>
                  <a:pt x="487559" y="458567"/>
                </a:cubicBezTo>
                <a:cubicBezTo>
                  <a:pt x="482088" y="458567"/>
                  <a:pt x="478531" y="452387"/>
                  <a:pt x="478531" y="452387"/>
                </a:cubicBezTo>
                <a:lnTo>
                  <a:pt x="478531" y="388550"/>
                </a:lnTo>
                <a:cubicBezTo>
                  <a:pt x="478531" y="388550"/>
                  <a:pt x="484818" y="364280"/>
                  <a:pt x="495880" y="337932"/>
                </a:cubicBezTo>
                <a:cubicBezTo>
                  <a:pt x="506865" y="311533"/>
                  <a:pt x="520729" y="267794"/>
                  <a:pt x="520729" y="267794"/>
                </a:cubicBezTo>
                <a:lnTo>
                  <a:pt x="520729" y="186566"/>
                </a:lnTo>
                <a:cubicBezTo>
                  <a:pt x="520729" y="186566"/>
                  <a:pt x="513887" y="160940"/>
                  <a:pt x="484818" y="160940"/>
                </a:cubicBezTo>
                <a:cubicBezTo>
                  <a:pt x="455710" y="160940"/>
                  <a:pt x="450324" y="185199"/>
                  <a:pt x="450324" y="185199"/>
                </a:cubicBezTo>
                <a:lnTo>
                  <a:pt x="450324" y="274012"/>
                </a:lnTo>
                <a:lnTo>
                  <a:pt x="475816" y="274012"/>
                </a:lnTo>
                <a:lnTo>
                  <a:pt x="475816" y="198393"/>
                </a:lnTo>
                <a:cubicBezTo>
                  <a:pt x="475816" y="198393"/>
                  <a:pt x="475096" y="189388"/>
                  <a:pt x="484818" y="189388"/>
                </a:cubicBezTo>
                <a:cubicBezTo>
                  <a:pt x="494532" y="189388"/>
                  <a:pt x="493135" y="196252"/>
                  <a:pt x="493135" y="196252"/>
                </a:cubicBezTo>
                <a:lnTo>
                  <a:pt x="493135" y="265648"/>
                </a:lnTo>
                <a:cubicBezTo>
                  <a:pt x="493135" y="265648"/>
                  <a:pt x="482704" y="297580"/>
                  <a:pt x="473017" y="320555"/>
                </a:cubicBezTo>
                <a:cubicBezTo>
                  <a:pt x="463353" y="343467"/>
                  <a:pt x="452287" y="384362"/>
                  <a:pt x="452287" y="384362"/>
                </a:cubicBezTo>
                <a:lnTo>
                  <a:pt x="452287" y="462833"/>
                </a:lnTo>
                <a:cubicBezTo>
                  <a:pt x="452287" y="462833"/>
                  <a:pt x="457855" y="486770"/>
                  <a:pt x="488992" y="486770"/>
                </a:cubicBezTo>
                <a:close/>
                <a:moveTo>
                  <a:pt x="785233" y="544713"/>
                </a:moveTo>
                <a:lnTo>
                  <a:pt x="785233" y="505247"/>
                </a:lnTo>
                <a:lnTo>
                  <a:pt x="73708" y="505247"/>
                </a:lnTo>
                <a:lnTo>
                  <a:pt x="73708" y="544617"/>
                </a:lnTo>
                <a:close/>
                <a:moveTo>
                  <a:pt x="430992" y="660340"/>
                </a:moveTo>
                <a:lnTo>
                  <a:pt x="699396" y="562278"/>
                </a:lnTo>
                <a:lnTo>
                  <a:pt x="618845" y="562278"/>
                </a:lnTo>
                <a:lnTo>
                  <a:pt x="430992" y="626227"/>
                </a:lnTo>
                <a:lnTo>
                  <a:pt x="234323" y="562278"/>
                </a:lnTo>
                <a:lnTo>
                  <a:pt x="155093" y="562278"/>
                </a:lnTo>
                <a:close/>
                <a:moveTo>
                  <a:pt x="430992" y="720000"/>
                </a:moveTo>
                <a:lnTo>
                  <a:pt x="785033" y="583624"/>
                </a:lnTo>
                <a:lnTo>
                  <a:pt x="785033" y="562251"/>
                </a:lnTo>
                <a:lnTo>
                  <a:pt x="737594" y="562251"/>
                </a:lnTo>
                <a:lnTo>
                  <a:pt x="430992" y="675911"/>
                </a:lnTo>
                <a:lnTo>
                  <a:pt x="119792" y="562251"/>
                </a:lnTo>
                <a:lnTo>
                  <a:pt x="73651" y="562251"/>
                </a:lnTo>
                <a:lnTo>
                  <a:pt x="73651" y="583539"/>
                </a:lnTo>
                <a:close/>
              </a:path>
            </a:pathLst>
          </a:custGeom>
          <a:solidFill>
            <a:srgbClr val="231F20"/>
          </a:solidFill>
          <a:ln w="81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2EB9BCAA-CD32-BE1A-332A-4ED0013C12B6}"/>
              </a:ext>
            </a:extLst>
          </p:cNvPr>
          <p:cNvSpPr/>
          <p:nvPr/>
        </p:nvSpPr>
        <p:spPr>
          <a:xfrm>
            <a:off x="7166353" y="6129499"/>
            <a:ext cx="536158" cy="519621"/>
          </a:xfrm>
          <a:custGeom>
            <a:avLst/>
            <a:gdLst>
              <a:gd name="csX0" fmla="*/ 174987 w 536158"/>
              <a:gd name="csY0" fmla="*/ 138214 h 519621"/>
              <a:gd name="csX1" fmla="*/ 176840 w 536158"/>
              <a:gd name="csY1" fmla="*/ 150078 h 519621"/>
              <a:gd name="csX2" fmla="*/ 160688 w 536158"/>
              <a:gd name="csY2" fmla="*/ 199269 h 519621"/>
              <a:gd name="csX3" fmla="*/ 146719 w 536158"/>
              <a:gd name="csY3" fmla="*/ 248112 h 519621"/>
              <a:gd name="csX4" fmla="*/ 162758 w 536158"/>
              <a:gd name="csY4" fmla="*/ 299816 h 519621"/>
              <a:gd name="csX5" fmla="*/ 174995 w 536158"/>
              <a:gd name="csY5" fmla="*/ 329867 h 519621"/>
              <a:gd name="csX6" fmla="*/ 176493 w 536158"/>
              <a:gd name="csY6" fmla="*/ 356108 h 519621"/>
              <a:gd name="csX7" fmla="*/ 165417 w 536158"/>
              <a:gd name="csY7" fmla="*/ 345367 h 519621"/>
              <a:gd name="csX8" fmla="*/ 95008 w 536158"/>
              <a:gd name="csY8" fmla="*/ 280157 h 519621"/>
              <a:gd name="csX9" fmla="*/ 34637 w 536158"/>
              <a:gd name="csY9" fmla="*/ 259718 h 519621"/>
              <a:gd name="csX10" fmla="*/ 584 w 536158"/>
              <a:gd name="csY10" fmla="*/ 248719 h 519621"/>
              <a:gd name="csX11" fmla="*/ 38681 w 536158"/>
              <a:gd name="csY11" fmla="*/ 233477 h 519621"/>
              <a:gd name="csX12" fmla="*/ 106319 w 536158"/>
              <a:gd name="csY12" fmla="*/ 207409 h 519621"/>
              <a:gd name="csX13" fmla="*/ 159528 w 536158"/>
              <a:gd name="csY13" fmla="*/ 156228 h 519621"/>
              <a:gd name="csX14" fmla="*/ 174987 w 536158"/>
              <a:gd name="csY14" fmla="*/ 138214 h 519621"/>
              <a:gd name="csX15" fmla="*/ 136214 w 536158"/>
              <a:gd name="csY15" fmla="*/ 949 h 519621"/>
              <a:gd name="csX16" fmla="*/ 142909 w 536158"/>
              <a:gd name="csY16" fmla="*/ 4500 h 519621"/>
              <a:gd name="csX17" fmla="*/ 172224 w 536158"/>
              <a:gd name="csY17" fmla="*/ 33251 h 519621"/>
              <a:gd name="csX18" fmla="*/ 209048 w 536158"/>
              <a:gd name="csY18" fmla="*/ 71877 h 519621"/>
              <a:gd name="csX19" fmla="*/ 262023 w 536158"/>
              <a:gd name="csY19" fmla="*/ 127735 h 519621"/>
              <a:gd name="csX20" fmla="*/ 367870 w 536158"/>
              <a:gd name="csY20" fmla="*/ 239194 h 519621"/>
              <a:gd name="csX21" fmla="*/ 384498 w 536158"/>
              <a:gd name="csY21" fmla="*/ 258593 h 519621"/>
              <a:gd name="csX22" fmla="*/ 372607 w 536158"/>
              <a:gd name="csY22" fmla="*/ 275914 h 519621"/>
              <a:gd name="csX23" fmla="*/ 243559 w 536158"/>
              <a:gd name="csY23" fmla="*/ 412140 h 519621"/>
              <a:gd name="csX24" fmla="*/ 142796 w 536158"/>
              <a:gd name="csY24" fmla="*/ 516236 h 519621"/>
              <a:gd name="csX25" fmla="*/ 134369 w 536158"/>
              <a:gd name="csY25" fmla="*/ 511126 h 519621"/>
              <a:gd name="csX26" fmla="*/ 210321 w 536158"/>
              <a:gd name="csY26" fmla="*/ 383040 h 519621"/>
              <a:gd name="csX27" fmla="*/ 265721 w 536158"/>
              <a:gd name="csY27" fmla="*/ 283100 h 519621"/>
              <a:gd name="csX28" fmla="*/ 268839 w 536158"/>
              <a:gd name="csY28" fmla="*/ 259718 h 519621"/>
              <a:gd name="csX29" fmla="*/ 266301 w 536158"/>
              <a:gd name="csY29" fmla="*/ 237287 h 519621"/>
              <a:gd name="csX30" fmla="*/ 202578 w 536158"/>
              <a:gd name="csY30" fmla="*/ 123058 h 519621"/>
              <a:gd name="csX31" fmla="*/ 137600 w 536158"/>
              <a:gd name="csY31" fmla="*/ 15931 h 519621"/>
              <a:gd name="csX32" fmla="*/ 136214 w 536158"/>
              <a:gd name="csY32" fmla="*/ 949 h 519621"/>
              <a:gd name="csX33" fmla="*/ 533395 w 536158"/>
              <a:gd name="csY33" fmla="*/ 83 h 519621"/>
              <a:gd name="csX34" fmla="*/ 536158 w 536158"/>
              <a:gd name="csY34" fmla="*/ 1814 h 519621"/>
              <a:gd name="csX35" fmla="*/ 527506 w 536158"/>
              <a:gd name="csY35" fmla="*/ 13679 h 519621"/>
              <a:gd name="csX36" fmla="*/ 514118 w 536158"/>
              <a:gd name="csY36" fmla="*/ 32472 h 519621"/>
              <a:gd name="csX37" fmla="*/ 469906 w 536158"/>
              <a:gd name="csY37" fmla="*/ 299296 h 519621"/>
              <a:gd name="csX38" fmla="*/ 465178 w 536158"/>
              <a:gd name="csY38" fmla="*/ 430152 h 519621"/>
              <a:gd name="csX39" fmla="*/ 461133 w 536158"/>
              <a:gd name="csY39" fmla="*/ 510086 h 519621"/>
              <a:gd name="csX40" fmla="*/ 453746 w 536158"/>
              <a:gd name="csY40" fmla="*/ 518746 h 519621"/>
              <a:gd name="csX41" fmla="*/ 443821 w 536158"/>
              <a:gd name="csY41" fmla="*/ 373168 h 519621"/>
              <a:gd name="csX42" fmla="*/ 424084 w 536158"/>
              <a:gd name="csY42" fmla="*/ 123665 h 519621"/>
              <a:gd name="csX43" fmla="*/ 402269 w 536158"/>
              <a:gd name="csY43" fmla="*/ 43124 h 519621"/>
              <a:gd name="csX44" fmla="*/ 379068 w 536158"/>
              <a:gd name="csY44" fmla="*/ 8223 h 519621"/>
              <a:gd name="csX45" fmla="*/ 375145 w 536158"/>
              <a:gd name="csY45" fmla="*/ 775 h 519621"/>
              <a:gd name="csX46" fmla="*/ 391998 w 536158"/>
              <a:gd name="csY46" fmla="*/ 2681 h 519621"/>
              <a:gd name="csX47" fmla="*/ 405153 w 536158"/>
              <a:gd name="csY47" fmla="*/ 11168 h 519621"/>
              <a:gd name="csX48" fmla="*/ 436780 w 536158"/>
              <a:gd name="csY48" fmla="*/ 34464 h 519621"/>
              <a:gd name="csX49" fmla="*/ 499689 w 536158"/>
              <a:gd name="csY49" fmla="*/ 15585 h 519621"/>
              <a:gd name="csX50" fmla="*/ 525428 w 536158"/>
              <a:gd name="csY50" fmla="*/ 949 h 519621"/>
              <a:gd name="csX51" fmla="*/ 533395 w 536158"/>
              <a:gd name="csY51" fmla="*/ 83 h 519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536158" h="519621">
                <a:moveTo>
                  <a:pt x="174987" y="138214"/>
                </a:moveTo>
                <a:cubicBezTo>
                  <a:pt x="177273" y="137435"/>
                  <a:pt x="177308" y="141591"/>
                  <a:pt x="176840" y="150078"/>
                </a:cubicBezTo>
                <a:cubicBezTo>
                  <a:pt x="176147" y="164281"/>
                  <a:pt x="173843" y="171123"/>
                  <a:pt x="160688" y="199269"/>
                </a:cubicBezTo>
                <a:cubicBezTo>
                  <a:pt x="148564" y="225077"/>
                  <a:pt x="146598" y="232179"/>
                  <a:pt x="146719" y="248112"/>
                </a:cubicBezTo>
                <a:cubicBezTo>
                  <a:pt x="146719" y="263788"/>
                  <a:pt x="148451" y="269072"/>
                  <a:pt x="162758" y="299816"/>
                </a:cubicBezTo>
                <a:cubicBezTo>
                  <a:pt x="168188" y="311506"/>
                  <a:pt x="173731" y="325017"/>
                  <a:pt x="174995" y="329867"/>
                </a:cubicBezTo>
                <a:cubicBezTo>
                  <a:pt x="177074" y="338181"/>
                  <a:pt x="178000" y="354461"/>
                  <a:pt x="176493" y="356108"/>
                </a:cubicBezTo>
                <a:cubicBezTo>
                  <a:pt x="174883" y="357579"/>
                  <a:pt x="172111" y="354894"/>
                  <a:pt x="165417" y="345367"/>
                </a:cubicBezTo>
                <a:cubicBezTo>
                  <a:pt x="144182" y="315229"/>
                  <a:pt x="121552" y="294186"/>
                  <a:pt x="95008" y="280157"/>
                </a:cubicBezTo>
                <a:cubicBezTo>
                  <a:pt x="77809" y="271063"/>
                  <a:pt x="63493" y="266126"/>
                  <a:pt x="34637" y="259718"/>
                </a:cubicBezTo>
                <a:cubicBezTo>
                  <a:pt x="13861" y="255214"/>
                  <a:pt x="1979" y="251404"/>
                  <a:pt x="584" y="248719"/>
                </a:cubicBezTo>
                <a:cubicBezTo>
                  <a:pt x="-2066" y="243782"/>
                  <a:pt x="3243" y="241704"/>
                  <a:pt x="38681" y="233477"/>
                </a:cubicBezTo>
                <a:cubicBezTo>
                  <a:pt x="70421" y="226117"/>
                  <a:pt x="88192" y="219275"/>
                  <a:pt x="106319" y="207409"/>
                </a:cubicBezTo>
                <a:cubicBezTo>
                  <a:pt x="126748" y="194073"/>
                  <a:pt x="142562" y="178918"/>
                  <a:pt x="159528" y="156228"/>
                </a:cubicBezTo>
                <a:cubicBezTo>
                  <a:pt x="168127" y="144796"/>
                  <a:pt x="172692" y="139081"/>
                  <a:pt x="174987" y="138214"/>
                </a:cubicBezTo>
                <a:close/>
                <a:moveTo>
                  <a:pt x="136214" y="949"/>
                </a:moveTo>
                <a:cubicBezTo>
                  <a:pt x="136907" y="949"/>
                  <a:pt x="139903" y="2595"/>
                  <a:pt x="142909" y="4500"/>
                </a:cubicBezTo>
                <a:cubicBezTo>
                  <a:pt x="145792" y="6405"/>
                  <a:pt x="158956" y="19395"/>
                  <a:pt x="172224" y="33251"/>
                </a:cubicBezTo>
                <a:cubicBezTo>
                  <a:pt x="185388" y="47107"/>
                  <a:pt x="202007" y="64515"/>
                  <a:pt x="209048" y="71877"/>
                </a:cubicBezTo>
                <a:cubicBezTo>
                  <a:pt x="216089" y="79238"/>
                  <a:pt x="239870" y="104353"/>
                  <a:pt x="262023" y="127735"/>
                </a:cubicBezTo>
                <a:cubicBezTo>
                  <a:pt x="302545" y="170431"/>
                  <a:pt x="338555" y="208363"/>
                  <a:pt x="367870" y="239194"/>
                </a:cubicBezTo>
                <a:cubicBezTo>
                  <a:pt x="376643" y="248199"/>
                  <a:pt x="384030" y="256946"/>
                  <a:pt x="384498" y="258593"/>
                </a:cubicBezTo>
                <a:cubicBezTo>
                  <a:pt x="385303" y="262056"/>
                  <a:pt x="384151" y="263961"/>
                  <a:pt x="372607" y="275914"/>
                </a:cubicBezTo>
                <a:cubicBezTo>
                  <a:pt x="363141" y="285785"/>
                  <a:pt x="326551" y="324323"/>
                  <a:pt x="243559" y="412140"/>
                </a:cubicBezTo>
                <a:cubicBezTo>
                  <a:pt x="160567" y="499867"/>
                  <a:pt x="148330" y="512511"/>
                  <a:pt x="142796" y="516236"/>
                </a:cubicBezTo>
                <a:cubicBezTo>
                  <a:pt x="133902" y="522212"/>
                  <a:pt x="130446" y="520133"/>
                  <a:pt x="134369" y="511126"/>
                </a:cubicBezTo>
                <a:cubicBezTo>
                  <a:pt x="138526" y="501599"/>
                  <a:pt x="176381" y="437600"/>
                  <a:pt x="210321" y="383040"/>
                </a:cubicBezTo>
                <a:cubicBezTo>
                  <a:pt x="247829" y="322418"/>
                  <a:pt x="259953" y="300681"/>
                  <a:pt x="265721" y="283100"/>
                </a:cubicBezTo>
                <a:cubicBezTo>
                  <a:pt x="268371" y="275133"/>
                  <a:pt x="268839" y="271755"/>
                  <a:pt x="268839" y="259718"/>
                </a:cubicBezTo>
                <a:cubicBezTo>
                  <a:pt x="268951" y="248372"/>
                  <a:pt x="268493" y="244302"/>
                  <a:pt x="266301" y="237287"/>
                </a:cubicBezTo>
                <a:cubicBezTo>
                  <a:pt x="259953" y="216937"/>
                  <a:pt x="246097" y="192082"/>
                  <a:pt x="202578" y="123058"/>
                </a:cubicBezTo>
                <a:cubicBezTo>
                  <a:pt x="179732" y="86772"/>
                  <a:pt x="146485" y="32125"/>
                  <a:pt x="137600" y="15931"/>
                </a:cubicBezTo>
                <a:cubicBezTo>
                  <a:pt x="132403" y="6665"/>
                  <a:pt x="131945" y="949"/>
                  <a:pt x="136214" y="949"/>
                </a:cubicBezTo>
                <a:close/>
                <a:moveTo>
                  <a:pt x="533395" y="83"/>
                </a:moveTo>
                <a:cubicBezTo>
                  <a:pt x="535206" y="256"/>
                  <a:pt x="536158" y="862"/>
                  <a:pt x="536158" y="1814"/>
                </a:cubicBezTo>
                <a:cubicBezTo>
                  <a:pt x="536158" y="2334"/>
                  <a:pt x="532235" y="7704"/>
                  <a:pt x="527506" y="13679"/>
                </a:cubicBezTo>
                <a:cubicBezTo>
                  <a:pt x="522657" y="19742"/>
                  <a:pt x="516768" y="28142"/>
                  <a:pt x="514118" y="32472"/>
                </a:cubicBezTo>
                <a:cubicBezTo>
                  <a:pt x="490102" y="72569"/>
                  <a:pt x="475795" y="158652"/>
                  <a:pt x="469906" y="299296"/>
                </a:cubicBezTo>
                <a:cubicBezTo>
                  <a:pt x="468062" y="340692"/>
                  <a:pt x="467949" y="346667"/>
                  <a:pt x="465178" y="430152"/>
                </a:cubicBezTo>
                <a:cubicBezTo>
                  <a:pt x="463099" y="495537"/>
                  <a:pt x="462632" y="502639"/>
                  <a:pt x="461133" y="510086"/>
                </a:cubicBezTo>
                <a:cubicBezTo>
                  <a:pt x="459635" y="516928"/>
                  <a:pt x="456405" y="520911"/>
                  <a:pt x="453746" y="518746"/>
                </a:cubicBezTo>
                <a:cubicBezTo>
                  <a:pt x="448905" y="514676"/>
                  <a:pt x="447519" y="494152"/>
                  <a:pt x="443821" y="373168"/>
                </a:cubicBezTo>
                <a:cubicBezTo>
                  <a:pt x="440357" y="261276"/>
                  <a:pt x="434355" y="185413"/>
                  <a:pt x="424084" y="123665"/>
                </a:cubicBezTo>
                <a:cubicBezTo>
                  <a:pt x="417503" y="84000"/>
                  <a:pt x="412194" y="64082"/>
                  <a:pt x="402269" y="43124"/>
                </a:cubicBezTo>
                <a:cubicBezTo>
                  <a:pt x="397194" y="32212"/>
                  <a:pt x="392569" y="25371"/>
                  <a:pt x="379068" y="8223"/>
                </a:cubicBezTo>
                <a:cubicBezTo>
                  <a:pt x="376409" y="4760"/>
                  <a:pt x="374677" y="1641"/>
                  <a:pt x="375145" y="775"/>
                </a:cubicBezTo>
                <a:cubicBezTo>
                  <a:pt x="376184" y="-783"/>
                  <a:pt x="384151" y="83"/>
                  <a:pt x="391998" y="2681"/>
                </a:cubicBezTo>
                <a:cubicBezTo>
                  <a:pt x="394882" y="3720"/>
                  <a:pt x="400771" y="7444"/>
                  <a:pt x="405153" y="11168"/>
                </a:cubicBezTo>
                <a:cubicBezTo>
                  <a:pt x="421893" y="25371"/>
                  <a:pt x="428588" y="30220"/>
                  <a:pt x="436780" y="34464"/>
                </a:cubicBezTo>
                <a:cubicBezTo>
                  <a:pt x="456518" y="44337"/>
                  <a:pt x="471985" y="39660"/>
                  <a:pt x="499689" y="15585"/>
                </a:cubicBezTo>
                <a:cubicBezTo>
                  <a:pt x="511580" y="5105"/>
                  <a:pt x="515728" y="2767"/>
                  <a:pt x="525428" y="949"/>
                </a:cubicBezTo>
                <a:cubicBezTo>
                  <a:pt x="528892" y="256"/>
                  <a:pt x="531577" y="-4"/>
                  <a:pt x="533395" y="83"/>
                </a:cubicBezTo>
                <a:close/>
              </a:path>
            </a:pathLst>
          </a:custGeom>
          <a:solidFill>
            <a:srgbClr val="000000"/>
          </a:solidFill>
          <a:ln w="138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5" name="Freeform: Shape 224">
            <a:extLst>
              <a:ext uri="{FF2B5EF4-FFF2-40B4-BE49-F238E27FC236}">
                <a16:creationId xmlns:a16="http://schemas.microsoft.com/office/drawing/2014/main" id="{A5A5AD10-7977-7802-EFFB-A675F1D0B1E9}"/>
              </a:ext>
            </a:extLst>
          </p:cNvPr>
          <p:cNvSpPr/>
          <p:nvPr/>
        </p:nvSpPr>
        <p:spPr>
          <a:xfrm>
            <a:off x="194908" y="6186163"/>
            <a:ext cx="819178" cy="519627"/>
          </a:xfrm>
          <a:custGeom>
            <a:avLst/>
            <a:gdLst>
              <a:gd name="csX0" fmla="*/ 589940 w 819178"/>
              <a:gd name="csY0" fmla="*/ 0 h 519627"/>
              <a:gd name="csX1" fmla="*/ 591671 w 819178"/>
              <a:gd name="csY1" fmla="*/ 2078 h 519627"/>
              <a:gd name="csX2" fmla="*/ 591671 w 819178"/>
              <a:gd name="csY2" fmla="*/ 16887 h 519627"/>
              <a:gd name="csX3" fmla="*/ 584830 w 819178"/>
              <a:gd name="csY3" fmla="*/ 22950 h 519627"/>
              <a:gd name="csX4" fmla="*/ 549929 w 819178"/>
              <a:gd name="csY4" fmla="*/ 37932 h 519627"/>
              <a:gd name="csX5" fmla="*/ 527758 w 819178"/>
              <a:gd name="csY5" fmla="*/ 73352 h 519627"/>
              <a:gd name="csX6" fmla="*/ 449902 w 819178"/>
              <a:gd name="csY6" fmla="*/ 219192 h 519627"/>
              <a:gd name="csX7" fmla="*/ 447824 w 819178"/>
              <a:gd name="csY7" fmla="*/ 223608 h 519627"/>
              <a:gd name="csX8" fmla="*/ 542914 w 819178"/>
              <a:gd name="csY8" fmla="*/ 418551 h 519627"/>
              <a:gd name="csX9" fmla="*/ 548630 w 819178"/>
              <a:gd name="csY9" fmla="*/ 420110 h 519627"/>
              <a:gd name="csX10" fmla="*/ 698453 w 819178"/>
              <a:gd name="csY10" fmla="*/ 63826 h 519627"/>
              <a:gd name="csX11" fmla="*/ 696115 w 819178"/>
              <a:gd name="csY11" fmla="*/ 33342 h 519627"/>
              <a:gd name="csX12" fmla="*/ 667363 w 819178"/>
              <a:gd name="csY12" fmla="*/ 23296 h 519627"/>
              <a:gd name="csX13" fmla="*/ 653247 w 819178"/>
              <a:gd name="csY13" fmla="*/ 22690 h 519627"/>
              <a:gd name="csX14" fmla="*/ 648310 w 819178"/>
              <a:gd name="csY14" fmla="*/ 20872 h 519627"/>
              <a:gd name="csX15" fmla="*/ 645972 w 819178"/>
              <a:gd name="csY15" fmla="*/ 16541 h 519627"/>
              <a:gd name="csX16" fmla="*/ 645972 w 819178"/>
              <a:gd name="csY16" fmla="*/ 1732 h 519627"/>
              <a:gd name="csX17" fmla="*/ 648137 w 819178"/>
              <a:gd name="csY17" fmla="*/ 173 h 519627"/>
              <a:gd name="csX18" fmla="*/ 817359 w 819178"/>
              <a:gd name="csY18" fmla="*/ 173 h 519627"/>
              <a:gd name="csX19" fmla="*/ 819178 w 819178"/>
              <a:gd name="csY19" fmla="*/ 1732 h 519627"/>
              <a:gd name="csX20" fmla="*/ 819178 w 819178"/>
              <a:gd name="csY20" fmla="*/ 16541 h 519627"/>
              <a:gd name="csX21" fmla="*/ 812337 w 819178"/>
              <a:gd name="csY21" fmla="*/ 22603 h 519627"/>
              <a:gd name="csX22" fmla="*/ 763059 w 819178"/>
              <a:gd name="csY22" fmla="*/ 36980 h 519627"/>
              <a:gd name="csX23" fmla="*/ 738117 w 819178"/>
              <a:gd name="csY23" fmla="*/ 73092 h 519627"/>
              <a:gd name="csX24" fmla="*/ 553133 w 819178"/>
              <a:gd name="csY24" fmla="*/ 494156 h 519627"/>
              <a:gd name="csX25" fmla="*/ 501777 w 819178"/>
              <a:gd name="csY25" fmla="*/ 493203 h 519627"/>
              <a:gd name="csX26" fmla="*/ 426520 w 819178"/>
              <a:gd name="csY26" fmla="*/ 330390 h 519627"/>
              <a:gd name="csX27" fmla="*/ 411884 w 819178"/>
              <a:gd name="csY27" fmla="*/ 298174 h 519627"/>
              <a:gd name="csX28" fmla="*/ 395949 w 819178"/>
              <a:gd name="csY28" fmla="*/ 331169 h 519627"/>
              <a:gd name="csX29" fmla="*/ 314628 w 819178"/>
              <a:gd name="csY29" fmla="*/ 493810 h 519627"/>
              <a:gd name="csX30" fmla="*/ 262494 w 819178"/>
              <a:gd name="csY30" fmla="*/ 494675 h 519627"/>
              <a:gd name="csX31" fmla="*/ 69975 w 819178"/>
              <a:gd name="csY31" fmla="*/ 71274 h 519627"/>
              <a:gd name="csX32" fmla="*/ 48844 w 819178"/>
              <a:gd name="csY32" fmla="*/ 32389 h 519627"/>
              <a:gd name="csX33" fmla="*/ 10652 w 819178"/>
              <a:gd name="csY33" fmla="*/ 23123 h 519627"/>
              <a:gd name="csX34" fmla="*/ 0 w 819178"/>
              <a:gd name="csY34" fmla="*/ 17754 h 519627"/>
              <a:gd name="csX35" fmla="*/ 0 w 819178"/>
              <a:gd name="csY35" fmla="*/ 2252 h 519627"/>
              <a:gd name="csX36" fmla="*/ 1732 w 819178"/>
              <a:gd name="csY36" fmla="*/ 692 h 519627"/>
              <a:gd name="csX37" fmla="*/ 185763 w 819178"/>
              <a:gd name="csY37" fmla="*/ 692 h 519627"/>
              <a:gd name="csX38" fmla="*/ 187496 w 819178"/>
              <a:gd name="csY38" fmla="*/ 2252 h 519627"/>
              <a:gd name="csX39" fmla="*/ 187496 w 819178"/>
              <a:gd name="csY39" fmla="*/ 16974 h 519627"/>
              <a:gd name="csX40" fmla="*/ 179788 w 819178"/>
              <a:gd name="csY40" fmla="*/ 23037 h 519627"/>
              <a:gd name="csX41" fmla="*/ 160649 w 819178"/>
              <a:gd name="csY41" fmla="*/ 23902 h 519627"/>
              <a:gd name="csX42" fmla="*/ 135880 w 819178"/>
              <a:gd name="csY42" fmla="*/ 38538 h 519627"/>
              <a:gd name="csX43" fmla="*/ 141509 w 819178"/>
              <a:gd name="csY43" fmla="*/ 59063 h 519627"/>
              <a:gd name="csX44" fmla="*/ 305622 w 819178"/>
              <a:gd name="csY44" fmla="*/ 418119 h 519627"/>
              <a:gd name="csX45" fmla="*/ 310298 w 819178"/>
              <a:gd name="csY45" fmla="*/ 419418 h 519627"/>
              <a:gd name="csX46" fmla="*/ 392399 w 819178"/>
              <a:gd name="csY46" fmla="*/ 255218 h 519627"/>
              <a:gd name="csX47" fmla="*/ 391013 w 819178"/>
              <a:gd name="csY47" fmla="*/ 252014 h 519627"/>
              <a:gd name="csX48" fmla="*/ 375944 w 819178"/>
              <a:gd name="csY48" fmla="*/ 218759 h 519627"/>
              <a:gd name="csX49" fmla="*/ 319479 w 819178"/>
              <a:gd name="csY49" fmla="*/ 107388 h 519627"/>
              <a:gd name="csX50" fmla="*/ 319479 w 819178"/>
              <a:gd name="csY50" fmla="*/ 107648 h 519627"/>
              <a:gd name="csX51" fmla="*/ 304929 w 819178"/>
              <a:gd name="csY51" fmla="*/ 78029 h 519627"/>
              <a:gd name="csX52" fmla="*/ 255566 w 819178"/>
              <a:gd name="csY52" fmla="*/ 22777 h 519627"/>
              <a:gd name="csX53" fmla="*/ 244914 w 819178"/>
              <a:gd name="csY53" fmla="*/ 17494 h 519627"/>
              <a:gd name="csX54" fmla="*/ 244914 w 819178"/>
              <a:gd name="csY54" fmla="*/ 1992 h 519627"/>
              <a:gd name="csX55" fmla="*/ 247079 w 819178"/>
              <a:gd name="csY55" fmla="*/ 433 h 519627"/>
              <a:gd name="csX56" fmla="*/ 393091 w 819178"/>
              <a:gd name="csY56" fmla="*/ 347 h 519627"/>
              <a:gd name="csX57" fmla="*/ 396988 w 819178"/>
              <a:gd name="csY57" fmla="*/ 1645 h 519627"/>
              <a:gd name="csX58" fmla="*/ 396988 w 819178"/>
              <a:gd name="csY58" fmla="*/ 17147 h 519627"/>
              <a:gd name="csX59" fmla="*/ 389280 w 819178"/>
              <a:gd name="csY59" fmla="*/ 22517 h 519627"/>
              <a:gd name="csX60" fmla="*/ 378715 w 819178"/>
              <a:gd name="csY60" fmla="*/ 24076 h 519627"/>
              <a:gd name="csX61" fmla="*/ 374125 w 819178"/>
              <a:gd name="csY61" fmla="*/ 72573 h 519627"/>
              <a:gd name="csX62" fmla="*/ 428251 w 819178"/>
              <a:gd name="csY62" fmla="*/ 183598 h 519627"/>
              <a:gd name="csX63" fmla="*/ 488094 w 819178"/>
              <a:gd name="csY63" fmla="*/ 64000 h 519627"/>
              <a:gd name="csX64" fmla="*/ 491905 w 819178"/>
              <a:gd name="csY64" fmla="*/ 31610 h 519627"/>
              <a:gd name="csX65" fmla="*/ 464192 w 819178"/>
              <a:gd name="csY65" fmla="*/ 23556 h 519627"/>
              <a:gd name="csX66" fmla="*/ 457437 w 819178"/>
              <a:gd name="csY66" fmla="*/ 22777 h 519627"/>
              <a:gd name="csX67" fmla="*/ 452501 w 819178"/>
              <a:gd name="csY67" fmla="*/ 21045 h 519627"/>
              <a:gd name="csX68" fmla="*/ 450162 w 819178"/>
              <a:gd name="csY68" fmla="*/ 16715 h 519627"/>
              <a:gd name="csX69" fmla="*/ 450162 w 819178"/>
              <a:gd name="csY69" fmla="*/ 1905 h 519627"/>
              <a:gd name="csX70" fmla="*/ 452327 w 819178"/>
              <a:gd name="csY70" fmla="*/ 347 h 519627"/>
              <a:gd name="csX71" fmla="*/ 589940 w 819178"/>
              <a:gd name="csY71" fmla="*/ 347 h 51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819178" h="519627">
                <a:moveTo>
                  <a:pt x="589940" y="0"/>
                </a:moveTo>
                <a:lnTo>
                  <a:pt x="591671" y="2078"/>
                </a:lnTo>
                <a:lnTo>
                  <a:pt x="591671" y="16887"/>
                </a:lnTo>
                <a:cubicBezTo>
                  <a:pt x="591671" y="20958"/>
                  <a:pt x="589334" y="22950"/>
                  <a:pt x="584830" y="22950"/>
                </a:cubicBezTo>
                <a:cubicBezTo>
                  <a:pt x="562659" y="23989"/>
                  <a:pt x="558069" y="26154"/>
                  <a:pt x="549929" y="37932"/>
                </a:cubicBezTo>
                <a:cubicBezTo>
                  <a:pt x="545599" y="44167"/>
                  <a:pt x="536852" y="57937"/>
                  <a:pt x="527758" y="73352"/>
                </a:cubicBezTo>
                <a:lnTo>
                  <a:pt x="449902" y="219192"/>
                </a:lnTo>
                <a:lnTo>
                  <a:pt x="447824" y="223608"/>
                </a:lnTo>
                <a:lnTo>
                  <a:pt x="542914" y="418551"/>
                </a:lnTo>
                <a:lnTo>
                  <a:pt x="548630" y="420110"/>
                </a:lnTo>
                <a:lnTo>
                  <a:pt x="698453" y="63826"/>
                </a:lnTo>
                <a:cubicBezTo>
                  <a:pt x="703649" y="49537"/>
                  <a:pt x="702870" y="39318"/>
                  <a:pt x="696115" y="33342"/>
                </a:cubicBezTo>
                <a:cubicBezTo>
                  <a:pt x="689446" y="27626"/>
                  <a:pt x="684684" y="24076"/>
                  <a:pt x="667363" y="23296"/>
                </a:cubicBezTo>
                <a:lnTo>
                  <a:pt x="653247" y="22690"/>
                </a:lnTo>
                <a:cubicBezTo>
                  <a:pt x="651514" y="22690"/>
                  <a:pt x="649956" y="22084"/>
                  <a:pt x="648310" y="20872"/>
                </a:cubicBezTo>
                <a:cubicBezTo>
                  <a:pt x="646837" y="19746"/>
                  <a:pt x="645972" y="18273"/>
                  <a:pt x="645972" y="16541"/>
                </a:cubicBezTo>
                <a:lnTo>
                  <a:pt x="645972" y="1732"/>
                </a:lnTo>
                <a:lnTo>
                  <a:pt x="648137" y="173"/>
                </a:lnTo>
                <a:lnTo>
                  <a:pt x="817359" y="173"/>
                </a:lnTo>
                <a:lnTo>
                  <a:pt x="819178" y="1732"/>
                </a:lnTo>
                <a:lnTo>
                  <a:pt x="819178" y="16541"/>
                </a:lnTo>
                <a:cubicBezTo>
                  <a:pt x="819178" y="20525"/>
                  <a:pt x="816839" y="22603"/>
                  <a:pt x="812337" y="22603"/>
                </a:cubicBezTo>
                <a:cubicBezTo>
                  <a:pt x="790166" y="23556"/>
                  <a:pt x="773711" y="28319"/>
                  <a:pt x="763059" y="36980"/>
                </a:cubicBezTo>
                <a:cubicBezTo>
                  <a:pt x="752407" y="45640"/>
                  <a:pt x="744093" y="57418"/>
                  <a:pt x="738117" y="73092"/>
                </a:cubicBezTo>
                <a:cubicBezTo>
                  <a:pt x="738117" y="73092"/>
                  <a:pt x="600332" y="389020"/>
                  <a:pt x="553133" y="494156"/>
                </a:cubicBezTo>
                <a:cubicBezTo>
                  <a:pt x="535120" y="528537"/>
                  <a:pt x="517366" y="525420"/>
                  <a:pt x="501777" y="493203"/>
                </a:cubicBezTo>
                <a:cubicBezTo>
                  <a:pt x="485324" y="459168"/>
                  <a:pt x="453800" y="390492"/>
                  <a:pt x="426520" y="330390"/>
                </a:cubicBezTo>
                <a:lnTo>
                  <a:pt x="411884" y="298174"/>
                </a:lnTo>
                <a:lnTo>
                  <a:pt x="395949" y="331169"/>
                </a:lnTo>
                <a:cubicBezTo>
                  <a:pt x="366677" y="391358"/>
                  <a:pt x="332901" y="459948"/>
                  <a:pt x="314628" y="493810"/>
                </a:cubicBezTo>
                <a:cubicBezTo>
                  <a:pt x="293584" y="530442"/>
                  <a:pt x="276264" y="525679"/>
                  <a:pt x="262494" y="494675"/>
                </a:cubicBezTo>
                <a:cubicBezTo>
                  <a:pt x="214602" y="381486"/>
                  <a:pt x="116222" y="182732"/>
                  <a:pt x="69975" y="71274"/>
                </a:cubicBezTo>
                <a:cubicBezTo>
                  <a:pt x="61401" y="50749"/>
                  <a:pt x="54906" y="37585"/>
                  <a:pt x="48844" y="32389"/>
                </a:cubicBezTo>
                <a:cubicBezTo>
                  <a:pt x="42696" y="27280"/>
                  <a:pt x="29964" y="24163"/>
                  <a:pt x="10652" y="23123"/>
                </a:cubicBezTo>
                <a:cubicBezTo>
                  <a:pt x="3551" y="22256"/>
                  <a:pt x="0" y="20612"/>
                  <a:pt x="0" y="17754"/>
                </a:cubicBezTo>
                <a:lnTo>
                  <a:pt x="0" y="2252"/>
                </a:lnTo>
                <a:lnTo>
                  <a:pt x="1732" y="692"/>
                </a:lnTo>
                <a:cubicBezTo>
                  <a:pt x="33255" y="520"/>
                  <a:pt x="185763" y="692"/>
                  <a:pt x="185763" y="692"/>
                </a:cubicBezTo>
                <a:lnTo>
                  <a:pt x="187496" y="2252"/>
                </a:lnTo>
                <a:lnTo>
                  <a:pt x="187496" y="16974"/>
                </a:lnTo>
                <a:cubicBezTo>
                  <a:pt x="187496" y="21131"/>
                  <a:pt x="184897" y="23037"/>
                  <a:pt x="179788" y="23037"/>
                </a:cubicBezTo>
                <a:lnTo>
                  <a:pt x="160649" y="23902"/>
                </a:lnTo>
                <a:cubicBezTo>
                  <a:pt x="144108" y="24508"/>
                  <a:pt x="135880" y="29445"/>
                  <a:pt x="135880" y="38538"/>
                </a:cubicBezTo>
                <a:cubicBezTo>
                  <a:pt x="135880" y="42868"/>
                  <a:pt x="137699" y="49797"/>
                  <a:pt x="141509" y="59063"/>
                </a:cubicBezTo>
                <a:cubicBezTo>
                  <a:pt x="178315" y="149217"/>
                  <a:pt x="305622" y="418119"/>
                  <a:pt x="305622" y="418119"/>
                </a:cubicBezTo>
                <a:lnTo>
                  <a:pt x="310298" y="419418"/>
                </a:lnTo>
                <a:lnTo>
                  <a:pt x="392399" y="255218"/>
                </a:lnTo>
                <a:lnTo>
                  <a:pt x="391013" y="252014"/>
                </a:lnTo>
                <a:cubicBezTo>
                  <a:pt x="381746" y="231663"/>
                  <a:pt x="375944" y="218759"/>
                  <a:pt x="375944" y="218759"/>
                </a:cubicBezTo>
                <a:lnTo>
                  <a:pt x="319479" y="107388"/>
                </a:lnTo>
                <a:lnTo>
                  <a:pt x="319479" y="107648"/>
                </a:lnTo>
                <a:cubicBezTo>
                  <a:pt x="319479" y="107648"/>
                  <a:pt x="308653" y="85390"/>
                  <a:pt x="304929" y="78029"/>
                </a:cubicBezTo>
                <a:cubicBezTo>
                  <a:pt x="280161" y="28925"/>
                  <a:pt x="280681" y="26241"/>
                  <a:pt x="255566" y="22777"/>
                </a:cubicBezTo>
                <a:cubicBezTo>
                  <a:pt x="248550" y="21911"/>
                  <a:pt x="244914" y="20958"/>
                  <a:pt x="244914" y="17494"/>
                </a:cubicBezTo>
                <a:lnTo>
                  <a:pt x="244914" y="1992"/>
                </a:lnTo>
                <a:lnTo>
                  <a:pt x="247079" y="433"/>
                </a:lnTo>
                <a:cubicBezTo>
                  <a:pt x="292285" y="347"/>
                  <a:pt x="393091" y="347"/>
                  <a:pt x="393091" y="347"/>
                </a:cubicBezTo>
                <a:lnTo>
                  <a:pt x="396988" y="1645"/>
                </a:lnTo>
                <a:lnTo>
                  <a:pt x="396988" y="17147"/>
                </a:lnTo>
                <a:cubicBezTo>
                  <a:pt x="396988" y="20698"/>
                  <a:pt x="394390" y="22517"/>
                  <a:pt x="389280" y="22517"/>
                </a:cubicBezTo>
                <a:lnTo>
                  <a:pt x="378715" y="24076"/>
                </a:lnTo>
                <a:cubicBezTo>
                  <a:pt x="351955" y="26154"/>
                  <a:pt x="356285" y="37066"/>
                  <a:pt x="374125" y="72573"/>
                </a:cubicBezTo>
                <a:lnTo>
                  <a:pt x="428251" y="183598"/>
                </a:lnTo>
                <a:lnTo>
                  <a:pt x="488094" y="64000"/>
                </a:lnTo>
                <a:cubicBezTo>
                  <a:pt x="498141" y="42176"/>
                  <a:pt x="496062" y="36633"/>
                  <a:pt x="491905" y="31610"/>
                </a:cubicBezTo>
                <a:cubicBezTo>
                  <a:pt x="489567" y="28838"/>
                  <a:pt x="481512" y="24163"/>
                  <a:pt x="464192" y="23556"/>
                </a:cubicBezTo>
                <a:lnTo>
                  <a:pt x="457437" y="22777"/>
                </a:lnTo>
                <a:cubicBezTo>
                  <a:pt x="455618" y="22777"/>
                  <a:pt x="454060" y="22171"/>
                  <a:pt x="452501" y="21045"/>
                </a:cubicBezTo>
                <a:cubicBezTo>
                  <a:pt x="450941" y="19919"/>
                  <a:pt x="450162" y="18533"/>
                  <a:pt x="450162" y="16715"/>
                </a:cubicBezTo>
                <a:lnTo>
                  <a:pt x="450162" y="1905"/>
                </a:lnTo>
                <a:lnTo>
                  <a:pt x="452327" y="347"/>
                </a:lnTo>
                <a:cubicBezTo>
                  <a:pt x="494676" y="87"/>
                  <a:pt x="589940" y="347"/>
                  <a:pt x="589940" y="347"/>
                </a:cubicBezTo>
                <a:close/>
              </a:path>
            </a:pathLst>
          </a:custGeom>
          <a:solidFill>
            <a:srgbClr val="000000"/>
          </a:solidFill>
          <a:ln w="21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51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63ED818-459E-5326-FDC7-19EFCCF31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40989" y="1375264"/>
            <a:ext cx="328154" cy="36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0826EF23-9733-A11C-F8A0-C086480F00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1314" y="1644208"/>
            <a:ext cx="490154" cy="36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E68B61E-59FA-FD62-4D96-27674AE63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3739" y="1913152"/>
            <a:ext cx="818054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086237-1C7D-905C-80D5-61172132EC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14783" y="2719984"/>
            <a:ext cx="294968" cy="36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E51C70E-A040-0AB5-EEED-2A045591F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18024" y="3526816"/>
            <a:ext cx="336000" cy="36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667684B-469D-451C-F7A1-9B1D2FD36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0001" y="1106320"/>
            <a:ext cx="714217" cy="36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2987D498-C044-4C57-6807-370A42F6D4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08185" y="2182096"/>
            <a:ext cx="317077" cy="36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197760C-3672-C4D2-169A-098278FDB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44427" y="3257872"/>
            <a:ext cx="238125" cy="36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104E037F-C182-562A-E532-0CDA524D1A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43545" y="2988928"/>
            <a:ext cx="252000" cy="36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E3DD2D2-5E93-DB52-448F-CA68468BCB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458664" y="2451040"/>
            <a:ext cx="360000" cy="36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85225EE2-DFB6-D3F8-4C0B-1A5CAD284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99272" y="3795760"/>
            <a:ext cx="429231" cy="36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DB6CE62-BC87-0E22-6845-06C7AFF6B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985066" y="4064704"/>
            <a:ext cx="569840" cy="36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5FD558E-517E-006C-EE4A-314AE9684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972076" y="4333650"/>
            <a:ext cx="37148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1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401</TotalTime>
  <Words>14</Words>
  <Application>Microsoft Office PowerPoint</Application>
  <PresentationFormat>Widescreen</PresentationFormat>
  <Paragraphs>11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24</cp:revision>
  <dcterms:created xsi:type="dcterms:W3CDTF">2026-02-24T23:11:14Z</dcterms:created>
  <dcterms:modified xsi:type="dcterms:W3CDTF">2026-05-06T11:27:29Z</dcterms:modified>
</cp:coreProperties>
</file>