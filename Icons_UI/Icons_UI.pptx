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2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1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23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svg"/><Relationship Id="rId3" Type="http://schemas.openxmlformats.org/officeDocument/2006/relationships/image" Target="../media/image25.svg"/><Relationship Id="rId7" Type="http://schemas.openxmlformats.org/officeDocument/2006/relationships/image" Target="../media/image15.svg"/><Relationship Id="rId12" Type="http://schemas.openxmlformats.org/officeDocument/2006/relationships/image" Target="../media/image33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11" Type="http://schemas.openxmlformats.org/officeDocument/2006/relationships/image" Target="../media/image32.svg"/><Relationship Id="rId5" Type="http://schemas.openxmlformats.org/officeDocument/2006/relationships/image" Target="../media/image27.svg"/><Relationship Id="rId10" Type="http://schemas.openxmlformats.org/officeDocument/2006/relationships/image" Target="../media/image31.svg"/><Relationship Id="rId4" Type="http://schemas.openxmlformats.org/officeDocument/2006/relationships/image" Target="../media/image26.svg"/><Relationship Id="rId9" Type="http://schemas.openxmlformats.org/officeDocument/2006/relationships/image" Target="../media/image30.svg"/><Relationship Id="rId1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211702" y="2292971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BD53FC3-465C-3EF6-49EE-E9F4BB74D7FB}"/>
              </a:ext>
            </a:extLst>
          </p:cNvPr>
          <p:cNvSpPr/>
          <p:nvPr/>
        </p:nvSpPr>
        <p:spPr>
          <a:xfrm>
            <a:off x="278869" y="238054"/>
            <a:ext cx="1101792" cy="1101792"/>
          </a:xfrm>
          <a:prstGeom prst="roundRect">
            <a:avLst>
              <a:gd name="adj" fmla="val 6293"/>
            </a:avLst>
          </a:prstGeom>
          <a:solidFill>
            <a:srgbClr val="FFC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8F151B1-F377-E0E4-8308-DECA3D02F25F}"/>
              </a:ext>
            </a:extLst>
          </p:cNvPr>
          <p:cNvSpPr/>
          <p:nvPr/>
        </p:nvSpPr>
        <p:spPr>
          <a:xfrm>
            <a:off x="380574" y="339759"/>
            <a:ext cx="898382" cy="898382"/>
          </a:xfrm>
          <a:prstGeom prst="roundRect">
            <a:avLst>
              <a:gd name="adj" fmla="val 7088"/>
            </a:avLst>
          </a:prstGeom>
          <a:solidFill>
            <a:schemeClr val="tx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BF73B3A-9A2D-B872-771E-5EAE9A4EEF3B}"/>
              </a:ext>
            </a:extLst>
          </p:cNvPr>
          <p:cNvSpPr/>
          <p:nvPr/>
        </p:nvSpPr>
        <p:spPr>
          <a:xfrm flipV="1">
            <a:off x="649852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B0D09F6-4C3A-32D6-D18B-ABB91E84B616}"/>
              </a:ext>
            </a:extLst>
          </p:cNvPr>
          <p:cNvSpPr/>
          <p:nvPr/>
        </p:nvSpPr>
        <p:spPr>
          <a:xfrm flipV="1">
            <a:off x="2510500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DA370E5-95A3-8B9C-B567-3CBDE8359A0F}"/>
              </a:ext>
            </a:extLst>
          </p:cNvPr>
          <p:cNvSpPr/>
          <p:nvPr/>
        </p:nvSpPr>
        <p:spPr>
          <a:xfrm flipV="1">
            <a:off x="1580176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135BCCE-790E-71A7-E46A-3B8CC0049B5A}"/>
              </a:ext>
            </a:extLst>
          </p:cNvPr>
          <p:cNvSpPr/>
          <p:nvPr/>
        </p:nvSpPr>
        <p:spPr>
          <a:xfrm>
            <a:off x="4009382" y="4212492"/>
            <a:ext cx="2962440" cy="1501201"/>
          </a:xfrm>
          <a:custGeom>
            <a:avLst/>
            <a:gdLst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575299 w 2962440"/>
              <a:gd name="csY5" fmla="*/ 1394368 h 1501201"/>
              <a:gd name="csX6" fmla="*/ 605497 w 2962440"/>
              <a:gd name="csY6" fmla="*/ 1399496 h 1501201"/>
              <a:gd name="csX7" fmla="*/ 861858 w 2962440"/>
              <a:gd name="csY7" fmla="*/ 1399496 h 1501201"/>
              <a:gd name="csX8" fmla="*/ 2163120 w 2962440"/>
              <a:gd name="csY8" fmla="*/ 1399496 h 1501201"/>
              <a:gd name="csX9" fmla="*/ 2339299 w 2962440"/>
              <a:gd name="csY9" fmla="*/ 1399496 h 1501201"/>
              <a:gd name="csX10" fmla="*/ 2797058 w 2962440"/>
              <a:gd name="csY10" fmla="*/ 1399496 h 1501201"/>
              <a:gd name="csX11" fmla="*/ 2860735 w 2962440"/>
              <a:gd name="csY11" fmla="*/ 1335819 h 1501201"/>
              <a:gd name="csX12" fmla="*/ 2860735 w 2962440"/>
              <a:gd name="csY12" fmla="*/ 165382 h 1501201"/>
              <a:gd name="csX13" fmla="*/ 2797058 w 2962440"/>
              <a:gd name="csY13" fmla="*/ 101705 h 1501201"/>
              <a:gd name="csX14" fmla="*/ 2339299 w 2962440"/>
              <a:gd name="csY14" fmla="*/ 101705 h 1501201"/>
              <a:gd name="csX15" fmla="*/ 2163120 w 2962440"/>
              <a:gd name="csY15" fmla="*/ 101705 h 1501201"/>
              <a:gd name="csX16" fmla="*/ 861858 w 2962440"/>
              <a:gd name="csY16" fmla="*/ 101705 h 1501201"/>
              <a:gd name="csX17" fmla="*/ 605497 w 2962440"/>
              <a:gd name="csY17" fmla="*/ 101705 h 1501201"/>
              <a:gd name="csX18" fmla="*/ 575299 w 2962440"/>
              <a:gd name="csY18" fmla="*/ 106833 h 1501201"/>
              <a:gd name="csX19" fmla="*/ 575299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605497 w 2962440"/>
              <a:gd name="csY5" fmla="*/ 1399496 h 1501201"/>
              <a:gd name="csX6" fmla="*/ 861858 w 2962440"/>
              <a:gd name="csY6" fmla="*/ 1399496 h 1501201"/>
              <a:gd name="csX7" fmla="*/ 2163120 w 2962440"/>
              <a:gd name="csY7" fmla="*/ 1399496 h 1501201"/>
              <a:gd name="csX8" fmla="*/ 2339299 w 2962440"/>
              <a:gd name="csY8" fmla="*/ 1399496 h 1501201"/>
              <a:gd name="csX9" fmla="*/ 2797058 w 2962440"/>
              <a:gd name="csY9" fmla="*/ 1399496 h 1501201"/>
              <a:gd name="csX10" fmla="*/ 2860735 w 2962440"/>
              <a:gd name="csY10" fmla="*/ 1335819 h 1501201"/>
              <a:gd name="csX11" fmla="*/ 2860735 w 2962440"/>
              <a:gd name="csY11" fmla="*/ 165382 h 1501201"/>
              <a:gd name="csX12" fmla="*/ 2797058 w 2962440"/>
              <a:gd name="csY12" fmla="*/ 101705 h 1501201"/>
              <a:gd name="csX13" fmla="*/ 2339299 w 2962440"/>
              <a:gd name="csY13" fmla="*/ 101705 h 1501201"/>
              <a:gd name="csX14" fmla="*/ 2163120 w 2962440"/>
              <a:gd name="csY14" fmla="*/ 101705 h 1501201"/>
              <a:gd name="csX15" fmla="*/ 861858 w 2962440"/>
              <a:gd name="csY15" fmla="*/ 101705 h 1501201"/>
              <a:gd name="csX16" fmla="*/ 605497 w 2962440"/>
              <a:gd name="csY16" fmla="*/ 101705 h 1501201"/>
              <a:gd name="csX17" fmla="*/ 575299 w 2962440"/>
              <a:gd name="csY17" fmla="*/ 106833 h 1501201"/>
              <a:gd name="csX18" fmla="*/ 575299 w 2962440"/>
              <a:gd name="csY18" fmla="*/ 101705 h 1501201"/>
              <a:gd name="csX19" fmla="*/ 165382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861858 w 2962440"/>
              <a:gd name="csY5" fmla="*/ 1399496 h 1501201"/>
              <a:gd name="csX6" fmla="*/ 2163120 w 2962440"/>
              <a:gd name="csY6" fmla="*/ 1399496 h 1501201"/>
              <a:gd name="csX7" fmla="*/ 2339299 w 2962440"/>
              <a:gd name="csY7" fmla="*/ 1399496 h 1501201"/>
              <a:gd name="csX8" fmla="*/ 2797058 w 2962440"/>
              <a:gd name="csY8" fmla="*/ 1399496 h 1501201"/>
              <a:gd name="csX9" fmla="*/ 2860735 w 2962440"/>
              <a:gd name="csY9" fmla="*/ 1335819 h 1501201"/>
              <a:gd name="csX10" fmla="*/ 2860735 w 2962440"/>
              <a:gd name="csY10" fmla="*/ 165382 h 1501201"/>
              <a:gd name="csX11" fmla="*/ 2797058 w 2962440"/>
              <a:gd name="csY11" fmla="*/ 101705 h 1501201"/>
              <a:gd name="csX12" fmla="*/ 2339299 w 2962440"/>
              <a:gd name="csY12" fmla="*/ 101705 h 1501201"/>
              <a:gd name="csX13" fmla="*/ 2163120 w 2962440"/>
              <a:gd name="csY13" fmla="*/ 101705 h 1501201"/>
              <a:gd name="csX14" fmla="*/ 861858 w 2962440"/>
              <a:gd name="csY14" fmla="*/ 101705 h 1501201"/>
              <a:gd name="csX15" fmla="*/ 605497 w 2962440"/>
              <a:gd name="csY15" fmla="*/ 101705 h 1501201"/>
              <a:gd name="csX16" fmla="*/ 575299 w 2962440"/>
              <a:gd name="csY16" fmla="*/ 106833 h 1501201"/>
              <a:gd name="csX17" fmla="*/ 575299 w 2962440"/>
              <a:gd name="csY17" fmla="*/ 101705 h 1501201"/>
              <a:gd name="csX18" fmla="*/ 165382 w 2962440"/>
              <a:gd name="csY18" fmla="*/ 101705 h 1501201"/>
              <a:gd name="csX19" fmla="*/ 69336 w 2962440"/>
              <a:gd name="csY19" fmla="*/ 0 h 1501201"/>
              <a:gd name="csX20" fmla="*/ 575299 w 2962440"/>
              <a:gd name="csY20" fmla="*/ 0 h 1501201"/>
              <a:gd name="csX21" fmla="*/ 861858 w 2962440"/>
              <a:gd name="csY21" fmla="*/ 0 h 1501201"/>
              <a:gd name="csX22" fmla="*/ 2163120 w 2962440"/>
              <a:gd name="csY22" fmla="*/ 0 h 1501201"/>
              <a:gd name="csX23" fmla="*/ 2339299 w 2962440"/>
              <a:gd name="csY23" fmla="*/ 0 h 1501201"/>
              <a:gd name="csX24" fmla="*/ 2893104 w 2962440"/>
              <a:gd name="csY24" fmla="*/ 0 h 1501201"/>
              <a:gd name="csX25" fmla="*/ 2962440 w 2962440"/>
              <a:gd name="csY25" fmla="*/ 69336 h 1501201"/>
              <a:gd name="csX26" fmla="*/ 2962440 w 2962440"/>
              <a:gd name="csY26" fmla="*/ 1431865 h 1501201"/>
              <a:gd name="csX27" fmla="*/ 2893104 w 2962440"/>
              <a:gd name="csY27" fmla="*/ 1501201 h 1501201"/>
              <a:gd name="csX28" fmla="*/ 2339299 w 2962440"/>
              <a:gd name="csY28" fmla="*/ 1501201 h 1501201"/>
              <a:gd name="csX29" fmla="*/ 2163120 w 2962440"/>
              <a:gd name="csY29" fmla="*/ 1501201 h 1501201"/>
              <a:gd name="csX30" fmla="*/ 861858 w 2962440"/>
              <a:gd name="csY30" fmla="*/ 1501201 h 1501201"/>
              <a:gd name="csX31" fmla="*/ 575299 w 2962440"/>
              <a:gd name="csY31" fmla="*/ 1501201 h 1501201"/>
              <a:gd name="csX32" fmla="*/ 69336 w 2962440"/>
              <a:gd name="csY32" fmla="*/ 1501201 h 1501201"/>
              <a:gd name="csX33" fmla="*/ 0 w 2962440"/>
              <a:gd name="csY33" fmla="*/ 1431865 h 1501201"/>
              <a:gd name="csX34" fmla="*/ 0 w 2962440"/>
              <a:gd name="csY34" fmla="*/ 69336 h 1501201"/>
              <a:gd name="csX35" fmla="*/ 69336 w 2962440"/>
              <a:gd name="csY3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861858 w 2962440"/>
              <a:gd name="csY4" fmla="*/ 1399496 h 1501201"/>
              <a:gd name="csX5" fmla="*/ 2163120 w 2962440"/>
              <a:gd name="csY5" fmla="*/ 1399496 h 1501201"/>
              <a:gd name="csX6" fmla="*/ 2339299 w 2962440"/>
              <a:gd name="csY6" fmla="*/ 1399496 h 1501201"/>
              <a:gd name="csX7" fmla="*/ 2797058 w 2962440"/>
              <a:gd name="csY7" fmla="*/ 1399496 h 1501201"/>
              <a:gd name="csX8" fmla="*/ 2860735 w 2962440"/>
              <a:gd name="csY8" fmla="*/ 1335819 h 1501201"/>
              <a:gd name="csX9" fmla="*/ 2860735 w 2962440"/>
              <a:gd name="csY9" fmla="*/ 165382 h 1501201"/>
              <a:gd name="csX10" fmla="*/ 2797058 w 2962440"/>
              <a:gd name="csY10" fmla="*/ 101705 h 1501201"/>
              <a:gd name="csX11" fmla="*/ 2339299 w 2962440"/>
              <a:gd name="csY11" fmla="*/ 101705 h 1501201"/>
              <a:gd name="csX12" fmla="*/ 2163120 w 2962440"/>
              <a:gd name="csY12" fmla="*/ 101705 h 1501201"/>
              <a:gd name="csX13" fmla="*/ 861858 w 2962440"/>
              <a:gd name="csY13" fmla="*/ 101705 h 1501201"/>
              <a:gd name="csX14" fmla="*/ 605497 w 2962440"/>
              <a:gd name="csY14" fmla="*/ 101705 h 1501201"/>
              <a:gd name="csX15" fmla="*/ 575299 w 2962440"/>
              <a:gd name="csY15" fmla="*/ 106833 h 1501201"/>
              <a:gd name="csX16" fmla="*/ 575299 w 2962440"/>
              <a:gd name="csY16" fmla="*/ 101705 h 1501201"/>
              <a:gd name="csX17" fmla="*/ 165382 w 2962440"/>
              <a:gd name="csY17" fmla="*/ 101705 h 1501201"/>
              <a:gd name="csX18" fmla="*/ 69336 w 2962440"/>
              <a:gd name="csY18" fmla="*/ 0 h 1501201"/>
              <a:gd name="csX19" fmla="*/ 575299 w 2962440"/>
              <a:gd name="csY19" fmla="*/ 0 h 1501201"/>
              <a:gd name="csX20" fmla="*/ 861858 w 2962440"/>
              <a:gd name="csY20" fmla="*/ 0 h 1501201"/>
              <a:gd name="csX21" fmla="*/ 2163120 w 2962440"/>
              <a:gd name="csY21" fmla="*/ 0 h 1501201"/>
              <a:gd name="csX22" fmla="*/ 2339299 w 2962440"/>
              <a:gd name="csY22" fmla="*/ 0 h 1501201"/>
              <a:gd name="csX23" fmla="*/ 2893104 w 2962440"/>
              <a:gd name="csY23" fmla="*/ 0 h 1501201"/>
              <a:gd name="csX24" fmla="*/ 2962440 w 2962440"/>
              <a:gd name="csY24" fmla="*/ 69336 h 1501201"/>
              <a:gd name="csX25" fmla="*/ 2962440 w 2962440"/>
              <a:gd name="csY25" fmla="*/ 1431865 h 1501201"/>
              <a:gd name="csX26" fmla="*/ 2893104 w 2962440"/>
              <a:gd name="csY26" fmla="*/ 1501201 h 1501201"/>
              <a:gd name="csX27" fmla="*/ 2339299 w 2962440"/>
              <a:gd name="csY27" fmla="*/ 1501201 h 1501201"/>
              <a:gd name="csX28" fmla="*/ 2163120 w 2962440"/>
              <a:gd name="csY28" fmla="*/ 1501201 h 1501201"/>
              <a:gd name="csX29" fmla="*/ 861858 w 2962440"/>
              <a:gd name="csY29" fmla="*/ 1501201 h 1501201"/>
              <a:gd name="csX30" fmla="*/ 575299 w 2962440"/>
              <a:gd name="csY30" fmla="*/ 1501201 h 1501201"/>
              <a:gd name="csX31" fmla="*/ 69336 w 2962440"/>
              <a:gd name="csY31" fmla="*/ 1501201 h 1501201"/>
              <a:gd name="csX32" fmla="*/ 0 w 2962440"/>
              <a:gd name="csY32" fmla="*/ 1431865 h 1501201"/>
              <a:gd name="csX33" fmla="*/ 0 w 2962440"/>
              <a:gd name="csY33" fmla="*/ 69336 h 1501201"/>
              <a:gd name="csX34" fmla="*/ 69336 w 2962440"/>
              <a:gd name="csY3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163120 w 2962440"/>
              <a:gd name="csY4" fmla="*/ 1399496 h 1501201"/>
              <a:gd name="csX5" fmla="*/ 2339299 w 2962440"/>
              <a:gd name="csY5" fmla="*/ 1399496 h 1501201"/>
              <a:gd name="csX6" fmla="*/ 2797058 w 2962440"/>
              <a:gd name="csY6" fmla="*/ 1399496 h 1501201"/>
              <a:gd name="csX7" fmla="*/ 2860735 w 2962440"/>
              <a:gd name="csY7" fmla="*/ 1335819 h 1501201"/>
              <a:gd name="csX8" fmla="*/ 2860735 w 2962440"/>
              <a:gd name="csY8" fmla="*/ 165382 h 1501201"/>
              <a:gd name="csX9" fmla="*/ 2797058 w 2962440"/>
              <a:gd name="csY9" fmla="*/ 101705 h 1501201"/>
              <a:gd name="csX10" fmla="*/ 2339299 w 2962440"/>
              <a:gd name="csY10" fmla="*/ 101705 h 1501201"/>
              <a:gd name="csX11" fmla="*/ 2163120 w 2962440"/>
              <a:gd name="csY11" fmla="*/ 101705 h 1501201"/>
              <a:gd name="csX12" fmla="*/ 861858 w 2962440"/>
              <a:gd name="csY12" fmla="*/ 101705 h 1501201"/>
              <a:gd name="csX13" fmla="*/ 605497 w 2962440"/>
              <a:gd name="csY13" fmla="*/ 101705 h 1501201"/>
              <a:gd name="csX14" fmla="*/ 575299 w 2962440"/>
              <a:gd name="csY14" fmla="*/ 106833 h 1501201"/>
              <a:gd name="csX15" fmla="*/ 575299 w 2962440"/>
              <a:gd name="csY15" fmla="*/ 101705 h 1501201"/>
              <a:gd name="csX16" fmla="*/ 165382 w 2962440"/>
              <a:gd name="csY16" fmla="*/ 101705 h 1501201"/>
              <a:gd name="csX17" fmla="*/ 69336 w 2962440"/>
              <a:gd name="csY17" fmla="*/ 0 h 1501201"/>
              <a:gd name="csX18" fmla="*/ 575299 w 2962440"/>
              <a:gd name="csY18" fmla="*/ 0 h 1501201"/>
              <a:gd name="csX19" fmla="*/ 861858 w 2962440"/>
              <a:gd name="csY19" fmla="*/ 0 h 1501201"/>
              <a:gd name="csX20" fmla="*/ 2163120 w 2962440"/>
              <a:gd name="csY20" fmla="*/ 0 h 1501201"/>
              <a:gd name="csX21" fmla="*/ 2339299 w 2962440"/>
              <a:gd name="csY21" fmla="*/ 0 h 1501201"/>
              <a:gd name="csX22" fmla="*/ 2893104 w 2962440"/>
              <a:gd name="csY22" fmla="*/ 0 h 1501201"/>
              <a:gd name="csX23" fmla="*/ 2962440 w 2962440"/>
              <a:gd name="csY23" fmla="*/ 69336 h 1501201"/>
              <a:gd name="csX24" fmla="*/ 2962440 w 2962440"/>
              <a:gd name="csY24" fmla="*/ 1431865 h 1501201"/>
              <a:gd name="csX25" fmla="*/ 2893104 w 2962440"/>
              <a:gd name="csY25" fmla="*/ 1501201 h 1501201"/>
              <a:gd name="csX26" fmla="*/ 2339299 w 2962440"/>
              <a:gd name="csY26" fmla="*/ 1501201 h 1501201"/>
              <a:gd name="csX27" fmla="*/ 2163120 w 2962440"/>
              <a:gd name="csY27" fmla="*/ 1501201 h 1501201"/>
              <a:gd name="csX28" fmla="*/ 861858 w 2962440"/>
              <a:gd name="csY28" fmla="*/ 1501201 h 1501201"/>
              <a:gd name="csX29" fmla="*/ 575299 w 2962440"/>
              <a:gd name="csY29" fmla="*/ 1501201 h 1501201"/>
              <a:gd name="csX30" fmla="*/ 69336 w 2962440"/>
              <a:gd name="csY30" fmla="*/ 1501201 h 1501201"/>
              <a:gd name="csX31" fmla="*/ 0 w 2962440"/>
              <a:gd name="csY31" fmla="*/ 1431865 h 1501201"/>
              <a:gd name="csX32" fmla="*/ 0 w 2962440"/>
              <a:gd name="csY32" fmla="*/ 69336 h 1501201"/>
              <a:gd name="csX33" fmla="*/ 69336 w 2962440"/>
              <a:gd name="csY3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339299 w 2962440"/>
              <a:gd name="csY4" fmla="*/ 1399496 h 1501201"/>
              <a:gd name="csX5" fmla="*/ 2797058 w 2962440"/>
              <a:gd name="csY5" fmla="*/ 1399496 h 1501201"/>
              <a:gd name="csX6" fmla="*/ 2860735 w 2962440"/>
              <a:gd name="csY6" fmla="*/ 1335819 h 1501201"/>
              <a:gd name="csX7" fmla="*/ 2860735 w 2962440"/>
              <a:gd name="csY7" fmla="*/ 165382 h 1501201"/>
              <a:gd name="csX8" fmla="*/ 2797058 w 2962440"/>
              <a:gd name="csY8" fmla="*/ 101705 h 1501201"/>
              <a:gd name="csX9" fmla="*/ 2339299 w 2962440"/>
              <a:gd name="csY9" fmla="*/ 101705 h 1501201"/>
              <a:gd name="csX10" fmla="*/ 2163120 w 2962440"/>
              <a:gd name="csY10" fmla="*/ 101705 h 1501201"/>
              <a:gd name="csX11" fmla="*/ 861858 w 2962440"/>
              <a:gd name="csY11" fmla="*/ 101705 h 1501201"/>
              <a:gd name="csX12" fmla="*/ 605497 w 2962440"/>
              <a:gd name="csY12" fmla="*/ 101705 h 1501201"/>
              <a:gd name="csX13" fmla="*/ 575299 w 2962440"/>
              <a:gd name="csY13" fmla="*/ 106833 h 1501201"/>
              <a:gd name="csX14" fmla="*/ 575299 w 2962440"/>
              <a:gd name="csY14" fmla="*/ 101705 h 1501201"/>
              <a:gd name="csX15" fmla="*/ 165382 w 2962440"/>
              <a:gd name="csY15" fmla="*/ 101705 h 1501201"/>
              <a:gd name="csX16" fmla="*/ 69336 w 2962440"/>
              <a:gd name="csY16" fmla="*/ 0 h 1501201"/>
              <a:gd name="csX17" fmla="*/ 575299 w 2962440"/>
              <a:gd name="csY17" fmla="*/ 0 h 1501201"/>
              <a:gd name="csX18" fmla="*/ 861858 w 2962440"/>
              <a:gd name="csY18" fmla="*/ 0 h 1501201"/>
              <a:gd name="csX19" fmla="*/ 2163120 w 2962440"/>
              <a:gd name="csY19" fmla="*/ 0 h 1501201"/>
              <a:gd name="csX20" fmla="*/ 2339299 w 2962440"/>
              <a:gd name="csY20" fmla="*/ 0 h 1501201"/>
              <a:gd name="csX21" fmla="*/ 2893104 w 2962440"/>
              <a:gd name="csY21" fmla="*/ 0 h 1501201"/>
              <a:gd name="csX22" fmla="*/ 2962440 w 2962440"/>
              <a:gd name="csY22" fmla="*/ 69336 h 1501201"/>
              <a:gd name="csX23" fmla="*/ 2962440 w 2962440"/>
              <a:gd name="csY23" fmla="*/ 1431865 h 1501201"/>
              <a:gd name="csX24" fmla="*/ 2893104 w 2962440"/>
              <a:gd name="csY24" fmla="*/ 1501201 h 1501201"/>
              <a:gd name="csX25" fmla="*/ 2339299 w 2962440"/>
              <a:gd name="csY25" fmla="*/ 1501201 h 1501201"/>
              <a:gd name="csX26" fmla="*/ 2163120 w 2962440"/>
              <a:gd name="csY26" fmla="*/ 1501201 h 1501201"/>
              <a:gd name="csX27" fmla="*/ 861858 w 2962440"/>
              <a:gd name="csY27" fmla="*/ 1501201 h 1501201"/>
              <a:gd name="csX28" fmla="*/ 575299 w 2962440"/>
              <a:gd name="csY28" fmla="*/ 1501201 h 1501201"/>
              <a:gd name="csX29" fmla="*/ 69336 w 2962440"/>
              <a:gd name="csY29" fmla="*/ 1501201 h 1501201"/>
              <a:gd name="csX30" fmla="*/ 0 w 2962440"/>
              <a:gd name="csY30" fmla="*/ 1431865 h 1501201"/>
              <a:gd name="csX31" fmla="*/ 0 w 2962440"/>
              <a:gd name="csY31" fmla="*/ 69336 h 1501201"/>
              <a:gd name="csX32" fmla="*/ 69336 w 2962440"/>
              <a:gd name="csY3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339299 w 2962440"/>
              <a:gd name="csY8" fmla="*/ 101705 h 1501201"/>
              <a:gd name="csX9" fmla="*/ 2163120 w 2962440"/>
              <a:gd name="csY9" fmla="*/ 101705 h 1501201"/>
              <a:gd name="csX10" fmla="*/ 861858 w 2962440"/>
              <a:gd name="csY10" fmla="*/ 101705 h 1501201"/>
              <a:gd name="csX11" fmla="*/ 605497 w 2962440"/>
              <a:gd name="csY11" fmla="*/ 101705 h 1501201"/>
              <a:gd name="csX12" fmla="*/ 575299 w 2962440"/>
              <a:gd name="csY12" fmla="*/ 106833 h 1501201"/>
              <a:gd name="csX13" fmla="*/ 575299 w 2962440"/>
              <a:gd name="csY13" fmla="*/ 101705 h 1501201"/>
              <a:gd name="csX14" fmla="*/ 165382 w 2962440"/>
              <a:gd name="csY14" fmla="*/ 101705 h 1501201"/>
              <a:gd name="csX15" fmla="*/ 69336 w 2962440"/>
              <a:gd name="csY15" fmla="*/ 0 h 1501201"/>
              <a:gd name="csX16" fmla="*/ 575299 w 2962440"/>
              <a:gd name="csY16" fmla="*/ 0 h 1501201"/>
              <a:gd name="csX17" fmla="*/ 861858 w 2962440"/>
              <a:gd name="csY17" fmla="*/ 0 h 1501201"/>
              <a:gd name="csX18" fmla="*/ 2163120 w 2962440"/>
              <a:gd name="csY18" fmla="*/ 0 h 1501201"/>
              <a:gd name="csX19" fmla="*/ 2339299 w 2962440"/>
              <a:gd name="csY19" fmla="*/ 0 h 1501201"/>
              <a:gd name="csX20" fmla="*/ 2893104 w 2962440"/>
              <a:gd name="csY20" fmla="*/ 0 h 1501201"/>
              <a:gd name="csX21" fmla="*/ 2962440 w 2962440"/>
              <a:gd name="csY21" fmla="*/ 69336 h 1501201"/>
              <a:gd name="csX22" fmla="*/ 2962440 w 2962440"/>
              <a:gd name="csY22" fmla="*/ 1431865 h 1501201"/>
              <a:gd name="csX23" fmla="*/ 2893104 w 2962440"/>
              <a:gd name="csY23" fmla="*/ 1501201 h 1501201"/>
              <a:gd name="csX24" fmla="*/ 2339299 w 2962440"/>
              <a:gd name="csY24" fmla="*/ 1501201 h 1501201"/>
              <a:gd name="csX25" fmla="*/ 2163120 w 2962440"/>
              <a:gd name="csY25" fmla="*/ 1501201 h 1501201"/>
              <a:gd name="csX26" fmla="*/ 861858 w 2962440"/>
              <a:gd name="csY26" fmla="*/ 1501201 h 1501201"/>
              <a:gd name="csX27" fmla="*/ 575299 w 2962440"/>
              <a:gd name="csY27" fmla="*/ 1501201 h 1501201"/>
              <a:gd name="csX28" fmla="*/ 69336 w 2962440"/>
              <a:gd name="csY28" fmla="*/ 1501201 h 1501201"/>
              <a:gd name="csX29" fmla="*/ 0 w 2962440"/>
              <a:gd name="csY29" fmla="*/ 1431865 h 1501201"/>
              <a:gd name="csX30" fmla="*/ 0 w 2962440"/>
              <a:gd name="csY30" fmla="*/ 69336 h 1501201"/>
              <a:gd name="csX31" fmla="*/ 69336 w 2962440"/>
              <a:gd name="csY3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163120 w 2962440"/>
              <a:gd name="csY8" fmla="*/ 101705 h 1501201"/>
              <a:gd name="csX9" fmla="*/ 861858 w 2962440"/>
              <a:gd name="csY9" fmla="*/ 101705 h 1501201"/>
              <a:gd name="csX10" fmla="*/ 605497 w 2962440"/>
              <a:gd name="csY10" fmla="*/ 101705 h 1501201"/>
              <a:gd name="csX11" fmla="*/ 575299 w 2962440"/>
              <a:gd name="csY11" fmla="*/ 106833 h 1501201"/>
              <a:gd name="csX12" fmla="*/ 575299 w 2962440"/>
              <a:gd name="csY12" fmla="*/ 101705 h 1501201"/>
              <a:gd name="csX13" fmla="*/ 165382 w 2962440"/>
              <a:gd name="csY13" fmla="*/ 101705 h 1501201"/>
              <a:gd name="csX14" fmla="*/ 69336 w 2962440"/>
              <a:gd name="csY14" fmla="*/ 0 h 1501201"/>
              <a:gd name="csX15" fmla="*/ 575299 w 2962440"/>
              <a:gd name="csY15" fmla="*/ 0 h 1501201"/>
              <a:gd name="csX16" fmla="*/ 861858 w 2962440"/>
              <a:gd name="csY16" fmla="*/ 0 h 1501201"/>
              <a:gd name="csX17" fmla="*/ 2163120 w 2962440"/>
              <a:gd name="csY17" fmla="*/ 0 h 1501201"/>
              <a:gd name="csX18" fmla="*/ 2339299 w 2962440"/>
              <a:gd name="csY18" fmla="*/ 0 h 1501201"/>
              <a:gd name="csX19" fmla="*/ 2893104 w 2962440"/>
              <a:gd name="csY19" fmla="*/ 0 h 1501201"/>
              <a:gd name="csX20" fmla="*/ 2962440 w 2962440"/>
              <a:gd name="csY20" fmla="*/ 69336 h 1501201"/>
              <a:gd name="csX21" fmla="*/ 2962440 w 2962440"/>
              <a:gd name="csY21" fmla="*/ 1431865 h 1501201"/>
              <a:gd name="csX22" fmla="*/ 2893104 w 2962440"/>
              <a:gd name="csY22" fmla="*/ 1501201 h 1501201"/>
              <a:gd name="csX23" fmla="*/ 2339299 w 2962440"/>
              <a:gd name="csY23" fmla="*/ 1501201 h 1501201"/>
              <a:gd name="csX24" fmla="*/ 2163120 w 2962440"/>
              <a:gd name="csY24" fmla="*/ 1501201 h 1501201"/>
              <a:gd name="csX25" fmla="*/ 861858 w 2962440"/>
              <a:gd name="csY25" fmla="*/ 1501201 h 1501201"/>
              <a:gd name="csX26" fmla="*/ 575299 w 2962440"/>
              <a:gd name="csY26" fmla="*/ 1501201 h 1501201"/>
              <a:gd name="csX27" fmla="*/ 69336 w 2962440"/>
              <a:gd name="csY27" fmla="*/ 1501201 h 1501201"/>
              <a:gd name="csX28" fmla="*/ 0 w 2962440"/>
              <a:gd name="csY28" fmla="*/ 1431865 h 1501201"/>
              <a:gd name="csX29" fmla="*/ 0 w 2962440"/>
              <a:gd name="csY29" fmla="*/ 69336 h 1501201"/>
              <a:gd name="csX30" fmla="*/ 69336 w 2962440"/>
              <a:gd name="csY3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861858 w 2962440"/>
              <a:gd name="csY8" fmla="*/ 101705 h 1501201"/>
              <a:gd name="csX9" fmla="*/ 605497 w 2962440"/>
              <a:gd name="csY9" fmla="*/ 101705 h 1501201"/>
              <a:gd name="csX10" fmla="*/ 575299 w 2962440"/>
              <a:gd name="csY10" fmla="*/ 106833 h 1501201"/>
              <a:gd name="csX11" fmla="*/ 575299 w 2962440"/>
              <a:gd name="csY11" fmla="*/ 101705 h 1501201"/>
              <a:gd name="csX12" fmla="*/ 165382 w 2962440"/>
              <a:gd name="csY12" fmla="*/ 101705 h 1501201"/>
              <a:gd name="csX13" fmla="*/ 69336 w 2962440"/>
              <a:gd name="csY13" fmla="*/ 0 h 1501201"/>
              <a:gd name="csX14" fmla="*/ 575299 w 2962440"/>
              <a:gd name="csY14" fmla="*/ 0 h 1501201"/>
              <a:gd name="csX15" fmla="*/ 861858 w 2962440"/>
              <a:gd name="csY15" fmla="*/ 0 h 1501201"/>
              <a:gd name="csX16" fmla="*/ 2163120 w 2962440"/>
              <a:gd name="csY16" fmla="*/ 0 h 1501201"/>
              <a:gd name="csX17" fmla="*/ 2339299 w 2962440"/>
              <a:gd name="csY17" fmla="*/ 0 h 1501201"/>
              <a:gd name="csX18" fmla="*/ 2893104 w 2962440"/>
              <a:gd name="csY18" fmla="*/ 0 h 1501201"/>
              <a:gd name="csX19" fmla="*/ 2962440 w 2962440"/>
              <a:gd name="csY19" fmla="*/ 69336 h 1501201"/>
              <a:gd name="csX20" fmla="*/ 2962440 w 2962440"/>
              <a:gd name="csY20" fmla="*/ 1431865 h 1501201"/>
              <a:gd name="csX21" fmla="*/ 2893104 w 2962440"/>
              <a:gd name="csY21" fmla="*/ 1501201 h 1501201"/>
              <a:gd name="csX22" fmla="*/ 2339299 w 2962440"/>
              <a:gd name="csY22" fmla="*/ 1501201 h 1501201"/>
              <a:gd name="csX23" fmla="*/ 2163120 w 2962440"/>
              <a:gd name="csY23" fmla="*/ 1501201 h 1501201"/>
              <a:gd name="csX24" fmla="*/ 861858 w 2962440"/>
              <a:gd name="csY24" fmla="*/ 1501201 h 1501201"/>
              <a:gd name="csX25" fmla="*/ 575299 w 2962440"/>
              <a:gd name="csY25" fmla="*/ 1501201 h 1501201"/>
              <a:gd name="csX26" fmla="*/ 69336 w 2962440"/>
              <a:gd name="csY26" fmla="*/ 1501201 h 1501201"/>
              <a:gd name="csX27" fmla="*/ 0 w 2962440"/>
              <a:gd name="csY27" fmla="*/ 1431865 h 1501201"/>
              <a:gd name="csX28" fmla="*/ 0 w 2962440"/>
              <a:gd name="csY28" fmla="*/ 69336 h 1501201"/>
              <a:gd name="csX29" fmla="*/ 69336 w 2962440"/>
              <a:gd name="csY2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605497 w 2962440"/>
              <a:gd name="csY8" fmla="*/ 101705 h 1501201"/>
              <a:gd name="csX9" fmla="*/ 575299 w 2962440"/>
              <a:gd name="csY9" fmla="*/ 106833 h 1501201"/>
              <a:gd name="csX10" fmla="*/ 575299 w 2962440"/>
              <a:gd name="csY10" fmla="*/ 101705 h 1501201"/>
              <a:gd name="csX11" fmla="*/ 165382 w 2962440"/>
              <a:gd name="csY11" fmla="*/ 101705 h 1501201"/>
              <a:gd name="csX12" fmla="*/ 69336 w 2962440"/>
              <a:gd name="csY12" fmla="*/ 0 h 1501201"/>
              <a:gd name="csX13" fmla="*/ 575299 w 2962440"/>
              <a:gd name="csY13" fmla="*/ 0 h 1501201"/>
              <a:gd name="csX14" fmla="*/ 861858 w 2962440"/>
              <a:gd name="csY14" fmla="*/ 0 h 1501201"/>
              <a:gd name="csX15" fmla="*/ 2163120 w 2962440"/>
              <a:gd name="csY15" fmla="*/ 0 h 1501201"/>
              <a:gd name="csX16" fmla="*/ 2339299 w 2962440"/>
              <a:gd name="csY16" fmla="*/ 0 h 1501201"/>
              <a:gd name="csX17" fmla="*/ 2893104 w 2962440"/>
              <a:gd name="csY17" fmla="*/ 0 h 1501201"/>
              <a:gd name="csX18" fmla="*/ 2962440 w 2962440"/>
              <a:gd name="csY18" fmla="*/ 69336 h 1501201"/>
              <a:gd name="csX19" fmla="*/ 2962440 w 2962440"/>
              <a:gd name="csY19" fmla="*/ 1431865 h 1501201"/>
              <a:gd name="csX20" fmla="*/ 2893104 w 2962440"/>
              <a:gd name="csY20" fmla="*/ 1501201 h 1501201"/>
              <a:gd name="csX21" fmla="*/ 2339299 w 2962440"/>
              <a:gd name="csY21" fmla="*/ 1501201 h 1501201"/>
              <a:gd name="csX22" fmla="*/ 2163120 w 2962440"/>
              <a:gd name="csY22" fmla="*/ 1501201 h 1501201"/>
              <a:gd name="csX23" fmla="*/ 861858 w 2962440"/>
              <a:gd name="csY23" fmla="*/ 1501201 h 1501201"/>
              <a:gd name="csX24" fmla="*/ 575299 w 2962440"/>
              <a:gd name="csY24" fmla="*/ 1501201 h 1501201"/>
              <a:gd name="csX25" fmla="*/ 69336 w 2962440"/>
              <a:gd name="csY25" fmla="*/ 1501201 h 1501201"/>
              <a:gd name="csX26" fmla="*/ 0 w 2962440"/>
              <a:gd name="csY26" fmla="*/ 1431865 h 1501201"/>
              <a:gd name="csX27" fmla="*/ 0 w 2962440"/>
              <a:gd name="csY27" fmla="*/ 69336 h 1501201"/>
              <a:gd name="csX28" fmla="*/ 69336 w 2962440"/>
              <a:gd name="csY2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575299 w 2962440"/>
              <a:gd name="csY9" fmla="*/ 101705 h 1501201"/>
              <a:gd name="csX10" fmla="*/ 165382 w 2962440"/>
              <a:gd name="csY10" fmla="*/ 101705 h 1501201"/>
              <a:gd name="csX11" fmla="*/ 69336 w 2962440"/>
              <a:gd name="csY11" fmla="*/ 0 h 1501201"/>
              <a:gd name="csX12" fmla="*/ 575299 w 2962440"/>
              <a:gd name="csY12" fmla="*/ 0 h 1501201"/>
              <a:gd name="csX13" fmla="*/ 861858 w 2962440"/>
              <a:gd name="csY13" fmla="*/ 0 h 1501201"/>
              <a:gd name="csX14" fmla="*/ 2163120 w 2962440"/>
              <a:gd name="csY14" fmla="*/ 0 h 1501201"/>
              <a:gd name="csX15" fmla="*/ 2339299 w 2962440"/>
              <a:gd name="csY15" fmla="*/ 0 h 1501201"/>
              <a:gd name="csX16" fmla="*/ 2893104 w 2962440"/>
              <a:gd name="csY16" fmla="*/ 0 h 1501201"/>
              <a:gd name="csX17" fmla="*/ 2962440 w 2962440"/>
              <a:gd name="csY17" fmla="*/ 69336 h 1501201"/>
              <a:gd name="csX18" fmla="*/ 2962440 w 2962440"/>
              <a:gd name="csY18" fmla="*/ 1431865 h 1501201"/>
              <a:gd name="csX19" fmla="*/ 2893104 w 2962440"/>
              <a:gd name="csY19" fmla="*/ 1501201 h 1501201"/>
              <a:gd name="csX20" fmla="*/ 2339299 w 2962440"/>
              <a:gd name="csY20" fmla="*/ 1501201 h 1501201"/>
              <a:gd name="csX21" fmla="*/ 2163120 w 2962440"/>
              <a:gd name="csY21" fmla="*/ 1501201 h 1501201"/>
              <a:gd name="csX22" fmla="*/ 861858 w 2962440"/>
              <a:gd name="csY22" fmla="*/ 1501201 h 1501201"/>
              <a:gd name="csX23" fmla="*/ 575299 w 2962440"/>
              <a:gd name="csY23" fmla="*/ 1501201 h 1501201"/>
              <a:gd name="csX24" fmla="*/ 69336 w 2962440"/>
              <a:gd name="csY24" fmla="*/ 1501201 h 1501201"/>
              <a:gd name="csX25" fmla="*/ 0 w 2962440"/>
              <a:gd name="csY25" fmla="*/ 1431865 h 1501201"/>
              <a:gd name="csX26" fmla="*/ 0 w 2962440"/>
              <a:gd name="csY26" fmla="*/ 69336 h 1501201"/>
              <a:gd name="csX27" fmla="*/ 69336 w 2962440"/>
              <a:gd name="csY27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165382 w 2962440"/>
              <a:gd name="csY9" fmla="*/ 101705 h 1501201"/>
              <a:gd name="csX10" fmla="*/ 69336 w 2962440"/>
              <a:gd name="csY10" fmla="*/ 0 h 1501201"/>
              <a:gd name="csX11" fmla="*/ 575299 w 2962440"/>
              <a:gd name="csY11" fmla="*/ 0 h 1501201"/>
              <a:gd name="csX12" fmla="*/ 861858 w 2962440"/>
              <a:gd name="csY12" fmla="*/ 0 h 1501201"/>
              <a:gd name="csX13" fmla="*/ 2163120 w 2962440"/>
              <a:gd name="csY13" fmla="*/ 0 h 1501201"/>
              <a:gd name="csX14" fmla="*/ 2339299 w 2962440"/>
              <a:gd name="csY14" fmla="*/ 0 h 1501201"/>
              <a:gd name="csX15" fmla="*/ 2893104 w 2962440"/>
              <a:gd name="csY15" fmla="*/ 0 h 1501201"/>
              <a:gd name="csX16" fmla="*/ 2962440 w 2962440"/>
              <a:gd name="csY16" fmla="*/ 69336 h 1501201"/>
              <a:gd name="csX17" fmla="*/ 2962440 w 2962440"/>
              <a:gd name="csY17" fmla="*/ 1431865 h 1501201"/>
              <a:gd name="csX18" fmla="*/ 2893104 w 2962440"/>
              <a:gd name="csY18" fmla="*/ 1501201 h 1501201"/>
              <a:gd name="csX19" fmla="*/ 2339299 w 2962440"/>
              <a:gd name="csY19" fmla="*/ 1501201 h 1501201"/>
              <a:gd name="csX20" fmla="*/ 2163120 w 2962440"/>
              <a:gd name="csY20" fmla="*/ 1501201 h 1501201"/>
              <a:gd name="csX21" fmla="*/ 861858 w 2962440"/>
              <a:gd name="csY21" fmla="*/ 1501201 h 1501201"/>
              <a:gd name="csX22" fmla="*/ 575299 w 2962440"/>
              <a:gd name="csY22" fmla="*/ 1501201 h 1501201"/>
              <a:gd name="csX23" fmla="*/ 69336 w 2962440"/>
              <a:gd name="csY23" fmla="*/ 1501201 h 1501201"/>
              <a:gd name="csX24" fmla="*/ 0 w 2962440"/>
              <a:gd name="csY24" fmla="*/ 1431865 h 1501201"/>
              <a:gd name="csX25" fmla="*/ 0 w 2962440"/>
              <a:gd name="csY25" fmla="*/ 69336 h 1501201"/>
              <a:gd name="csX26" fmla="*/ 69336 w 2962440"/>
              <a:gd name="csY2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575299 w 2962440"/>
              <a:gd name="csY10" fmla="*/ 0 h 1501201"/>
              <a:gd name="csX11" fmla="*/ 861858 w 2962440"/>
              <a:gd name="csY11" fmla="*/ 0 h 1501201"/>
              <a:gd name="csX12" fmla="*/ 2163120 w 2962440"/>
              <a:gd name="csY12" fmla="*/ 0 h 1501201"/>
              <a:gd name="csX13" fmla="*/ 2339299 w 2962440"/>
              <a:gd name="csY13" fmla="*/ 0 h 1501201"/>
              <a:gd name="csX14" fmla="*/ 2893104 w 2962440"/>
              <a:gd name="csY14" fmla="*/ 0 h 1501201"/>
              <a:gd name="csX15" fmla="*/ 2962440 w 2962440"/>
              <a:gd name="csY15" fmla="*/ 69336 h 1501201"/>
              <a:gd name="csX16" fmla="*/ 2962440 w 2962440"/>
              <a:gd name="csY16" fmla="*/ 1431865 h 1501201"/>
              <a:gd name="csX17" fmla="*/ 2893104 w 2962440"/>
              <a:gd name="csY17" fmla="*/ 1501201 h 1501201"/>
              <a:gd name="csX18" fmla="*/ 2339299 w 2962440"/>
              <a:gd name="csY18" fmla="*/ 1501201 h 1501201"/>
              <a:gd name="csX19" fmla="*/ 2163120 w 2962440"/>
              <a:gd name="csY19" fmla="*/ 1501201 h 1501201"/>
              <a:gd name="csX20" fmla="*/ 861858 w 2962440"/>
              <a:gd name="csY20" fmla="*/ 1501201 h 1501201"/>
              <a:gd name="csX21" fmla="*/ 575299 w 2962440"/>
              <a:gd name="csY21" fmla="*/ 1501201 h 1501201"/>
              <a:gd name="csX22" fmla="*/ 69336 w 2962440"/>
              <a:gd name="csY22" fmla="*/ 1501201 h 1501201"/>
              <a:gd name="csX23" fmla="*/ 0 w 2962440"/>
              <a:gd name="csY23" fmla="*/ 1431865 h 1501201"/>
              <a:gd name="csX24" fmla="*/ 0 w 2962440"/>
              <a:gd name="csY24" fmla="*/ 69336 h 1501201"/>
              <a:gd name="csX25" fmla="*/ 69336 w 2962440"/>
              <a:gd name="csY2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861858 w 2962440"/>
              <a:gd name="csY10" fmla="*/ 0 h 1501201"/>
              <a:gd name="csX11" fmla="*/ 2163120 w 2962440"/>
              <a:gd name="csY11" fmla="*/ 0 h 1501201"/>
              <a:gd name="csX12" fmla="*/ 2339299 w 2962440"/>
              <a:gd name="csY12" fmla="*/ 0 h 1501201"/>
              <a:gd name="csX13" fmla="*/ 2893104 w 2962440"/>
              <a:gd name="csY13" fmla="*/ 0 h 1501201"/>
              <a:gd name="csX14" fmla="*/ 2962440 w 2962440"/>
              <a:gd name="csY14" fmla="*/ 69336 h 1501201"/>
              <a:gd name="csX15" fmla="*/ 2962440 w 2962440"/>
              <a:gd name="csY15" fmla="*/ 1431865 h 1501201"/>
              <a:gd name="csX16" fmla="*/ 2893104 w 2962440"/>
              <a:gd name="csY16" fmla="*/ 1501201 h 1501201"/>
              <a:gd name="csX17" fmla="*/ 2339299 w 2962440"/>
              <a:gd name="csY17" fmla="*/ 1501201 h 1501201"/>
              <a:gd name="csX18" fmla="*/ 2163120 w 2962440"/>
              <a:gd name="csY18" fmla="*/ 1501201 h 1501201"/>
              <a:gd name="csX19" fmla="*/ 861858 w 2962440"/>
              <a:gd name="csY19" fmla="*/ 1501201 h 1501201"/>
              <a:gd name="csX20" fmla="*/ 575299 w 2962440"/>
              <a:gd name="csY20" fmla="*/ 1501201 h 1501201"/>
              <a:gd name="csX21" fmla="*/ 69336 w 2962440"/>
              <a:gd name="csY21" fmla="*/ 1501201 h 1501201"/>
              <a:gd name="csX22" fmla="*/ 0 w 2962440"/>
              <a:gd name="csY22" fmla="*/ 1431865 h 1501201"/>
              <a:gd name="csX23" fmla="*/ 0 w 2962440"/>
              <a:gd name="csY23" fmla="*/ 69336 h 1501201"/>
              <a:gd name="csX24" fmla="*/ 69336 w 2962440"/>
              <a:gd name="csY2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163120 w 2962440"/>
              <a:gd name="csY10" fmla="*/ 0 h 1501201"/>
              <a:gd name="csX11" fmla="*/ 2339299 w 2962440"/>
              <a:gd name="csY11" fmla="*/ 0 h 1501201"/>
              <a:gd name="csX12" fmla="*/ 2893104 w 2962440"/>
              <a:gd name="csY12" fmla="*/ 0 h 1501201"/>
              <a:gd name="csX13" fmla="*/ 2962440 w 2962440"/>
              <a:gd name="csY13" fmla="*/ 69336 h 1501201"/>
              <a:gd name="csX14" fmla="*/ 2962440 w 2962440"/>
              <a:gd name="csY14" fmla="*/ 1431865 h 1501201"/>
              <a:gd name="csX15" fmla="*/ 2893104 w 2962440"/>
              <a:gd name="csY15" fmla="*/ 1501201 h 1501201"/>
              <a:gd name="csX16" fmla="*/ 2339299 w 2962440"/>
              <a:gd name="csY16" fmla="*/ 1501201 h 1501201"/>
              <a:gd name="csX17" fmla="*/ 2163120 w 2962440"/>
              <a:gd name="csY17" fmla="*/ 1501201 h 1501201"/>
              <a:gd name="csX18" fmla="*/ 861858 w 2962440"/>
              <a:gd name="csY18" fmla="*/ 1501201 h 1501201"/>
              <a:gd name="csX19" fmla="*/ 575299 w 2962440"/>
              <a:gd name="csY19" fmla="*/ 1501201 h 1501201"/>
              <a:gd name="csX20" fmla="*/ 69336 w 2962440"/>
              <a:gd name="csY20" fmla="*/ 1501201 h 1501201"/>
              <a:gd name="csX21" fmla="*/ 0 w 2962440"/>
              <a:gd name="csY21" fmla="*/ 1431865 h 1501201"/>
              <a:gd name="csX22" fmla="*/ 0 w 2962440"/>
              <a:gd name="csY22" fmla="*/ 69336 h 1501201"/>
              <a:gd name="csX23" fmla="*/ 69336 w 2962440"/>
              <a:gd name="csY2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339299 w 2962440"/>
              <a:gd name="csY10" fmla="*/ 0 h 1501201"/>
              <a:gd name="csX11" fmla="*/ 2893104 w 2962440"/>
              <a:gd name="csY11" fmla="*/ 0 h 1501201"/>
              <a:gd name="csX12" fmla="*/ 2962440 w 2962440"/>
              <a:gd name="csY12" fmla="*/ 69336 h 1501201"/>
              <a:gd name="csX13" fmla="*/ 2962440 w 2962440"/>
              <a:gd name="csY13" fmla="*/ 1431865 h 1501201"/>
              <a:gd name="csX14" fmla="*/ 2893104 w 2962440"/>
              <a:gd name="csY14" fmla="*/ 1501201 h 1501201"/>
              <a:gd name="csX15" fmla="*/ 2339299 w 2962440"/>
              <a:gd name="csY15" fmla="*/ 1501201 h 1501201"/>
              <a:gd name="csX16" fmla="*/ 2163120 w 2962440"/>
              <a:gd name="csY16" fmla="*/ 1501201 h 1501201"/>
              <a:gd name="csX17" fmla="*/ 861858 w 2962440"/>
              <a:gd name="csY17" fmla="*/ 1501201 h 1501201"/>
              <a:gd name="csX18" fmla="*/ 575299 w 2962440"/>
              <a:gd name="csY18" fmla="*/ 1501201 h 1501201"/>
              <a:gd name="csX19" fmla="*/ 69336 w 2962440"/>
              <a:gd name="csY19" fmla="*/ 1501201 h 1501201"/>
              <a:gd name="csX20" fmla="*/ 0 w 2962440"/>
              <a:gd name="csY20" fmla="*/ 1431865 h 1501201"/>
              <a:gd name="csX21" fmla="*/ 0 w 2962440"/>
              <a:gd name="csY21" fmla="*/ 69336 h 1501201"/>
              <a:gd name="csX22" fmla="*/ 69336 w 2962440"/>
              <a:gd name="csY2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339299 w 2962440"/>
              <a:gd name="csY14" fmla="*/ 1501201 h 1501201"/>
              <a:gd name="csX15" fmla="*/ 2163120 w 2962440"/>
              <a:gd name="csY15" fmla="*/ 1501201 h 1501201"/>
              <a:gd name="csX16" fmla="*/ 861858 w 2962440"/>
              <a:gd name="csY16" fmla="*/ 1501201 h 1501201"/>
              <a:gd name="csX17" fmla="*/ 575299 w 2962440"/>
              <a:gd name="csY17" fmla="*/ 1501201 h 1501201"/>
              <a:gd name="csX18" fmla="*/ 69336 w 2962440"/>
              <a:gd name="csY18" fmla="*/ 1501201 h 1501201"/>
              <a:gd name="csX19" fmla="*/ 0 w 2962440"/>
              <a:gd name="csY19" fmla="*/ 1431865 h 1501201"/>
              <a:gd name="csX20" fmla="*/ 0 w 2962440"/>
              <a:gd name="csY20" fmla="*/ 69336 h 1501201"/>
              <a:gd name="csX21" fmla="*/ 69336 w 2962440"/>
              <a:gd name="csY2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163120 w 2962440"/>
              <a:gd name="csY14" fmla="*/ 1501201 h 1501201"/>
              <a:gd name="csX15" fmla="*/ 861858 w 2962440"/>
              <a:gd name="csY15" fmla="*/ 1501201 h 1501201"/>
              <a:gd name="csX16" fmla="*/ 575299 w 2962440"/>
              <a:gd name="csY16" fmla="*/ 1501201 h 1501201"/>
              <a:gd name="csX17" fmla="*/ 69336 w 2962440"/>
              <a:gd name="csY17" fmla="*/ 1501201 h 1501201"/>
              <a:gd name="csX18" fmla="*/ 0 w 2962440"/>
              <a:gd name="csY18" fmla="*/ 1431865 h 1501201"/>
              <a:gd name="csX19" fmla="*/ 0 w 2962440"/>
              <a:gd name="csY19" fmla="*/ 69336 h 1501201"/>
              <a:gd name="csX20" fmla="*/ 69336 w 2962440"/>
              <a:gd name="csY2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861858 w 2962440"/>
              <a:gd name="csY14" fmla="*/ 1501201 h 1501201"/>
              <a:gd name="csX15" fmla="*/ 575299 w 2962440"/>
              <a:gd name="csY15" fmla="*/ 1501201 h 1501201"/>
              <a:gd name="csX16" fmla="*/ 69336 w 2962440"/>
              <a:gd name="csY16" fmla="*/ 1501201 h 1501201"/>
              <a:gd name="csX17" fmla="*/ 0 w 2962440"/>
              <a:gd name="csY17" fmla="*/ 1431865 h 1501201"/>
              <a:gd name="csX18" fmla="*/ 0 w 2962440"/>
              <a:gd name="csY18" fmla="*/ 69336 h 1501201"/>
              <a:gd name="csX19" fmla="*/ 69336 w 2962440"/>
              <a:gd name="csY1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575299 w 2962440"/>
              <a:gd name="csY14" fmla="*/ 1501201 h 1501201"/>
              <a:gd name="csX15" fmla="*/ 69336 w 2962440"/>
              <a:gd name="csY15" fmla="*/ 1501201 h 1501201"/>
              <a:gd name="csX16" fmla="*/ 0 w 2962440"/>
              <a:gd name="csY16" fmla="*/ 1431865 h 1501201"/>
              <a:gd name="csX17" fmla="*/ 0 w 2962440"/>
              <a:gd name="csY17" fmla="*/ 69336 h 1501201"/>
              <a:gd name="csX18" fmla="*/ 69336 w 2962440"/>
              <a:gd name="csY1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69336 w 2962440"/>
              <a:gd name="csY14" fmla="*/ 1501201 h 1501201"/>
              <a:gd name="csX15" fmla="*/ 0 w 2962440"/>
              <a:gd name="csY15" fmla="*/ 1431865 h 1501201"/>
              <a:gd name="csX16" fmla="*/ 0 w 2962440"/>
              <a:gd name="csY16" fmla="*/ 69336 h 1501201"/>
              <a:gd name="csX17" fmla="*/ 69336 w 2962440"/>
              <a:gd name="csY17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962440" h="1501201">
                <a:moveTo>
                  <a:pt x="165382" y="101705"/>
                </a:moveTo>
                <a:cubicBezTo>
                  <a:pt x="130214" y="101705"/>
                  <a:pt x="101705" y="130214"/>
                  <a:pt x="101705" y="165382"/>
                </a:cubicBezTo>
                <a:lnTo>
                  <a:pt x="101705" y="1335819"/>
                </a:lnTo>
                <a:cubicBezTo>
                  <a:pt x="101705" y="1370987"/>
                  <a:pt x="130214" y="1399496"/>
                  <a:pt x="165382" y="1399496"/>
                </a:cubicBezTo>
                <a:lnTo>
                  <a:pt x="2797058" y="1399496"/>
                </a:lnTo>
                <a:cubicBezTo>
                  <a:pt x="2832226" y="1399496"/>
                  <a:pt x="2860735" y="1370987"/>
                  <a:pt x="2860735" y="1335819"/>
                </a:cubicBezTo>
                <a:lnTo>
                  <a:pt x="2860735" y="165382"/>
                </a:lnTo>
                <a:cubicBezTo>
                  <a:pt x="2860735" y="130214"/>
                  <a:pt x="2832226" y="101705"/>
                  <a:pt x="2797058" y="101705"/>
                </a:cubicBezTo>
                <a:lnTo>
                  <a:pt x="165382" y="101705"/>
                </a:lnTo>
                <a:close/>
                <a:moveTo>
                  <a:pt x="69336" y="0"/>
                </a:moveTo>
                <a:lnTo>
                  <a:pt x="2893104" y="0"/>
                </a:lnTo>
                <a:cubicBezTo>
                  <a:pt x="2931397" y="0"/>
                  <a:pt x="2962440" y="31043"/>
                  <a:pt x="2962440" y="69336"/>
                </a:cubicBezTo>
                <a:lnTo>
                  <a:pt x="2962440" y="1431865"/>
                </a:lnTo>
                <a:cubicBezTo>
                  <a:pt x="2962440" y="1470158"/>
                  <a:pt x="2931397" y="1501201"/>
                  <a:pt x="2893104" y="1501201"/>
                </a:cubicBezTo>
                <a:lnTo>
                  <a:pt x="69336" y="1501201"/>
                </a:lnTo>
                <a:cubicBezTo>
                  <a:pt x="31043" y="1501201"/>
                  <a:pt x="0" y="1470158"/>
                  <a:pt x="0" y="1431865"/>
                </a:cubicBezTo>
                <a:lnTo>
                  <a:pt x="0" y="69336"/>
                </a:lnTo>
                <a:cubicBezTo>
                  <a:pt x="0" y="31043"/>
                  <a:pt x="31043" y="0"/>
                  <a:pt x="69336" y="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01A8A5-27FB-72E3-472D-5D5A581C3186}"/>
              </a:ext>
            </a:extLst>
          </p:cNvPr>
          <p:cNvCxnSpPr>
            <a:cxnSpLocks/>
          </p:cNvCxnSpPr>
          <p:nvPr/>
        </p:nvCxnSpPr>
        <p:spPr>
          <a:xfrm>
            <a:off x="320040" y="358885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FC95941-033E-D87C-2780-4A3FE5BB83F2}"/>
              </a:ext>
            </a:extLst>
          </p:cNvPr>
          <p:cNvCxnSpPr>
            <a:cxnSpLocks/>
          </p:cNvCxnSpPr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E1355CA2-17DB-8598-BE0C-FBA2E0052F69}"/>
              </a:ext>
            </a:extLst>
          </p:cNvPr>
          <p:cNvCxnSpPr>
            <a:cxnSpLocks/>
          </p:cNvCxnSpPr>
          <p:nvPr/>
        </p:nvCxnSpPr>
        <p:spPr>
          <a:xfrm>
            <a:off x="320040" y="249828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6CB6E25-05E3-9D11-DFA9-629104B9072B}"/>
              </a:ext>
            </a:extLst>
          </p:cNvPr>
          <p:cNvCxnSpPr/>
          <p:nvPr/>
        </p:nvCxnSpPr>
        <p:spPr>
          <a:xfrm>
            <a:off x="320040" y="22929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488E39B-5FB0-375E-D1A0-F5B1B0B0C225}"/>
              </a:ext>
            </a:extLst>
          </p:cNvPr>
          <p:cNvSpPr/>
          <p:nvPr/>
        </p:nvSpPr>
        <p:spPr>
          <a:xfrm>
            <a:off x="8764901" y="281817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F824F3E-F600-C178-72FA-02EAA25E1518}"/>
              </a:ext>
            </a:extLst>
          </p:cNvPr>
          <p:cNvSpPr/>
          <p:nvPr/>
        </p:nvSpPr>
        <p:spPr>
          <a:xfrm>
            <a:off x="10580008" y="281817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79DAB4-22EB-2FBC-2CFC-BB2B752CC48F}"/>
              </a:ext>
            </a:extLst>
          </p:cNvPr>
          <p:cNvSpPr/>
          <p:nvPr/>
        </p:nvSpPr>
        <p:spPr>
          <a:xfrm flipH="1" flipV="1">
            <a:off x="10955308" y="103241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D62348-6A3C-B71F-D0B7-A7689CBC967C}"/>
              </a:ext>
            </a:extLst>
          </p:cNvPr>
          <p:cNvSpPr/>
          <p:nvPr/>
        </p:nvSpPr>
        <p:spPr>
          <a:xfrm flipH="1" flipV="1">
            <a:off x="11330608" y="65711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0E0D305-D7D8-21C4-46CC-04CD8240D096}"/>
              </a:ext>
            </a:extLst>
          </p:cNvPr>
          <p:cNvSpPr/>
          <p:nvPr/>
        </p:nvSpPr>
        <p:spPr>
          <a:xfrm>
            <a:off x="8970218" y="120240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952547F-9D33-6E9D-7497-BA69F800B495}"/>
              </a:ext>
            </a:extLst>
          </p:cNvPr>
          <p:cNvSpPr/>
          <p:nvPr/>
        </p:nvSpPr>
        <p:spPr>
          <a:xfrm>
            <a:off x="9685488" y="48713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55451AF8-0D65-A525-4682-B58772A058D3}"/>
              </a:ext>
            </a:extLst>
          </p:cNvPr>
          <p:cNvSpPr/>
          <p:nvPr/>
        </p:nvSpPr>
        <p:spPr>
          <a:xfrm flipV="1">
            <a:off x="8906441" y="4212493"/>
            <a:ext cx="1433739" cy="1501201"/>
          </a:xfrm>
          <a:custGeom>
            <a:avLst/>
            <a:gdLst>
              <a:gd name="csX0" fmla="*/ 651700 w 1433739"/>
              <a:gd name="csY0" fmla="*/ 1084065 h 1501201"/>
              <a:gd name="csX1" fmla="*/ 782040 w 1433739"/>
              <a:gd name="csY1" fmla="*/ 1084065 h 1501201"/>
              <a:gd name="csX2" fmla="*/ 782040 w 1433739"/>
              <a:gd name="csY2" fmla="*/ 221902 h 1501201"/>
              <a:gd name="csX3" fmla="*/ 866298 w 1433739"/>
              <a:gd name="csY3" fmla="*/ 305933 h 1501201"/>
              <a:gd name="csX4" fmla="*/ 958462 w 1433739"/>
              <a:gd name="csY4" fmla="*/ 214019 h 1501201"/>
              <a:gd name="csX5" fmla="*/ 762952 w 1433739"/>
              <a:gd name="csY5" fmla="*/ 19036 h 1501201"/>
              <a:gd name="csX6" fmla="*/ 670788 w 1433739"/>
              <a:gd name="csY6" fmla="*/ 19036 h 1501201"/>
              <a:gd name="csX7" fmla="*/ 475279 w 1433739"/>
              <a:gd name="csY7" fmla="*/ 214019 h 1501201"/>
              <a:gd name="csX8" fmla="*/ 567443 w 1433739"/>
              <a:gd name="csY8" fmla="*/ 305933 h 1501201"/>
              <a:gd name="csX9" fmla="*/ 651700 w 1433739"/>
              <a:gd name="csY9" fmla="*/ 221903 h 1501201"/>
              <a:gd name="csX10" fmla="*/ 655773 w 1433739"/>
              <a:gd name="csY10" fmla="*/ 1501201 h 1501201"/>
              <a:gd name="csX11" fmla="*/ 1034984 w 1433739"/>
              <a:gd name="csY11" fmla="*/ 1288886 h 1501201"/>
              <a:gd name="csX12" fmla="*/ 1063086 w 1433739"/>
              <a:gd name="csY12" fmla="*/ 1289970 h 1501201"/>
              <a:gd name="csX13" fmla="*/ 1433739 w 1433739"/>
              <a:gd name="csY13" fmla="*/ 908129 h 1501201"/>
              <a:gd name="csX14" fmla="*/ 1195830 w 1433739"/>
              <a:gd name="csY14" fmla="*/ 551518 h 1501201"/>
              <a:gd name="csX15" fmla="*/ 1083451 w 1433739"/>
              <a:gd name="csY15" fmla="*/ 526288 h 1501201"/>
              <a:gd name="csX16" fmla="*/ 920287 w 1433739"/>
              <a:gd name="csY16" fmla="*/ 526288 h 1501201"/>
              <a:gd name="csX17" fmla="*/ 920287 w 1433739"/>
              <a:gd name="csY17" fmla="*/ 656276 h 1501201"/>
              <a:gd name="csX18" fmla="*/ 1083451 w 1433739"/>
              <a:gd name="csY18" fmla="*/ 656277 h 1501201"/>
              <a:gd name="csX19" fmla="*/ 1141231 w 1433739"/>
              <a:gd name="csY19" fmla="*/ 669568 h 1501201"/>
              <a:gd name="csX20" fmla="*/ 1146229 w 1433739"/>
              <a:gd name="csY20" fmla="*/ 671745 h 1501201"/>
              <a:gd name="csX21" fmla="*/ 1303399 w 1433739"/>
              <a:gd name="csY21" fmla="*/ 908129 h 1501201"/>
              <a:gd name="csX22" fmla="*/ 1063086 w 1433739"/>
              <a:gd name="csY22" fmla="*/ 1159982 h 1501201"/>
              <a:gd name="csX23" fmla="*/ 1013954 w 1433739"/>
              <a:gd name="csY23" fmla="*/ 1154725 h 1501201"/>
              <a:gd name="csX24" fmla="*/ 941654 w 1433739"/>
              <a:gd name="csY24" fmla="*/ 1189407 h 1501201"/>
              <a:gd name="csX25" fmla="*/ 655773 w 1433739"/>
              <a:gd name="csY25" fmla="*/ 1371213 h 1501201"/>
              <a:gd name="csX26" fmla="*/ 333996 w 1433739"/>
              <a:gd name="csY26" fmla="*/ 1034868 h 1501201"/>
              <a:gd name="csX27" fmla="*/ 334442 w 1433739"/>
              <a:gd name="csY27" fmla="*/ 1016981 h 1501201"/>
              <a:gd name="csX28" fmla="*/ 316568 w 1433739"/>
              <a:gd name="csY28" fmla="*/ 968944 h 1501201"/>
              <a:gd name="csX29" fmla="*/ 269352 w 1433739"/>
              <a:gd name="csY29" fmla="*/ 948750 h 1501201"/>
              <a:gd name="csX30" fmla="*/ 268826 w 1433739"/>
              <a:gd name="csY30" fmla="*/ 948750 h 1501201"/>
              <a:gd name="csX31" fmla="*/ 130340 w 1433739"/>
              <a:gd name="csY31" fmla="*/ 802514 h 1501201"/>
              <a:gd name="csX32" fmla="*/ 268826 w 1433739"/>
              <a:gd name="csY32" fmla="*/ 656277 h 1501201"/>
              <a:gd name="csX33" fmla="*/ 513452 w 1433739"/>
              <a:gd name="csY33" fmla="*/ 656276 h 1501201"/>
              <a:gd name="csX34" fmla="*/ 513452 w 1433739"/>
              <a:gd name="csY34" fmla="*/ 526288 h 1501201"/>
              <a:gd name="csX35" fmla="*/ 268826 w 1433739"/>
              <a:gd name="csY35" fmla="*/ 526288 h 1501201"/>
              <a:gd name="csX36" fmla="*/ 0 w 1433739"/>
              <a:gd name="csY36" fmla="*/ 802514 h 1501201"/>
              <a:gd name="csX37" fmla="*/ 204998 w 1433739"/>
              <a:gd name="csY37" fmla="*/ 1070962 h 1501201"/>
              <a:gd name="csX38" fmla="*/ 655773 w 1433739"/>
              <a:gd name="csY38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433739" h="1501201">
                <a:moveTo>
                  <a:pt x="651700" y="1084065"/>
                </a:moveTo>
                <a:lnTo>
                  <a:pt x="782040" y="1084065"/>
                </a:lnTo>
                <a:lnTo>
                  <a:pt x="782040" y="221902"/>
                </a:lnTo>
                <a:lnTo>
                  <a:pt x="866298" y="305933"/>
                </a:lnTo>
                <a:lnTo>
                  <a:pt x="958462" y="214019"/>
                </a:lnTo>
                <a:lnTo>
                  <a:pt x="762952" y="19036"/>
                </a:lnTo>
                <a:cubicBezTo>
                  <a:pt x="737503" y="-6345"/>
                  <a:pt x="696237" y="-6345"/>
                  <a:pt x="670788" y="19036"/>
                </a:cubicBezTo>
                <a:lnTo>
                  <a:pt x="475279" y="214019"/>
                </a:lnTo>
                <a:lnTo>
                  <a:pt x="567443" y="305933"/>
                </a:lnTo>
                <a:lnTo>
                  <a:pt x="651700" y="221903"/>
                </a:lnTo>
                <a:close/>
                <a:moveTo>
                  <a:pt x="655773" y="1501201"/>
                </a:moveTo>
                <a:cubicBezTo>
                  <a:pt x="815538" y="1501201"/>
                  <a:pt x="954812" y="1415933"/>
                  <a:pt x="1034984" y="1288886"/>
                </a:cubicBezTo>
                <a:cubicBezTo>
                  <a:pt x="1044264" y="1289605"/>
                  <a:pt x="1053642" y="1289970"/>
                  <a:pt x="1063086" y="1289970"/>
                </a:cubicBezTo>
                <a:cubicBezTo>
                  <a:pt x="1270175" y="1289970"/>
                  <a:pt x="1433739" y="1116587"/>
                  <a:pt x="1433739" y="908129"/>
                </a:cubicBezTo>
                <a:cubicBezTo>
                  <a:pt x="1433739" y="746560"/>
                  <a:pt x="1336023" y="606919"/>
                  <a:pt x="1195830" y="551518"/>
                </a:cubicBezTo>
                <a:cubicBezTo>
                  <a:pt x="1161616" y="535329"/>
                  <a:pt x="1123505" y="526288"/>
                  <a:pt x="1083451" y="526288"/>
                </a:cubicBezTo>
                <a:lnTo>
                  <a:pt x="920287" y="526288"/>
                </a:lnTo>
                <a:lnTo>
                  <a:pt x="920287" y="656276"/>
                </a:lnTo>
                <a:lnTo>
                  <a:pt x="1083451" y="656277"/>
                </a:lnTo>
                <a:cubicBezTo>
                  <a:pt x="1104142" y="656277"/>
                  <a:pt x="1123654" y="661027"/>
                  <a:pt x="1141231" y="669568"/>
                </a:cubicBezTo>
                <a:cubicBezTo>
                  <a:pt x="1142860" y="670361"/>
                  <a:pt x="1144528" y="671089"/>
                  <a:pt x="1146229" y="671745"/>
                </a:cubicBezTo>
                <a:cubicBezTo>
                  <a:pt x="1236900" y="706803"/>
                  <a:pt x="1303399" y="798529"/>
                  <a:pt x="1303399" y="908129"/>
                </a:cubicBezTo>
                <a:cubicBezTo>
                  <a:pt x="1303399" y="1049649"/>
                  <a:pt x="1193418" y="1159982"/>
                  <a:pt x="1063086" y="1159982"/>
                </a:cubicBezTo>
                <a:cubicBezTo>
                  <a:pt x="1046187" y="1159982"/>
                  <a:pt x="1029764" y="1158164"/>
                  <a:pt x="1013954" y="1154725"/>
                </a:cubicBezTo>
                <a:cubicBezTo>
                  <a:pt x="984731" y="1148368"/>
                  <a:pt x="954917" y="1162669"/>
                  <a:pt x="941654" y="1189407"/>
                </a:cubicBezTo>
                <a:cubicBezTo>
                  <a:pt x="887550" y="1298479"/>
                  <a:pt x="779068" y="1371213"/>
                  <a:pt x="655773" y="1371213"/>
                </a:cubicBezTo>
                <a:cubicBezTo>
                  <a:pt x="480446" y="1371213"/>
                  <a:pt x="333996" y="1223052"/>
                  <a:pt x="333996" y="1034868"/>
                </a:cubicBezTo>
                <a:cubicBezTo>
                  <a:pt x="333996" y="1028862"/>
                  <a:pt x="334145" y="1022898"/>
                  <a:pt x="334442" y="1016981"/>
                </a:cubicBezTo>
                <a:cubicBezTo>
                  <a:pt x="335331" y="999204"/>
                  <a:pt x="328870" y="981841"/>
                  <a:pt x="316568" y="968944"/>
                </a:cubicBezTo>
                <a:cubicBezTo>
                  <a:pt x="304267" y="956049"/>
                  <a:pt x="287200" y="948750"/>
                  <a:pt x="269352" y="948750"/>
                </a:cubicBezTo>
                <a:lnTo>
                  <a:pt x="268826" y="948750"/>
                </a:lnTo>
                <a:cubicBezTo>
                  <a:pt x="194728" y="948750"/>
                  <a:pt x="130340" y="885706"/>
                  <a:pt x="130340" y="802514"/>
                </a:cubicBezTo>
                <a:cubicBezTo>
                  <a:pt x="130340" y="719320"/>
                  <a:pt x="194728" y="656277"/>
                  <a:pt x="268826" y="656277"/>
                </a:cubicBezTo>
                <a:lnTo>
                  <a:pt x="513452" y="656276"/>
                </a:lnTo>
                <a:lnTo>
                  <a:pt x="513452" y="526288"/>
                </a:lnTo>
                <a:lnTo>
                  <a:pt x="268826" y="526288"/>
                </a:lnTo>
                <a:cubicBezTo>
                  <a:pt x="117971" y="526288"/>
                  <a:pt x="0" y="652383"/>
                  <a:pt x="0" y="802514"/>
                </a:cubicBezTo>
                <a:cubicBezTo>
                  <a:pt x="0" y="930681"/>
                  <a:pt x="85980" y="1041331"/>
                  <a:pt x="204998" y="1070962"/>
                </a:cubicBezTo>
                <a:cubicBezTo>
                  <a:pt x="222807" y="1309609"/>
                  <a:pt x="415683" y="1501201"/>
                  <a:pt x="655773" y="1501201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ED30121-02D2-249A-42A8-26CFD9F316A8}"/>
              </a:ext>
            </a:extLst>
          </p:cNvPr>
          <p:cNvSpPr/>
          <p:nvPr/>
        </p:nvSpPr>
        <p:spPr>
          <a:xfrm>
            <a:off x="7263378" y="4212493"/>
            <a:ext cx="1433739" cy="1501201"/>
          </a:xfrm>
          <a:custGeom>
            <a:avLst/>
            <a:gdLst>
              <a:gd name="csX0" fmla="*/ 716870 w 1433739"/>
              <a:gd name="csY0" fmla="*/ 417137 h 1501201"/>
              <a:gd name="csX1" fmla="*/ 762952 w 1433739"/>
              <a:gd name="csY1" fmla="*/ 436173 h 1501201"/>
              <a:gd name="csX2" fmla="*/ 958462 w 1433739"/>
              <a:gd name="csY2" fmla="*/ 631156 h 1501201"/>
              <a:gd name="csX3" fmla="*/ 866298 w 1433739"/>
              <a:gd name="csY3" fmla="*/ 723070 h 1501201"/>
              <a:gd name="csX4" fmla="*/ 782040 w 1433739"/>
              <a:gd name="csY4" fmla="*/ 639040 h 1501201"/>
              <a:gd name="csX5" fmla="*/ 782040 w 1433739"/>
              <a:gd name="csY5" fmla="*/ 1501201 h 1501201"/>
              <a:gd name="csX6" fmla="*/ 651700 w 1433739"/>
              <a:gd name="csY6" fmla="*/ 1501201 h 1501201"/>
              <a:gd name="csX7" fmla="*/ 651700 w 1433739"/>
              <a:gd name="csY7" fmla="*/ 639040 h 1501201"/>
              <a:gd name="csX8" fmla="*/ 567443 w 1433739"/>
              <a:gd name="csY8" fmla="*/ 723070 h 1501201"/>
              <a:gd name="csX9" fmla="*/ 475279 w 1433739"/>
              <a:gd name="csY9" fmla="*/ 631156 h 1501201"/>
              <a:gd name="csX10" fmla="*/ 670788 w 1433739"/>
              <a:gd name="csY10" fmla="*/ 436173 h 1501201"/>
              <a:gd name="csX11" fmla="*/ 716870 w 1433739"/>
              <a:gd name="csY11" fmla="*/ 417137 h 1501201"/>
              <a:gd name="csX12" fmla="*/ 655773 w 1433739"/>
              <a:gd name="csY12" fmla="*/ 0 h 1501201"/>
              <a:gd name="csX13" fmla="*/ 1034984 w 1433739"/>
              <a:gd name="csY13" fmla="*/ 212315 h 1501201"/>
              <a:gd name="csX14" fmla="*/ 1063086 w 1433739"/>
              <a:gd name="csY14" fmla="*/ 211231 h 1501201"/>
              <a:gd name="csX15" fmla="*/ 1433739 w 1433739"/>
              <a:gd name="csY15" fmla="*/ 593072 h 1501201"/>
              <a:gd name="csX16" fmla="*/ 1195830 w 1433739"/>
              <a:gd name="csY16" fmla="*/ 949683 h 1501201"/>
              <a:gd name="csX17" fmla="*/ 1083451 w 1433739"/>
              <a:gd name="csY17" fmla="*/ 974913 h 1501201"/>
              <a:gd name="csX18" fmla="*/ 920287 w 1433739"/>
              <a:gd name="csY18" fmla="*/ 974913 h 1501201"/>
              <a:gd name="csX19" fmla="*/ 920287 w 1433739"/>
              <a:gd name="csY19" fmla="*/ 844925 h 1501201"/>
              <a:gd name="csX20" fmla="*/ 1083451 w 1433739"/>
              <a:gd name="csY20" fmla="*/ 844924 h 1501201"/>
              <a:gd name="csX21" fmla="*/ 1141231 w 1433739"/>
              <a:gd name="csY21" fmla="*/ 831633 h 1501201"/>
              <a:gd name="csX22" fmla="*/ 1146229 w 1433739"/>
              <a:gd name="csY22" fmla="*/ 829456 h 1501201"/>
              <a:gd name="csX23" fmla="*/ 1303399 w 1433739"/>
              <a:gd name="csY23" fmla="*/ 593072 h 1501201"/>
              <a:gd name="csX24" fmla="*/ 1063086 w 1433739"/>
              <a:gd name="csY24" fmla="*/ 341219 h 1501201"/>
              <a:gd name="csX25" fmla="*/ 1013954 w 1433739"/>
              <a:gd name="csY25" fmla="*/ 346476 h 1501201"/>
              <a:gd name="csX26" fmla="*/ 941654 w 1433739"/>
              <a:gd name="csY26" fmla="*/ 311794 h 1501201"/>
              <a:gd name="csX27" fmla="*/ 655773 w 1433739"/>
              <a:gd name="csY27" fmla="*/ 129988 h 1501201"/>
              <a:gd name="csX28" fmla="*/ 333996 w 1433739"/>
              <a:gd name="csY28" fmla="*/ 466333 h 1501201"/>
              <a:gd name="csX29" fmla="*/ 334442 w 1433739"/>
              <a:gd name="csY29" fmla="*/ 484220 h 1501201"/>
              <a:gd name="csX30" fmla="*/ 316568 w 1433739"/>
              <a:gd name="csY30" fmla="*/ 532257 h 1501201"/>
              <a:gd name="csX31" fmla="*/ 269352 w 1433739"/>
              <a:gd name="csY31" fmla="*/ 552451 h 1501201"/>
              <a:gd name="csX32" fmla="*/ 268826 w 1433739"/>
              <a:gd name="csY32" fmla="*/ 552451 h 1501201"/>
              <a:gd name="csX33" fmla="*/ 130340 w 1433739"/>
              <a:gd name="csY33" fmla="*/ 698687 h 1501201"/>
              <a:gd name="csX34" fmla="*/ 268826 w 1433739"/>
              <a:gd name="csY34" fmla="*/ 844924 h 1501201"/>
              <a:gd name="csX35" fmla="*/ 513452 w 1433739"/>
              <a:gd name="csY35" fmla="*/ 844925 h 1501201"/>
              <a:gd name="csX36" fmla="*/ 513452 w 1433739"/>
              <a:gd name="csY36" fmla="*/ 974913 h 1501201"/>
              <a:gd name="csX37" fmla="*/ 268826 w 1433739"/>
              <a:gd name="csY37" fmla="*/ 974913 h 1501201"/>
              <a:gd name="csX38" fmla="*/ 0 w 1433739"/>
              <a:gd name="csY38" fmla="*/ 698687 h 1501201"/>
              <a:gd name="csX39" fmla="*/ 204998 w 1433739"/>
              <a:gd name="csY39" fmla="*/ 430239 h 1501201"/>
              <a:gd name="csX40" fmla="*/ 655773 w 1433739"/>
              <a:gd name="csY40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433739" h="1501201">
                <a:moveTo>
                  <a:pt x="716870" y="417137"/>
                </a:moveTo>
                <a:cubicBezTo>
                  <a:pt x="733549" y="417137"/>
                  <a:pt x="750227" y="423483"/>
                  <a:pt x="762952" y="436173"/>
                </a:cubicBezTo>
                <a:lnTo>
                  <a:pt x="958462" y="631156"/>
                </a:lnTo>
                <a:lnTo>
                  <a:pt x="866298" y="723070"/>
                </a:lnTo>
                <a:lnTo>
                  <a:pt x="782040" y="639040"/>
                </a:lnTo>
                <a:lnTo>
                  <a:pt x="782040" y="1501201"/>
                </a:lnTo>
                <a:lnTo>
                  <a:pt x="651700" y="1501201"/>
                </a:lnTo>
                <a:lnTo>
                  <a:pt x="651700" y="639040"/>
                </a:lnTo>
                <a:lnTo>
                  <a:pt x="567443" y="723070"/>
                </a:lnTo>
                <a:lnTo>
                  <a:pt x="475279" y="631156"/>
                </a:lnTo>
                <a:lnTo>
                  <a:pt x="670788" y="436173"/>
                </a:lnTo>
                <a:cubicBezTo>
                  <a:pt x="683513" y="423483"/>
                  <a:pt x="700192" y="417137"/>
                  <a:pt x="716870" y="417137"/>
                </a:cubicBezTo>
                <a:close/>
                <a:moveTo>
                  <a:pt x="655773" y="0"/>
                </a:moveTo>
                <a:cubicBezTo>
                  <a:pt x="815538" y="0"/>
                  <a:pt x="954812" y="85268"/>
                  <a:pt x="1034984" y="212315"/>
                </a:cubicBezTo>
                <a:cubicBezTo>
                  <a:pt x="1044264" y="211596"/>
                  <a:pt x="1053642" y="211231"/>
                  <a:pt x="1063086" y="211231"/>
                </a:cubicBezTo>
                <a:cubicBezTo>
                  <a:pt x="1270175" y="211231"/>
                  <a:pt x="1433739" y="384614"/>
                  <a:pt x="1433739" y="593072"/>
                </a:cubicBezTo>
                <a:cubicBezTo>
                  <a:pt x="1433739" y="754641"/>
                  <a:pt x="1336023" y="894282"/>
                  <a:pt x="1195830" y="949683"/>
                </a:cubicBezTo>
                <a:cubicBezTo>
                  <a:pt x="1161616" y="965872"/>
                  <a:pt x="1123505" y="974913"/>
                  <a:pt x="1083451" y="974913"/>
                </a:cubicBezTo>
                <a:lnTo>
                  <a:pt x="920287" y="974913"/>
                </a:lnTo>
                <a:lnTo>
                  <a:pt x="920287" y="844925"/>
                </a:lnTo>
                <a:lnTo>
                  <a:pt x="1083451" y="844924"/>
                </a:lnTo>
                <a:cubicBezTo>
                  <a:pt x="1104142" y="844924"/>
                  <a:pt x="1123654" y="840174"/>
                  <a:pt x="1141231" y="831633"/>
                </a:cubicBezTo>
                <a:cubicBezTo>
                  <a:pt x="1142860" y="830840"/>
                  <a:pt x="1144528" y="830112"/>
                  <a:pt x="1146229" y="829456"/>
                </a:cubicBezTo>
                <a:cubicBezTo>
                  <a:pt x="1236900" y="794398"/>
                  <a:pt x="1303399" y="702672"/>
                  <a:pt x="1303399" y="593072"/>
                </a:cubicBezTo>
                <a:cubicBezTo>
                  <a:pt x="1303399" y="451552"/>
                  <a:pt x="1193418" y="341219"/>
                  <a:pt x="1063086" y="341219"/>
                </a:cubicBezTo>
                <a:cubicBezTo>
                  <a:pt x="1046187" y="341219"/>
                  <a:pt x="1029764" y="343037"/>
                  <a:pt x="1013954" y="346476"/>
                </a:cubicBezTo>
                <a:cubicBezTo>
                  <a:pt x="984731" y="352833"/>
                  <a:pt x="954917" y="338532"/>
                  <a:pt x="941654" y="311794"/>
                </a:cubicBezTo>
                <a:cubicBezTo>
                  <a:pt x="887550" y="202722"/>
                  <a:pt x="779068" y="129988"/>
                  <a:pt x="655773" y="129988"/>
                </a:cubicBezTo>
                <a:cubicBezTo>
                  <a:pt x="480446" y="129988"/>
                  <a:pt x="333996" y="278149"/>
                  <a:pt x="333996" y="466333"/>
                </a:cubicBezTo>
                <a:cubicBezTo>
                  <a:pt x="333996" y="472339"/>
                  <a:pt x="334145" y="478303"/>
                  <a:pt x="334442" y="484220"/>
                </a:cubicBezTo>
                <a:cubicBezTo>
                  <a:pt x="335331" y="501997"/>
                  <a:pt x="328870" y="519360"/>
                  <a:pt x="316568" y="532257"/>
                </a:cubicBezTo>
                <a:cubicBezTo>
                  <a:pt x="304267" y="545152"/>
                  <a:pt x="287200" y="552451"/>
                  <a:pt x="269352" y="552451"/>
                </a:cubicBezTo>
                <a:lnTo>
                  <a:pt x="268826" y="552451"/>
                </a:lnTo>
                <a:cubicBezTo>
                  <a:pt x="194728" y="552451"/>
                  <a:pt x="130340" y="615495"/>
                  <a:pt x="130340" y="698687"/>
                </a:cubicBezTo>
                <a:cubicBezTo>
                  <a:pt x="130340" y="781881"/>
                  <a:pt x="194728" y="844924"/>
                  <a:pt x="268826" y="844924"/>
                </a:cubicBezTo>
                <a:lnTo>
                  <a:pt x="513452" y="844925"/>
                </a:lnTo>
                <a:lnTo>
                  <a:pt x="513452" y="974913"/>
                </a:lnTo>
                <a:lnTo>
                  <a:pt x="268826" y="974913"/>
                </a:lnTo>
                <a:cubicBezTo>
                  <a:pt x="117971" y="974913"/>
                  <a:pt x="0" y="848818"/>
                  <a:pt x="0" y="698687"/>
                </a:cubicBezTo>
                <a:cubicBezTo>
                  <a:pt x="0" y="570520"/>
                  <a:pt x="85980" y="459870"/>
                  <a:pt x="204998" y="430239"/>
                </a:cubicBezTo>
                <a:cubicBezTo>
                  <a:pt x="222807" y="191592"/>
                  <a:pt x="415683" y="0"/>
                  <a:pt x="655773" y="0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40989" y="1375264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1314" y="1644208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3739" y="1913152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14783" y="2719984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18024" y="3526816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0001" y="1106320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08185" y="2182096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44427" y="3257872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43545" y="2988928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58664" y="2451040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99272" y="3795760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85066" y="4064704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972076" y="4333650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397</TotalTime>
  <Words>14</Words>
  <Application>Microsoft Office PowerPoint</Application>
  <PresentationFormat>Widescreen</PresentationFormat>
  <Paragraphs>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23</cp:revision>
  <dcterms:created xsi:type="dcterms:W3CDTF">2026-02-24T23:11:14Z</dcterms:created>
  <dcterms:modified xsi:type="dcterms:W3CDTF">2026-05-05T16:10:34Z</dcterms:modified>
</cp:coreProperties>
</file>