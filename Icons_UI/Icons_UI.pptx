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5" r:id="rId3"/>
    <p:sldId id="257" r:id="rId4"/>
    <p:sldId id="256" r:id="rId5"/>
    <p:sldId id="259" r:id="rId6"/>
    <p:sldId id="261" r:id="rId7"/>
    <p:sldId id="264" r:id="rId8"/>
    <p:sldId id="266" r:id="rId9"/>
    <p:sldId id="267" r:id="rId10"/>
    <p:sldId id="268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ACF4"/>
    <a:srgbClr val="DA95F2"/>
    <a:srgbClr val="DFA0F3"/>
    <a:srgbClr val="DE9EF3"/>
    <a:srgbClr val="D182F0"/>
    <a:srgbClr val="E685ED"/>
    <a:srgbClr val="FF3B4D"/>
    <a:srgbClr val="FF556E"/>
    <a:srgbClr val="FF0000"/>
    <a:srgbClr val="FF658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25" d="100"/>
          <a:sy n="125" d="100"/>
        </p:scale>
        <p:origin x="216" y="-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13" Type="http://schemas.openxmlformats.org/officeDocument/2006/relationships/image" Target="../media/image24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12" Type="http://schemas.openxmlformats.org/officeDocument/2006/relationships/image" Target="../media/image23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sv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svg"/><Relationship Id="rId14" Type="http://schemas.openxmlformats.org/officeDocument/2006/relationships/image" Target="../media/image2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13" Type="http://schemas.openxmlformats.org/officeDocument/2006/relationships/image" Target="../media/image36.svg"/><Relationship Id="rId3" Type="http://schemas.openxmlformats.org/officeDocument/2006/relationships/image" Target="../media/image27.svg"/><Relationship Id="rId7" Type="http://schemas.openxmlformats.org/officeDocument/2006/relationships/image" Target="../media/image17.svg"/><Relationship Id="rId12" Type="http://schemas.openxmlformats.org/officeDocument/2006/relationships/image" Target="../media/image35.svg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svg"/><Relationship Id="rId11" Type="http://schemas.openxmlformats.org/officeDocument/2006/relationships/image" Target="../media/image34.svg"/><Relationship Id="rId5" Type="http://schemas.openxmlformats.org/officeDocument/2006/relationships/image" Target="../media/image29.svg"/><Relationship Id="rId10" Type="http://schemas.openxmlformats.org/officeDocument/2006/relationships/image" Target="../media/image33.svg"/><Relationship Id="rId4" Type="http://schemas.openxmlformats.org/officeDocument/2006/relationships/image" Target="../media/image28.svg"/><Relationship Id="rId9" Type="http://schemas.openxmlformats.org/officeDocument/2006/relationships/image" Target="../media/image32.svg"/><Relationship Id="rId14" Type="http://schemas.openxmlformats.org/officeDocument/2006/relationships/image" Target="../media/image3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82BE899-2A92-C52B-4418-42FD22A82F07}"/>
              </a:ext>
            </a:extLst>
          </p:cNvPr>
          <p:cNvGrpSpPr/>
          <p:nvPr/>
        </p:nvGrpSpPr>
        <p:grpSpPr>
          <a:xfrm>
            <a:off x="7595616" y="3044188"/>
            <a:ext cx="1509935" cy="1506719"/>
            <a:chOff x="7833824" y="3342316"/>
            <a:chExt cx="952499" cy="1205290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80FA7BB-47EF-D834-0BA2-3BFE7D19CFA0}"/>
                </a:ext>
              </a:extLst>
            </p:cNvPr>
            <p:cNvSpPr/>
            <p:nvPr/>
          </p:nvSpPr>
          <p:spPr>
            <a:xfrm>
              <a:off x="7833824" y="3342316"/>
              <a:ext cx="952499" cy="1205289"/>
            </a:xfrm>
            <a:custGeom>
              <a:avLst/>
              <a:gdLst>
                <a:gd name="csX0" fmla="*/ 478422 w 1463609"/>
                <a:gd name="csY0" fmla="*/ 0 h 1852047"/>
                <a:gd name="csX1" fmla="*/ 985189 w 1463609"/>
                <a:gd name="csY1" fmla="*/ 0 h 1852047"/>
                <a:gd name="csX2" fmla="*/ 1036911 w 1463609"/>
                <a:gd name="csY2" fmla="*/ 83685 h 1852047"/>
                <a:gd name="csX3" fmla="*/ 987525 w 1463609"/>
                <a:gd name="csY3" fmla="*/ 182462 h 1852047"/>
                <a:gd name="csX4" fmla="*/ 963105 w 1463609"/>
                <a:gd name="csY4" fmla="*/ 285900 h 1852047"/>
                <a:gd name="csX5" fmla="*/ 963105 w 1463609"/>
                <a:gd name="csY5" fmla="*/ 592063 h 1852047"/>
                <a:gd name="csX6" fmla="*/ 976402 w 1463609"/>
                <a:gd name="csY6" fmla="*/ 646417 h 1852047"/>
                <a:gd name="csX7" fmla="*/ 1174163 w 1463609"/>
                <a:gd name="csY7" fmla="*/ 1018804 h 1852047"/>
                <a:gd name="csX8" fmla="*/ 1436105 w 1463609"/>
                <a:gd name="csY8" fmla="*/ 1512043 h 1852047"/>
                <a:gd name="csX9" fmla="*/ 1231987 w 1463609"/>
                <a:gd name="csY9" fmla="*/ 1852047 h 1852047"/>
                <a:gd name="csX10" fmla="*/ 731803 w 1463609"/>
                <a:gd name="csY10" fmla="*/ 1852047 h 1852047"/>
                <a:gd name="csX11" fmla="*/ 231623 w 1463609"/>
                <a:gd name="csY11" fmla="*/ 1852047 h 1852047"/>
                <a:gd name="csX12" fmla="*/ 27506 w 1463609"/>
                <a:gd name="csY12" fmla="*/ 1512043 h 1852047"/>
                <a:gd name="csX13" fmla="*/ 289448 w 1463609"/>
                <a:gd name="csY13" fmla="*/ 1018804 h 1852047"/>
                <a:gd name="csX14" fmla="*/ 487208 w 1463609"/>
                <a:gd name="csY14" fmla="*/ 646417 h 1852047"/>
                <a:gd name="csX15" fmla="*/ 500506 w 1463609"/>
                <a:gd name="csY15" fmla="*/ 592063 h 1852047"/>
                <a:gd name="csX16" fmla="*/ 500506 w 1463609"/>
                <a:gd name="csY16" fmla="*/ 285900 h 1852047"/>
                <a:gd name="csX17" fmla="*/ 476086 w 1463609"/>
                <a:gd name="csY17" fmla="*/ 182462 h 1852047"/>
                <a:gd name="csX18" fmla="*/ 426700 w 1463609"/>
                <a:gd name="csY18" fmla="*/ 83685 h 1852047"/>
                <a:gd name="csX19" fmla="*/ 478422 w 1463609"/>
                <a:gd name="csY19" fmla="*/ 0 h 18520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463609" h="1852047">
                  <a:moveTo>
                    <a:pt x="478422" y="0"/>
                  </a:moveTo>
                  <a:lnTo>
                    <a:pt x="985189" y="0"/>
                  </a:lnTo>
                  <a:cubicBezTo>
                    <a:pt x="1028176" y="0"/>
                    <a:pt x="1056132" y="45238"/>
                    <a:pt x="1036911" y="83685"/>
                  </a:cubicBezTo>
                  <a:lnTo>
                    <a:pt x="987525" y="182462"/>
                  </a:lnTo>
                  <a:cubicBezTo>
                    <a:pt x="971467" y="214581"/>
                    <a:pt x="963105" y="249996"/>
                    <a:pt x="963105" y="285900"/>
                  </a:cubicBezTo>
                  <a:lnTo>
                    <a:pt x="963105" y="592063"/>
                  </a:lnTo>
                  <a:cubicBezTo>
                    <a:pt x="963105" y="611143"/>
                    <a:pt x="967729" y="629649"/>
                    <a:pt x="976402" y="646417"/>
                  </a:cubicBezTo>
                  <a:lnTo>
                    <a:pt x="1174163" y="1018804"/>
                  </a:lnTo>
                  <a:lnTo>
                    <a:pt x="1436105" y="1512043"/>
                  </a:lnTo>
                  <a:cubicBezTo>
                    <a:pt x="1518217" y="1666435"/>
                    <a:pt x="1406614" y="1852047"/>
                    <a:pt x="1231987" y="1852047"/>
                  </a:cubicBezTo>
                  <a:lnTo>
                    <a:pt x="731803" y="1852047"/>
                  </a:lnTo>
                  <a:lnTo>
                    <a:pt x="231623" y="1852047"/>
                  </a:lnTo>
                  <a:cubicBezTo>
                    <a:pt x="56992" y="1852047"/>
                    <a:pt x="-54607" y="1666431"/>
                    <a:pt x="27506" y="1512043"/>
                  </a:cubicBezTo>
                  <a:lnTo>
                    <a:pt x="289448" y="1018804"/>
                  </a:lnTo>
                  <a:lnTo>
                    <a:pt x="487208" y="646417"/>
                  </a:lnTo>
                  <a:cubicBezTo>
                    <a:pt x="495882" y="629649"/>
                    <a:pt x="500506" y="611143"/>
                    <a:pt x="500506" y="592063"/>
                  </a:cubicBezTo>
                  <a:lnTo>
                    <a:pt x="500506" y="285900"/>
                  </a:lnTo>
                  <a:cubicBezTo>
                    <a:pt x="500506" y="249991"/>
                    <a:pt x="492148" y="214576"/>
                    <a:pt x="476086" y="182462"/>
                  </a:cubicBezTo>
                  <a:lnTo>
                    <a:pt x="426700" y="83685"/>
                  </a:lnTo>
                  <a:cubicBezTo>
                    <a:pt x="407479" y="45238"/>
                    <a:pt x="435435" y="0"/>
                    <a:pt x="478422" y="0"/>
                  </a:cubicBezTo>
                  <a:close/>
                </a:path>
              </a:pathLst>
            </a:custGeom>
            <a:solidFill>
              <a:srgbClr val="B6E7FF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66958CE-1300-0C61-A2EC-2DE28FD129C5}"/>
                </a:ext>
              </a:extLst>
            </p:cNvPr>
            <p:cNvSpPr/>
            <p:nvPr/>
          </p:nvSpPr>
          <p:spPr>
            <a:xfrm>
              <a:off x="7833824" y="3895834"/>
              <a:ext cx="952496" cy="651772"/>
            </a:xfrm>
            <a:custGeom>
              <a:avLst/>
              <a:gdLst>
                <a:gd name="csX0" fmla="*/ 1084530 w 1463605"/>
                <a:gd name="csY0" fmla="*/ 0 h 1001513"/>
                <a:gd name="csX1" fmla="*/ 379074 w 1463605"/>
                <a:gd name="csY1" fmla="*/ 0 h 1001513"/>
                <a:gd name="csX2" fmla="*/ 289447 w 1463605"/>
                <a:gd name="csY2" fmla="*/ 168269 h 1001513"/>
                <a:gd name="csX3" fmla="*/ 27505 w 1463605"/>
                <a:gd name="csY3" fmla="*/ 661508 h 1001513"/>
                <a:gd name="csX4" fmla="*/ 231623 w 1463605"/>
                <a:gd name="csY4" fmla="*/ 1001513 h 1001513"/>
                <a:gd name="csX5" fmla="*/ 731802 w 1463605"/>
                <a:gd name="csY5" fmla="*/ 1001513 h 1001513"/>
                <a:gd name="csX6" fmla="*/ 1231982 w 1463605"/>
                <a:gd name="csY6" fmla="*/ 1001513 h 1001513"/>
                <a:gd name="csX7" fmla="*/ 1436100 w 1463605"/>
                <a:gd name="csY7" fmla="*/ 661508 h 1001513"/>
                <a:gd name="csX8" fmla="*/ 1174158 w 1463605"/>
                <a:gd name="csY8" fmla="*/ 168269 h 1001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463605" h="1001513">
                  <a:moveTo>
                    <a:pt x="1084530" y="0"/>
                  </a:moveTo>
                  <a:lnTo>
                    <a:pt x="379074" y="0"/>
                  </a:lnTo>
                  <a:lnTo>
                    <a:pt x="289447" y="168269"/>
                  </a:lnTo>
                  <a:lnTo>
                    <a:pt x="27505" y="661508"/>
                  </a:lnTo>
                  <a:cubicBezTo>
                    <a:pt x="-54607" y="815901"/>
                    <a:pt x="56996" y="1001513"/>
                    <a:pt x="231623" y="1001513"/>
                  </a:cubicBezTo>
                  <a:lnTo>
                    <a:pt x="731802" y="1001513"/>
                  </a:lnTo>
                  <a:lnTo>
                    <a:pt x="1231982" y="1001513"/>
                  </a:lnTo>
                  <a:cubicBezTo>
                    <a:pt x="1406613" y="1001513"/>
                    <a:pt x="1518212" y="815896"/>
                    <a:pt x="1436100" y="661508"/>
                  </a:cubicBezTo>
                  <a:lnTo>
                    <a:pt x="1174158" y="168269"/>
                  </a:lnTo>
                  <a:close/>
                </a:path>
              </a:pathLst>
            </a:custGeom>
            <a:solidFill>
              <a:srgbClr val="00CC5C"/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DCEF6DCD-D378-2E91-FBF4-698030FE1066}"/>
                </a:ext>
              </a:extLst>
            </p:cNvPr>
            <p:cNvSpPr/>
            <p:nvPr/>
          </p:nvSpPr>
          <p:spPr>
            <a:xfrm>
              <a:off x="8059585" y="4165106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F3FB749-F3AD-2A3D-B8FE-FB841E023514}"/>
                </a:ext>
              </a:extLst>
            </p:cNvPr>
            <p:cNvSpPr/>
            <p:nvPr/>
          </p:nvSpPr>
          <p:spPr>
            <a:xfrm>
              <a:off x="8367527" y="4253089"/>
              <a:ext cx="131973" cy="131973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 w="470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18" name="Graphic 17">
            <a:extLst>
              <a:ext uri="{FF2B5EF4-FFF2-40B4-BE49-F238E27FC236}">
                <a16:creationId xmlns:a16="http://schemas.microsoft.com/office/drawing/2014/main" id="{BFF31623-31AD-1FC6-4576-E4510D8254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00528" y="5731641"/>
            <a:ext cx="952499" cy="952499"/>
          </a:xfrm>
          <a:prstGeom prst="rect">
            <a:avLst/>
          </a:prstGeom>
        </p:spPr>
      </p:pic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CBA997E-22A7-49C7-2711-18797BB10B40}"/>
              </a:ext>
            </a:extLst>
          </p:cNvPr>
          <p:cNvGrpSpPr/>
          <p:nvPr/>
        </p:nvGrpSpPr>
        <p:grpSpPr>
          <a:xfrm>
            <a:off x="9771888" y="3048988"/>
            <a:ext cx="1417395" cy="1501920"/>
            <a:chOff x="9830323" y="3342316"/>
            <a:chExt cx="1358959" cy="1439999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4F513C9-663E-1BE8-A73C-BC4158E2F3CB}"/>
                </a:ext>
              </a:extLst>
            </p:cNvPr>
            <p:cNvSpPr/>
            <p:nvPr/>
          </p:nvSpPr>
          <p:spPr>
            <a:xfrm>
              <a:off x="9830323" y="3423354"/>
              <a:ext cx="1358959" cy="1358961"/>
            </a:xfrm>
            <a:custGeom>
              <a:avLst/>
              <a:gdLst>
                <a:gd name="csX0" fmla="*/ -3626 w 1358959"/>
                <a:gd name="csY0" fmla="*/ 678376 h 1358961"/>
                <a:gd name="csX1" fmla="*/ 675854 w 1358959"/>
                <a:gd name="csY1" fmla="*/ -1105 h 1358961"/>
                <a:gd name="csX2" fmla="*/ 1355334 w 1358959"/>
                <a:gd name="csY2" fmla="*/ 678376 h 1358961"/>
                <a:gd name="csX3" fmla="*/ 675854 w 1358959"/>
                <a:gd name="csY3" fmla="*/ 1357856 h 1358961"/>
                <a:gd name="csX4" fmla="*/ -3626 w 1358959"/>
                <a:gd name="csY4" fmla="*/ 678376 h 13589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58961">
                  <a:moveTo>
                    <a:pt x="-3626" y="678376"/>
                  </a:moveTo>
                  <a:cubicBezTo>
                    <a:pt x="-3626" y="303103"/>
                    <a:pt x="300581" y="-1105"/>
                    <a:pt x="675854" y="-1105"/>
                  </a:cubicBezTo>
                  <a:cubicBezTo>
                    <a:pt x="1051127" y="-1105"/>
                    <a:pt x="1355334" y="303103"/>
                    <a:pt x="1355334" y="678376"/>
                  </a:cubicBezTo>
                  <a:cubicBezTo>
                    <a:pt x="1355334" y="1053648"/>
                    <a:pt x="1051127" y="1357856"/>
                    <a:pt x="675854" y="1357856"/>
                  </a:cubicBezTo>
                  <a:cubicBezTo>
                    <a:pt x="300581" y="1357856"/>
                    <a:pt x="-3626" y="1053648"/>
                    <a:pt x="-3626" y="678376"/>
                  </a:cubicBezTo>
                </a:path>
              </a:pathLst>
            </a:custGeom>
            <a:solidFill>
              <a:srgbClr val="F4900C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ED6DAE1-CAE7-02A9-9E80-CAE1B0851AFE}"/>
                </a:ext>
              </a:extLst>
            </p:cNvPr>
            <p:cNvSpPr/>
            <p:nvPr/>
          </p:nvSpPr>
          <p:spPr>
            <a:xfrm>
              <a:off x="9830323" y="3342316"/>
              <a:ext cx="1358959" cy="1361038"/>
            </a:xfrm>
            <a:custGeom>
              <a:avLst/>
              <a:gdLst>
                <a:gd name="csX0" fmla="*/ -3626 w 1358959"/>
                <a:gd name="csY0" fmla="*/ 679415 h 1361038"/>
                <a:gd name="csX1" fmla="*/ 675854 w 1358959"/>
                <a:gd name="csY1" fmla="*/ -1105 h 1361038"/>
                <a:gd name="csX2" fmla="*/ 1355334 w 1358959"/>
                <a:gd name="csY2" fmla="*/ 679415 h 1361038"/>
                <a:gd name="csX3" fmla="*/ 675854 w 1358959"/>
                <a:gd name="csY3" fmla="*/ 1359934 h 1361038"/>
                <a:gd name="csX4" fmla="*/ -3626 w 1358959"/>
                <a:gd name="csY4" fmla="*/ 679415 h 13610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358959" h="1361038">
                  <a:moveTo>
                    <a:pt x="-3626" y="679415"/>
                  </a:moveTo>
                  <a:cubicBezTo>
                    <a:pt x="-3626" y="303581"/>
                    <a:pt x="300581" y="-1105"/>
                    <a:pt x="675854" y="-1105"/>
                  </a:cubicBezTo>
                  <a:cubicBezTo>
                    <a:pt x="1051127" y="-1105"/>
                    <a:pt x="1355334" y="303581"/>
                    <a:pt x="1355334" y="679415"/>
                  </a:cubicBezTo>
                  <a:cubicBezTo>
                    <a:pt x="1355334" y="1055248"/>
                    <a:pt x="1051127" y="1359934"/>
                    <a:pt x="675854" y="1359934"/>
                  </a:cubicBezTo>
                  <a:cubicBezTo>
                    <a:pt x="300581" y="1359934"/>
                    <a:pt x="-3626" y="1055248"/>
                    <a:pt x="-3626" y="679415"/>
                  </a:cubicBezTo>
                </a:path>
              </a:pathLst>
            </a:custGeom>
            <a:solidFill>
              <a:srgbClr val="FFCC4D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E402B70-5723-3DF8-59D9-F12BEDC27733}"/>
                </a:ext>
              </a:extLst>
            </p:cNvPr>
            <p:cNvSpPr/>
            <p:nvPr/>
          </p:nvSpPr>
          <p:spPr>
            <a:xfrm>
              <a:off x="9948764" y="3462835"/>
              <a:ext cx="1119999" cy="1120000"/>
            </a:xfrm>
            <a:custGeom>
              <a:avLst/>
              <a:gdLst>
                <a:gd name="csX0" fmla="*/ -3626 w 1119999"/>
                <a:gd name="csY0" fmla="*/ 558895 h 1120000"/>
                <a:gd name="csX1" fmla="*/ 556374 w 1119999"/>
                <a:gd name="csY1" fmla="*/ -1105 h 1120000"/>
                <a:gd name="csX2" fmla="*/ 1116373 w 1119999"/>
                <a:gd name="csY2" fmla="*/ 558895 h 1120000"/>
                <a:gd name="csX3" fmla="*/ 556374 w 1119999"/>
                <a:gd name="csY3" fmla="*/ 1118895 h 1120000"/>
                <a:gd name="csX4" fmla="*/ -3626 w 1119999"/>
                <a:gd name="csY4" fmla="*/ 558895 h 11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19999" h="1120000">
                  <a:moveTo>
                    <a:pt x="-3626" y="558895"/>
                  </a:moveTo>
                  <a:cubicBezTo>
                    <a:pt x="-3626" y="249617"/>
                    <a:pt x="247096" y="-1105"/>
                    <a:pt x="556374" y="-1105"/>
                  </a:cubicBezTo>
                  <a:cubicBezTo>
                    <a:pt x="865651" y="-1105"/>
                    <a:pt x="1116373" y="249617"/>
                    <a:pt x="1116373" y="558895"/>
                  </a:cubicBezTo>
                  <a:cubicBezTo>
                    <a:pt x="1116373" y="868173"/>
                    <a:pt x="865651" y="1118895"/>
                    <a:pt x="556374" y="1118895"/>
                  </a:cubicBezTo>
                  <a:cubicBezTo>
                    <a:pt x="247096" y="1118895"/>
                    <a:pt x="-3626" y="868173"/>
                    <a:pt x="-3626" y="558895"/>
                  </a:cubicBezTo>
                </a:path>
              </a:pathLst>
            </a:custGeom>
            <a:solidFill>
              <a:srgbClr val="FFAC33"/>
            </a:solidFill>
            <a:ln w="206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464E481-E680-7CD7-A526-AE31D6B766CD}"/>
              </a:ext>
            </a:extLst>
          </p:cNvPr>
          <p:cNvGrpSpPr/>
          <p:nvPr/>
        </p:nvGrpSpPr>
        <p:grpSpPr>
          <a:xfrm>
            <a:off x="9209632" y="5443421"/>
            <a:ext cx="1390955" cy="1240719"/>
            <a:chOff x="5232102" y="3662585"/>
            <a:chExt cx="1390955" cy="1240719"/>
          </a:xfrm>
        </p:grpSpPr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02A07E0A-F067-267D-C0CB-868ED41DF75A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3920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CB688FA-5CC3-CC95-6905-A7335E5E9DA7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3DF482F-6B21-4B9A-0421-61EC0826F1DF}"/>
              </a:ext>
            </a:extLst>
          </p:cNvPr>
          <p:cNvGrpSpPr/>
          <p:nvPr/>
        </p:nvGrpSpPr>
        <p:grpSpPr>
          <a:xfrm>
            <a:off x="5014460" y="5234009"/>
            <a:ext cx="1944738" cy="1501200"/>
            <a:chOff x="3198423" y="3453690"/>
            <a:chExt cx="1274303" cy="983672"/>
          </a:xfrm>
        </p:grpSpPr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972F7258-AB1B-2888-6F09-43CE924223F4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B73E461E-EF5A-0BD5-4DF1-6BCBB62FDC7A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1F2FB3C-402B-AC44-0DF3-11DE8E382AE9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068BBFCA-24ED-985C-F2B6-493BA389E053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6A0EEC93-3F1A-389A-074F-60DDE7D005A2}"/>
              </a:ext>
            </a:extLst>
          </p:cNvPr>
          <p:cNvGrpSpPr/>
          <p:nvPr/>
        </p:nvGrpSpPr>
        <p:grpSpPr>
          <a:xfrm>
            <a:off x="7572918" y="5585003"/>
            <a:ext cx="1390955" cy="1240719"/>
            <a:chOff x="5232102" y="3662585"/>
            <a:chExt cx="1390955" cy="1240719"/>
          </a:xfrm>
        </p:grpSpPr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72C6136A-842E-5FAE-6CA5-476D637D535D}"/>
                </a:ext>
              </a:extLst>
            </p:cNvPr>
            <p:cNvSpPr/>
            <p:nvPr/>
          </p:nvSpPr>
          <p:spPr>
            <a:xfrm>
              <a:off x="5270106" y="3759375"/>
              <a:ext cx="1314947" cy="1105923"/>
            </a:xfrm>
            <a:custGeom>
              <a:avLst/>
              <a:gdLst>
                <a:gd name="csX0" fmla="*/ 77340 w 1314947"/>
                <a:gd name="csY0" fmla="*/ 950105 h 1105923"/>
                <a:gd name="csX1" fmla="*/ 1237531 w 1314947"/>
                <a:gd name="csY1" fmla="*/ 950105 h 1105923"/>
                <a:gd name="csX2" fmla="*/ 1314947 w 1314947"/>
                <a:gd name="csY2" fmla="*/ 1028013 h 1105923"/>
                <a:gd name="csX3" fmla="*/ 1237608 w 1314947"/>
                <a:gd name="csY3" fmla="*/ 1105923 h 1105923"/>
                <a:gd name="csX4" fmla="*/ 77340 w 1314947"/>
                <a:gd name="csY4" fmla="*/ 1105923 h 1105923"/>
                <a:gd name="csX5" fmla="*/ 0 w 1314947"/>
                <a:gd name="csY5" fmla="*/ 1028013 h 1105923"/>
                <a:gd name="csX6" fmla="*/ 77340 w 1314947"/>
                <a:gd name="csY6" fmla="*/ 950105 h 1105923"/>
                <a:gd name="csX7" fmla="*/ 657437 w 1314947"/>
                <a:gd name="csY7" fmla="*/ 0 h 1105923"/>
                <a:gd name="csX8" fmla="*/ 1092737 w 1314947"/>
                <a:gd name="csY8" fmla="*/ 202258 h 1105923"/>
                <a:gd name="csX9" fmla="*/ 1098961 w 1314947"/>
                <a:gd name="csY9" fmla="*/ 209024 h 1105923"/>
                <a:gd name="csX10" fmla="*/ 1152747 w 1314947"/>
                <a:gd name="csY10" fmla="*/ 209024 h 1105923"/>
                <a:gd name="csX11" fmla="*/ 1235139 w 1314947"/>
                <a:gd name="csY11" fmla="*/ 286554 h 1105923"/>
                <a:gd name="csX12" fmla="*/ 1196488 w 1314947"/>
                <a:gd name="csY12" fmla="*/ 352034 h 1105923"/>
                <a:gd name="csX13" fmla="*/ 1196488 w 1314947"/>
                <a:gd name="csY13" fmla="*/ 401145 h 1105923"/>
                <a:gd name="csX14" fmla="*/ 114697 w 1314947"/>
                <a:gd name="csY14" fmla="*/ 401145 h 1105923"/>
                <a:gd name="csX15" fmla="*/ 114697 w 1314947"/>
                <a:gd name="csY15" fmla="*/ 354011 h 1105923"/>
                <a:gd name="csX16" fmla="*/ 76009 w 1314947"/>
                <a:gd name="csY16" fmla="*/ 286554 h 1105923"/>
                <a:gd name="csX17" fmla="*/ 153272 w 1314947"/>
                <a:gd name="csY17" fmla="*/ 209024 h 1105923"/>
                <a:gd name="csX18" fmla="*/ 216284 w 1314947"/>
                <a:gd name="csY18" fmla="*/ 209024 h 1105923"/>
                <a:gd name="csX19" fmla="*/ 218945 w 1314947"/>
                <a:gd name="csY19" fmla="*/ 205943 h 1105923"/>
                <a:gd name="csX20" fmla="*/ 657437 w 1314947"/>
                <a:gd name="csY20" fmla="*/ 0 h 11059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314947" h="1105923">
                  <a:moveTo>
                    <a:pt x="77340" y="950105"/>
                  </a:moveTo>
                  <a:lnTo>
                    <a:pt x="1237531" y="950105"/>
                  </a:lnTo>
                  <a:cubicBezTo>
                    <a:pt x="1280248" y="950105"/>
                    <a:pt x="1314947" y="984956"/>
                    <a:pt x="1314947" y="1028013"/>
                  </a:cubicBezTo>
                  <a:cubicBezTo>
                    <a:pt x="1314947" y="1071072"/>
                    <a:pt x="1280325" y="1105923"/>
                    <a:pt x="1237608" y="1105923"/>
                  </a:cubicBezTo>
                  <a:lnTo>
                    <a:pt x="77340" y="1105923"/>
                  </a:lnTo>
                  <a:cubicBezTo>
                    <a:pt x="34623" y="1105923"/>
                    <a:pt x="0" y="1071072"/>
                    <a:pt x="0" y="1028013"/>
                  </a:cubicBezTo>
                  <a:cubicBezTo>
                    <a:pt x="0" y="984956"/>
                    <a:pt x="34623" y="950105"/>
                    <a:pt x="77340" y="950105"/>
                  </a:cubicBezTo>
                  <a:close/>
                  <a:moveTo>
                    <a:pt x="657437" y="0"/>
                  </a:moveTo>
                  <a:cubicBezTo>
                    <a:pt x="657437" y="0"/>
                    <a:pt x="1060129" y="185309"/>
                    <a:pt x="1092737" y="202258"/>
                  </a:cubicBezTo>
                  <a:lnTo>
                    <a:pt x="1098961" y="209024"/>
                  </a:lnTo>
                  <a:lnTo>
                    <a:pt x="1152747" y="209024"/>
                  </a:lnTo>
                  <a:cubicBezTo>
                    <a:pt x="1198236" y="209024"/>
                    <a:pt x="1235139" y="243721"/>
                    <a:pt x="1235139" y="286554"/>
                  </a:cubicBezTo>
                  <a:cubicBezTo>
                    <a:pt x="1235139" y="314107"/>
                    <a:pt x="1219633" y="338238"/>
                    <a:pt x="1196488" y="352034"/>
                  </a:cubicBezTo>
                  <a:lnTo>
                    <a:pt x="1196488" y="401145"/>
                  </a:lnTo>
                  <a:lnTo>
                    <a:pt x="114697" y="401145"/>
                  </a:lnTo>
                  <a:lnTo>
                    <a:pt x="114697" y="354011"/>
                  </a:lnTo>
                  <a:cubicBezTo>
                    <a:pt x="90906" y="340748"/>
                    <a:pt x="76009" y="315665"/>
                    <a:pt x="76009" y="286554"/>
                  </a:cubicBezTo>
                  <a:cubicBezTo>
                    <a:pt x="76009" y="243721"/>
                    <a:pt x="107744" y="209024"/>
                    <a:pt x="153272" y="209024"/>
                  </a:cubicBezTo>
                  <a:lnTo>
                    <a:pt x="216284" y="209024"/>
                  </a:lnTo>
                  <a:lnTo>
                    <a:pt x="218945" y="205943"/>
                  </a:lnTo>
                  <a:cubicBezTo>
                    <a:pt x="258697" y="188881"/>
                    <a:pt x="657437" y="0"/>
                    <a:pt x="657437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BA7A8C29-0070-69A9-D33B-B61138D8615D}"/>
                </a:ext>
              </a:extLst>
            </p:cNvPr>
            <p:cNvSpPr/>
            <p:nvPr/>
          </p:nvSpPr>
          <p:spPr>
            <a:xfrm>
              <a:off x="5232102" y="3662585"/>
              <a:ext cx="1390955" cy="1240719"/>
            </a:xfrm>
            <a:custGeom>
              <a:avLst/>
              <a:gdLst>
                <a:gd name="csX0" fmla="*/ 57956 w 1390955"/>
                <a:gd name="csY0" fmla="*/ 1126705 h 1240719"/>
                <a:gd name="csX1" fmla="*/ 1333074 w 1390955"/>
                <a:gd name="csY1" fmla="*/ 1126705 h 1240719"/>
                <a:gd name="csX2" fmla="*/ 1390955 w 1390955"/>
                <a:gd name="csY2" fmla="*/ 1183712 h 1240719"/>
                <a:gd name="csX3" fmla="*/ 1332999 w 1390955"/>
                <a:gd name="csY3" fmla="*/ 1240719 h 1240719"/>
                <a:gd name="csX4" fmla="*/ 57956 w 1390955"/>
                <a:gd name="csY4" fmla="*/ 1240719 h 1240719"/>
                <a:gd name="csX5" fmla="*/ 0 w 1390955"/>
                <a:gd name="csY5" fmla="*/ 1183712 h 1240719"/>
                <a:gd name="csX6" fmla="*/ 57956 w 1390955"/>
                <a:gd name="csY6" fmla="*/ 1126705 h 1240719"/>
                <a:gd name="csX7" fmla="*/ 152017 w 1390955"/>
                <a:gd name="csY7" fmla="*/ 465726 h 1240719"/>
                <a:gd name="csX8" fmla="*/ 152701 w 1390955"/>
                <a:gd name="csY8" fmla="*/ 465726 h 1240719"/>
                <a:gd name="csX9" fmla="*/ 152701 w 1390955"/>
                <a:gd name="csY9" fmla="*/ 497935 h 1240719"/>
                <a:gd name="csX10" fmla="*/ 306809 w 1390955"/>
                <a:gd name="csY10" fmla="*/ 497935 h 1240719"/>
                <a:gd name="csX11" fmla="*/ 306809 w 1390955"/>
                <a:gd name="csY11" fmla="*/ 972908 h 1240719"/>
                <a:gd name="csX12" fmla="*/ 461486 w 1390955"/>
                <a:gd name="csY12" fmla="*/ 972908 h 1240719"/>
                <a:gd name="csX13" fmla="*/ 461486 w 1390955"/>
                <a:gd name="csY13" fmla="*/ 497935 h 1240719"/>
                <a:gd name="csX14" fmla="*/ 616278 w 1390955"/>
                <a:gd name="csY14" fmla="*/ 497935 h 1240719"/>
                <a:gd name="csX15" fmla="*/ 616278 w 1390955"/>
                <a:gd name="csY15" fmla="*/ 972908 h 1240719"/>
                <a:gd name="csX16" fmla="*/ 770954 w 1390955"/>
                <a:gd name="csY16" fmla="*/ 972908 h 1240719"/>
                <a:gd name="csX17" fmla="*/ 770954 w 1390955"/>
                <a:gd name="csY17" fmla="*/ 497935 h 1240719"/>
                <a:gd name="csX18" fmla="*/ 925669 w 1390955"/>
                <a:gd name="csY18" fmla="*/ 497935 h 1240719"/>
                <a:gd name="csX19" fmla="*/ 925669 w 1390955"/>
                <a:gd name="csY19" fmla="*/ 972908 h 1240719"/>
                <a:gd name="csX20" fmla="*/ 1080347 w 1390955"/>
                <a:gd name="csY20" fmla="*/ 972908 h 1240719"/>
                <a:gd name="csX21" fmla="*/ 1080347 w 1390955"/>
                <a:gd name="csY21" fmla="*/ 497935 h 1240719"/>
                <a:gd name="csX22" fmla="*/ 1234492 w 1390955"/>
                <a:gd name="csY22" fmla="*/ 497935 h 1240719"/>
                <a:gd name="csX23" fmla="*/ 1234492 w 1390955"/>
                <a:gd name="csY23" fmla="*/ 465726 h 1240719"/>
                <a:gd name="csX24" fmla="*/ 1235137 w 1390955"/>
                <a:gd name="csY24" fmla="*/ 465726 h 1240719"/>
                <a:gd name="csX25" fmla="*/ 1235137 w 1390955"/>
                <a:gd name="csY25" fmla="*/ 985001 h 1240719"/>
                <a:gd name="csX26" fmla="*/ 1239050 w 1390955"/>
                <a:gd name="csY26" fmla="*/ 986206 h 1240719"/>
                <a:gd name="csX27" fmla="*/ 1267063 w 1390955"/>
                <a:gd name="csY27" fmla="*/ 1020478 h 1240719"/>
                <a:gd name="csX28" fmla="*/ 1272763 w 1390955"/>
                <a:gd name="csY28" fmla="*/ 1048916 h 1240719"/>
                <a:gd name="csX29" fmla="*/ 115344 w 1390955"/>
                <a:gd name="csY29" fmla="*/ 1048916 h 1240719"/>
                <a:gd name="csX30" fmla="*/ 114354 w 1390955"/>
                <a:gd name="csY30" fmla="*/ 1049118 h 1240719"/>
                <a:gd name="csX31" fmla="*/ 120084 w 1390955"/>
                <a:gd name="csY31" fmla="*/ 1020478 h 1240719"/>
                <a:gd name="csX32" fmla="*/ 148075 w 1390955"/>
                <a:gd name="csY32" fmla="*/ 986206 h 1240719"/>
                <a:gd name="csX33" fmla="*/ 152017 w 1390955"/>
                <a:gd name="csY33" fmla="*/ 984993 h 1240719"/>
                <a:gd name="csX34" fmla="*/ 695441 w 1390955"/>
                <a:gd name="csY34" fmla="*/ 98811 h 1240719"/>
                <a:gd name="csX35" fmla="*/ 256949 w 1390955"/>
                <a:gd name="csY35" fmla="*/ 304755 h 1240719"/>
                <a:gd name="csX36" fmla="*/ 257024 w 1390955"/>
                <a:gd name="csY36" fmla="*/ 349639 h 1240719"/>
                <a:gd name="csX37" fmla="*/ 1131958 w 1390955"/>
                <a:gd name="csY37" fmla="*/ 349639 h 1240719"/>
                <a:gd name="csX38" fmla="*/ 1130741 w 1390955"/>
                <a:gd name="csY38" fmla="*/ 301069 h 1240719"/>
                <a:gd name="csX39" fmla="*/ 695441 w 1390955"/>
                <a:gd name="csY39" fmla="*/ 98811 h 1240719"/>
                <a:gd name="csX40" fmla="*/ 692247 w 1390955"/>
                <a:gd name="csY40" fmla="*/ 0 h 1240719"/>
                <a:gd name="csX41" fmla="*/ 1274814 w 1390955"/>
                <a:gd name="csY41" fmla="*/ 271883 h 1240719"/>
                <a:gd name="csX42" fmla="*/ 1314946 w 1390955"/>
                <a:gd name="csY42" fmla="*/ 328243 h 1240719"/>
                <a:gd name="csX43" fmla="*/ 1314946 w 1390955"/>
                <a:gd name="csY43" fmla="*/ 347739 h 1240719"/>
                <a:gd name="csX44" fmla="*/ 1314946 w 1390955"/>
                <a:gd name="csY44" fmla="*/ 349640 h 1240719"/>
                <a:gd name="csX45" fmla="*/ 1314183 w 1390955"/>
                <a:gd name="csY45" fmla="*/ 349640 h 1240719"/>
                <a:gd name="csX46" fmla="*/ 1303617 w 1390955"/>
                <a:gd name="csY46" fmla="*/ 375957 h 1240719"/>
                <a:gd name="csX47" fmla="*/ 1276182 w 1390955"/>
                <a:gd name="csY47" fmla="*/ 387643 h 1240719"/>
                <a:gd name="csX48" fmla="*/ 114773 w 1390955"/>
                <a:gd name="csY48" fmla="*/ 387643 h 1240719"/>
                <a:gd name="csX49" fmla="*/ 87367 w 1390955"/>
                <a:gd name="csY49" fmla="*/ 375957 h 1240719"/>
                <a:gd name="csX50" fmla="*/ 76773 w 1390955"/>
                <a:gd name="csY50" fmla="*/ 349640 h 1240719"/>
                <a:gd name="csX51" fmla="*/ 76008 w 1390955"/>
                <a:gd name="csY51" fmla="*/ 349640 h 1240719"/>
                <a:gd name="csX52" fmla="*/ 76008 w 1390955"/>
                <a:gd name="csY52" fmla="*/ 347739 h 1240719"/>
                <a:gd name="csX53" fmla="*/ 76008 w 1390955"/>
                <a:gd name="csY53" fmla="*/ 327978 h 1240719"/>
                <a:gd name="csX54" fmla="*/ 115190 w 1390955"/>
                <a:gd name="csY54" fmla="*/ 271883 h 12407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</a:cxnLst>
              <a:rect l="l" t="t" r="r" b="b"/>
              <a:pathLst>
                <a:path w="1390955" h="1240719">
                  <a:moveTo>
                    <a:pt x="57956" y="1126705"/>
                  </a:moveTo>
                  <a:lnTo>
                    <a:pt x="1333074" y="1126705"/>
                  </a:lnTo>
                  <a:cubicBezTo>
                    <a:pt x="1364999" y="1126705"/>
                    <a:pt x="1390955" y="1152206"/>
                    <a:pt x="1390955" y="1183712"/>
                  </a:cubicBezTo>
                  <a:cubicBezTo>
                    <a:pt x="1390955" y="1215218"/>
                    <a:pt x="1364999" y="1240719"/>
                    <a:pt x="1332999" y="1240719"/>
                  </a:cubicBezTo>
                  <a:lnTo>
                    <a:pt x="57956" y="1240719"/>
                  </a:lnTo>
                  <a:cubicBezTo>
                    <a:pt x="25956" y="1240719"/>
                    <a:pt x="0" y="1215218"/>
                    <a:pt x="0" y="1183712"/>
                  </a:cubicBezTo>
                  <a:cubicBezTo>
                    <a:pt x="0" y="1152206"/>
                    <a:pt x="25956" y="1126705"/>
                    <a:pt x="57956" y="1126705"/>
                  </a:cubicBezTo>
                  <a:close/>
                  <a:moveTo>
                    <a:pt x="152017" y="465726"/>
                  </a:moveTo>
                  <a:lnTo>
                    <a:pt x="152701" y="465726"/>
                  </a:lnTo>
                  <a:lnTo>
                    <a:pt x="152701" y="497935"/>
                  </a:lnTo>
                  <a:lnTo>
                    <a:pt x="306809" y="497935"/>
                  </a:lnTo>
                  <a:lnTo>
                    <a:pt x="306809" y="972908"/>
                  </a:lnTo>
                  <a:lnTo>
                    <a:pt x="461486" y="972908"/>
                  </a:lnTo>
                  <a:lnTo>
                    <a:pt x="461486" y="497935"/>
                  </a:lnTo>
                  <a:lnTo>
                    <a:pt x="616278" y="497935"/>
                  </a:lnTo>
                  <a:lnTo>
                    <a:pt x="616278" y="972908"/>
                  </a:lnTo>
                  <a:lnTo>
                    <a:pt x="770954" y="972908"/>
                  </a:lnTo>
                  <a:lnTo>
                    <a:pt x="770954" y="497935"/>
                  </a:lnTo>
                  <a:lnTo>
                    <a:pt x="925669" y="497935"/>
                  </a:lnTo>
                  <a:lnTo>
                    <a:pt x="925669" y="972908"/>
                  </a:lnTo>
                  <a:lnTo>
                    <a:pt x="1080347" y="972908"/>
                  </a:lnTo>
                  <a:lnTo>
                    <a:pt x="1080347" y="497935"/>
                  </a:lnTo>
                  <a:lnTo>
                    <a:pt x="1234492" y="497935"/>
                  </a:lnTo>
                  <a:lnTo>
                    <a:pt x="1234492" y="465726"/>
                  </a:lnTo>
                  <a:lnTo>
                    <a:pt x="1235137" y="465726"/>
                  </a:lnTo>
                  <a:lnTo>
                    <a:pt x="1235137" y="985001"/>
                  </a:lnTo>
                  <a:lnTo>
                    <a:pt x="1239050" y="986206"/>
                  </a:lnTo>
                  <a:cubicBezTo>
                    <a:pt x="1251383" y="994603"/>
                    <a:pt x="1261191" y="1006495"/>
                    <a:pt x="1267063" y="1020478"/>
                  </a:cubicBezTo>
                  <a:lnTo>
                    <a:pt x="1272763" y="1048916"/>
                  </a:lnTo>
                  <a:lnTo>
                    <a:pt x="115344" y="1048916"/>
                  </a:lnTo>
                  <a:lnTo>
                    <a:pt x="114354" y="1049118"/>
                  </a:lnTo>
                  <a:lnTo>
                    <a:pt x="120084" y="1020478"/>
                  </a:lnTo>
                  <a:cubicBezTo>
                    <a:pt x="125948" y="1006495"/>
                    <a:pt x="135744" y="994603"/>
                    <a:pt x="148075" y="986206"/>
                  </a:cubicBezTo>
                  <a:lnTo>
                    <a:pt x="152017" y="984993"/>
                  </a:lnTo>
                  <a:close/>
                  <a:moveTo>
                    <a:pt x="695441" y="98811"/>
                  </a:moveTo>
                  <a:cubicBezTo>
                    <a:pt x="695441" y="98811"/>
                    <a:pt x="296701" y="287692"/>
                    <a:pt x="256949" y="304755"/>
                  </a:cubicBezTo>
                  <a:cubicBezTo>
                    <a:pt x="217120" y="321705"/>
                    <a:pt x="230420" y="349639"/>
                    <a:pt x="257024" y="349639"/>
                  </a:cubicBezTo>
                  <a:lnTo>
                    <a:pt x="1131958" y="349639"/>
                  </a:lnTo>
                  <a:cubicBezTo>
                    <a:pt x="1173040" y="349639"/>
                    <a:pt x="1163311" y="318133"/>
                    <a:pt x="1130741" y="301069"/>
                  </a:cubicBezTo>
                  <a:cubicBezTo>
                    <a:pt x="1098133" y="284120"/>
                    <a:pt x="695441" y="98811"/>
                    <a:pt x="695441" y="98811"/>
                  </a:cubicBezTo>
                  <a:close/>
                  <a:moveTo>
                    <a:pt x="692247" y="0"/>
                  </a:moveTo>
                  <a:lnTo>
                    <a:pt x="1274814" y="271883"/>
                  </a:lnTo>
                  <a:cubicBezTo>
                    <a:pt x="1274814" y="271883"/>
                    <a:pt x="1314946" y="280853"/>
                    <a:pt x="1314946" y="328243"/>
                  </a:cubicBezTo>
                  <a:lnTo>
                    <a:pt x="1314946" y="347739"/>
                  </a:lnTo>
                  <a:lnTo>
                    <a:pt x="1314946" y="349640"/>
                  </a:lnTo>
                  <a:lnTo>
                    <a:pt x="1314183" y="349640"/>
                  </a:lnTo>
                  <a:lnTo>
                    <a:pt x="1303617" y="375957"/>
                  </a:lnTo>
                  <a:cubicBezTo>
                    <a:pt x="1296610" y="383178"/>
                    <a:pt x="1286918" y="387643"/>
                    <a:pt x="1276182" y="387643"/>
                  </a:cubicBezTo>
                  <a:lnTo>
                    <a:pt x="114773" y="387643"/>
                  </a:lnTo>
                  <a:cubicBezTo>
                    <a:pt x="104075" y="387643"/>
                    <a:pt x="94384" y="383178"/>
                    <a:pt x="87367" y="375957"/>
                  </a:cubicBezTo>
                  <a:lnTo>
                    <a:pt x="76773" y="349640"/>
                  </a:lnTo>
                  <a:lnTo>
                    <a:pt x="76008" y="349640"/>
                  </a:lnTo>
                  <a:lnTo>
                    <a:pt x="76008" y="347739"/>
                  </a:lnTo>
                  <a:lnTo>
                    <a:pt x="76008" y="327978"/>
                  </a:lnTo>
                  <a:cubicBezTo>
                    <a:pt x="76008" y="287920"/>
                    <a:pt x="115190" y="271883"/>
                    <a:pt x="115190" y="271883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28DD627C-2B82-4F8D-6259-368DF7AC6303}"/>
              </a:ext>
            </a:extLst>
          </p:cNvPr>
          <p:cNvGrpSpPr/>
          <p:nvPr/>
        </p:nvGrpSpPr>
        <p:grpSpPr>
          <a:xfrm>
            <a:off x="4974336" y="3055720"/>
            <a:ext cx="1559293" cy="1495188"/>
            <a:chOff x="5246369" y="2955148"/>
            <a:chExt cx="1287260" cy="1234339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B77FFAF6-1AFD-1224-D459-A455BFB15CCC}"/>
                </a:ext>
              </a:extLst>
            </p:cNvPr>
            <p:cNvSpPr/>
            <p:nvPr/>
          </p:nvSpPr>
          <p:spPr>
            <a:xfrm>
              <a:off x="5375403" y="3426844"/>
              <a:ext cx="150264" cy="604088"/>
            </a:xfrm>
            <a:prstGeom prst="rect">
              <a:avLst/>
            </a:pr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1ADEB0DD-5448-1F0D-63E2-606D2C941FFB}"/>
                </a:ext>
              </a:extLst>
            </p:cNvPr>
            <p:cNvSpPr/>
            <p:nvPr/>
          </p:nvSpPr>
          <p:spPr>
            <a:xfrm>
              <a:off x="6254332" y="3426844"/>
              <a:ext cx="150264" cy="604088"/>
            </a:xfrm>
            <a:prstGeom prst="rect">
              <a:avLst/>
            </a:pr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B2788B68-78A6-A01F-802D-0C1E65C4BE3B}"/>
                </a:ext>
              </a:extLst>
            </p:cNvPr>
            <p:cNvSpPr/>
            <p:nvPr/>
          </p:nvSpPr>
          <p:spPr>
            <a:xfrm>
              <a:off x="5961355" y="3426844"/>
              <a:ext cx="150264" cy="604088"/>
            </a:xfrm>
            <a:prstGeom prst="rect">
              <a:avLst/>
            </a:prstGeom>
            <a:solidFill>
              <a:srgbClr val="FF3B4D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FCB03FC7-BD59-AC3A-4EC0-8BC5D6768EA9}"/>
                </a:ext>
              </a:extLst>
            </p:cNvPr>
            <p:cNvSpPr/>
            <p:nvPr/>
          </p:nvSpPr>
          <p:spPr>
            <a:xfrm>
              <a:off x="5668379" y="3426844"/>
              <a:ext cx="150264" cy="604088"/>
            </a:xfrm>
            <a:prstGeom prst="rect">
              <a:avLst/>
            </a:prstGeom>
            <a:solidFill>
              <a:srgbClr val="FF556E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82C16F97-4F3F-FC01-5938-02E0CD202A98}"/>
                </a:ext>
              </a:extLst>
            </p:cNvPr>
            <p:cNvSpPr/>
            <p:nvPr/>
          </p:nvSpPr>
          <p:spPr>
            <a:xfrm>
              <a:off x="5266743" y="2955148"/>
              <a:ext cx="1246513" cy="473852"/>
            </a:xfrm>
            <a:custGeom>
              <a:avLst/>
              <a:gdLst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60826 h 473852"/>
                <a:gd name="csX3" fmla="*/ 1246493 w 1246493"/>
                <a:gd name="csY3" fmla="*/ 382499 h 473852"/>
                <a:gd name="csX4" fmla="*/ 1246493 w 1246493"/>
                <a:gd name="csY4" fmla="*/ 407387 h 473852"/>
                <a:gd name="csX5" fmla="*/ 1180028 w 1246493"/>
                <a:gd name="csY5" fmla="*/ 473852 h 473852"/>
                <a:gd name="csX6" fmla="*/ 66465 w 1246493"/>
                <a:gd name="csY6" fmla="*/ 473852 h 473852"/>
                <a:gd name="csX7" fmla="*/ 0 w 1246493"/>
                <a:gd name="csY7" fmla="*/ 407387 h 473852"/>
                <a:gd name="csX8" fmla="*/ 0 w 1246493"/>
                <a:gd name="csY8" fmla="*/ 360826 h 473852"/>
                <a:gd name="csX9" fmla="*/ 37188 w 1246493"/>
                <a:gd name="csY9" fmla="*/ 360826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0 w 1246493"/>
                <a:gd name="csY7" fmla="*/ 360826 h 473852"/>
                <a:gd name="csX8" fmla="*/ 37188 w 1246493"/>
                <a:gd name="csY8" fmla="*/ 360826 h 473852"/>
                <a:gd name="csX9" fmla="*/ 624211 w 1246493"/>
                <a:gd name="csY9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382499 h 473852"/>
                <a:gd name="csX3" fmla="*/ 1246493 w 1246493"/>
                <a:gd name="csY3" fmla="*/ 407387 h 473852"/>
                <a:gd name="csX4" fmla="*/ 1180028 w 1246493"/>
                <a:gd name="csY4" fmla="*/ 473852 h 473852"/>
                <a:gd name="csX5" fmla="*/ 66465 w 1246493"/>
                <a:gd name="csY5" fmla="*/ 473852 h 473852"/>
                <a:gd name="csX6" fmla="*/ 0 w 1246493"/>
                <a:gd name="csY6" fmla="*/ 407387 h 473852"/>
                <a:gd name="csX7" fmla="*/ 37188 w 1246493"/>
                <a:gd name="csY7" fmla="*/ 360826 h 473852"/>
                <a:gd name="csX8" fmla="*/ 624211 w 1246493"/>
                <a:gd name="csY8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37188 w 1246493"/>
                <a:gd name="csY6" fmla="*/ 360826 h 473852"/>
                <a:gd name="csX7" fmla="*/ 624211 w 1246493"/>
                <a:gd name="csY7" fmla="*/ 0 h 473852"/>
                <a:gd name="csX0" fmla="*/ 624211 w 1246493"/>
                <a:gd name="csY0" fmla="*/ 0 h 473852"/>
                <a:gd name="csX1" fmla="*/ 1211234 w 1246493"/>
                <a:gd name="csY1" fmla="*/ 360826 h 473852"/>
                <a:gd name="csX2" fmla="*/ 1246493 w 1246493"/>
                <a:gd name="csY2" fmla="*/ 407387 h 473852"/>
                <a:gd name="csX3" fmla="*/ 1180028 w 1246493"/>
                <a:gd name="csY3" fmla="*/ 473852 h 473852"/>
                <a:gd name="csX4" fmla="*/ 66465 w 1246493"/>
                <a:gd name="csY4" fmla="*/ 473852 h 473852"/>
                <a:gd name="csX5" fmla="*/ 0 w 1246493"/>
                <a:gd name="csY5" fmla="*/ 407387 h 473852"/>
                <a:gd name="csX6" fmla="*/ 624211 w 1246493"/>
                <a:gd name="csY6" fmla="*/ 0 h 473852"/>
                <a:gd name="csX0" fmla="*/ 624211 w 1246493"/>
                <a:gd name="csY0" fmla="*/ 0 h 473852"/>
                <a:gd name="csX1" fmla="*/ 1246493 w 1246493"/>
                <a:gd name="csY1" fmla="*/ 407387 h 473852"/>
                <a:gd name="csX2" fmla="*/ 1180028 w 1246493"/>
                <a:gd name="csY2" fmla="*/ 473852 h 473852"/>
                <a:gd name="csX3" fmla="*/ 66465 w 1246493"/>
                <a:gd name="csY3" fmla="*/ 473852 h 473852"/>
                <a:gd name="csX4" fmla="*/ 0 w 1246493"/>
                <a:gd name="csY4" fmla="*/ 407387 h 473852"/>
                <a:gd name="csX5" fmla="*/ 624211 w 124649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  <a:gd name="csX0" fmla="*/ 624231 w 1246513"/>
                <a:gd name="csY0" fmla="*/ 0 h 473852"/>
                <a:gd name="csX1" fmla="*/ 1246513 w 1246513"/>
                <a:gd name="csY1" fmla="*/ 407387 h 473852"/>
                <a:gd name="csX2" fmla="*/ 1180048 w 1246513"/>
                <a:gd name="csY2" fmla="*/ 473852 h 473852"/>
                <a:gd name="csX3" fmla="*/ 66485 w 1246513"/>
                <a:gd name="csY3" fmla="*/ 473852 h 473852"/>
                <a:gd name="csX4" fmla="*/ 20 w 1246513"/>
                <a:gd name="csY4" fmla="*/ 407387 h 473852"/>
                <a:gd name="csX5" fmla="*/ 624231 w 1246513"/>
                <a:gd name="csY5" fmla="*/ 0 h 473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46513" h="473852">
                  <a:moveTo>
                    <a:pt x="624231" y="0"/>
                  </a:moveTo>
                  <a:cubicBezTo>
                    <a:pt x="831658" y="135796"/>
                    <a:pt x="1244826" y="366841"/>
                    <a:pt x="1246513" y="407387"/>
                  </a:cubicBezTo>
                  <a:cubicBezTo>
                    <a:pt x="1246513" y="444095"/>
                    <a:pt x="1216756" y="473852"/>
                    <a:pt x="1180048" y="473852"/>
                  </a:cubicBezTo>
                  <a:lnTo>
                    <a:pt x="66485" y="473852"/>
                  </a:lnTo>
                  <a:cubicBezTo>
                    <a:pt x="29777" y="473852"/>
                    <a:pt x="20" y="444095"/>
                    <a:pt x="20" y="407387"/>
                  </a:cubicBezTo>
                  <a:cubicBezTo>
                    <a:pt x="-3365" y="368746"/>
                    <a:pt x="416161" y="135796"/>
                    <a:pt x="624231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512F6539-3BD6-A187-2791-2B148BFF1970}"/>
                </a:ext>
              </a:extLst>
            </p:cNvPr>
            <p:cNvSpPr/>
            <p:nvPr/>
          </p:nvSpPr>
          <p:spPr>
            <a:xfrm>
              <a:off x="5246369" y="4075473"/>
              <a:ext cx="128726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0000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0A71385D-AC67-04FB-3AD2-3C0FF66FC4A3}"/>
                </a:ext>
              </a:extLst>
            </p:cNvPr>
            <p:cNvSpPr/>
            <p:nvPr/>
          </p:nvSpPr>
          <p:spPr>
            <a:xfrm>
              <a:off x="5300959" y="3992928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DC8B029-0CD3-95ED-6887-E02AC34F065F}"/>
                </a:ext>
              </a:extLst>
            </p:cNvPr>
            <p:cNvSpPr/>
            <p:nvPr/>
          </p:nvSpPr>
          <p:spPr>
            <a:xfrm>
              <a:off x="5300959" y="3380014"/>
              <a:ext cx="1178080" cy="114014"/>
            </a:xfrm>
            <a:custGeom>
              <a:avLst/>
              <a:gdLst>
                <a:gd name="csX0" fmla="*/ 57956 w 1390955"/>
                <a:gd name="csY0" fmla="*/ 0 h 114014"/>
                <a:gd name="csX1" fmla="*/ 1333074 w 1390955"/>
                <a:gd name="csY1" fmla="*/ 0 h 114014"/>
                <a:gd name="csX2" fmla="*/ 1390955 w 1390955"/>
                <a:gd name="csY2" fmla="*/ 57007 h 114014"/>
                <a:gd name="csX3" fmla="*/ 1332999 w 1390955"/>
                <a:gd name="csY3" fmla="*/ 114014 h 114014"/>
                <a:gd name="csX4" fmla="*/ 57956 w 1390955"/>
                <a:gd name="csY4" fmla="*/ 114014 h 114014"/>
                <a:gd name="csX5" fmla="*/ 0 w 1390955"/>
                <a:gd name="csY5" fmla="*/ 57007 h 114014"/>
                <a:gd name="csX6" fmla="*/ 57956 w 1390955"/>
                <a:gd name="csY6" fmla="*/ 0 h 1140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390955" h="114014">
                  <a:moveTo>
                    <a:pt x="57956" y="0"/>
                  </a:moveTo>
                  <a:lnTo>
                    <a:pt x="1333074" y="0"/>
                  </a:lnTo>
                  <a:cubicBezTo>
                    <a:pt x="1364999" y="0"/>
                    <a:pt x="1390955" y="25501"/>
                    <a:pt x="1390955" y="57007"/>
                  </a:cubicBezTo>
                  <a:cubicBezTo>
                    <a:pt x="1390955" y="88513"/>
                    <a:pt x="1364999" y="114014"/>
                    <a:pt x="1332999" y="114014"/>
                  </a:cubicBezTo>
                  <a:lnTo>
                    <a:pt x="57956" y="114014"/>
                  </a:lnTo>
                  <a:cubicBezTo>
                    <a:pt x="25956" y="114014"/>
                    <a:pt x="0" y="88513"/>
                    <a:pt x="0" y="57007"/>
                  </a:cubicBezTo>
                  <a:cubicBezTo>
                    <a:pt x="0" y="25501"/>
                    <a:pt x="25956" y="0"/>
                    <a:pt x="57956" y="0"/>
                  </a:cubicBezTo>
                  <a:close/>
                </a:path>
              </a:pathLst>
            </a:custGeom>
            <a:solidFill>
              <a:srgbClr val="FF6583"/>
            </a:solidFill>
            <a:ln w="206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3C9A75B8-4055-59E3-C465-7FC4ACCB36FE}"/>
              </a:ext>
            </a:extLst>
          </p:cNvPr>
          <p:cNvGrpSpPr/>
          <p:nvPr/>
        </p:nvGrpSpPr>
        <p:grpSpPr>
          <a:xfrm>
            <a:off x="160020" y="3049707"/>
            <a:ext cx="11871960" cy="1501200"/>
            <a:chOff x="320040" y="2292972"/>
            <a:chExt cx="11871960" cy="1501200"/>
          </a:xfrm>
        </p:grpSpPr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C454CA97-0641-FA52-94CF-9EB1D10C8F07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18079F06-2D79-3BF8-F617-31ABF1EF729F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5E94BCFC-63C5-C1CB-75A6-554F337942A6}"/>
              </a:ext>
            </a:extLst>
          </p:cNvPr>
          <p:cNvGrpSpPr/>
          <p:nvPr/>
        </p:nvGrpSpPr>
        <p:grpSpPr>
          <a:xfrm>
            <a:off x="3003813" y="3055720"/>
            <a:ext cx="1293143" cy="1501200"/>
            <a:chOff x="2927789" y="5058986"/>
            <a:chExt cx="1116924" cy="1501200"/>
          </a:xfrm>
        </p:grpSpPr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3B04AEEE-8191-53BF-0987-5FA135CF7176}"/>
                </a:ext>
              </a:extLst>
            </p:cNvPr>
            <p:cNvSpPr/>
            <p:nvPr/>
          </p:nvSpPr>
          <p:spPr>
            <a:xfrm>
              <a:off x="2954655" y="5232571"/>
              <a:ext cx="1090058" cy="1306326"/>
            </a:xfrm>
            <a:custGeom>
              <a:avLst/>
              <a:gdLst>
                <a:gd name="csX0" fmla="*/ 501015 w 1090058"/>
                <a:gd name="csY0" fmla="*/ 352432 h 1306326"/>
                <a:gd name="csX1" fmla="*/ 573405 w 1090058"/>
                <a:gd name="csY1" fmla="*/ 352432 h 1306326"/>
                <a:gd name="csX2" fmla="*/ 573405 w 1090058"/>
                <a:gd name="csY2" fmla="*/ 449222 h 1306326"/>
                <a:gd name="csX3" fmla="*/ 501015 w 1090058"/>
                <a:gd name="csY3" fmla="*/ 449222 h 1306326"/>
                <a:gd name="csX4" fmla="*/ 1048129 w 1090058"/>
                <a:gd name="csY4" fmla="*/ 6 h 1306326"/>
                <a:gd name="csX5" fmla="*/ 1090058 w 1090058"/>
                <a:gd name="csY5" fmla="*/ 41402 h 1306326"/>
                <a:gd name="csX6" fmla="*/ 1090057 w 1090058"/>
                <a:gd name="csY6" fmla="*/ 1203616 h 1306326"/>
                <a:gd name="csX7" fmla="*/ 1083610 w 1090058"/>
                <a:gd name="csY7" fmla="*/ 1219128 h 1306326"/>
                <a:gd name="csX8" fmla="*/ 1083609 w 1090058"/>
                <a:gd name="csY8" fmla="*/ 1222623 h 1306326"/>
                <a:gd name="csX9" fmla="*/ 1079076 w 1090058"/>
                <a:gd name="csY9" fmla="*/ 1230031 h 1306326"/>
                <a:gd name="csX10" fmla="*/ 1077956 w 1090058"/>
                <a:gd name="csY10" fmla="*/ 1232726 h 1306326"/>
                <a:gd name="csX11" fmla="*/ 1068706 w 1090058"/>
                <a:gd name="csY11" fmla="*/ 1236593 h 1306326"/>
                <a:gd name="csX12" fmla="*/ 1068705 w 1090058"/>
                <a:gd name="csY12" fmla="*/ 1234582 h 1306326"/>
                <a:gd name="csX13" fmla="*/ 1042807 w 1090058"/>
                <a:gd name="csY13" fmla="*/ 1241089 h 1306326"/>
                <a:gd name="csX14" fmla="*/ 15655 w 1090058"/>
                <a:gd name="csY14" fmla="*/ 1302284 h 1306326"/>
                <a:gd name="csX15" fmla="*/ 0 w 1090058"/>
                <a:gd name="csY15" fmla="*/ 1306326 h 1306326"/>
                <a:gd name="csX16" fmla="*/ 0 w 1090058"/>
                <a:gd name="csY16" fmla="*/ 1288305 h 1306326"/>
                <a:gd name="csX17" fmla="*/ 56236 w 1090058"/>
                <a:gd name="csY17" fmla="*/ 1260671 h 1306326"/>
                <a:gd name="csX18" fmla="*/ 173480 w 1090058"/>
                <a:gd name="csY18" fmla="*/ 1213159 h 1306326"/>
                <a:gd name="csX19" fmla="*/ 648757 w 1090058"/>
                <a:gd name="csY19" fmla="*/ 1133719 h 1306326"/>
                <a:gd name="csX20" fmla="*/ 655218 w 1090058"/>
                <a:gd name="csY20" fmla="*/ 1134077 h 1306326"/>
                <a:gd name="csX21" fmla="*/ 664423 w 1090058"/>
                <a:gd name="csY21" fmla="*/ 1042500 h 1306326"/>
                <a:gd name="csX22" fmla="*/ 706650 w 1090058"/>
                <a:gd name="csY22" fmla="*/ 1042501 h 1306326"/>
                <a:gd name="csX23" fmla="*/ 706651 w 1090058"/>
                <a:gd name="csY23" fmla="*/ 110504 h 1306326"/>
                <a:gd name="csX24" fmla="*/ 925407 w 1090058"/>
                <a:gd name="csY24" fmla="*/ 6637 h 1306326"/>
                <a:gd name="csX25" fmla="*/ 1048129 w 1090058"/>
                <a:gd name="csY25" fmla="*/ 6 h 13063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90058" h="1306326">
                  <a:moveTo>
                    <a:pt x="501015" y="352432"/>
                  </a:moveTo>
                  <a:lnTo>
                    <a:pt x="573405" y="352432"/>
                  </a:lnTo>
                  <a:lnTo>
                    <a:pt x="573405" y="449222"/>
                  </a:lnTo>
                  <a:lnTo>
                    <a:pt x="501015" y="449222"/>
                  </a:lnTo>
                  <a:close/>
                  <a:moveTo>
                    <a:pt x="1048129" y="6"/>
                  </a:moveTo>
                  <a:cubicBezTo>
                    <a:pt x="1071237" y="-400"/>
                    <a:pt x="1090058" y="18289"/>
                    <a:pt x="1090058" y="41402"/>
                  </a:cubicBezTo>
                  <a:lnTo>
                    <a:pt x="1090057" y="1203616"/>
                  </a:lnTo>
                  <a:lnTo>
                    <a:pt x="1083610" y="1219128"/>
                  </a:lnTo>
                  <a:lnTo>
                    <a:pt x="1083609" y="1222623"/>
                  </a:lnTo>
                  <a:lnTo>
                    <a:pt x="1079076" y="1230031"/>
                  </a:lnTo>
                  <a:lnTo>
                    <a:pt x="1077956" y="1232726"/>
                  </a:lnTo>
                  <a:lnTo>
                    <a:pt x="1068706" y="1236593"/>
                  </a:lnTo>
                  <a:lnTo>
                    <a:pt x="1068705" y="1234582"/>
                  </a:lnTo>
                  <a:lnTo>
                    <a:pt x="1042807" y="1241089"/>
                  </a:lnTo>
                  <a:cubicBezTo>
                    <a:pt x="564318" y="1197282"/>
                    <a:pt x="204341" y="1257091"/>
                    <a:pt x="15655" y="1302284"/>
                  </a:cubicBezTo>
                  <a:lnTo>
                    <a:pt x="0" y="1306326"/>
                  </a:lnTo>
                  <a:lnTo>
                    <a:pt x="0" y="1288305"/>
                  </a:lnTo>
                  <a:lnTo>
                    <a:pt x="56236" y="1260671"/>
                  </a:lnTo>
                  <a:cubicBezTo>
                    <a:pt x="96418" y="1242370"/>
                    <a:pt x="137672" y="1226108"/>
                    <a:pt x="173480" y="1213159"/>
                  </a:cubicBezTo>
                  <a:cubicBezTo>
                    <a:pt x="324474" y="1160490"/>
                    <a:pt x="485808" y="1133681"/>
                    <a:pt x="648757" y="1133719"/>
                  </a:cubicBezTo>
                  <a:lnTo>
                    <a:pt x="655218" y="1134077"/>
                  </a:lnTo>
                  <a:lnTo>
                    <a:pt x="664423" y="1042500"/>
                  </a:lnTo>
                  <a:lnTo>
                    <a:pt x="706650" y="1042501"/>
                  </a:lnTo>
                  <a:lnTo>
                    <a:pt x="706651" y="110504"/>
                  </a:lnTo>
                  <a:cubicBezTo>
                    <a:pt x="779570" y="75881"/>
                    <a:pt x="820509" y="41259"/>
                    <a:pt x="925407" y="6637"/>
                  </a:cubicBezTo>
                  <a:cubicBezTo>
                    <a:pt x="977409" y="2115"/>
                    <a:pt x="1019516" y="505"/>
                    <a:pt x="1048129" y="6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3180B047-3D70-8561-975E-D0266548A66F}"/>
                </a:ext>
              </a:extLst>
            </p:cNvPr>
            <p:cNvSpPr/>
            <p:nvPr/>
          </p:nvSpPr>
          <p:spPr>
            <a:xfrm flipH="1">
              <a:off x="2927789" y="5126581"/>
              <a:ext cx="976924" cy="1433605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16B057D7-54DA-BEE4-419A-69BC27AD1B69}"/>
                </a:ext>
              </a:extLst>
            </p:cNvPr>
            <p:cNvSpPr/>
            <p:nvPr/>
          </p:nvSpPr>
          <p:spPr>
            <a:xfrm flipH="1">
              <a:off x="2929807" y="5058986"/>
              <a:ext cx="755194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A8DEE489-4B30-0540-A83A-1D7F317AE8D4}"/>
                </a:ext>
              </a:extLst>
            </p:cNvPr>
            <p:cNvSpPr/>
            <p:nvPr/>
          </p:nvSpPr>
          <p:spPr>
            <a:xfrm flipH="1">
              <a:off x="2929165" y="5058986"/>
              <a:ext cx="321399" cy="1501186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84D1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E0BA350-8548-64C1-CA81-C8DCE642259A}"/>
              </a:ext>
            </a:extLst>
          </p:cNvPr>
          <p:cNvGrpSpPr/>
          <p:nvPr/>
        </p:nvGrpSpPr>
        <p:grpSpPr>
          <a:xfrm>
            <a:off x="1432775" y="5234009"/>
            <a:ext cx="1944738" cy="1501200"/>
            <a:chOff x="3198423" y="3453690"/>
            <a:chExt cx="1274303" cy="983672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840C1D6-DDE6-B35F-4922-93A177A5E993}"/>
                </a:ext>
              </a:extLst>
            </p:cNvPr>
            <p:cNvSpPr/>
            <p:nvPr/>
          </p:nvSpPr>
          <p:spPr>
            <a:xfrm>
              <a:off x="3198423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AEF622E-C97D-6A18-915F-470C10BC3559}"/>
                </a:ext>
              </a:extLst>
            </p:cNvPr>
            <p:cNvSpPr/>
            <p:nvPr/>
          </p:nvSpPr>
          <p:spPr>
            <a:xfrm>
              <a:off x="3342391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6DBE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21AAD1E0-1F49-C672-0E06-DF398838FB37}"/>
                </a:ext>
              </a:extLst>
            </p:cNvPr>
            <p:cNvSpPr/>
            <p:nvPr/>
          </p:nvSpPr>
          <p:spPr>
            <a:xfrm flipH="1">
              <a:off x="3832590" y="3497982"/>
              <a:ext cx="640136" cy="939380"/>
            </a:xfrm>
            <a:custGeom>
              <a:avLst/>
              <a:gdLst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107888 w 640136"/>
                <a:gd name="csY2" fmla="*/ 72410 h 939380"/>
                <a:gd name="csX3" fmla="*/ 251230 w 640136"/>
                <a:gd name="csY3" fmla="*/ 72410 h 939380"/>
                <a:gd name="csX4" fmla="*/ 251230 w 640136"/>
                <a:gd name="csY4" fmla="*/ 771379 h 939380"/>
                <a:gd name="csX5" fmla="*/ 254886 w 640136"/>
                <a:gd name="csY5" fmla="*/ 771569 h 939380"/>
                <a:gd name="csX6" fmla="*/ 517863 w 640136"/>
                <a:gd name="csY6" fmla="*/ 854508 h 939380"/>
                <a:gd name="csX7" fmla="*/ 640136 w 640136"/>
                <a:gd name="csY7" fmla="*/ 939380 h 939380"/>
                <a:gd name="csX8" fmla="*/ 27054 w 640136"/>
                <a:gd name="csY8" fmla="*/ 815748 h 939380"/>
                <a:gd name="csX9" fmla="*/ 0 w 640136"/>
                <a:gd name="csY9" fmla="*/ 788679 h 939380"/>
                <a:gd name="csX10" fmla="*/ 0 w 640136"/>
                <a:gd name="csY10" fmla="*/ 27130 h 939380"/>
                <a:gd name="csX11" fmla="*/ 27474 w 640136"/>
                <a:gd name="csY11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  <a:gd name="csX0" fmla="*/ 27474 w 640136"/>
                <a:gd name="csY0" fmla="*/ 5 h 939380"/>
                <a:gd name="csX1" fmla="*/ 107888 w 640136"/>
                <a:gd name="csY1" fmla="*/ 4350 h 939380"/>
                <a:gd name="csX2" fmla="*/ 251230 w 640136"/>
                <a:gd name="csY2" fmla="*/ 72410 h 939380"/>
                <a:gd name="csX3" fmla="*/ 251230 w 640136"/>
                <a:gd name="csY3" fmla="*/ 771379 h 939380"/>
                <a:gd name="csX4" fmla="*/ 254886 w 640136"/>
                <a:gd name="csY4" fmla="*/ 771569 h 939380"/>
                <a:gd name="csX5" fmla="*/ 517863 w 640136"/>
                <a:gd name="csY5" fmla="*/ 854508 h 939380"/>
                <a:gd name="csX6" fmla="*/ 640136 w 640136"/>
                <a:gd name="csY6" fmla="*/ 939380 h 939380"/>
                <a:gd name="csX7" fmla="*/ 27054 w 640136"/>
                <a:gd name="csY7" fmla="*/ 815748 h 939380"/>
                <a:gd name="csX8" fmla="*/ 0 w 640136"/>
                <a:gd name="csY8" fmla="*/ 788679 h 939380"/>
                <a:gd name="csX9" fmla="*/ 0 w 640136"/>
                <a:gd name="csY9" fmla="*/ 27130 h 939380"/>
                <a:gd name="csX10" fmla="*/ 27474 w 640136"/>
                <a:gd name="csY10" fmla="*/ 5 h 9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40136" h="939380">
                  <a:moveTo>
                    <a:pt x="27474" y="5"/>
                  </a:moveTo>
                  <a:cubicBezTo>
                    <a:pt x="46223" y="332"/>
                    <a:pt x="73813" y="1387"/>
                    <a:pt x="107888" y="4350"/>
                  </a:cubicBezTo>
                  <a:cubicBezTo>
                    <a:pt x="176624" y="27037"/>
                    <a:pt x="203449" y="49723"/>
                    <a:pt x="251230" y="72410"/>
                  </a:cubicBezTo>
                  <a:lnTo>
                    <a:pt x="251230" y="771379"/>
                  </a:lnTo>
                  <a:lnTo>
                    <a:pt x="254886" y="771569"/>
                  </a:lnTo>
                  <a:cubicBezTo>
                    <a:pt x="346591" y="782223"/>
                    <a:pt x="435868" y="810274"/>
                    <a:pt x="517863" y="854508"/>
                  </a:cubicBezTo>
                  <a:cubicBezTo>
                    <a:pt x="556702" y="876086"/>
                    <a:pt x="607050" y="907733"/>
                    <a:pt x="640136" y="939380"/>
                  </a:cubicBezTo>
                  <a:cubicBezTo>
                    <a:pt x="553444" y="900229"/>
                    <a:pt x="337633" y="818944"/>
                    <a:pt x="27054" y="815748"/>
                  </a:cubicBezTo>
                  <a:cubicBezTo>
                    <a:pt x="12127" y="815594"/>
                    <a:pt x="0" y="803607"/>
                    <a:pt x="0" y="788679"/>
                  </a:cubicBezTo>
                  <a:lnTo>
                    <a:pt x="0" y="27130"/>
                  </a:lnTo>
                  <a:cubicBezTo>
                    <a:pt x="0" y="11985"/>
                    <a:pt x="12332" y="-260"/>
                    <a:pt x="27474" y="5"/>
                  </a:cubicBezTo>
                  <a:close/>
                </a:path>
              </a:pathLst>
            </a:custGeom>
            <a:solidFill>
              <a:srgbClr val="1D7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E4B1901-FAC3-DB05-36BD-431EE1A82A4F}"/>
                </a:ext>
              </a:extLst>
            </p:cNvPr>
            <p:cNvSpPr/>
            <p:nvPr/>
          </p:nvSpPr>
          <p:spPr>
            <a:xfrm flipH="1">
              <a:off x="3833912" y="3453690"/>
              <a:ext cx="494846" cy="983663"/>
            </a:xfrm>
            <a:custGeom>
              <a:avLst/>
              <a:gdLst>
                <a:gd name="csX0" fmla="*/ 27998 w 494846"/>
                <a:gd name="csY0" fmla="*/ 19 h 983663"/>
                <a:gd name="csX1" fmla="*/ 494846 w 494846"/>
                <a:gd name="csY1" fmla="*/ 170906 h 983663"/>
                <a:gd name="csX2" fmla="*/ 494846 w 494846"/>
                <a:gd name="csY2" fmla="*/ 983663 h 983663"/>
                <a:gd name="csX3" fmla="*/ 26823 w 494846"/>
                <a:gd name="csY3" fmla="*/ 814214 h 983663"/>
                <a:gd name="csX4" fmla="*/ 0 w 494846"/>
                <a:gd name="csY4" fmla="*/ 787096 h 983663"/>
                <a:gd name="csX5" fmla="*/ 0 w 494846"/>
                <a:gd name="csY5" fmla="*/ 27137 h 983663"/>
                <a:gd name="csX6" fmla="*/ 27998 w 494846"/>
                <a:gd name="csY6" fmla="*/ 19 h 9836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94846" h="983663">
                  <a:moveTo>
                    <a:pt x="27998" y="19"/>
                  </a:moveTo>
                  <a:cubicBezTo>
                    <a:pt x="103995" y="2827"/>
                    <a:pt x="320162" y="24172"/>
                    <a:pt x="494846" y="170906"/>
                  </a:cubicBezTo>
                  <a:lnTo>
                    <a:pt x="494846" y="983663"/>
                  </a:lnTo>
                  <a:cubicBezTo>
                    <a:pt x="432412" y="933715"/>
                    <a:pt x="266940" y="820875"/>
                    <a:pt x="26823" y="814214"/>
                  </a:cubicBezTo>
                  <a:cubicBezTo>
                    <a:pt x="11967" y="813802"/>
                    <a:pt x="0" y="801958"/>
                    <a:pt x="0" y="787096"/>
                  </a:cubicBezTo>
                  <a:lnTo>
                    <a:pt x="0" y="27137"/>
                  </a:lnTo>
                  <a:cubicBezTo>
                    <a:pt x="0" y="11777"/>
                    <a:pt x="12648" y="-548"/>
                    <a:pt x="27998" y="19"/>
                  </a:cubicBezTo>
                  <a:close/>
                </a:path>
              </a:pathLst>
            </a:custGeom>
            <a:solidFill>
              <a:srgbClr val="5AAFFF"/>
            </a:solidFill>
            <a:ln w="1438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B01116D-B368-0F93-8233-F58676C6B789}"/>
              </a:ext>
            </a:extLst>
          </p:cNvPr>
          <p:cNvGrpSpPr/>
          <p:nvPr/>
        </p:nvGrpSpPr>
        <p:grpSpPr>
          <a:xfrm>
            <a:off x="681327" y="3049707"/>
            <a:ext cx="1934882" cy="1501200"/>
            <a:chOff x="681327" y="3049707"/>
            <a:chExt cx="1934882" cy="150120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EF254E8-D049-29DF-EDF9-9D2900F3C43B}"/>
                </a:ext>
              </a:extLst>
            </p:cNvPr>
            <p:cNvSpPr/>
            <p:nvPr/>
          </p:nvSpPr>
          <p:spPr>
            <a:xfrm>
              <a:off x="683180" y="3807032"/>
              <a:ext cx="1931180" cy="276636"/>
            </a:xfrm>
            <a:custGeom>
              <a:avLst/>
              <a:gdLst>
                <a:gd name="csX0" fmla="*/ 481868 w 1931180"/>
                <a:gd name="csY0" fmla="*/ 0 h 276636"/>
                <a:gd name="csX1" fmla="*/ 1449308 w 1931180"/>
                <a:gd name="csY1" fmla="*/ 0 h 276636"/>
                <a:gd name="csX2" fmla="*/ 1887656 w 1931180"/>
                <a:gd name="csY2" fmla="*/ 208818 h 276636"/>
                <a:gd name="csX3" fmla="*/ 1931180 w 1931180"/>
                <a:gd name="csY3" fmla="*/ 276636 h 276636"/>
                <a:gd name="csX4" fmla="*/ 0 w 1931180"/>
                <a:gd name="csY4" fmla="*/ 276636 h 276636"/>
                <a:gd name="csX5" fmla="*/ 43521 w 1931180"/>
                <a:gd name="csY5" fmla="*/ 208824 h 276636"/>
                <a:gd name="csX6" fmla="*/ 481868 w 1931180"/>
                <a:gd name="csY6" fmla="*/ 0 h 2766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931180" h="276636">
                  <a:moveTo>
                    <a:pt x="481868" y="0"/>
                  </a:moveTo>
                  <a:lnTo>
                    <a:pt x="1449308" y="0"/>
                  </a:lnTo>
                  <a:cubicBezTo>
                    <a:pt x="1620555" y="0"/>
                    <a:pt x="1775495" y="57501"/>
                    <a:pt x="1887656" y="208818"/>
                  </a:cubicBezTo>
                  <a:lnTo>
                    <a:pt x="1931180" y="276636"/>
                  </a:lnTo>
                  <a:lnTo>
                    <a:pt x="0" y="276636"/>
                  </a:lnTo>
                  <a:lnTo>
                    <a:pt x="43521" y="208824"/>
                  </a:lnTo>
                  <a:cubicBezTo>
                    <a:pt x="155685" y="57505"/>
                    <a:pt x="310624" y="0"/>
                    <a:pt x="48186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3D0E7AB2-0483-7888-BC85-CD9A5609FAF6}"/>
                </a:ext>
              </a:extLst>
            </p:cNvPr>
            <p:cNvSpPr/>
            <p:nvPr/>
          </p:nvSpPr>
          <p:spPr>
            <a:xfrm>
              <a:off x="1381886" y="4117225"/>
              <a:ext cx="533763" cy="433682"/>
            </a:xfrm>
            <a:custGeom>
              <a:avLst/>
              <a:gdLst>
                <a:gd name="csX0" fmla="*/ 14691 w 519906"/>
                <a:gd name="csY0" fmla="*/ 129978 h 422423"/>
                <a:gd name="csX1" fmla="*/ 0 w 519906"/>
                <a:gd name="csY1" fmla="*/ 189831 h 422423"/>
                <a:gd name="csX2" fmla="*/ 259953 w 519906"/>
                <a:gd name="csY2" fmla="*/ 422423 h 422423"/>
                <a:gd name="csX3" fmla="*/ 519906 w 519906"/>
                <a:gd name="csY3" fmla="*/ 189831 h 422423"/>
                <a:gd name="csX4" fmla="*/ 506080 w 519906"/>
                <a:gd name="csY4" fmla="*/ 131856 h 422423"/>
                <a:gd name="csX5" fmla="*/ 259938 w 519906"/>
                <a:gd name="csY5" fmla="*/ 0 h 422423"/>
                <a:gd name="csX6" fmla="*/ 14691 w 519906"/>
                <a:gd name="csY6" fmla="*/ 129978 h 4224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19906" h="422423">
                  <a:moveTo>
                    <a:pt x="14691" y="129978"/>
                  </a:moveTo>
                  <a:cubicBezTo>
                    <a:pt x="5411" y="149333"/>
                    <a:pt x="0" y="169291"/>
                    <a:pt x="0" y="189831"/>
                  </a:cubicBezTo>
                  <a:cubicBezTo>
                    <a:pt x="0" y="283935"/>
                    <a:pt x="101536" y="367798"/>
                    <a:pt x="259953" y="422423"/>
                  </a:cubicBezTo>
                  <a:cubicBezTo>
                    <a:pt x="418370" y="367798"/>
                    <a:pt x="519906" y="283935"/>
                    <a:pt x="519906" y="189831"/>
                  </a:cubicBezTo>
                  <a:cubicBezTo>
                    <a:pt x="519906" y="169954"/>
                    <a:pt x="514793" y="150625"/>
                    <a:pt x="506080" y="131856"/>
                  </a:cubicBezTo>
                  <a:lnTo>
                    <a:pt x="259938" y="0"/>
                  </a:lnTo>
                  <a:lnTo>
                    <a:pt x="14691" y="129978"/>
                  </a:ln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74A4A60-F939-1CFD-BB3E-B77B1354BF9B}"/>
                </a:ext>
              </a:extLst>
            </p:cNvPr>
            <p:cNvSpPr/>
            <p:nvPr/>
          </p:nvSpPr>
          <p:spPr>
            <a:xfrm>
              <a:off x="681327" y="3917071"/>
              <a:ext cx="1934882" cy="366958"/>
            </a:xfrm>
            <a:custGeom>
              <a:avLst/>
              <a:gdLst>
                <a:gd name="csX0" fmla="*/ 1413488 w 1884651"/>
                <a:gd name="csY0" fmla="*/ 0 h 357432"/>
                <a:gd name="csX1" fmla="*/ 471163 w 1884651"/>
                <a:gd name="csY1" fmla="*/ 0 h 357432"/>
                <a:gd name="csX2" fmla="*/ 0 w 1884651"/>
                <a:gd name="csY2" fmla="*/ 162470 h 357432"/>
                <a:gd name="csX3" fmla="*/ 471163 w 1884651"/>
                <a:gd name="csY3" fmla="*/ 357432 h 357432"/>
                <a:gd name="csX4" fmla="*/ 942326 w 1884651"/>
                <a:gd name="csY4" fmla="*/ 194962 h 357432"/>
                <a:gd name="csX5" fmla="*/ 1413488 w 1884651"/>
                <a:gd name="csY5" fmla="*/ 357432 h 357432"/>
                <a:gd name="csX6" fmla="*/ 1884651 w 1884651"/>
                <a:gd name="csY6" fmla="*/ 162466 h 357432"/>
                <a:gd name="csX7" fmla="*/ 1413488 w 1884651"/>
                <a:gd name="csY7" fmla="*/ 0 h 357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884651" h="357432">
                  <a:moveTo>
                    <a:pt x="1413488" y="0"/>
                  </a:moveTo>
                  <a:lnTo>
                    <a:pt x="471163" y="0"/>
                  </a:lnTo>
                  <a:cubicBezTo>
                    <a:pt x="280537" y="0"/>
                    <a:pt x="110653" y="43656"/>
                    <a:pt x="0" y="162470"/>
                  </a:cubicBezTo>
                  <a:cubicBezTo>
                    <a:pt x="110653" y="281277"/>
                    <a:pt x="280537" y="357432"/>
                    <a:pt x="471163" y="357432"/>
                  </a:cubicBezTo>
                  <a:cubicBezTo>
                    <a:pt x="661789" y="357432"/>
                    <a:pt x="831672" y="313772"/>
                    <a:pt x="942326" y="194962"/>
                  </a:cubicBezTo>
                  <a:cubicBezTo>
                    <a:pt x="1052979" y="313772"/>
                    <a:pt x="1222863" y="357432"/>
                    <a:pt x="1413488" y="357432"/>
                  </a:cubicBezTo>
                  <a:cubicBezTo>
                    <a:pt x="1604114" y="357432"/>
                    <a:pt x="1773998" y="281277"/>
                    <a:pt x="1884651" y="162466"/>
                  </a:cubicBezTo>
                  <a:cubicBezTo>
                    <a:pt x="1774001" y="43653"/>
                    <a:pt x="1604118" y="0"/>
                    <a:pt x="1413488" y="0"/>
                  </a:cubicBezTo>
                  <a:close/>
                </a:path>
              </a:pathLst>
            </a:custGeom>
            <a:solidFill>
              <a:srgbClr val="E685ED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E68C160-CDC2-CFA2-5C56-3A6441C4E539}"/>
                </a:ext>
              </a:extLst>
            </p:cNvPr>
            <p:cNvSpPr/>
            <p:nvPr/>
          </p:nvSpPr>
          <p:spPr>
            <a:xfrm>
              <a:off x="1327150" y="3049707"/>
              <a:ext cx="643236" cy="683213"/>
            </a:xfrm>
            <a:custGeom>
              <a:avLst/>
              <a:gdLst>
                <a:gd name="csX0" fmla="*/ 227458 w 454914"/>
                <a:gd name="csY0" fmla="*/ 0 h 665476"/>
                <a:gd name="csX1" fmla="*/ 0 w 454914"/>
                <a:gd name="csY1" fmla="*/ 519902 h 665476"/>
                <a:gd name="csX2" fmla="*/ 14698 w 454914"/>
                <a:gd name="csY2" fmla="*/ 665477 h 665476"/>
                <a:gd name="csX3" fmla="*/ 440221 w 454914"/>
                <a:gd name="csY3" fmla="*/ 665477 h 665476"/>
                <a:gd name="csX4" fmla="*/ 454915 w 454914"/>
                <a:gd name="csY4" fmla="*/ 519902 h 665476"/>
                <a:gd name="csX5" fmla="*/ 227458 w 454914"/>
                <a:gd name="csY5" fmla="*/ 0 h 665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54914" h="665476">
                  <a:moveTo>
                    <a:pt x="227458" y="0"/>
                  </a:moveTo>
                  <a:cubicBezTo>
                    <a:pt x="88844" y="122101"/>
                    <a:pt x="0" y="309554"/>
                    <a:pt x="0" y="519902"/>
                  </a:cubicBezTo>
                  <a:cubicBezTo>
                    <a:pt x="0" y="569930"/>
                    <a:pt x="5172" y="618607"/>
                    <a:pt x="14698" y="665477"/>
                  </a:cubicBezTo>
                  <a:lnTo>
                    <a:pt x="440221" y="665477"/>
                  </a:lnTo>
                  <a:cubicBezTo>
                    <a:pt x="449747" y="618607"/>
                    <a:pt x="454915" y="569938"/>
                    <a:pt x="454915" y="519902"/>
                  </a:cubicBezTo>
                  <a:cubicBezTo>
                    <a:pt x="454915" y="309558"/>
                    <a:pt x="366071" y="122101"/>
                    <a:pt x="227458" y="0"/>
                  </a:cubicBezTo>
                  <a:close/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C72A204-DC10-A843-8800-F0406637C0FC}"/>
                </a:ext>
              </a:extLst>
            </p:cNvPr>
            <p:cNvSpPr/>
            <p:nvPr/>
          </p:nvSpPr>
          <p:spPr>
            <a:xfrm>
              <a:off x="881487" y="3450051"/>
              <a:ext cx="767280" cy="667278"/>
            </a:xfrm>
            <a:custGeom>
              <a:avLst/>
              <a:gdLst>
                <a:gd name="csX0" fmla="*/ 519904 w 747361"/>
                <a:gd name="csY0" fmla="*/ 194942 h 649955"/>
                <a:gd name="csX1" fmla="*/ 105 w 747361"/>
                <a:gd name="csY1" fmla="*/ 69 h 649955"/>
                <a:gd name="csX2" fmla="*/ 224282 w 747361"/>
                <a:gd name="csY2" fmla="*/ 454925 h 649955"/>
                <a:gd name="csX3" fmla="*/ 747361 w 747361"/>
                <a:gd name="csY3" fmla="*/ 649865 h 649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5">
                  <a:moveTo>
                    <a:pt x="519904" y="194942"/>
                  </a:moveTo>
                  <a:cubicBezTo>
                    <a:pt x="372710" y="77060"/>
                    <a:pt x="169410" y="-2674"/>
                    <a:pt x="105" y="69"/>
                  </a:cubicBezTo>
                  <a:cubicBezTo>
                    <a:pt x="-3227" y="155567"/>
                    <a:pt x="73113" y="323478"/>
                    <a:pt x="224282" y="454925"/>
                  </a:cubicBezTo>
                  <a:cubicBezTo>
                    <a:pt x="375452" y="586372"/>
                    <a:pt x="568540" y="652762"/>
                    <a:pt x="747361" y="649865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DAA536D4-D458-54D8-C40A-9DF2D9800D17}"/>
                </a:ext>
              </a:extLst>
            </p:cNvPr>
            <p:cNvSpPr/>
            <p:nvPr/>
          </p:nvSpPr>
          <p:spPr>
            <a:xfrm>
              <a:off x="1648767" y="3450056"/>
              <a:ext cx="767280" cy="667274"/>
            </a:xfrm>
            <a:custGeom>
              <a:avLst/>
              <a:gdLst>
                <a:gd name="csX0" fmla="*/ 0 w 747361"/>
                <a:gd name="csY0" fmla="*/ 649860 h 649951"/>
                <a:gd name="csX1" fmla="*/ 523079 w 747361"/>
                <a:gd name="csY1" fmla="*/ 454920 h 649951"/>
                <a:gd name="csX2" fmla="*/ 747257 w 747361"/>
                <a:gd name="csY2" fmla="*/ 64 h 649951"/>
                <a:gd name="csX3" fmla="*/ 227458 w 747361"/>
                <a:gd name="csY3" fmla="*/ 194934 h 649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47361" h="649951">
                  <a:moveTo>
                    <a:pt x="0" y="649860"/>
                  </a:moveTo>
                  <a:cubicBezTo>
                    <a:pt x="178821" y="652757"/>
                    <a:pt x="371913" y="586371"/>
                    <a:pt x="523079" y="454920"/>
                  </a:cubicBezTo>
                  <a:cubicBezTo>
                    <a:pt x="674245" y="323470"/>
                    <a:pt x="750584" y="155566"/>
                    <a:pt x="747257" y="64"/>
                  </a:cubicBezTo>
                  <a:cubicBezTo>
                    <a:pt x="580274" y="-2641"/>
                    <a:pt x="373573" y="80247"/>
                    <a:pt x="227458" y="194934"/>
                  </a:cubicBezTo>
                </a:path>
              </a:pathLst>
            </a:custGeom>
            <a:solidFill>
              <a:srgbClr val="E5ACF4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D846E9E-AAC0-65E8-6443-8E1985E5A3AC}"/>
                </a:ext>
              </a:extLst>
            </p:cNvPr>
            <p:cNvSpPr/>
            <p:nvPr/>
          </p:nvSpPr>
          <p:spPr>
            <a:xfrm>
              <a:off x="995781" y="3571262"/>
              <a:ext cx="652986" cy="583975"/>
            </a:xfrm>
            <a:custGeom>
              <a:avLst/>
              <a:gdLst>
                <a:gd name="csX0" fmla="*/ 77 w 552397"/>
                <a:gd name="csY0" fmla="*/ 54 h 455006"/>
                <a:gd name="csX1" fmla="*/ 165772 w 552397"/>
                <a:gd name="csY1" fmla="*/ 318476 h 455006"/>
                <a:gd name="csX2" fmla="*/ 552398 w 552397"/>
                <a:gd name="csY2" fmla="*/ 454943 h 455006"/>
                <a:gd name="csX3" fmla="*/ 357436 w 552397"/>
                <a:gd name="csY3" fmla="*/ 129966 h 455006"/>
                <a:gd name="csX4" fmla="*/ 77 w 552397"/>
                <a:gd name="csY4" fmla="*/ 54 h 4550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6">
                  <a:moveTo>
                    <a:pt x="77" y="54"/>
                  </a:moveTo>
                  <a:cubicBezTo>
                    <a:pt x="-2385" y="108907"/>
                    <a:pt x="54040" y="226452"/>
                    <a:pt x="165772" y="318476"/>
                  </a:cubicBezTo>
                  <a:cubicBezTo>
                    <a:pt x="277504" y="410496"/>
                    <a:pt x="420226" y="456968"/>
                    <a:pt x="552398" y="454943"/>
                  </a:cubicBezTo>
                  <a:lnTo>
                    <a:pt x="357436" y="129966"/>
                  </a:lnTo>
                  <a:cubicBezTo>
                    <a:pt x="248641" y="47435"/>
                    <a:pt x="125215" y="-1867"/>
                    <a:pt x="77" y="54"/>
                  </a:cubicBezTo>
                  <a:close/>
                </a:path>
              </a:pathLst>
            </a:custGeom>
            <a:solidFill>
              <a:srgbClr val="DA95F2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A6246738-5C36-DB35-B142-9FB4AD23B93D}"/>
                </a:ext>
              </a:extLst>
            </p:cNvPr>
            <p:cNvSpPr/>
            <p:nvPr/>
          </p:nvSpPr>
          <p:spPr>
            <a:xfrm>
              <a:off x="1648767" y="3571257"/>
              <a:ext cx="652986" cy="583972"/>
            </a:xfrm>
            <a:custGeom>
              <a:avLst/>
              <a:gdLst>
                <a:gd name="csX0" fmla="*/ 194966 w 552397"/>
                <a:gd name="csY0" fmla="*/ 129966 h 455003"/>
                <a:gd name="csX1" fmla="*/ 0 w 552397"/>
                <a:gd name="csY1" fmla="*/ 454939 h 455003"/>
                <a:gd name="csX2" fmla="*/ 386626 w 552397"/>
                <a:gd name="csY2" fmla="*/ 318472 h 455003"/>
                <a:gd name="csX3" fmla="*/ 552321 w 552397"/>
                <a:gd name="csY3" fmla="*/ 50 h 455003"/>
                <a:gd name="csX4" fmla="*/ 194966 w 552397"/>
                <a:gd name="csY4" fmla="*/ 129966 h 4550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2397" h="455003">
                  <a:moveTo>
                    <a:pt x="194966" y="129966"/>
                  </a:moveTo>
                  <a:lnTo>
                    <a:pt x="0" y="454939"/>
                  </a:lnTo>
                  <a:cubicBezTo>
                    <a:pt x="132172" y="456971"/>
                    <a:pt x="274894" y="410496"/>
                    <a:pt x="386626" y="318472"/>
                  </a:cubicBezTo>
                  <a:cubicBezTo>
                    <a:pt x="498358" y="226451"/>
                    <a:pt x="554783" y="108911"/>
                    <a:pt x="552321" y="50"/>
                  </a:cubicBezTo>
                  <a:cubicBezTo>
                    <a:pt x="428902" y="-1838"/>
                    <a:pt x="302961" y="49681"/>
                    <a:pt x="194966" y="129966"/>
                  </a:cubicBezTo>
                  <a:close/>
                </a:path>
              </a:pathLst>
            </a:custGeom>
            <a:solidFill>
              <a:srgbClr val="DA95F2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96B023C-ED98-BDBB-DD8C-C9A827558CB8}"/>
                </a:ext>
              </a:extLst>
            </p:cNvPr>
            <p:cNvSpPr/>
            <p:nvPr/>
          </p:nvSpPr>
          <p:spPr>
            <a:xfrm>
              <a:off x="1379892" y="3304379"/>
              <a:ext cx="537752" cy="850725"/>
            </a:xfrm>
            <a:custGeom>
              <a:avLst/>
              <a:gdLst>
                <a:gd name="csX0" fmla="*/ 0 w 454914"/>
                <a:gd name="csY0" fmla="*/ 292445 h 584889"/>
                <a:gd name="csX1" fmla="*/ 227458 w 454914"/>
                <a:gd name="csY1" fmla="*/ 584890 h 584889"/>
                <a:gd name="csX2" fmla="*/ 454915 w 454914"/>
                <a:gd name="csY2" fmla="*/ 292445 h 584889"/>
                <a:gd name="csX3" fmla="*/ 227458 w 454914"/>
                <a:gd name="csY3" fmla="*/ 0 h 584889"/>
                <a:gd name="csX4" fmla="*/ 0 w 454914"/>
                <a:gd name="csY4" fmla="*/ 292445 h 5848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54914" h="584889">
                  <a:moveTo>
                    <a:pt x="0" y="292445"/>
                  </a:moveTo>
                  <a:cubicBezTo>
                    <a:pt x="0" y="410762"/>
                    <a:pt x="88844" y="516210"/>
                    <a:pt x="227458" y="584890"/>
                  </a:cubicBezTo>
                  <a:cubicBezTo>
                    <a:pt x="366071" y="516210"/>
                    <a:pt x="454915" y="410762"/>
                    <a:pt x="454915" y="292445"/>
                  </a:cubicBezTo>
                  <a:cubicBezTo>
                    <a:pt x="454915" y="174128"/>
                    <a:pt x="366071" y="68679"/>
                    <a:pt x="227458" y="0"/>
                  </a:cubicBezTo>
                  <a:cubicBezTo>
                    <a:pt x="88844" y="68679"/>
                    <a:pt x="0" y="174124"/>
                    <a:pt x="0" y="292445"/>
                  </a:cubicBezTo>
                  <a:close/>
                </a:path>
              </a:pathLst>
            </a:custGeom>
            <a:solidFill>
              <a:srgbClr val="D182F0"/>
            </a:solidFill>
            <a:ln w="207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38559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131592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61560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E13B530-3731-6134-B3F4-FEE5EA68548A}"/>
              </a:ext>
            </a:extLst>
          </p:cNvPr>
          <p:cNvGrpSpPr/>
          <p:nvPr/>
        </p:nvGrpSpPr>
        <p:grpSpPr>
          <a:xfrm>
            <a:off x="6637835" y="2292972"/>
            <a:ext cx="1300454" cy="1501200"/>
            <a:chOff x="7568654" y="2292972"/>
            <a:chExt cx="1300454" cy="1501200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5202DEE6-46B5-1A3F-5ED1-DE476D12C716}"/>
                </a:ext>
              </a:extLst>
            </p:cNvPr>
            <p:cNvSpPr/>
            <p:nvPr/>
          </p:nvSpPr>
          <p:spPr>
            <a:xfrm>
              <a:off x="7868308" y="22929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7714D1D-0B0B-8ECC-6B61-98DB02D0A5ED}"/>
                </a:ext>
              </a:extLst>
            </p:cNvPr>
            <p:cNvSpPr/>
            <p:nvPr/>
          </p:nvSpPr>
          <p:spPr>
            <a:xfrm>
              <a:off x="7967468" y="23931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01B3D6A-B8D2-B228-EAC8-C3244FA466A2}"/>
                </a:ext>
              </a:extLst>
            </p:cNvPr>
            <p:cNvSpPr/>
            <p:nvPr/>
          </p:nvSpPr>
          <p:spPr>
            <a:xfrm>
              <a:off x="7568654" y="24945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0E6BF5B-7FFA-9C74-8D53-525F6219D06C}"/>
                </a:ext>
              </a:extLst>
            </p:cNvPr>
            <p:cNvSpPr/>
            <p:nvPr/>
          </p:nvSpPr>
          <p:spPr>
            <a:xfrm>
              <a:off x="7667814" y="25947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5565816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263146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8072058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5DFA75-46A7-958F-3D79-82C543F26C96}"/>
              </a:ext>
            </a:extLst>
          </p:cNvPr>
          <p:cNvGrpSpPr/>
          <p:nvPr/>
        </p:nvGrpSpPr>
        <p:grpSpPr>
          <a:xfrm>
            <a:off x="9506284" y="2292972"/>
            <a:ext cx="1300454" cy="1501200"/>
            <a:chOff x="10813794" y="2292972"/>
            <a:chExt cx="1300454" cy="1501200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3AEC0D9-5828-2FB8-20C5-2FD660C59D61}"/>
                </a:ext>
              </a:extLst>
            </p:cNvPr>
            <p:cNvSpPr/>
            <p:nvPr/>
          </p:nvSpPr>
          <p:spPr>
            <a:xfrm>
              <a:off x="11119882" y="2292972"/>
              <a:ext cx="994366" cy="1299600"/>
            </a:xfrm>
            <a:custGeom>
              <a:avLst/>
              <a:gdLst>
                <a:gd name="csX0" fmla="*/ 142715 w 994366"/>
                <a:gd name="csY0" fmla="*/ 0 h 1299600"/>
                <a:gd name="csX1" fmla="*/ 845217 w 994366"/>
                <a:gd name="csY1" fmla="*/ 0 h 1299600"/>
                <a:gd name="csX2" fmla="*/ 994366 w 994366"/>
                <a:gd name="csY2" fmla="*/ 149149 h 1299600"/>
                <a:gd name="csX3" fmla="*/ 994366 w 994366"/>
                <a:gd name="csY3" fmla="*/ 1150451 h 1299600"/>
                <a:gd name="csX4" fmla="*/ 845217 w 994366"/>
                <a:gd name="csY4" fmla="*/ 1299600 h 1299600"/>
                <a:gd name="csX5" fmla="*/ 794960 w 994366"/>
                <a:gd name="csY5" fmla="*/ 1299600 h 1299600"/>
                <a:gd name="csX6" fmla="*/ 794960 w 994366"/>
                <a:gd name="csY6" fmla="*/ 358731 h 1299600"/>
                <a:gd name="csX7" fmla="*/ 553509 w 994366"/>
                <a:gd name="csY7" fmla="*/ 117280 h 1299600"/>
                <a:gd name="csX8" fmla="*/ 0 w 994366"/>
                <a:gd name="csY8" fmla="*/ 117280 h 1299600"/>
                <a:gd name="csX9" fmla="*/ 5287 w 994366"/>
                <a:gd name="csY9" fmla="*/ 91094 h 1299600"/>
                <a:gd name="csX10" fmla="*/ 142715 w 994366"/>
                <a:gd name="csY10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94366" h="1299600">
                  <a:moveTo>
                    <a:pt x="142715" y="0"/>
                  </a:moveTo>
                  <a:lnTo>
                    <a:pt x="845217" y="0"/>
                  </a:lnTo>
                  <a:cubicBezTo>
                    <a:pt x="927590" y="0"/>
                    <a:pt x="994366" y="66776"/>
                    <a:pt x="994366" y="149149"/>
                  </a:cubicBezTo>
                  <a:lnTo>
                    <a:pt x="994366" y="1150451"/>
                  </a:lnTo>
                  <a:cubicBezTo>
                    <a:pt x="994366" y="1232824"/>
                    <a:pt x="927590" y="1299600"/>
                    <a:pt x="845217" y="1299600"/>
                  </a:cubicBezTo>
                  <a:lnTo>
                    <a:pt x="794960" y="1299600"/>
                  </a:lnTo>
                  <a:lnTo>
                    <a:pt x="794960" y="358731"/>
                  </a:lnTo>
                  <a:cubicBezTo>
                    <a:pt x="794960" y="225381"/>
                    <a:pt x="686859" y="117280"/>
                    <a:pt x="553509" y="117280"/>
                  </a:cubicBezTo>
                  <a:lnTo>
                    <a:pt x="0" y="117280"/>
                  </a:lnTo>
                  <a:lnTo>
                    <a:pt x="5287" y="91094"/>
                  </a:lnTo>
                  <a:cubicBezTo>
                    <a:pt x="27929" y="37562"/>
                    <a:pt x="80936" y="0"/>
                    <a:pt x="142715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C5C0DA1-8418-655B-6EC4-DEA43D3E1E22}"/>
                </a:ext>
              </a:extLst>
            </p:cNvPr>
            <p:cNvSpPr/>
            <p:nvPr/>
          </p:nvSpPr>
          <p:spPr>
            <a:xfrm>
              <a:off x="10813794" y="2494572"/>
              <a:ext cx="1000800" cy="1299600"/>
            </a:xfrm>
            <a:custGeom>
              <a:avLst/>
              <a:gdLst>
                <a:gd name="csX0" fmla="*/ 149050 w 1000800"/>
                <a:gd name="csY0" fmla="*/ 100221 h 1299600"/>
                <a:gd name="csX1" fmla="*/ 99160 w 1000800"/>
                <a:gd name="csY1" fmla="*/ 150111 h 1299600"/>
                <a:gd name="csX2" fmla="*/ 99160 w 1000800"/>
                <a:gd name="csY2" fmla="*/ 1149707 h 1299600"/>
                <a:gd name="csX3" fmla="*/ 149050 w 1000800"/>
                <a:gd name="csY3" fmla="*/ 1199597 h 1299600"/>
                <a:gd name="csX4" fmla="*/ 851751 w 1000800"/>
                <a:gd name="csY4" fmla="*/ 1199597 h 1299600"/>
                <a:gd name="csX5" fmla="*/ 901641 w 1000800"/>
                <a:gd name="csY5" fmla="*/ 1149707 h 1299600"/>
                <a:gd name="csX6" fmla="*/ 901641 w 1000800"/>
                <a:gd name="csY6" fmla="*/ 150111 h 1299600"/>
                <a:gd name="csX7" fmla="*/ 851751 w 1000800"/>
                <a:gd name="csY7" fmla="*/ 100221 h 1299600"/>
                <a:gd name="csX8" fmla="*/ 149149 w 1000800"/>
                <a:gd name="csY8" fmla="*/ 0 h 1299600"/>
                <a:gd name="csX9" fmla="*/ 851651 w 1000800"/>
                <a:gd name="csY9" fmla="*/ 0 h 1299600"/>
                <a:gd name="csX10" fmla="*/ 1000800 w 1000800"/>
                <a:gd name="csY10" fmla="*/ 149149 h 1299600"/>
                <a:gd name="csX11" fmla="*/ 1000800 w 1000800"/>
                <a:gd name="csY11" fmla="*/ 1150451 h 1299600"/>
                <a:gd name="csX12" fmla="*/ 851651 w 1000800"/>
                <a:gd name="csY12" fmla="*/ 1299600 h 1299600"/>
                <a:gd name="csX13" fmla="*/ 149149 w 1000800"/>
                <a:gd name="csY13" fmla="*/ 1299600 h 1299600"/>
                <a:gd name="csX14" fmla="*/ 0 w 1000800"/>
                <a:gd name="csY14" fmla="*/ 1150451 h 1299600"/>
                <a:gd name="csX15" fmla="*/ 0 w 1000800"/>
                <a:gd name="csY15" fmla="*/ 149149 h 1299600"/>
                <a:gd name="csX16" fmla="*/ 149149 w 1000800"/>
                <a:gd name="csY16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000800" h="1299600">
                  <a:moveTo>
                    <a:pt x="149050" y="100221"/>
                  </a:moveTo>
                  <a:cubicBezTo>
                    <a:pt x="121497" y="100221"/>
                    <a:pt x="99160" y="122558"/>
                    <a:pt x="99160" y="150111"/>
                  </a:cubicBezTo>
                  <a:lnTo>
                    <a:pt x="99160" y="1149707"/>
                  </a:lnTo>
                  <a:cubicBezTo>
                    <a:pt x="99160" y="1177260"/>
                    <a:pt x="121497" y="1199597"/>
                    <a:pt x="149050" y="1199597"/>
                  </a:cubicBezTo>
                  <a:lnTo>
                    <a:pt x="851751" y="1199597"/>
                  </a:lnTo>
                  <a:cubicBezTo>
                    <a:pt x="879304" y="1199597"/>
                    <a:pt x="901641" y="1177260"/>
                    <a:pt x="901641" y="1149707"/>
                  </a:cubicBezTo>
                  <a:lnTo>
                    <a:pt x="901641" y="150111"/>
                  </a:lnTo>
                  <a:cubicBezTo>
                    <a:pt x="901641" y="122558"/>
                    <a:pt x="879304" y="100221"/>
                    <a:pt x="851751" y="100221"/>
                  </a:cubicBezTo>
                  <a:close/>
                  <a:moveTo>
                    <a:pt x="149149" y="0"/>
                  </a:moveTo>
                  <a:lnTo>
                    <a:pt x="851651" y="0"/>
                  </a:lnTo>
                  <a:cubicBezTo>
                    <a:pt x="934024" y="0"/>
                    <a:pt x="1000800" y="66776"/>
                    <a:pt x="1000800" y="149149"/>
                  </a:cubicBezTo>
                  <a:lnTo>
                    <a:pt x="1000800" y="1150451"/>
                  </a:lnTo>
                  <a:cubicBezTo>
                    <a:pt x="1000800" y="1232824"/>
                    <a:pt x="934024" y="1299600"/>
                    <a:pt x="851651" y="1299600"/>
                  </a:cubicBezTo>
                  <a:lnTo>
                    <a:pt x="149149" y="1299600"/>
                  </a:lnTo>
                  <a:cubicBezTo>
                    <a:pt x="66776" y="1299600"/>
                    <a:pt x="0" y="1232824"/>
                    <a:pt x="0" y="1150451"/>
                  </a:cubicBezTo>
                  <a:lnTo>
                    <a:pt x="0" y="149149"/>
                  </a:lnTo>
                  <a:cubicBezTo>
                    <a:pt x="0" y="66776"/>
                    <a:pt x="66776" y="0"/>
                    <a:pt x="149149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2697369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A5332B49-81DA-2D0E-EB26-DDE65500F3B0}"/>
              </a:ext>
            </a:extLst>
          </p:cNvPr>
          <p:cNvSpPr/>
          <p:nvPr/>
        </p:nvSpPr>
        <p:spPr>
          <a:xfrm>
            <a:off x="6572738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6630DA6B-E113-196F-F9F4-583640753620}"/>
              </a:ext>
            </a:extLst>
          </p:cNvPr>
          <p:cNvSpPr/>
          <p:nvPr/>
        </p:nvSpPr>
        <p:spPr>
          <a:xfrm flipH="1">
            <a:off x="8444713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22B8D03-523A-206C-4090-293FFD3FC430}"/>
              </a:ext>
            </a:extLst>
          </p:cNvPr>
          <p:cNvGrpSpPr/>
          <p:nvPr/>
        </p:nvGrpSpPr>
        <p:grpSpPr>
          <a:xfrm>
            <a:off x="8652288" y="31075"/>
            <a:ext cx="1219200" cy="1712897"/>
            <a:chOff x="10901363" y="2178066"/>
            <a:chExt cx="1219200" cy="1712897"/>
          </a:xfrm>
        </p:grpSpPr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4FA0619-A15E-477C-BFD5-492E1982DB01}"/>
                </a:ext>
              </a:extLst>
            </p:cNvPr>
            <p:cNvSpPr/>
            <p:nvPr/>
          </p:nvSpPr>
          <p:spPr>
            <a:xfrm>
              <a:off x="10901363" y="2609225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04A51BA-368F-3272-032F-8AA91956FDB7}"/>
                </a:ext>
              </a:extLst>
            </p:cNvPr>
            <p:cNvSpPr/>
            <p:nvPr/>
          </p:nvSpPr>
          <p:spPr>
            <a:xfrm>
              <a:off x="10901363" y="2803272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E0E10C4-66DD-0E0E-EA81-B1B801B9CE6A}"/>
                </a:ext>
              </a:extLst>
            </p:cNvPr>
            <p:cNvSpPr/>
            <p:nvPr/>
          </p:nvSpPr>
          <p:spPr>
            <a:xfrm>
              <a:off x="10901363" y="2997319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46B9479-1B37-447A-CB51-38540F70FEAD}"/>
                </a:ext>
              </a:extLst>
            </p:cNvPr>
            <p:cNvSpPr/>
            <p:nvPr/>
          </p:nvSpPr>
          <p:spPr>
            <a:xfrm>
              <a:off x="10901363" y="3191366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8C4343A-56A1-DDDC-3BFA-BF686C93B9A3}"/>
                </a:ext>
              </a:extLst>
            </p:cNvPr>
            <p:cNvSpPr/>
            <p:nvPr/>
          </p:nvSpPr>
          <p:spPr>
            <a:xfrm>
              <a:off x="10901363" y="3385251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9C522BE-A2B3-BADB-45F7-59B99D3D2C95}"/>
                </a:ext>
              </a:extLst>
            </p:cNvPr>
            <p:cNvSpPr/>
            <p:nvPr/>
          </p:nvSpPr>
          <p:spPr>
            <a:xfrm>
              <a:off x="10901363" y="3579298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FF00A8E-E518-CD95-09A7-B7731EEFB93E}"/>
                </a:ext>
              </a:extLst>
            </p:cNvPr>
            <p:cNvSpPr/>
            <p:nvPr/>
          </p:nvSpPr>
          <p:spPr>
            <a:xfrm rot="16200000">
              <a:off x="10382142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C49330-D19A-2395-F62C-C6C398152B29}"/>
                </a:ext>
              </a:extLst>
            </p:cNvPr>
            <p:cNvSpPr/>
            <p:nvPr/>
          </p:nvSpPr>
          <p:spPr>
            <a:xfrm rot="16200000">
              <a:off x="10576189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C930B3B-0FD6-46F4-5249-98D2CA09B60F}"/>
                </a:ext>
              </a:extLst>
            </p:cNvPr>
            <p:cNvSpPr/>
            <p:nvPr/>
          </p:nvSpPr>
          <p:spPr>
            <a:xfrm rot="16200000">
              <a:off x="10770236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8737D3F-B870-B98A-A807-42CB8DAE0F77}"/>
                </a:ext>
              </a:extLst>
            </p:cNvPr>
            <p:cNvSpPr/>
            <p:nvPr/>
          </p:nvSpPr>
          <p:spPr>
            <a:xfrm rot="16200000">
              <a:off x="10964283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547180-156E-7F8A-372F-13C18EE81F00}"/>
              </a:ext>
            </a:extLst>
          </p:cNvPr>
          <p:cNvSpPr/>
          <p:nvPr/>
        </p:nvSpPr>
        <p:spPr>
          <a:xfrm>
            <a:off x="11029260" y="2292972"/>
            <a:ext cx="1300454" cy="1501200"/>
          </a:xfrm>
          <a:custGeom>
            <a:avLst/>
            <a:gdLst>
              <a:gd name="csX0" fmla="*/ 647535 w 1300454"/>
              <a:gd name="csY0" fmla="*/ 1401197 h 1501200"/>
              <a:gd name="csX1" fmla="*/ 741361 w 1300454"/>
              <a:gd name="csY1" fmla="*/ 1401197 h 1501200"/>
              <a:gd name="csX2" fmla="*/ 741361 w 1300454"/>
              <a:gd name="csY2" fmla="*/ 1501200 h 1501200"/>
              <a:gd name="csX3" fmla="*/ 647535 w 1300454"/>
              <a:gd name="csY3" fmla="*/ 1501200 h 1501200"/>
              <a:gd name="csX4" fmla="*/ 453488 w 1300454"/>
              <a:gd name="csY4" fmla="*/ 1401197 h 1501200"/>
              <a:gd name="csX5" fmla="*/ 547314 w 1300454"/>
              <a:gd name="csY5" fmla="*/ 1401197 h 1501200"/>
              <a:gd name="csX6" fmla="*/ 547314 w 1300454"/>
              <a:gd name="csY6" fmla="*/ 1501200 h 1501200"/>
              <a:gd name="csX7" fmla="*/ 453488 w 1300454"/>
              <a:gd name="csY7" fmla="*/ 1501200 h 1501200"/>
              <a:gd name="csX8" fmla="*/ 259441 w 1300454"/>
              <a:gd name="csY8" fmla="*/ 1401197 h 1501200"/>
              <a:gd name="csX9" fmla="*/ 353267 w 1300454"/>
              <a:gd name="csY9" fmla="*/ 1401197 h 1501200"/>
              <a:gd name="csX10" fmla="*/ 353267 w 1300454"/>
              <a:gd name="csY10" fmla="*/ 1501200 h 1501200"/>
              <a:gd name="csX11" fmla="*/ 259441 w 1300454"/>
              <a:gd name="csY11" fmla="*/ 1501200 h 1501200"/>
              <a:gd name="csX12" fmla="*/ 887054 w 1300454"/>
              <a:gd name="csY12" fmla="*/ 1386547 h 1501200"/>
              <a:gd name="csX13" fmla="*/ 993836 w 1300454"/>
              <a:gd name="csY13" fmla="*/ 1386547 h 1501200"/>
              <a:gd name="csX14" fmla="*/ 989079 w 1300454"/>
              <a:gd name="csY14" fmla="*/ 1410107 h 1501200"/>
              <a:gd name="csX15" fmla="*/ 851651 w 1300454"/>
              <a:gd name="csY15" fmla="*/ 1501200 h 1501200"/>
              <a:gd name="csX16" fmla="*/ 841582 w 1300454"/>
              <a:gd name="csY16" fmla="*/ 1501200 h 1501200"/>
              <a:gd name="csX17" fmla="*/ 841582 w 1300454"/>
              <a:gd name="csY17" fmla="*/ 1401197 h 1501200"/>
              <a:gd name="csX18" fmla="*/ 851751 w 1300454"/>
              <a:gd name="csY18" fmla="*/ 1401197 h 1501200"/>
              <a:gd name="csX19" fmla="*/ 887028 w 1300454"/>
              <a:gd name="csY19" fmla="*/ 1386584 h 1501200"/>
              <a:gd name="csX20" fmla="*/ 6964 w 1300454"/>
              <a:gd name="csY20" fmla="*/ 1386547 h 1501200"/>
              <a:gd name="csX21" fmla="*/ 113747 w 1300454"/>
              <a:gd name="csY21" fmla="*/ 1386547 h 1501200"/>
              <a:gd name="csX22" fmla="*/ 113773 w 1300454"/>
              <a:gd name="csY22" fmla="*/ 1386584 h 1501200"/>
              <a:gd name="csX23" fmla="*/ 149050 w 1300454"/>
              <a:gd name="csY23" fmla="*/ 1401197 h 1501200"/>
              <a:gd name="csX24" fmla="*/ 159220 w 1300454"/>
              <a:gd name="csY24" fmla="*/ 1401197 h 1501200"/>
              <a:gd name="csX25" fmla="*/ 159220 w 1300454"/>
              <a:gd name="csY25" fmla="*/ 1501200 h 1501200"/>
              <a:gd name="csX26" fmla="*/ 149149 w 1300454"/>
              <a:gd name="csY26" fmla="*/ 1501200 h 1501200"/>
              <a:gd name="csX27" fmla="*/ 11721 w 1300454"/>
              <a:gd name="csY27" fmla="*/ 1410107 h 1501200"/>
              <a:gd name="csX28" fmla="*/ 0 w 1300454"/>
              <a:gd name="csY28" fmla="*/ 1192500 h 1501200"/>
              <a:gd name="csX29" fmla="*/ 99160 w 1300454"/>
              <a:gd name="csY29" fmla="*/ 1192500 h 1501200"/>
              <a:gd name="csX30" fmla="*/ 99160 w 1300454"/>
              <a:gd name="csY30" fmla="*/ 1286326 h 1501200"/>
              <a:gd name="csX31" fmla="*/ 0 w 1300454"/>
              <a:gd name="csY31" fmla="*/ 1286326 h 1501200"/>
              <a:gd name="csX32" fmla="*/ 0 w 1300454"/>
              <a:gd name="csY32" fmla="*/ 998615 h 1501200"/>
              <a:gd name="csX33" fmla="*/ 99160 w 1300454"/>
              <a:gd name="csY33" fmla="*/ 998615 h 1501200"/>
              <a:gd name="csX34" fmla="*/ 99160 w 1300454"/>
              <a:gd name="csY34" fmla="*/ 1092279 h 1501200"/>
              <a:gd name="csX35" fmla="*/ 0 w 1300454"/>
              <a:gd name="csY35" fmla="*/ 1092279 h 1501200"/>
              <a:gd name="csX36" fmla="*/ 0 w 1300454"/>
              <a:gd name="csY36" fmla="*/ 804568 h 1501200"/>
              <a:gd name="csX37" fmla="*/ 99160 w 1300454"/>
              <a:gd name="csY37" fmla="*/ 804568 h 1501200"/>
              <a:gd name="csX38" fmla="*/ 99160 w 1300454"/>
              <a:gd name="csY38" fmla="*/ 898394 h 1501200"/>
              <a:gd name="csX39" fmla="*/ 0 w 1300454"/>
              <a:gd name="csY39" fmla="*/ 898394 h 1501200"/>
              <a:gd name="csX40" fmla="*/ 0 w 1300454"/>
              <a:gd name="csY40" fmla="*/ 610521 h 1501200"/>
              <a:gd name="csX41" fmla="*/ 99160 w 1300454"/>
              <a:gd name="csY41" fmla="*/ 610521 h 1501200"/>
              <a:gd name="csX42" fmla="*/ 99160 w 1300454"/>
              <a:gd name="csY42" fmla="*/ 704347 h 1501200"/>
              <a:gd name="csX43" fmla="*/ 0 w 1300454"/>
              <a:gd name="csY43" fmla="*/ 704347 h 1501200"/>
              <a:gd name="csX44" fmla="*/ 0 w 1300454"/>
              <a:gd name="csY44" fmla="*/ 416474 h 1501200"/>
              <a:gd name="csX45" fmla="*/ 99160 w 1300454"/>
              <a:gd name="csY45" fmla="*/ 416474 h 1501200"/>
              <a:gd name="csX46" fmla="*/ 99160 w 1300454"/>
              <a:gd name="csY46" fmla="*/ 510300 h 1501200"/>
              <a:gd name="csX47" fmla="*/ 0 w 1300454"/>
              <a:gd name="csY47" fmla="*/ 510300 h 1501200"/>
              <a:gd name="csX48" fmla="*/ 989074 w 1300454"/>
              <a:gd name="csY48" fmla="*/ 292686 h 1501200"/>
              <a:gd name="csX49" fmla="*/ 989079 w 1300454"/>
              <a:gd name="csY49" fmla="*/ 292694 h 1501200"/>
              <a:gd name="csX50" fmla="*/ 991046 w 1300454"/>
              <a:gd name="csY50" fmla="*/ 302434 h 1501200"/>
              <a:gd name="csX51" fmla="*/ 989079 w 1300454"/>
              <a:gd name="csY51" fmla="*/ 292694 h 1501200"/>
              <a:gd name="csX52" fmla="*/ 949245 w 1300454"/>
              <a:gd name="csY52" fmla="*/ 239978 h 1501200"/>
              <a:gd name="csX53" fmla="*/ 960327 w 1300454"/>
              <a:gd name="csY53" fmla="*/ 250048 h 1501200"/>
              <a:gd name="csX54" fmla="*/ 957115 w 1300454"/>
              <a:gd name="csY54" fmla="*/ 245285 h 1501200"/>
              <a:gd name="csX55" fmla="*/ 904068 w 1300454"/>
              <a:gd name="csY55" fmla="*/ 212183 h 1501200"/>
              <a:gd name="csX56" fmla="*/ 917832 w 1300454"/>
              <a:gd name="csY56" fmla="*/ 218800 h 1501200"/>
              <a:gd name="csX57" fmla="*/ 909707 w 1300454"/>
              <a:gd name="csY57" fmla="*/ 213321 h 1501200"/>
              <a:gd name="csX58" fmla="*/ 149149 w 1300454"/>
              <a:gd name="csY58" fmla="*/ 201600 h 1501200"/>
              <a:gd name="csX59" fmla="*/ 159220 w 1300454"/>
              <a:gd name="csY59" fmla="*/ 201600 h 1501200"/>
              <a:gd name="csX60" fmla="*/ 159220 w 1300454"/>
              <a:gd name="csY60" fmla="*/ 301821 h 1501200"/>
              <a:gd name="csX61" fmla="*/ 149050 w 1300454"/>
              <a:gd name="csY61" fmla="*/ 301821 h 1501200"/>
              <a:gd name="csX62" fmla="*/ 114209 w 1300454"/>
              <a:gd name="csY62" fmla="*/ 316253 h 1501200"/>
              <a:gd name="csX63" fmla="*/ 6964 w 1300454"/>
              <a:gd name="csY63" fmla="*/ 316253 h 1501200"/>
              <a:gd name="csX64" fmla="*/ 11721 w 1300454"/>
              <a:gd name="csY64" fmla="*/ 292694 h 1501200"/>
              <a:gd name="csX65" fmla="*/ 149149 w 1300454"/>
              <a:gd name="csY65" fmla="*/ 201600 h 1501200"/>
              <a:gd name="csX66" fmla="*/ 448803 w 1300454"/>
              <a:gd name="csY66" fmla="*/ 0 h 1501200"/>
              <a:gd name="csX67" fmla="*/ 1151305 w 1300454"/>
              <a:gd name="csY67" fmla="*/ 0 h 1501200"/>
              <a:gd name="csX68" fmla="*/ 1300454 w 1300454"/>
              <a:gd name="csY68" fmla="*/ 149149 h 1501200"/>
              <a:gd name="csX69" fmla="*/ 1300454 w 1300454"/>
              <a:gd name="csY69" fmla="*/ 1150451 h 1501200"/>
              <a:gd name="csX70" fmla="*/ 1151305 w 1300454"/>
              <a:gd name="csY70" fmla="*/ 1299600 h 1501200"/>
              <a:gd name="csX71" fmla="*/ 1000800 w 1300454"/>
              <a:gd name="csY71" fmla="*/ 1299600 h 1501200"/>
              <a:gd name="csX72" fmla="*/ 1000800 w 1300454"/>
              <a:gd name="csY72" fmla="*/ 1286326 h 1501200"/>
              <a:gd name="csX73" fmla="*/ 901641 w 1300454"/>
              <a:gd name="csY73" fmla="*/ 1286326 h 1501200"/>
              <a:gd name="csX74" fmla="*/ 901641 w 1300454"/>
              <a:gd name="csY74" fmla="*/ 1192500 h 1501200"/>
              <a:gd name="csX75" fmla="*/ 1000800 w 1300454"/>
              <a:gd name="csY75" fmla="*/ 1192500 h 1501200"/>
              <a:gd name="csX76" fmla="*/ 1000800 w 1300454"/>
              <a:gd name="csY76" fmla="*/ 1092279 h 1501200"/>
              <a:gd name="csX77" fmla="*/ 901641 w 1300454"/>
              <a:gd name="csY77" fmla="*/ 1092279 h 1501200"/>
              <a:gd name="csX78" fmla="*/ 901641 w 1300454"/>
              <a:gd name="csY78" fmla="*/ 998615 h 1501200"/>
              <a:gd name="csX79" fmla="*/ 1000800 w 1300454"/>
              <a:gd name="csY79" fmla="*/ 998615 h 1501200"/>
              <a:gd name="csX80" fmla="*/ 1000800 w 1300454"/>
              <a:gd name="csY80" fmla="*/ 898394 h 1501200"/>
              <a:gd name="csX81" fmla="*/ 901641 w 1300454"/>
              <a:gd name="csY81" fmla="*/ 898394 h 1501200"/>
              <a:gd name="csX82" fmla="*/ 901641 w 1300454"/>
              <a:gd name="csY82" fmla="*/ 804568 h 1501200"/>
              <a:gd name="csX83" fmla="*/ 1000800 w 1300454"/>
              <a:gd name="csY83" fmla="*/ 804568 h 1501200"/>
              <a:gd name="csX84" fmla="*/ 1000800 w 1300454"/>
              <a:gd name="csY84" fmla="*/ 704347 h 1501200"/>
              <a:gd name="csX85" fmla="*/ 901641 w 1300454"/>
              <a:gd name="csY85" fmla="*/ 704347 h 1501200"/>
              <a:gd name="csX86" fmla="*/ 901641 w 1300454"/>
              <a:gd name="csY86" fmla="*/ 610521 h 1501200"/>
              <a:gd name="csX87" fmla="*/ 1000800 w 1300454"/>
              <a:gd name="csY87" fmla="*/ 610521 h 1501200"/>
              <a:gd name="csX88" fmla="*/ 1000800 w 1300454"/>
              <a:gd name="csY88" fmla="*/ 510300 h 1501200"/>
              <a:gd name="csX89" fmla="*/ 901641 w 1300454"/>
              <a:gd name="csY89" fmla="*/ 510300 h 1501200"/>
              <a:gd name="csX90" fmla="*/ 901641 w 1300454"/>
              <a:gd name="csY90" fmla="*/ 416474 h 1501200"/>
              <a:gd name="csX91" fmla="*/ 1000800 w 1300454"/>
              <a:gd name="csY91" fmla="*/ 416474 h 1501200"/>
              <a:gd name="csX92" fmla="*/ 1000800 w 1300454"/>
              <a:gd name="csY92" fmla="*/ 350749 h 1501200"/>
              <a:gd name="csX93" fmla="*/ 993836 w 1300454"/>
              <a:gd name="csY93" fmla="*/ 316253 h 1501200"/>
              <a:gd name="csX94" fmla="*/ 886592 w 1300454"/>
              <a:gd name="csY94" fmla="*/ 316253 h 1501200"/>
              <a:gd name="csX95" fmla="*/ 851751 w 1300454"/>
              <a:gd name="csY95" fmla="*/ 301821 h 1501200"/>
              <a:gd name="csX96" fmla="*/ 841582 w 1300454"/>
              <a:gd name="csY96" fmla="*/ 301821 h 1501200"/>
              <a:gd name="csX97" fmla="*/ 841582 w 1300454"/>
              <a:gd name="csY97" fmla="*/ 201600 h 1501200"/>
              <a:gd name="csX98" fmla="*/ 741361 w 1300454"/>
              <a:gd name="csY98" fmla="*/ 201600 h 1501200"/>
              <a:gd name="csX99" fmla="*/ 741361 w 1300454"/>
              <a:gd name="csY99" fmla="*/ 301821 h 1501200"/>
              <a:gd name="csX100" fmla="*/ 647535 w 1300454"/>
              <a:gd name="csY100" fmla="*/ 301821 h 1501200"/>
              <a:gd name="csX101" fmla="*/ 647535 w 1300454"/>
              <a:gd name="csY101" fmla="*/ 201600 h 1501200"/>
              <a:gd name="csX102" fmla="*/ 547314 w 1300454"/>
              <a:gd name="csY102" fmla="*/ 201600 h 1501200"/>
              <a:gd name="csX103" fmla="*/ 547314 w 1300454"/>
              <a:gd name="csY103" fmla="*/ 301821 h 1501200"/>
              <a:gd name="csX104" fmla="*/ 453488 w 1300454"/>
              <a:gd name="csY104" fmla="*/ 301821 h 1501200"/>
              <a:gd name="csX105" fmla="*/ 453488 w 1300454"/>
              <a:gd name="csY105" fmla="*/ 201600 h 1501200"/>
              <a:gd name="csX106" fmla="*/ 353267 w 1300454"/>
              <a:gd name="csY106" fmla="*/ 201600 h 1501200"/>
              <a:gd name="csX107" fmla="*/ 353267 w 1300454"/>
              <a:gd name="csY107" fmla="*/ 301821 h 1501200"/>
              <a:gd name="csX108" fmla="*/ 259441 w 1300454"/>
              <a:gd name="csY108" fmla="*/ 301821 h 1501200"/>
              <a:gd name="csX109" fmla="*/ 259441 w 1300454"/>
              <a:gd name="csY109" fmla="*/ 201600 h 1501200"/>
              <a:gd name="csX110" fmla="*/ 299654 w 1300454"/>
              <a:gd name="csY110" fmla="*/ 201600 h 1501200"/>
              <a:gd name="csX111" fmla="*/ 299654 w 1300454"/>
              <a:gd name="csY111" fmla="*/ 149149 h 1501200"/>
              <a:gd name="csX112" fmla="*/ 448803 w 1300454"/>
              <a:gd name="csY11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</a:cxnLst>
            <a:rect l="l" t="t" r="r" b="b"/>
            <a:pathLst>
              <a:path w="1300454" h="1501200">
                <a:moveTo>
                  <a:pt x="647535" y="1401197"/>
                </a:moveTo>
                <a:lnTo>
                  <a:pt x="741361" y="1401197"/>
                </a:lnTo>
                <a:lnTo>
                  <a:pt x="741361" y="1501200"/>
                </a:lnTo>
                <a:lnTo>
                  <a:pt x="647535" y="1501200"/>
                </a:lnTo>
                <a:close/>
                <a:moveTo>
                  <a:pt x="453488" y="1401197"/>
                </a:moveTo>
                <a:lnTo>
                  <a:pt x="547314" y="1401197"/>
                </a:lnTo>
                <a:lnTo>
                  <a:pt x="547314" y="1501200"/>
                </a:lnTo>
                <a:lnTo>
                  <a:pt x="453488" y="1501200"/>
                </a:lnTo>
                <a:close/>
                <a:moveTo>
                  <a:pt x="259441" y="1401197"/>
                </a:moveTo>
                <a:lnTo>
                  <a:pt x="353267" y="1401197"/>
                </a:lnTo>
                <a:lnTo>
                  <a:pt x="353267" y="1501200"/>
                </a:lnTo>
                <a:lnTo>
                  <a:pt x="259441" y="1501200"/>
                </a:lnTo>
                <a:close/>
                <a:moveTo>
                  <a:pt x="887054" y="1386547"/>
                </a:moveTo>
                <a:lnTo>
                  <a:pt x="993836" y="1386547"/>
                </a:lnTo>
                <a:lnTo>
                  <a:pt x="989079" y="1410107"/>
                </a:lnTo>
                <a:cubicBezTo>
                  <a:pt x="966437" y="1463639"/>
                  <a:pt x="913431" y="1501200"/>
                  <a:pt x="851651" y="1501200"/>
                </a:cubicBezTo>
                <a:lnTo>
                  <a:pt x="841582" y="1501200"/>
                </a:lnTo>
                <a:lnTo>
                  <a:pt x="841582" y="1401197"/>
                </a:lnTo>
                <a:lnTo>
                  <a:pt x="851751" y="1401197"/>
                </a:lnTo>
                <a:cubicBezTo>
                  <a:pt x="865528" y="1401197"/>
                  <a:pt x="878000" y="1395613"/>
                  <a:pt x="887028" y="1386584"/>
                </a:cubicBezTo>
                <a:close/>
                <a:moveTo>
                  <a:pt x="6964" y="1386547"/>
                </a:moveTo>
                <a:lnTo>
                  <a:pt x="113747" y="1386547"/>
                </a:lnTo>
                <a:lnTo>
                  <a:pt x="113773" y="1386584"/>
                </a:lnTo>
                <a:cubicBezTo>
                  <a:pt x="122801" y="1395613"/>
                  <a:pt x="135274" y="1401197"/>
                  <a:pt x="149050" y="1401197"/>
                </a:cubicBezTo>
                <a:lnTo>
                  <a:pt x="159220" y="1401197"/>
                </a:lnTo>
                <a:lnTo>
                  <a:pt x="159220" y="1501200"/>
                </a:lnTo>
                <a:lnTo>
                  <a:pt x="149149" y="1501200"/>
                </a:lnTo>
                <a:cubicBezTo>
                  <a:pt x="87369" y="1501200"/>
                  <a:pt x="34363" y="1463639"/>
                  <a:pt x="11721" y="1410107"/>
                </a:cubicBezTo>
                <a:close/>
                <a:moveTo>
                  <a:pt x="0" y="1192500"/>
                </a:moveTo>
                <a:lnTo>
                  <a:pt x="99160" y="1192500"/>
                </a:lnTo>
                <a:lnTo>
                  <a:pt x="99160" y="1286326"/>
                </a:lnTo>
                <a:lnTo>
                  <a:pt x="0" y="1286326"/>
                </a:lnTo>
                <a:close/>
                <a:moveTo>
                  <a:pt x="0" y="998615"/>
                </a:moveTo>
                <a:lnTo>
                  <a:pt x="99160" y="998615"/>
                </a:lnTo>
                <a:lnTo>
                  <a:pt x="99160" y="1092279"/>
                </a:lnTo>
                <a:lnTo>
                  <a:pt x="0" y="1092279"/>
                </a:lnTo>
                <a:close/>
                <a:moveTo>
                  <a:pt x="0" y="804568"/>
                </a:moveTo>
                <a:lnTo>
                  <a:pt x="99160" y="804568"/>
                </a:lnTo>
                <a:lnTo>
                  <a:pt x="99160" y="898394"/>
                </a:lnTo>
                <a:lnTo>
                  <a:pt x="0" y="898394"/>
                </a:lnTo>
                <a:close/>
                <a:moveTo>
                  <a:pt x="0" y="610521"/>
                </a:moveTo>
                <a:lnTo>
                  <a:pt x="99160" y="610521"/>
                </a:lnTo>
                <a:lnTo>
                  <a:pt x="99160" y="704347"/>
                </a:lnTo>
                <a:lnTo>
                  <a:pt x="0" y="704347"/>
                </a:lnTo>
                <a:close/>
                <a:moveTo>
                  <a:pt x="0" y="416474"/>
                </a:moveTo>
                <a:lnTo>
                  <a:pt x="99160" y="416474"/>
                </a:lnTo>
                <a:lnTo>
                  <a:pt x="99160" y="510300"/>
                </a:lnTo>
                <a:lnTo>
                  <a:pt x="0" y="510300"/>
                </a:lnTo>
                <a:close/>
                <a:moveTo>
                  <a:pt x="989074" y="292686"/>
                </a:moveTo>
                <a:lnTo>
                  <a:pt x="989079" y="292694"/>
                </a:lnTo>
                <a:lnTo>
                  <a:pt x="991046" y="302434"/>
                </a:lnTo>
                <a:lnTo>
                  <a:pt x="989079" y="292694"/>
                </a:lnTo>
                <a:close/>
                <a:moveTo>
                  <a:pt x="949245" y="239978"/>
                </a:moveTo>
                <a:lnTo>
                  <a:pt x="960327" y="250048"/>
                </a:lnTo>
                <a:lnTo>
                  <a:pt x="957115" y="245285"/>
                </a:lnTo>
                <a:close/>
                <a:moveTo>
                  <a:pt x="904068" y="212183"/>
                </a:moveTo>
                <a:lnTo>
                  <a:pt x="917832" y="218800"/>
                </a:lnTo>
                <a:lnTo>
                  <a:pt x="909707" y="213321"/>
                </a:lnTo>
                <a:close/>
                <a:moveTo>
                  <a:pt x="149149" y="201600"/>
                </a:moveTo>
                <a:lnTo>
                  <a:pt x="159220" y="201600"/>
                </a:lnTo>
                <a:lnTo>
                  <a:pt x="159220" y="301821"/>
                </a:lnTo>
                <a:lnTo>
                  <a:pt x="149050" y="301821"/>
                </a:lnTo>
                <a:lnTo>
                  <a:pt x="114209" y="316253"/>
                </a:lnTo>
                <a:lnTo>
                  <a:pt x="6964" y="316253"/>
                </a:lnTo>
                <a:lnTo>
                  <a:pt x="11721" y="292694"/>
                </a:lnTo>
                <a:cubicBezTo>
                  <a:pt x="34363" y="239162"/>
                  <a:pt x="87369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286326"/>
                </a:lnTo>
                <a:lnTo>
                  <a:pt x="901641" y="1286326"/>
                </a:lnTo>
                <a:lnTo>
                  <a:pt x="901641" y="1192500"/>
                </a:lnTo>
                <a:lnTo>
                  <a:pt x="1000800" y="1192500"/>
                </a:lnTo>
                <a:lnTo>
                  <a:pt x="1000800" y="1092279"/>
                </a:lnTo>
                <a:lnTo>
                  <a:pt x="901641" y="1092279"/>
                </a:lnTo>
                <a:lnTo>
                  <a:pt x="901641" y="998615"/>
                </a:lnTo>
                <a:lnTo>
                  <a:pt x="1000800" y="998615"/>
                </a:lnTo>
                <a:lnTo>
                  <a:pt x="1000800" y="898394"/>
                </a:lnTo>
                <a:lnTo>
                  <a:pt x="901641" y="898394"/>
                </a:lnTo>
                <a:lnTo>
                  <a:pt x="901641" y="804568"/>
                </a:lnTo>
                <a:lnTo>
                  <a:pt x="1000800" y="804568"/>
                </a:lnTo>
                <a:lnTo>
                  <a:pt x="1000800" y="704347"/>
                </a:lnTo>
                <a:lnTo>
                  <a:pt x="901641" y="704347"/>
                </a:lnTo>
                <a:lnTo>
                  <a:pt x="901641" y="610521"/>
                </a:lnTo>
                <a:lnTo>
                  <a:pt x="1000800" y="610521"/>
                </a:lnTo>
                <a:lnTo>
                  <a:pt x="1000800" y="510300"/>
                </a:lnTo>
                <a:lnTo>
                  <a:pt x="901641" y="510300"/>
                </a:lnTo>
                <a:lnTo>
                  <a:pt x="901641" y="416474"/>
                </a:lnTo>
                <a:lnTo>
                  <a:pt x="1000800" y="416474"/>
                </a:lnTo>
                <a:lnTo>
                  <a:pt x="1000800" y="350749"/>
                </a:lnTo>
                <a:lnTo>
                  <a:pt x="993836" y="316253"/>
                </a:lnTo>
                <a:lnTo>
                  <a:pt x="886592" y="316253"/>
                </a:lnTo>
                <a:lnTo>
                  <a:pt x="851751" y="301821"/>
                </a:lnTo>
                <a:lnTo>
                  <a:pt x="841582" y="301821"/>
                </a:lnTo>
                <a:lnTo>
                  <a:pt x="841582" y="201600"/>
                </a:lnTo>
                <a:lnTo>
                  <a:pt x="741361" y="201600"/>
                </a:lnTo>
                <a:lnTo>
                  <a:pt x="741361" y="301821"/>
                </a:lnTo>
                <a:lnTo>
                  <a:pt x="647535" y="301821"/>
                </a:lnTo>
                <a:lnTo>
                  <a:pt x="647535" y="201600"/>
                </a:lnTo>
                <a:lnTo>
                  <a:pt x="547314" y="201600"/>
                </a:lnTo>
                <a:lnTo>
                  <a:pt x="547314" y="301821"/>
                </a:lnTo>
                <a:lnTo>
                  <a:pt x="453488" y="301821"/>
                </a:lnTo>
                <a:lnTo>
                  <a:pt x="453488" y="201600"/>
                </a:lnTo>
                <a:lnTo>
                  <a:pt x="353267" y="201600"/>
                </a:lnTo>
                <a:lnTo>
                  <a:pt x="353267" y="301821"/>
                </a:lnTo>
                <a:lnTo>
                  <a:pt x="259441" y="301821"/>
                </a:lnTo>
                <a:lnTo>
                  <a:pt x="259441" y="201600"/>
                </a:ln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488E39B-5FB0-375E-D1A0-F5B1B0B0C225}"/>
              </a:ext>
            </a:extLst>
          </p:cNvPr>
          <p:cNvSpPr/>
          <p:nvPr/>
        </p:nvSpPr>
        <p:spPr>
          <a:xfrm>
            <a:off x="6140382" y="713062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F824F3E-F600-C178-72FA-02EAA25E1518}"/>
              </a:ext>
            </a:extLst>
          </p:cNvPr>
          <p:cNvSpPr/>
          <p:nvPr/>
        </p:nvSpPr>
        <p:spPr>
          <a:xfrm>
            <a:off x="7955489" y="713062"/>
            <a:ext cx="1501200" cy="1501200"/>
          </a:xfrm>
          <a:custGeom>
            <a:avLst/>
            <a:gdLst>
              <a:gd name="csX0" fmla="*/ 364722 w 1501200"/>
              <a:gd name="csY0" fmla="*/ 128718 h 1501200"/>
              <a:gd name="csX1" fmla="*/ 128718 w 1501200"/>
              <a:gd name="csY1" fmla="*/ 364722 h 1501200"/>
              <a:gd name="csX2" fmla="*/ 128718 w 1501200"/>
              <a:gd name="csY2" fmla="*/ 1136478 h 1501200"/>
              <a:gd name="csX3" fmla="*/ 364722 w 1501200"/>
              <a:gd name="csY3" fmla="*/ 1372482 h 1501200"/>
              <a:gd name="csX4" fmla="*/ 1136478 w 1501200"/>
              <a:gd name="csY4" fmla="*/ 1372482 h 1501200"/>
              <a:gd name="csX5" fmla="*/ 1372482 w 1501200"/>
              <a:gd name="csY5" fmla="*/ 1136478 h 1501200"/>
              <a:gd name="csX6" fmla="*/ 1372482 w 1501200"/>
              <a:gd name="csY6" fmla="*/ 364722 h 1501200"/>
              <a:gd name="csX7" fmla="*/ 1136478 w 1501200"/>
              <a:gd name="csY7" fmla="*/ 128718 h 1501200"/>
              <a:gd name="csX8" fmla="*/ 388315 w 1501200"/>
              <a:gd name="csY8" fmla="*/ 0 h 1501200"/>
              <a:gd name="csX9" fmla="*/ 1112885 w 1501200"/>
              <a:gd name="csY9" fmla="*/ 0 h 1501200"/>
              <a:gd name="csX10" fmla="*/ 1501200 w 1501200"/>
              <a:gd name="csY10" fmla="*/ 388315 h 1501200"/>
              <a:gd name="csX11" fmla="*/ 1501200 w 1501200"/>
              <a:gd name="csY11" fmla="*/ 1112885 h 1501200"/>
              <a:gd name="csX12" fmla="*/ 1112885 w 1501200"/>
              <a:gd name="csY12" fmla="*/ 1501200 h 1501200"/>
              <a:gd name="csX13" fmla="*/ 388315 w 1501200"/>
              <a:gd name="csY13" fmla="*/ 1501200 h 1501200"/>
              <a:gd name="csX14" fmla="*/ 0 w 1501200"/>
              <a:gd name="csY14" fmla="*/ 1112885 h 1501200"/>
              <a:gd name="csX15" fmla="*/ 0 w 1501200"/>
              <a:gd name="csY15" fmla="*/ 388315 h 1501200"/>
              <a:gd name="csX16" fmla="*/ 388315 w 1501200"/>
              <a:gd name="csY16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501200" h="1501200">
                <a:moveTo>
                  <a:pt x="364722" y="128718"/>
                </a:moveTo>
                <a:cubicBezTo>
                  <a:pt x="234381" y="128718"/>
                  <a:pt x="128718" y="234381"/>
                  <a:pt x="128718" y="364722"/>
                </a:cubicBezTo>
                <a:lnTo>
                  <a:pt x="128718" y="1136478"/>
                </a:lnTo>
                <a:cubicBezTo>
                  <a:pt x="128718" y="1266819"/>
                  <a:pt x="234381" y="1372482"/>
                  <a:pt x="364722" y="1372482"/>
                </a:cubicBezTo>
                <a:lnTo>
                  <a:pt x="1136478" y="1372482"/>
                </a:lnTo>
                <a:cubicBezTo>
                  <a:pt x="1266819" y="1372482"/>
                  <a:pt x="1372482" y="1266819"/>
                  <a:pt x="1372482" y="1136478"/>
                </a:cubicBezTo>
                <a:lnTo>
                  <a:pt x="1372482" y="364722"/>
                </a:lnTo>
                <a:cubicBezTo>
                  <a:pt x="1372482" y="234381"/>
                  <a:pt x="1266819" y="128718"/>
                  <a:pt x="1136478" y="128718"/>
                </a:cubicBezTo>
                <a:close/>
                <a:moveTo>
                  <a:pt x="388315" y="0"/>
                </a:moveTo>
                <a:lnTo>
                  <a:pt x="1112885" y="0"/>
                </a:lnTo>
                <a:cubicBezTo>
                  <a:pt x="1327345" y="0"/>
                  <a:pt x="1501200" y="173855"/>
                  <a:pt x="1501200" y="388315"/>
                </a:cubicBezTo>
                <a:lnTo>
                  <a:pt x="1501200" y="1112885"/>
                </a:lnTo>
                <a:cubicBezTo>
                  <a:pt x="1501200" y="1327345"/>
                  <a:pt x="1327345" y="1501200"/>
                  <a:pt x="1112885" y="1501200"/>
                </a:cubicBezTo>
                <a:lnTo>
                  <a:pt x="388315" y="1501200"/>
                </a:lnTo>
                <a:cubicBezTo>
                  <a:pt x="173855" y="1501200"/>
                  <a:pt x="0" y="1327345"/>
                  <a:pt x="0" y="1112885"/>
                </a:cubicBezTo>
                <a:lnTo>
                  <a:pt x="0" y="388315"/>
                </a:lnTo>
                <a:cubicBezTo>
                  <a:pt x="0" y="173855"/>
                  <a:pt x="173855" y="0"/>
                  <a:pt x="388315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679DAB4-22EB-2FBC-2CFC-BB2B752CC48F}"/>
              </a:ext>
            </a:extLst>
          </p:cNvPr>
          <p:cNvSpPr/>
          <p:nvPr/>
        </p:nvSpPr>
        <p:spPr>
          <a:xfrm flipH="1" flipV="1">
            <a:off x="8330789" y="146366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9D62348-6A3C-B71F-D0B7-A7689CBC967C}"/>
              </a:ext>
            </a:extLst>
          </p:cNvPr>
          <p:cNvSpPr/>
          <p:nvPr/>
        </p:nvSpPr>
        <p:spPr>
          <a:xfrm flipH="1" flipV="1">
            <a:off x="8706089" y="1088362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10E0D305-D7D8-21C4-46CC-04CD8240D096}"/>
              </a:ext>
            </a:extLst>
          </p:cNvPr>
          <p:cNvSpPr/>
          <p:nvPr/>
        </p:nvSpPr>
        <p:spPr>
          <a:xfrm>
            <a:off x="6345699" y="163364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125100 w 375300"/>
              <a:gd name="csY1" fmla="*/ 62550 h 375300"/>
              <a:gd name="csX2" fmla="*/ 125100 w 375300"/>
              <a:gd name="csY2" fmla="*/ 161742 h 375300"/>
              <a:gd name="csX3" fmla="*/ 268520 w 375300"/>
              <a:gd name="csY3" fmla="*/ 18321 h 375300"/>
              <a:gd name="csX4" fmla="*/ 356979 w 375300"/>
              <a:gd name="csY4" fmla="*/ 18321 h 375300"/>
              <a:gd name="csX5" fmla="*/ 356979 w 375300"/>
              <a:gd name="csY5" fmla="*/ 106779 h 375300"/>
              <a:gd name="csX6" fmla="*/ 213559 w 375300"/>
              <a:gd name="csY6" fmla="*/ 250200 h 375300"/>
              <a:gd name="csX7" fmla="*/ 312750 w 375300"/>
              <a:gd name="csY7" fmla="*/ 250200 h 375300"/>
              <a:gd name="csX8" fmla="*/ 375300 w 375300"/>
              <a:gd name="csY8" fmla="*/ 312750 h 375300"/>
              <a:gd name="csX9" fmla="*/ 312750 w 375300"/>
              <a:gd name="csY9" fmla="*/ 375300 h 375300"/>
              <a:gd name="csX10" fmla="*/ 62550 w 375300"/>
              <a:gd name="csY10" fmla="*/ 375300 h 375300"/>
              <a:gd name="csX11" fmla="*/ 18320 w 375300"/>
              <a:gd name="csY11" fmla="*/ 356979 h 375300"/>
              <a:gd name="csX12" fmla="*/ 0 w 375300"/>
              <a:gd name="csY12" fmla="*/ 312750 h 375300"/>
              <a:gd name="csX13" fmla="*/ 0 w 375300"/>
              <a:gd name="csY13" fmla="*/ 62550 h 375300"/>
              <a:gd name="csX14" fmla="*/ 62550 w 375300"/>
              <a:gd name="csY14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cubicBezTo>
                  <a:pt x="97096" y="0"/>
                  <a:pt x="125100" y="28004"/>
                  <a:pt x="125100" y="62550"/>
                </a:cubicBezTo>
                <a:lnTo>
                  <a:pt x="125100" y="161742"/>
                </a:lnTo>
                <a:lnTo>
                  <a:pt x="268520" y="18321"/>
                </a:lnTo>
                <a:cubicBezTo>
                  <a:pt x="292948" y="-6105"/>
                  <a:pt x="332553" y="-6105"/>
                  <a:pt x="356979" y="18321"/>
                </a:cubicBezTo>
                <a:cubicBezTo>
                  <a:pt x="381405" y="42747"/>
                  <a:pt x="381405" y="82353"/>
                  <a:pt x="356979" y="106779"/>
                </a:cubicBezTo>
                <a:lnTo>
                  <a:pt x="213559" y="250200"/>
                </a:lnTo>
                <a:lnTo>
                  <a:pt x="312750" y="250200"/>
                </a:lnTo>
                <a:cubicBezTo>
                  <a:pt x="347296" y="250200"/>
                  <a:pt x="375300" y="278204"/>
                  <a:pt x="375300" y="312750"/>
                </a:cubicBezTo>
                <a:cubicBezTo>
                  <a:pt x="375300" y="347296"/>
                  <a:pt x="347296" y="375300"/>
                  <a:pt x="312750" y="375300"/>
                </a:cubicBezTo>
                <a:lnTo>
                  <a:pt x="62550" y="375300"/>
                </a:lnTo>
                <a:cubicBezTo>
                  <a:pt x="45960" y="375300"/>
                  <a:pt x="30051" y="368707"/>
                  <a:pt x="18320" y="356979"/>
                </a:cubicBezTo>
                <a:cubicBezTo>
                  <a:pt x="6590" y="345251"/>
                  <a:pt x="0" y="329338"/>
                  <a:pt x="0" y="312750"/>
                </a:cubicBezTo>
                <a:lnTo>
                  <a:pt x="0" y="62550"/>
                </a:lnTo>
                <a:cubicBezTo>
                  <a:pt x="0" y="28004"/>
                  <a:pt x="28005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952547F-9D33-6E9D-7497-BA69F800B495}"/>
              </a:ext>
            </a:extLst>
          </p:cNvPr>
          <p:cNvSpPr/>
          <p:nvPr/>
        </p:nvSpPr>
        <p:spPr>
          <a:xfrm>
            <a:off x="7060969" y="918377"/>
            <a:ext cx="375300" cy="375300"/>
          </a:xfrm>
          <a:custGeom>
            <a:avLst/>
            <a:gdLst>
              <a:gd name="csX0" fmla="*/ 62550 w 375300"/>
              <a:gd name="csY0" fmla="*/ 0 h 375300"/>
              <a:gd name="csX1" fmla="*/ 312750 w 375300"/>
              <a:gd name="csY1" fmla="*/ 0 h 375300"/>
              <a:gd name="csX2" fmla="*/ 375300 w 375300"/>
              <a:gd name="csY2" fmla="*/ 62550 h 375300"/>
              <a:gd name="csX3" fmla="*/ 375300 w 375300"/>
              <a:gd name="csY3" fmla="*/ 312750 h 375300"/>
              <a:gd name="csX4" fmla="*/ 312750 w 375300"/>
              <a:gd name="csY4" fmla="*/ 375300 h 375300"/>
              <a:gd name="csX5" fmla="*/ 250200 w 375300"/>
              <a:gd name="csY5" fmla="*/ 312750 h 375300"/>
              <a:gd name="csX6" fmla="*/ 250200 w 375300"/>
              <a:gd name="csY6" fmla="*/ 213559 h 375300"/>
              <a:gd name="csX7" fmla="*/ 106779 w 375300"/>
              <a:gd name="csY7" fmla="*/ 356979 h 375300"/>
              <a:gd name="csX8" fmla="*/ 18321 w 375300"/>
              <a:gd name="csY8" fmla="*/ 356979 h 375300"/>
              <a:gd name="csX9" fmla="*/ 18321 w 375300"/>
              <a:gd name="csY9" fmla="*/ 268520 h 375300"/>
              <a:gd name="csX10" fmla="*/ 161742 w 375300"/>
              <a:gd name="csY10" fmla="*/ 125100 h 375300"/>
              <a:gd name="csX11" fmla="*/ 62550 w 375300"/>
              <a:gd name="csY11" fmla="*/ 125100 h 375300"/>
              <a:gd name="csX12" fmla="*/ 0 w 375300"/>
              <a:gd name="csY12" fmla="*/ 62550 h 375300"/>
              <a:gd name="csX13" fmla="*/ 62550 w 375300"/>
              <a:gd name="csY13" fmla="*/ 0 h 375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375300" h="375300">
                <a:moveTo>
                  <a:pt x="62550" y="0"/>
                </a:moveTo>
                <a:lnTo>
                  <a:pt x="312750" y="0"/>
                </a:lnTo>
                <a:cubicBezTo>
                  <a:pt x="347296" y="0"/>
                  <a:pt x="375300" y="28005"/>
                  <a:pt x="375300" y="62550"/>
                </a:cubicBezTo>
                <a:lnTo>
                  <a:pt x="375300" y="312750"/>
                </a:lnTo>
                <a:cubicBezTo>
                  <a:pt x="375300" y="347296"/>
                  <a:pt x="347296" y="375300"/>
                  <a:pt x="312750" y="375300"/>
                </a:cubicBezTo>
                <a:cubicBezTo>
                  <a:pt x="278204" y="375300"/>
                  <a:pt x="250200" y="347296"/>
                  <a:pt x="250200" y="312750"/>
                </a:cubicBezTo>
                <a:lnTo>
                  <a:pt x="250200" y="213559"/>
                </a:lnTo>
                <a:lnTo>
                  <a:pt x="106779" y="356979"/>
                </a:lnTo>
                <a:cubicBezTo>
                  <a:pt x="82353" y="381405"/>
                  <a:pt x="42747" y="381405"/>
                  <a:pt x="18321" y="356979"/>
                </a:cubicBezTo>
                <a:cubicBezTo>
                  <a:pt x="-6105" y="332553"/>
                  <a:pt x="-6105" y="292948"/>
                  <a:pt x="18321" y="268520"/>
                </a:cubicBezTo>
                <a:lnTo>
                  <a:pt x="161742" y="125100"/>
                </a:lnTo>
                <a:lnTo>
                  <a:pt x="62550" y="125100"/>
                </a:lnTo>
                <a:cubicBezTo>
                  <a:pt x="28004" y="125100"/>
                  <a:pt x="0" y="97096"/>
                  <a:pt x="0" y="62550"/>
                </a:cubicBezTo>
                <a:cubicBezTo>
                  <a:pt x="0" y="28005"/>
                  <a:pt x="28004" y="0"/>
                  <a:pt x="62550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2735311" y="713062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669059-7241-0F92-5E5B-6361055BFEF9}"/>
              </a:ext>
            </a:extLst>
          </p:cNvPr>
          <p:cNvGrpSpPr/>
          <p:nvPr/>
        </p:nvGrpSpPr>
        <p:grpSpPr>
          <a:xfrm>
            <a:off x="1250836" y="4643145"/>
            <a:ext cx="9690328" cy="1501794"/>
            <a:chOff x="489832" y="4643145"/>
            <a:chExt cx="9690328" cy="1501794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BF73B3A-9A2D-B872-771E-5EAE9A4EEF3B}"/>
                </a:ext>
              </a:extLst>
            </p:cNvPr>
            <p:cNvSpPr/>
            <p:nvPr/>
          </p:nvSpPr>
          <p:spPr>
            <a:xfrm flipV="1">
              <a:off x="489832" y="4643146"/>
              <a:ext cx="1101792" cy="1501201"/>
            </a:xfrm>
            <a:custGeom>
              <a:avLst/>
              <a:gdLst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817139 h 1501201"/>
                <a:gd name="csX3" fmla="*/ 101705 w 1101792"/>
                <a:gd name="csY3" fmla="*/ 684062 h 1501201"/>
                <a:gd name="csX4" fmla="*/ 101705 w 1101792"/>
                <a:gd name="csY4" fmla="*/ 165382 h 1501201"/>
                <a:gd name="csX5" fmla="*/ 165382 w 1101792"/>
                <a:gd name="csY5" fmla="*/ 101705 h 1501201"/>
                <a:gd name="csX6" fmla="*/ 936410 w 1101792"/>
                <a:gd name="csY6" fmla="*/ 101705 h 1501201"/>
                <a:gd name="csX7" fmla="*/ 1000087 w 1101792"/>
                <a:gd name="csY7" fmla="*/ 165382 h 1501201"/>
                <a:gd name="csX8" fmla="*/ 1000087 w 1101792"/>
                <a:gd name="csY8" fmla="*/ 684062 h 1501201"/>
                <a:gd name="csX9" fmla="*/ 1000087 w 1101792"/>
                <a:gd name="csY9" fmla="*/ 817139 h 1501201"/>
                <a:gd name="csX10" fmla="*/ 1000087 w 1101792"/>
                <a:gd name="csY10" fmla="*/ 1335819 h 1501201"/>
                <a:gd name="csX11" fmla="*/ 936410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684062 h 1501201"/>
                <a:gd name="csX3" fmla="*/ 101705 w 1101792"/>
                <a:gd name="csY3" fmla="*/ 165382 h 1501201"/>
                <a:gd name="csX4" fmla="*/ 165382 w 1101792"/>
                <a:gd name="csY4" fmla="*/ 101705 h 1501201"/>
                <a:gd name="csX5" fmla="*/ 936410 w 1101792"/>
                <a:gd name="csY5" fmla="*/ 101705 h 1501201"/>
                <a:gd name="csX6" fmla="*/ 1000087 w 1101792"/>
                <a:gd name="csY6" fmla="*/ 165382 h 1501201"/>
                <a:gd name="csX7" fmla="*/ 1000087 w 1101792"/>
                <a:gd name="csY7" fmla="*/ 684062 h 1501201"/>
                <a:gd name="csX8" fmla="*/ 1000087 w 1101792"/>
                <a:gd name="csY8" fmla="*/ 817139 h 1501201"/>
                <a:gd name="csX9" fmla="*/ 1000087 w 1101792"/>
                <a:gd name="csY9" fmla="*/ 1335819 h 1501201"/>
                <a:gd name="csX10" fmla="*/ 936410 w 1101792"/>
                <a:gd name="csY10" fmla="*/ 1399496 h 1501201"/>
                <a:gd name="csX11" fmla="*/ 165382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684062 h 1501201"/>
                <a:gd name="csX7" fmla="*/ 1000087 w 1101792"/>
                <a:gd name="csY7" fmla="*/ 817139 h 1501201"/>
                <a:gd name="csX8" fmla="*/ 1000087 w 1101792"/>
                <a:gd name="csY8" fmla="*/ 1335819 h 1501201"/>
                <a:gd name="csX9" fmla="*/ 936410 w 1101792"/>
                <a:gd name="csY9" fmla="*/ 1399496 h 1501201"/>
                <a:gd name="csX10" fmla="*/ 165382 w 1101792"/>
                <a:gd name="csY10" fmla="*/ 1399496 h 1501201"/>
                <a:gd name="csX11" fmla="*/ 69336 w 1101792"/>
                <a:gd name="csY11" fmla="*/ 1501201 h 1501201"/>
                <a:gd name="csX12" fmla="*/ 1032456 w 1101792"/>
                <a:gd name="csY12" fmla="*/ 1501201 h 1501201"/>
                <a:gd name="csX13" fmla="*/ 1101792 w 1101792"/>
                <a:gd name="csY13" fmla="*/ 1431865 h 1501201"/>
                <a:gd name="csX14" fmla="*/ 1101792 w 1101792"/>
                <a:gd name="csY14" fmla="*/ 817139 h 1501201"/>
                <a:gd name="csX15" fmla="*/ 1101792 w 1101792"/>
                <a:gd name="csY15" fmla="*/ 684062 h 1501201"/>
                <a:gd name="csX16" fmla="*/ 1101792 w 1101792"/>
                <a:gd name="csY16" fmla="*/ 69336 h 1501201"/>
                <a:gd name="csX17" fmla="*/ 1032456 w 1101792"/>
                <a:gd name="csY17" fmla="*/ 0 h 1501201"/>
                <a:gd name="csX18" fmla="*/ 69336 w 1101792"/>
                <a:gd name="csY18" fmla="*/ 0 h 1501201"/>
                <a:gd name="csX19" fmla="*/ 0 w 1101792"/>
                <a:gd name="csY19" fmla="*/ 69336 h 1501201"/>
                <a:gd name="csX20" fmla="*/ 0 w 1101792"/>
                <a:gd name="csY20" fmla="*/ 684062 h 1501201"/>
                <a:gd name="csX21" fmla="*/ 0 w 1101792"/>
                <a:gd name="csY21" fmla="*/ 817139 h 1501201"/>
                <a:gd name="csX22" fmla="*/ 0 w 1101792"/>
                <a:gd name="csY22" fmla="*/ 1431865 h 1501201"/>
                <a:gd name="csX23" fmla="*/ 69336 w 1101792"/>
                <a:gd name="csY23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817139 h 1501201"/>
                <a:gd name="csX7" fmla="*/ 1000087 w 1101792"/>
                <a:gd name="csY7" fmla="*/ 1335819 h 1501201"/>
                <a:gd name="csX8" fmla="*/ 936410 w 1101792"/>
                <a:gd name="csY8" fmla="*/ 1399496 h 1501201"/>
                <a:gd name="csX9" fmla="*/ 165382 w 1101792"/>
                <a:gd name="csY9" fmla="*/ 1399496 h 1501201"/>
                <a:gd name="csX10" fmla="*/ 69336 w 1101792"/>
                <a:gd name="csY10" fmla="*/ 1501201 h 1501201"/>
                <a:gd name="csX11" fmla="*/ 1032456 w 1101792"/>
                <a:gd name="csY11" fmla="*/ 1501201 h 1501201"/>
                <a:gd name="csX12" fmla="*/ 1101792 w 1101792"/>
                <a:gd name="csY12" fmla="*/ 1431865 h 1501201"/>
                <a:gd name="csX13" fmla="*/ 1101792 w 1101792"/>
                <a:gd name="csY13" fmla="*/ 817139 h 1501201"/>
                <a:gd name="csX14" fmla="*/ 1101792 w 1101792"/>
                <a:gd name="csY14" fmla="*/ 684062 h 1501201"/>
                <a:gd name="csX15" fmla="*/ 1101792 w 1101792"/>
                <a:gd name="csY15" fmla="*/ 69336 h 1501201"/>
                <a:gd name="csX16" fmla="*/ 1032456 w 1101792"/>
                <a:gd name="csY16" fmla="*/ 0 h 1501201"/>
                <a:gd name="csX17" fmla="*/ 69336 w 1101792"/>
                <a:gd name="csY17" fmla="*/ 0 h 1501201"/>
                <a:gd name="csX18" fmla="*/ 0 w 1101792"/>
                <a:gd name="csY18" fmla="*/ 69336 h 1501201"/>
                <a:gd name="csX19" fmla="*/ 0 w 1101792"/>
                <a:gd name="csY19" fmla="*/ 684062 h 1501201"/>
                <a:gd name="csX20" fmla="*/ 0 w 1101792"/>
                <a:gd name="csY20" fmla="*/ 817139 h 1501201"/>
                <a:gd name="csX21" fmla="*/ 0 w 1101792"/>
                <a:gd name="csY21" fmla="*/ 1431865 h 1501201"/>
                <a:gd name="csX22" fmla="*/ 69336 w 1101792"/>
                <a:gd name="csY22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84062 h 1501201"/>
                <a:gd name="csX14" fmla="*/ 1101792 w 1101792"/>
                <a:gd name="csY14" fmla="*/ 69336 h 1501201"/>
                <a:gd name="csX15" fmla="*/ 1032456 w 1101792"/>
                <a:gd name="csY15" fmla="*/ 0 h 1501201"/>
                <a:gd name="csX16" fmla="*/ 69336 w 1101792"/>
                <a:gd name="csY16" fmla="*/ 0 h 1501201"/>
                <a:gd name="csX17" fmla="*/ 0 w 1101792"/>
                <a:gd name="csY17" fmla="*/ 69336 h 1501201"/>
                <a:gd name="csX18" fmla="*/ 0 w 1101792"/>
                <a:gd name="csY18" fmla="*/ 684062 h 1501201"/>
                <a:gd name="csX19" fmla="*/ 0 w 1101792"/>
                <a:gd name="csY19" fmla="*/ 817139 h 1501201"/>
                <a:gd name="csX20" fmla="*/ 0 w 1101792"/>
                <a:gd name="csY20" fmla="*/ 1431865 h 1501201"/>
                <a:gd name="csX21" fmla="*/ 69336 w 1101792"/>
                <a:gd name="csY21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9336 h 1501201"/>
                <a:gd name="csX14" fmla="*/ 1032456 w 1101792"/>
                <a:gd name="csY14" fmla="*/ 0 h 1501201"/>
                <a:gd name="csX15" fmla="*/ 69336 w 1101792"/>
                <a:gd name="csY15" fmla="*/ 0 h 1501201"/>
                <a:gd name="csX16" fmla="*/ 0 w 1101792"/>
                <a:gd name="csY16" fmla="*/ 69336 h 1501201"/>
                <a:gd name="csX17" fmla="*/ 0 w 1101792"/>
                <a:gd name="csY17" fmla="*/ 684062 h 1501201"/>
                <a:gd name="csX18" fmla="*/ 0 w 1101792"/>
                <a:gd name="csY18" fmla="*/ 817139 h 1501201"/>
                <a:gd name="csX19" fmla="*/ 0 w 1101792"/>
                <a:gd name="csY19" fmla="*/ 1431865 h 1501201"/>
                <a:gd name="csX20" fmla="*/ 69336 w 1101792"/>
                <a:gd name="csY20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817139 h 1501201"/>
                <a:gd name="csX18" fmla="*/ 0 w 1101792"/>
                <a:gd name="csY18" fmla="*/ 1431865 h 1501201"/>
                <a:gd name="csX19" fmla="*/ 69336 w 1101792"/>
                <a:gd name="csY19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1431865 h 1501201"/>
                <a:gd name="csX18" fmla="*/ 69336 w 1101792"/>
                <a:gd name="csY18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1431865 h 1501201"/>
                <a:gd name="csX17" fmla="*/ 69336 w 1101792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101792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936410" y="101705"/>
                  </a:lnTo>
                  <a:cubicBezTo>
                    <a:pt x="971578" y="101705"/>
                    <a:pt x="1000087" y="130214"/>
                    <a:pt x="1000087" y="165382"/>
                  </a:cubicBezTo>
                  <a:lnTo>
                    <a:pt x="1000087" y="1335819"/>
                  </a:lnTo>
                  <a:cubicBezTo>
                    <a:pt x="1000087" y="1370987"/>
                    <a:pt x="971578" y="1399496"/>
                    <a:pt x="936410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032456" y="1501201"/>
                  </a:lnTo>
                  <a:cubicBezTo>
                    <a:pt x="1070749" y="1501201"/>
                    <a:pt x="1101792" y="1470158"/>
                    <a:pt x="1101792" y="1431865"/>
                  </a:cubicBezTo>
                  <a:lnTo>
                    <a:pt x="1101792" y="69336"/>
                  </a:lnTo>
                  <a:cubicBezTo>
                    <a:pt x="1101792" y="31043"/>
                    <a:pt x="1070749" y="0"/>
                    <a:pt x="1032456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35BCCE-790E-71A7-E46A-3B8CC0049B5A}"/>
                </a:ext>
              </a:extLst>
            </p:cNvPr>
            <p:cNvSpPr/>
            <p:nvPr/>
          </p:nvSpPr>
          <p:spPr>
            <a:xfrm>
              <a:off x="3849362" y="4643737"/>
              <a:ext cx="2962440" cy="1501201"/>
            </a:xfrm>
            <a:custGeom>
              <a:avLst/>
              <a:gdLst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575299 w 2962440"/>
                <a:gd name="csY5" fmla="*/ 1394368 h 1501201"/>
                <a:gd name="csX6" fmla="*/ 605497 w 2962440"/>
                <a:gd name="csY6" fmla="*/ 1399496 h 1501201"/>
                <a:gd name="csX7" fmla="*/ 861858 w 2962440"/>
                <a:gd name="csY7" fmla="*/ 1399496 h 1501201"/>
                <a:gd name="csX8" fmla="*/ 2163120 w 2962440"/>
                <a:gd name="csY8" fmla="*/ 1399496 h 1501201"/>
                <a:gd name="csX9" fmla="*/ 2339299 w 2962440"/>
                <a:gd name="csY9" fmla="*/ 1399496 h 1501201"/>
                <a:gd name="csX10" fmla="*/ 2797058 w 2962440"/>
                <a:gd name="csY10" fmla="*/ 1399496 h 1501201"/>
                <a:gd name="csX11" fmla="*/ 2860735 w 2962440"/>
                <a:gd name="csY11" fmla="*/ 1335819 h 1501201"/>
                <a:gd name="csX12" fmla="*/ 2860735 w 2962440"/>
                <a:gd name="csY12" fmla="*/ 165382 h 1501201"/>
                <a:gd name="csX13" fmla="*/ 2797058 w 2962440"/>
                <a:gd name="csY13" fmla="*/ 101705 h 1501201"/>
                <a:gd name="csX14" fmla="*/ 2339299 w 2962440"/>
                <a:gd name="csY14" fmla="*/ 101705 h 1501201"/>
                <a:gd name="csX15" fmla="*/ 2163120 w 2962440"/>
                <a:gd name="csY15" fmla="*/ 101705 h 1501201"/>
                <a:gd name="csX16" fmla="*/ 861858 w 2962440"/>
                <a:gd name="csY16" fmla="*/ 101705 h 1501201"/>
                <a:gd name="csX17" fmla="*/ 605497 w 2962440"/>
                <a:gd name="csY17" fmla="*/ 101705 h 1501201"/>
                <a:gd name="csX18" fmla="*/ 575299 w 2962440"/>
                <a:gd name="csY18" fmla="*/ 106833 h 1501201"/>
                <a:gd name="csX19" fmla="*/ 575299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605497 w 2962440"/>
                <a:gd name="csY5" fmla="*/ 1399496 h 1501201"/>
                <a:gd name="csX6" fmla="*/ 861858 w 2962440"/>
                <a:gd name="csY6" fmla="*/ 1399496 h 1501201"/>
                <a:gd name="csX7" fmla="*/ 2163120 w 2962440"/>
                <a:gd name="csY7" fmla="*/ 1399496 h 1501201"/>
                <a:gd name="csX8" fmla="*/ 2339299 w 2962440"/>
                <a:gd name="csY8" fmla="*/ 1399496 h 1501201"/>
                <a:gd name="csX9" fmla="*/ 2797058 w 2962440"/>
                <a:gd name="csY9" fmla="*/ 1399496 h 1501201"/>
                <a:gd name="csX10" fmla="*/ 2860735 w 2962440"/>
                <a:gd name="csY10" fmla="*/ 1335819 h 1501201"/>
                <a:gd name="csX11" fmla="*/ 2860735 w 2962440"/>
                <a:gd name="csY11" fmla="*/ 165382 h 1501201"/>
                <a:gd name="csX12" fmla="*/ 2797058 w 2962440"/>
                <a:gd name="csY12" fmla="*/ 101705 h 1501201"/>
                <a:gd name="csX13" fmla="*/ 2339299 w 2962440"/>
                <a:gd name="csY13" fmla="*/ 101705 h 1501201"/>
                <a:gd name="csX14" fmla="*/ 2163120 w 2962440"/>
                <a:gd name="csY14" fmla="*/ 101705 h 1501201"/>
                <a:gd name="csX15" fmla="*/ 861858 w 2962440"/>
                <a:gd name="csY15" fmla="*/ 101705 h 1501201"/>
                <a:gd name="csX16" fmla="*/ 605497 w 2962440"/>
                <a:gd name="csY16" fmla="*/ 101705 h 1501201"/>
                <a:gd name="csX17" fmla="*/ 575299 w 2962440"/>
                <a:gd name="csY17" fmla="*/ 106833 h 1501201"/>
                <a:gd name="csX18" fmla="*/ 575299 w 2962440"/>
                <a:gd name="csY18" fmla="*/ 101705 h 1501201"/>
                <a:gd name="csX19" fmla="*/ 165382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861858 w 2962440"/>
                <a:gd name="csY5" fmla="*/ 1399496 h 1501201"/>
                <a:gd name="csX6" fmla="*/ 2163120 w 2962440"/>
                <a:gd name="csY6" fmla="*/ 1399496 h 1501201"/>
                <a:gd name="csX7" fmla="*/ 2339299 w 2962440"/>
                <a:gd name="csY7" fmla="*/ 1399496 h 1501201"/>
                <a:gd name="csX8" fmla="*/ 2797058 w 2962440"/>
                <a:gd name="csY8" fmla="*/ 1399496 h 1501201"/>
                <a:gd name="csX9" fmla="*/ 2860735 w 2962440"/>
                <a:gd name="csY9" fmla="*/ 1335819 h 1501201"/>
                <a:gd name="csX10" fmla="*/ 2860735 w 2962440"/>
                <a:gd name="csY10" fmla="*/ 165382 h 1501201"/>
                <a:gd name="csX11" fmla="*/ 2797058 w 2962440"/>
                <a:gd name="csY11" fmla="*/ 101705 h 1501201"/>
                <a:gd name="csX12" fmla="*/ 2339299 w 2962440"/>
                <a:gd name="csY12" fmla="*/ 101705 h 1501201"/>
                <a:gd name="csX13" fmla="*/ 2163120 w 2962440"/>
                <a:gd name="csY13" fmla="*/ 101705 h 1501201"/>
                <a:gd name="csX14" fmla="*/ 861858 w 2962440"/>
                <a:gd name="csY14" fmla="*/ 101705 h 1501201"/>
                <a:gd name="csX15" fmla="*/ 605497 w 2962440"/>
                <a:gd name="csY15" fmla="*/ 101705 h 1501201"/>
                <a:gd name="csX16" fmla="*/ 575299 w 2962440"/>
                <a:gd name="csY16" fmla="*/ 106833 h 1501201"/>
                <a:gd name="csX17" fmla="*/ 575299 w 2962440"/>
                <a:gd name="csY17" fmla="*/ 101705 h 1501201"/>
                <a:gd name="csX18" fmla="*/ 165382 w 2962440"/>
                <a:gd name="csY18" fmla="*/ 101705 h 1501201"/>
                <a:gd name="csX19" fmla="*/ 69336 w 2962440"/>
                <a:gd name="csY19" fmla="*/ 0 h 1501201"/>
                <a:gd name="csX20" fmla="*/ 575299 w 2962440"/>
                <a:gd name="csY20" fmla="*/ 0 h 1501201"/>
                <a:gd name="csX21" fmla="*/ 861858 w 2962440"/>
                <a:gd name="csY21" fmla="*/ 0 h 1501201"/>
                <a:gd name="csX22" fmla="*/ 2163120 w 2962440"/>
                <a:gd name="csY22" fmla="*/ 0 h 1501201"/>
                <a:gd name="csX23" fmla="*/ 2339299 w 2962440"/>
                <a:gd name="csY23" fmla="*/ 0 h 1501201"/>
                <a:gd name="csX24" fmla="*/ 2893104 w 2962440"/>
                <a:gd name="csY24" fmla="*/ 0 h 1501201"/>
                <a:gd name="csX25" fmla="*/ 2962440 w 2962440"/>
                <a:gd name="csY25" fmla="*/ 69336 h 1501201"/>
                <a:gd name="csX26" fmla="*/ 2962440 w 2962440"/>
                <a:gd name="csY26" fmla="*/ 1431865 h 1501201"/>
                <a:gd name="csX27" fmla="*/ 2893104 w 2962440"/>
                <a:gd name="csY27" fmla="*/ 1501201 h 1501201"/>
                <a:gd name="csX28" fmla="*/ 2339299 w 2962440"/>
                <a:gd name="csY28" fmla="*/ 1501201 h 1501201"/>
                <a:gd name="csX29" fmla="*/ 2163120 w 2962440"/>
                <a:gd name="csY29" fmla="*/ 1501201 h 1501201"/>
                <a:gd name="csX30" fmla="*/ 861858 w 2962440"/>
                <a:gd name="csY30" fmla="*/ 1501201 h 1501201"/>
                <a:gd name="csX31" fmla="*/ 575299 w 2962440"/>
                <a:gd name="csY31" fmla="*/ 1501201 h 1501201"/>
                <a:gd name="csX32" fmla="*/ 69336 w 2962440"/>
                <a:gd name="csY32" fmla="*/ 1501201 h 1501201"/>
                <a:gd name="csX33" fmla="*/ 0 w 2962440"/>
                <a:gd name="csY33" fmla="*/ 1431865 h 1501201"/>
                <a:gd name="csX34" fmla="*/ 0 w 2962440"/>
                <a:gd name="csY34" fmla="*/ 69336 h 1501201"/>
                <a:gd name="csX35" fmla="*/ 69336 w 2962440"/>
                <a:gd name="csY3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861858 w 2962440"/>
                <a:gd name="csY4" fmla="*/ 1399496 h 1501201"/>
                <a:gd name="csX5" fmla="*/ 2163120 w 2962440"/>
                <a:gd name="csY5" fmla="*/ 1399496 h 1501201"/>
                <a:gd name="csX6" fmla="*/ 2339299 w 2962440"/>
                <a:gd name="csY6" fmla="*/ 1399496 h 1501201"/>
                <a:gd name="csX7" fmla="*/ 2797058 w 2962440"/>
                <a:gd name="csY7" fmla="*/ 1399496 h 1501201"/>
                <a:gd name="csX8" fmla="*/ 2860735 w 2962440"/>
                <a:gd name="csY8" fmla="*/ 1335819 h 1501201"/>
                <a:gd name="csX9" fmla="*/ 2860735 w 2962440"/>
                <a:gd name="csY9" fmla="*/ 165382 h 1501201"/>
                <a:gd name="csX10" fmla="*/ 2797058 w 2962440"/>
                <a:gd name="csY10" fmla="*/ 101705 h 1501201"/>
                <a:gd name="csX11" fmla="*/ 2339299 w 2962440"/>
                <a:gd name="csY11" fmla="*/ 101705 h 1501201"/>
                <a:gd name="csX12" fmla="*/ 2163120 w 2962440"/>
                <a:gd name="csY12" fmla="*/ 101705 h 1501201"/>
                <a:gd name="csX13" fmla="*/ 861858 w 2962440"/>
                <a:gd name="csY13" fmla="*/ 101705 h 1501201"/>
                <a:gd name="csX14" fmla="*/ 605497 w 2962440"/>
                <a:gd name="csY14" fmla="*/ 101705 h 1501201"/>
                <a:gd name="csX15" fmla="*/ 575299 w 2962440"/>
                <a:gd name="csY15" fmla="*/ 106833 h 1501201"/>
                <a:gd name="csX16" fmla="*/ 575299 w 2962440"/>
                <a:gd name="csY16" fmla="*/ 101705 h 1501201"/>
                <a:gd name="csX17" fmla="*/ 165382 w 2962440"/>
                <a:gd name="csY17" fmla="*/ 101705 h 1501201"/>
                <a:gd name="csX18" fmla="*/ 69336 w 2962440"/>
                <a:gd name="csY18" fmla="*/ 0 h 1501201"/>
                <a:gd name="csX19" fmla="*/ 575299 w 2962440"/>
                <a:gd name="csY19" fmla="*/ 0 h 1501201"/>
                <a:gd name="csX20" fmla="*/ 861858 w 2962440"/>
                <a:gd name="csY20" fmla="*/ 0 h 1501201"/>
                <a:gd name="csX21" fmla="*/ 2163120 w 2962440"/>
                <a:gd name="csY21" fmla="*/ 0 h 1501201"/>
                <a:gd name="csX22" fmla="*/ 2339299 w 2962440"/>
                <a:gd name="csY22" fmla="*/ 0 h 1501201"/>
                <a:gd name="csX23" fmla="*/ 2893104 w 2962440"/>
                <a:gd name="csY23" fmla="*/ 0 h 1501201"/>
                <a:gd name="csX24" fmla="*/ 2962440 w 2962440"/>
                <a:gd name="csY24" fmla="*/ 69336 h 1501201"/>
                <a:gd name="csX25" fmla="*/ 2962440 w 2962440"/>
                <a:gd name="csY25" fmla="*/ 1431865 h 1501201"/>
                <a:gd name="csX26" fmla="*/ 2893104 w 2962440"/>
                <a:gd name="csY26" fmla="*/ 1501201 h 1501201"/>
                <a:gd name="csX27" fmla="*/ 2339299 w 2962440"/>
                <a:gd name="csY27" fmla="*/ 1501201 h 1501201"/>
                <a:gd name="csX28" fmla="*/ 2163120 w 2962440"/>
                <a:gd name="csY28" fmla="*/ 1501201 h 1501201"/>
                <a:gd name="csX29" fmla="*/ 861858 w 2962440"/>
                <a:gd name="csY29" fmla="*/ 1501201 h 1501201"/>
                <a:gd name="csX30" fmla="*/ 575299 w 2962440"/>
                <a:gd name="csY30" fmla="*/ 1501201 h 1501201"/>
                <a:gd name="csX31" fmla="*/ 69336 w 2962440"/>
                <a:gd name="csY31" fmla="*/ 1501201 h 1501201"/>
                <a:gd name="csX32" fmla="*/ 0 w 2962440"/>
                <a:gd name="csY32" fmla="*/ 1431865 h 1501201"/>
                <a:gd name="csX33" fmla="*/ 0 w 2962440"/>
                <a:gd name="csY33" fmla="*/ 69336 h 1501201"/>
                <a:gd name="csX34" fmla="*/ 69336 w 2962440"/>
                <a:gd name="csY3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163120 w 2962440"/>
                <a:gd name="csY4" fmla="*/ 1399496 h 1501201"/>
                <a:gd name="csX5" fmla="*/ 2339299 w 2962440"/>
                <a:gd name="csY5" fmla="*/ 1399496 h 1501201"/>
                <a:gd name="csX6" fmla="*/ 2797058 w 2962440"/>
                <a:gd name="csY6" fmla="*/ 1399496 h 1501201"/>
                <a:gd name="csX7" fmla="*/ 2860735 w 2962440"/>
                <a:gd name="csY7" fmla="*/ 1335819 h 1501201"/>
                <a:gd name="csX8" fmla="*/ 2860735 w 2962440"/>
                <a:gd name="csY8" fmla="*/ 165382 h 1501201"/>
                <a:gd name="csX9" fmla="*/ 2797058 w 2962440"/>
                <a:gd name="csY9" fmla="*/ 101705 h 1501201"/>
                <a:gd name="csX10" fmla="*/ 2339299 w 2962440"/>
                <a:gd name="csY10" fmla="*/ 101705 h 1501201"/>
                <a:gd name="csX11" fmla="*/ 2163120 w 2962440"/>
                <a:gd name="csY11" fmla="*/ 101705 h 1501201"/>
                <a:gd name="csX12" fmla="*/ 861858 w 2962440"/>
                <a:gd name="csY12" fmla="*/ 101705 h 1501201"/>
                <a:gd name="csX13" fmla="*/ 605497 w 2962440"/>
                <a:gd name="csY13" fmla="*/ 101705 h 1501201"/>
                <a:gd name="csX14" fmla="*/ 575299 w 2962440"/>
                <a:gd name="csY14" fmla="*/ 106833 h 1501201"/>
                <a:gd name="csX15" fmla="*/ 575299 w 2962440"/>
                <a:gd name="csY15" fmla="*/ 101705 h 1501201"/>
                <a:gd name="csX16" fmla="*/ 165382 w 2962440"/>
                <a:gd name="csY16" fmla="*/ 101705 h 1501201"/>
                <a:gd name="csX17" fmla="*/ 69336 w 2962440"/>
                <a:gd name="csY17" fmla="*/ 0 h 1501201"/>
                <a:gd name="csX18" fmla="*/ 575299 w 2962440"/>
                <a:gd name="csY18" fmla="*/ 0 h 1501201"/>
                <a:gd name="csX19" fmla="*/ 861858 w 2962440"/>
                <a:gd name="csY19" fmla="*/ 0 h 1501201"/>
                <a:gd name="csX20" fmla="*/ 2163120 w 2962440"/>
                <a:gd name="csY20" fmla="*/ 0 h 1501201"/>
                <a:gd name="csX21" fmla="*/ 2339299 w 2962440"/>
                <a:gd name="csY21" fmla="*/ 0 h 1501201"/>
                <a:gd name="csX22" fmla="*/ 2893104 w 2962440"/>
                <a:gd name="csY22" fmla="*/ 0 h 1501201"/>
                <a:gd name="csX23" fmla="*/ 2962440 w 2962440"/>
                <a:gd name="csY23" fmla="*/ 69336 h 1501201"/>
                <a:gd name="csX24" fmla="*/ 2962440 w 2962440"/>
                <a:gd name="csY24" fmla="*/ 1431865 h 1501201"/>
                <a:gd name="csX25" fmla="*/ 2893104 w 2962440"/>
                <a:gd name="csY25" fmla="*/ 1501201 h 1501201"/>
                <a:gd name="csX26" fmla="*/ 2339299 w 2962440"/>
                <a:gd name="csY26" fmla="*/ 1501201 h 1501201"/>
                <a:gd name="csX27" fmla="*/ 2163120 w 2962440"/>
                <a:gd name="csY27" fmla="*/ 1501201 h 1501201"/>
                <a:gd name="csX28" fmla="*/ 861858 w 2962440"/>
                <a:gd name="csY28" fmla="*/ 1501201 h 1501201"/>
                <a:gd name="csX29" fmla="*/ 575299 w 2962440"/>
                <a:gd name="csY29" fmla="*/ 1501201 h 1501201"/>
                <a:gd name="csX30" fmla="*/ 69336 w 2962440"/>
                <a:gd name="csY30" fmla="*/ 1501201 h 1501201"/>
                <a:gd name="csX31" fmla="*/ 0 w 2962440"/>
                <a:gd name="csY31" fmla="*/ 1431865 h 1501201"/>
                <a:gd name="csX32" fmla="*/ 0 w 2962440"/>
                <a:gd name="csY32" fmla="*/ 69336 h 1501201"/>
                <a:gd name="csX33" fmla="*/ 69336 w 2962440"/>
                <a:gd name="csY3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339299 w 2962440"/>
                <a:gd name="csY4" fmla="*/ 1399496 h 1501201"/>
                <a:gd name="csX5" fmla="*/ 2797058 w 2962440"/>
                <a:gd name="csY5" fmla="*/ 1399496 h 1501201"/>
                <a:gd name="csX6" fmla="*/ 2860735 w 2962440"/>
                <a:gd name="csY6" fmla="*/ 1335819 h 1501201"/>
                <a:gd name="csX7" fmla="*/ 2860735 w 2962440"/>
                <a:gd name="csY7" fmla="*/ 165382 h 1501201"/>
                <a:gd name="csX8" fmla="*/ 2797058 w 2962440"/>
                <a:gd name="csY8" fmla="*/ 101705 h 1501201"/>
                <a:gd name="csX9" fmla="*/ 2339299 w 2962440"/>
                <a:gd name="csY9" fmla="*/ 101705 h 1501201"/>
                <a:gd name="csX10" fmla="*/ 2163120 w 2962440"/>
                <a:gd name="csY10" fmla="*/ 101705 h 1501201"/>
                <a:gd name="csX11" fmla="*/ 861858 w 2962440"/>
                <a:gd name="csY11" fmla="*/ 101705 h 1501201"/>
                <a:gd name="csX12" fmla="*/ 605497 w 2962440"/>
                <a:gd name="csY12" fmla="*/ 101705 h 1501201"/>
                <a:gd name="csX13" fmla="*/ 575299 w 2962440"/>
                <a:gd name="csY13" fmla="*/ 106833 h 1501201"/>
                <a:gd name="csX14" fmla="*/ 575299 w 2962440"/>
                <a:gd name="csY14" fmla="*/ 101705 h 1501201"/>
                <a:gd name="csX15" fmla="*/ 165382 w 2962440"/>
                <a:gd name="csY15" fmla="*/ 101705 h 1501201"/>
                <a:gd name="csX16" fmla="*/ 69336 w 2962440"/>
                <a:gd name="csY16" fmla="*/ 0 h 1501201"/>
                <a:gd name="csX17" fmla="*/ 575299 w 2962440"/>
                <a:gd name="csY17" fmla="*/ 0 h 1501201"/>
                <a:gd name="csX18" fmla="*/ 861858 w 2962440"/>
                <a:gd name="csY18" fmla="*/ 0 h 1501201"/>
                <a:gd name="csX19" fmla="*/ 2163120 w 2962440"/>
                <a:gd name="csY19" fmla="*/ 0 h 1501201"/>
                <a:gd name="csX20" fmla="*/ 2339299 w 2962440"/>
                <a:gd name="csY20" fmla="*/ 0 h 1501201"/>
                <a:gd name="csX21" fmla="*/ 2893104 w 2962440"/>
                <a:gd name="csY21" fmla="*/ 0 h 1501201"/>
                <a:gd name="csX22" fmla="*/ 2962440 w 2962440"/>
                <a:gd name="csY22" fmla="*/ 69336 h 1501201"/>
                <a:gd name="csX23" fmla="*/ 2962440 w 2962440"/>
                <a:gd name="csY23" fmla="*/ 1431865 h 1501201"/>
                <a:gd name="csX24" fmla="*/ 2893104 w 2962440"/>
                <a:gd name="csY24" fmla="*/ 1501201 h 1501201"/>
                <a:gd name="csX25" fmla="*/ 2339299 w 2962440"/>
                <a:gd name="csY25" fmla="*/ 1501201 h 1501201"/>
                <a:gd name="csX26" fmla="*/ 2163120 w 2962440"/>
                <a:gd name="csY26" fmla="*/ 1501201 h 1501201"/>
                <a:gd name="csX27" fmla="*/ 861858 w 2962440"/>
                <a:gd name="csY27" fmla="*/ 1501201 h 1501201"/>
                <a:gd name="csX28" fmla="*/ 575299 w 2962440"/>
                <a:gd name="csY28" fmla="*/ 1501201 h 1501201"/>
                <a:gd name="csX29" fmla="*/ 69336 w 2962440"/>
                <a:gd name="csY29" fmla="*/ 1501201 h 1501201"/>
                <a:gd name="csX30" fmla="*/ 0 w 2962440"/>
                <a:gd name="csY30" fmla="*/ 1431865 h 1501201"/>
                <a:gd name="csX31" fmla="*/ 0 w 2962440"/>
                <a:gd name="csY31" fmla="*/ 69336 h 1501201"/>
                <a:gd name="csX32" fmla="*/ 69336 w 2962440"/>
                <a:gd name="csY3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339299 w 2962440"/>
                <a:gd name="csY8" fmla="*/ 101705 h 1501201"/>
                <a:gd name="csX9" fmla="*/ 2163120 w 2962440"/>
                <a:gd name="csY9" fmla="*/ 101705 h 1501201"/>
                <a:gd name="csX10" fmla="*/ 861858 w 2962440"/>
                <a:gd name="csY10" fmla="*/ 101705 h 1501201"/>
                <a:gd name="csX11" fmla="*/ 605497 w 2962440"/>
                <a:gd name="csY11" fmla="*/ 101705 h 1501201"/>
                <a:gd name="csX12" fmla="*/ 575299 w 2962440"/>
                <a:gd name="csY12" fmla="*/ 106833 h 1501201"/>
                <a:gd name="csX13" fmla="*/ 575299 w 2962440"/>
                <a:gd name="csY13" fmla="*/ 101705 h 1501201"/>
                <a:gd name="csX14" fmla="*/ 165382 w 2962440"/>
                <a:gd name="csY14" fmla="*/ 101705 h 1501201"/>
                <a:gd name="csX15" fmla="*/ 69336 w 2962440"/>
                <a:gd name="csY15" fmla="*/ 0 h 1501201"/>
                <a:gd name="csX16" fmla="*/ 575299 w 2962440"/>
                <a:gd name="csY16" fmla="*/ 0 h 1501201"/>
                <a:gd name="csX17" fmla="*/ 861858 w 2962440"/>
                <a:gd name="csY17" fmla="*/ 0 h 1501201"/>
                <a:gd name="csX18" fmla="*/ 2163120 w 2962440"/>
                <a:gd name="csY18" fmla="*/ 0 h 1501201"/>
                <a:gd name="csX19" fmla="*/ 2339299 w 2962440"/>
                <a:gd name="csY19" fmla="*/ 0 h 1501201"/>
                <a:gd name="csX20" fmla="*/ 2893104 w 2962440"/>
                <a:gd name="csY20" fmla="*/ 0 h 1501201"/>
                <a:gd name="csX21" fmla="*/ 2962440 w 2962440"/>
                <a:gd name="csY21" fmla="*/ 69336 h 1501201"/>
                <a:gd name="csX22" fmla="*/ 2962440 w 2962440"/>
                <a:gd name="csY22" fmla="*/ 1431865 h 1501201"/>
                <a:gd name="csX23" fmla="*/ 2893104 w 2962440"/>
                <a:gd name="csY23" fmla="*/ 1501201 h 1501201"/>
                <a:gd name="csX24" fmla="*/ 2339299 w 2962440"/>
                <a:gd name="csY24" fmla="*/ 1501201 h 1501201"/>
                <a:gd name="csX25" fmla="*/ 2163120 w 2962440"/>
                <a:gd name="csY25" fmla="*/ 1501201 h 1501201"/>
                <a:gd name="csX26" fmla="*/ 861858 w 2962440"/>
                <a:gd name="csY26" fmla="*/ 1501201 h 1501201"/>
                <a:gd name="csX27" fmla="*/ 575299 w 2962440"/>
                <a:gd name="csY27" fmla="*/ 1501201 h 1501201"/>
                <a:gd name="csX28" fmla="*/ 69336 w 2962440"/>
                <a:gd name="csY28" fmla="*/ 1501201 h 1501201"/>
                <a:gd name="csX29" fmla="*/ 0 w 2962440"/>
                <a:gd name="csY29" fmla="*/ 1431865 h 1501201"/>
                <a:gd name="csX30" fmla="*/ 0 w 2962440"/>
                <a:gd name="csY30" fmla="*/ 69336 h 1501201"/>
                <a:gd name="csX31" fmla="*/ 69336 w 2962440"/>
                <a:gd name="csY3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163120 w 2962440"/>
                <a:gd name="csY8" fmla="*/ 101705 h 1501201"/>
                <a:gd name="csX9" fmla="*/ 861858 w 2962440"/>
                <a:gd name="csY9" fmla="*/ 101705 h 1501201"/>
                <a:gd name="csX10" fmla="*/ 605497 w 2962440"/>
                <a:gd name="csY10" fmla="*/ 101705 h 1501201"/>
                <a:gd name="csX11" fmla="*/ 575299 w 2962440"/>
                <a:gd name="csY11" fmla="*/ 106833 h 1501201"/>
                <a:gd name="csX12" fmla="*/ 575299 w 2962440"/>
                <a:gd name="csY12" fmla="*/ 101705 h 1501201"/>
                <a:gd name="csX13" fmla="*/ 165382 w 2962440"/>
                <a:gd name="csY13" fmla="*/ 101705 h 1501201"/>
                <a:gd name="csX14" fmla="*/ 69336 w 2962440"/>
                <a:gd name="csY14" fmla="*/ 0 h 1501201"/>
                <a:gd name="csX15" fmla="*/ 575299 w 2962440"/>
                <a:gd name="csY15" fmla="*/ 0 h 1501201"/>
                <a:gd name="csX16" fmla="*/ 861858 w 2962440"/>
                <a:gd name="csY16" fmla="*/ 0 h 1501201"/>
                <a:gd name="csX17" fmla="*/ 2163120 w 2962440"/>
                <a:gd name="csY17" fmla="*/ 0 h 1501201"/>
                <a:gd name="csX18" fmla="*/ 2339299 w 2962440"/>
                <a:gd name="csY18" fmla="*/ 0 h 1501201"/>
                <a:gd name="csX19" fmla="*/ 2893104 w 2962440"/>
                <a:gd name="csY19" fmla="*/ 0 h 1501201"/>
                <a:gd name="csX20" fmla="*/ 2962440 w 2962440"/>
                <a:gd name="csY20" fmla="*/ 69336 h 1501201"/>
                <a:gd name="csX21" fmla="*/ 2962440 w 2962440"/>
                <a:gd name="csY21" fmla="*/ 1431865 h 1501201"/>
                <a:gd name="csX22" fmla="*/ 2893104 w 2962440"/>
                <a:gd name="csY22" fmla="*/ 1501201 h 1501201"/>
                <a:gd name="csX23" fmla="*/ 2339299 w 2962440"/>
                <a:gd name="csY23" fmla="*/ 1501201 h 1501201"/>
                <a:gd name="csX24" fmla="*/ 2163120 w 2962440"/>
                <a:gd name="csY24" fmla="*/ 1501201 h 1501201"/>
                <a:gd name="csX25" fmla="*/ 861858 w 2962440"/>
                <a:gd name="csY25" fmla="*/ 1501201 h 1501201"/>
                <a:gd name="csX26" fmla="*/ 575299 w 2962440"/>
                <a:gd name="csY26" fmla="*/ 1501201 h 1501201"/>
                <a:gd name="csX27" fmla="*/ 69336 w 2962440"/>
                <a:gd name="csY27" fmla="*/ 1501201 h 1501201"/>
                <a:gd name="csX28" fmla="*/ 0 w 2962440"/>
                <a:gd name="csY28" fmla="*/ 1431865 h 1501201"/>
                <a:gd name="csX29" fmla="*/ 0 w 2962440"/>
                <a:gd name="csY29" fmla="*/ 69336 h 1501201"/>
                <a:gd name="csX30" fmla="*/ 69336 w 2962440"/>
                <a:gd name="csY3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861858 w 2962440"/>
                <a:gd name="csY8" fmla="*/ 101705 h 1501201"/>
                <a:gd name="csX9" fmla="*/ 605497 w 2962440"/>
                <a:gd name="csY9" fmla="*/ 101705 h 1501201"/>
                <a:gd name="csX10" fmla="*/ 575299 w 2962440"/>
                <a:gd name="csY10" fmla="*/ 106833 h 1501201"/>
                <a:gd name="csX11" fmla="*/ 575299 w 2962440"/>
                <a:gd name="csY11" fmla="*/ 101705 h 1501201"/>
                <a:gd name="csX12" fmla="*/ 165382 w 2962440"/>
                <a:gd name="csY12" fmla="*/ 101705 h 1501201"/>
                <a:gd name="csX13" fmla="*/ 69336 w 2962440"/>
                <a:gd name="csY13" fmla="*/ 0 h 1501201"/>
                <a:gd name="csX14" fmla="*/ 575299 w 2962440"/>
                <a:gd name="csY14" fmla="*/ 0 h 1501201"/>
                <a:gd name="csX15" fmla="*/ 861858 w 2962440"/>
                <a:gd name="csY15" fmla="*/ 0 h 1501201"/>
                <a:gd name="csX16" fmla="*/ 2163120 w 2962440"/>
                <a:gd name="csY16" fmla="*/ 0 h 1501201"/>
                <a:gd name="csX17" fmla="*/ 2339299 w 2962440"/>
                <a:gd name="csY17" fmla="*/ 0 h 1501201"/>
                <a:gd name="csX18" fmla="*/ 2893104 w 2962440"/>
                <a:gd name="csY18" fmla="*/ 0 h 1501201"/>
                <a:gd name="csX19" fmla="*/ 2962440 w 2962440"/>
                <a:gd name="csY19" fmla="*/ 69336 h 1501201"/>
                <a:gd name="csX20" fmla="*/ 2962440 w 2962440"/>
                <a:gd name="csY20" fmla="*/ 1431865 h 1501201"/>
                <a:gd name="csX21" fmla="*/ 2893104 w 2962440"/>
                <a:gd name="csY21" fmla="*/ 1501201 h 1501201"/>
                <a:gd name="csX22" fmla="*/ 2339299 w 2962440"/>
                <a:gd name="csY22" fmla="*/ 1501201 h 1501201"/>
                <a:gd name="csX23" fmla="*/ 2163120 w 2962440"/>
                <a:gd name="csY23" fmla="*/ 1501201 h 1501201"/>
                <a:gd name="csX24" fmla="*/ 861858 w 2962440"/>
                <a:gd name="csY24" fmla="*/ 1501201 h 1501201"/>
                <a:gd name="csX25" fmla="*/ 575299 w 2962440"/>
                <a:gd name="csY25" fmla="*/ 1501201 h 1501201"/>
                <a:gd name="csX26" fmla="*/ 69336 w 2962440"/>
                <a:gd name="csY26" fmla="*/ 1501201 h 1501201"/>
                <a:gd name="csX27" fmla="*/ 0 w 2962440"/>
                <a:gd name="csY27" fmla="*/ 1431865 h 1501201"/>
                <a:gd name="csX28" fmla="*/ 0 w 2962440"/>
                <a:gd name="csY28" fmla="*/ 69336 h 1501201"/>
                <a:gd name="csX29" fmla="*/ 69336 w 2962440"/>
                <a:gd name="csY2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605497 w 2962440"/>
                <a:gd name="csY8" fmla="*/ 101705 h 1501201"/>
                <a:gd name="csX9" fmla="*/ 575299 w 2962440"/>
                <a:gd name="csY9" fmla="*/ 106833 h 1501201"/>
                <a:gd name="csX10" fmla="*/ 575299 w 2962440"/>
                <a:gd name="csY10" fmla="*/ 101705 h 1501201"/>
                <a:gd name="csX11" fmla="*/ 165382 w 2962440"/>
                <a:gd name="csY11" fmla="*/ 101705 h 1501201"/>
                <a:gd name="csX12" fmla="*/ 69336 w 2962440"/>
                <a:gd name="csY12" fmla="*/ 0 h 1501201"/>
                <a:gd name="csX13" fmla="*/ 575299 w 2962440"/>
                <a:gd name="csY13" fmla="*/ 0 h 1501201"/>
                <a:gd name="csX14" fmla="*/ 861858 w 2962440"/>
                <a:gd name="csY14" fmla="*/ 0 h 1501201"/>
                <a:gd name="csX15" fmla="*/ 2163120 w 2962440"/>
                <a:gd name="csY15" fmla="*/ 0 h 1501201"/>
                <a:gd name="csX16" fmla="*/ 2339299 w 2962440"/>
                <a:gd name="csY16" fmla="*/ 0 h 1501201"/>
                <a:gd name="csX17" fmla="*/ 2893104 w 2962440"/>
                <a:gd name="csY17" fmla="*/ 0 h 1501201"/>
                <a:gd name="csX18" fmla="*/ 2962440 w 2962440"/>
                <a:gd name="csY18" fmla="*/ 69336 h 1501201"/>
                <a:gd name="csX19" fmla="*/ 2962440 w 2962440"/>
                <a:gd name="csY19" fmla="*/ 1431865 h 1501201"/>
                <a:gd name="csX20" fmla="*/ 2893104 w 2962440"/>
                <a:gd name="csY20" fmla="*/ 1501201 h 1501201"/>
                <a:gd name="csX21" fmla="*/ 2339299 w 2962440"/>
                <a:gd name="csY21" fmla="*/ 1501201 h 1501201"/>
                <a:gd name="csX22" fmla="*/ 2163120 w 2962440"/>
                <a:gd name="csY22" fmla="*/ 1501201 h 1501201"/>
                <a:gd name="csX23" fmla="*/ 861858 w 2962440"/>
                <a:gd name="csY23" fmla="*/ 1501201 h 1501201"/>
                <a:gd name="csX24" fmla="*/ 575299 w 2962440"/>
                <a:gd name="csY24" fmla="*/ 1501201 h 1501201"/>
                <a:gd name="csX25" fmla="*/ 69336 w 2962440"/>
                <a:gd name="csY25" fmla="*/ 1501201 h 1501201"/>
                <a:gd name="csX26" fmla="*/ 0 w 2962440"/>
                <a:gd name="csY26" fmla="*/ 1431865 h 1501201"/>
                <a:gd name="csX27" fmla="*/ 0 w 2962440"/>
                <a:gd name="csY27" fmla="*/ 69336 h 1501201"/>
                <a:gd name="csX28" fmla="*/ 69336 w 2962440"/>
                <a:gd name="csY2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575299 w 2962440"/>
                <a:gd name="csY9" fmla="*/ 101705 h 1501201"/>
                <a:gd name="csX10" fmla="*/ 165382 w 2962440"/>
                <a:gd name="csY10" fmla="*/ 101705 h 1501201"/>
                <a:gd name="csX11" fmla="*/ 69336 w 2962440"/>
                <a:gd name="csY11" fmla="*/ 0 h 1501201"/>
                <a:gd name="csX12" fmla="*/ 575299 w 2962440"/>
                <a:gd name="csY12" fmla="*/ 0 h 1501201"/>
                <a:gd name="csX13" fmla="*/ 861858 w 2962440"/>
                <a:gd name="csY13" fmla="*/ 0 h 1501201"/>
                <a:gd name="csX14" fmla="*/ 2163120 w 2962440"/>
                <a:gd name="csY14" fmla="*/ 0 h 1501201"/>
                <a:gd name="csX15" fmla="*/ 2339299 w 2962440"/>
                <a:gd name="csY15" fmla="*/ 0 h 1501201"/>
                <a:gd name="csX16" fmla="*/ 2893104 w 2962440"/>
                <a:gd name="csY16" fmla="*/ 0 h 1501201"/>
                <a:gd name="csX17" fmla="*/ 2962440 w 2962440"/>
                <a:gd name="csY17" fmla="*/ 69336 h 1501201"/>
                <a:gd name="csX18" fmla="*/ 2962440 w 2962440"/>
                <a:gd name="csY18" fmla="*/ 1431865 h 1501201"/>
                <a:gd name="csX19" fmla="*/ 2893104 w 2962440"/>
                <a:gd name="csY19" fmla="*/ 1501201 h 1501201"/>
                <a:gd name="csX20" fmla="*/ 2339299 w 2962440"/>
                <a:gd name="csY20" fmla="*/ 1501201 h 1501201"/>
                <a:gd name="csX21" fmla="*/ 2163120 w 2962440"/>
                <a:gd name="csY21" fmla="*/ 1501201 h 1501201"/>
                <a:gd name="csX22" fmla="*/ 861858 w 2962440"/>
                <a:gd name="csY22" fmla="*/ 1501201 h 1501201"/>
                <a:gd name="csX23" fmla="*/ 575299 w 2962440"/>
                <a:gd name="csY23" fmla="*/ 1501201 h 1501201"/>
                <a:gd name="csX24" fmla="*/ 69336 w 2962440"/>
                <a:gd name="csY24" fmla="*/ 1501201 h 1501201"/>
                <a:gd name="csX25" fmla="*/ 0 w 2962440"/>
                <a:gd name="csY25" fmla="*/ 1431865 h 1501201"/>
                <a:gd name="csX26" fmla="*/ 0 w 2962440"/>
                <a:gd name="csY26" fmla="*/ 69336 h 1501201"/>
                <a:gd name="csX27" fmla="*/ 69336 w 2962440"/>
                <a:gd name="csY27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165382 w 2962440"/>
                <a:gd name="csY9" fmla="*/ 101705 h 1501201"/>
                <a:gd name="csX10" fmla="*/ 69336 w 2962440"/>
                <a:gd name="csY10" fmla="*/ 0 h 1501201"/>
                <a:gd name="csX11" fmla="*/ 575299 w 2962440"/>
                <a:gd name="csY11" fmla="*/ 0 h 1501201"/>
                <a:gd name="csX12" fmla="*/ 861858 w 2962440"/>
                <a:gd name="csY12" fmla="*/ 0 h 1501201"/>
                <a:gd name="csX13" fmla="*/ 2163120 w 2962440"/>
                <a:gd name="csY13" fmla="*/ 0 h 1501201"/>
                <a:gd name="csX14" fmla="*/ 2339299 w 2962440"/>
                <a:gd name="csY14" fmla="*/ 0 h 1501201"/>
                <a:gd name="csX15" fmla="*/ 2893104 w 2962440"/>
                <a:gd name="csY15" fmla="*/ 0 h 1501201"/>
                <a:gd name="csX16" fmla="*/ 2962440 w 2962440"/>
                <a:gd name="csY16" fmla="*/ 69336 h 1501201"/>
                <a:gd name="csX17" fmla="*/ 2962440 w 2962440"/>
                <a:gd name="csY17" fmla="*/ 1431865 h 1501201"/>
                <a:gd name="csX18" fmla="*/ 2893104 w 2962440"/>
                <a:gd name="csY18" fmla="*/ 1501201 h 1501201"/>
                <a:gd name="csX19" fmla="*/ 2339299 w 2962440"/>
                <a:gd name="csY19" fmla="*/ 1501201 h 1501201"/>
                <a:gd name="csX20" fmla="*/ 2163120 w 2962440"/>
                <a:gd name="csY20" fmla="*/ 1501201 h 1501201"/>
                <a:gd name="csX21" fmla="*/ 861858 w 2962440"/>
                <a:gd name="csY21" fmla="*/ 1501201 h 1501201"/>
                <a:gd name="csX22" fmla="*/ 575299 w 2962440"/>
                <a:gd name="csY22" fmla="*/ 1501201 h 1501201"/>
                <a:gd name="csX23" fmla="*/ 69336 w 2962440"/>
                <a:gd name="csY23" fmla="*/ 1501201 h 1501201"/>
                <a:gd name="csX24" fmla="*/ 0 w 2962440"/>
                <a:gd name="csY24" fmla="*/ 1431865 h 1501201"/>
                <a:gd name="csX25" fmla="*/ 0 w 2962440"/>
                <a:gd name="csY25" fmla="*/ 69336 h 1501201"/>
                <a:gd name="csX26" fmla="*/ 69336 w 2962440"/>
                <a:gd name="csY2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575299 w 2962440"/>
                <a:gd name="csY10" fmla="*/ 0 h 1501201"/>
                <a:gd name="csX11" fmla="*/ 861858 w 2962440"/>
                <a:gd name="csY11" fmla="*/ 0 h 1501201"/>
                <a:gd name="csX12" fmla="*/ 2163120 w 2962440"/>
                <a:gd name="csY12" fmla="*/ 0 h 1501201"/>
                <a:gd name="csX13" fmla="*/ 2339299 w 2962440"/>
                <a:gd name="csY13" fmla="*/ 0 h 1501201"/>
                <a:gd name="csX14" fmla="*/ 2893104 w 2962440"/>
                <a:gd name="csY14" fmla="*/ 0 h 1501201"/>
                <a:gd name="csX15" fmla="*/ 2962440 w 2962440"/>
                <a:gd name="csY15" fmla="*/ 69336 h 1501201"/>
                <a:gd name="csX16" fmla="*/ 2962440 w 2962440"/>
                <a:gd name="csY16" fmla="*/ 1431865 h 1501201"/>
                <a:gd name="csX17" fmla="*/ 2893104 w 2962440"/>
                <a:gd name="csY17" fmla="*/ 1501201 h 1501201"/>
                <a:gd name="csX18" fmla="*/ 2339299 w 2962440"/>
                <a:gd name="csY18" fmla="*/ 1501201 h 1501201"/>
                <a:gd name="csX19" fmla="*/ 2163120 w 2962440"/>
                <a:gd name="csY19" fmla="*/ 1501201 h 1501201"/>
                <a:gd name="csX20" fmla="*/ 861858 w 2962440"/>
                <a:gd name="csY20" fmla="*/ 1501201 h 1501201"/>
                <a:gd name="csX21" fmla="*/ 575299 w 2962440"/>
                <a:gd name="csY21" fmla="*/ 1501201 h 1501201"/>
                <a:gd name="csX22" fmla="*/ 69336 w 2962440"/>
                <a:gd name="csY22" fmla="*/ 1501201 h 1501201"/>
                <a:gd name="csX23" fmla="*/ 0 w 2962440"/>
                <a:gd name="csY23" fmla="*/ 1431865 h 1501201"/>
                <a:gd name="csX24" fmla="*/ 0 w 2962440"/>
                <a:gd name="csY24" fmla="*/ 69336 h 1501201"/>
                <a:gd name="csX25" fmla="*/ 69336 w 2962440"/>
                <a:gd name="csY2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861858 w 2962440"/>
                <a:gd name="csY10" fmla="*/ 0 h 1501201"/>
                <a:gd name="csX11" fmla="*/ 2163120 w 2962440"/>
                <a:gd name="csY11" fmla="*/ 0 h 1501201"/>
                <a:gd name="csX12" fmla="*/ 2339299 w 2962440"/>
                <a:gd name="csY12" fmla="*/ 0 h 1501201"/>
                <a:gd name="csX13" fmla="*/ 2893104 w 2962440"/>
                <a:gd name="csY13" fmla="*/ 0 h 1501201"/>
                <a:gd name="csX14" fmla="*/ 2962440 w 2962440"/>
                <a:gd name="csY14" fmla="*/ 69336 h 1501201"/>
                <a:gd name="csX15" fmla="*/ 2962440 w 2962440"/>
                <a:gd name="csY15" fmla="*/ 1431865 h 1501201"/>
                <a:gd name="csX16" fmla="*/ 2893104 w 2962440"/>
                <a:gd name="csY16" fmla="*/ 1501201 h 1501201"/>
                <a:gd name="csX17" fmla="*/ 2339299 w 2962440"/>
                <a:gd name="csY17" fmla="*/ 1501201 h 1501201"/>
                <a:gd name="csX18" fmla="*/ 2163120 w 2962440"/>
                <a:gd name="csY18" fmla="*/ 1501201 h 1501201"/>
                <a:gd name="csX19" fmla="*/ 861858 w 2962440"/>
                <a:gd name="csY19" fmla="*/ 1501201 h 1501201"/>
                <a:gd name="csX20" fmla="*/ 575299 w 2962440"/>
                <a:gd name="csY20" fmla="*/ 1501201 h 1501201"/>
                <a:gd name="csX21" fmla="*/ 69336 w 2962440"/>
                <a:gd name="csY21" fmla="*/ 1501201 h 1501201"/>
                <a:gd name="csX22" fmla="*/ 0 w 2962440"/>
                <a:gd name="csY22" fmla="*/ 1431865 h 1501201"/>
                <a:gd name="csX23" fmla="*/ 0 w 2962440"/>
                <a:gd name="csY23" fmla="*/ 69336 h 1501201"/>
                <a:gd name="csX24" fmla="*/ 69336 w 2962440"/>
                <a:gd name="csY2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163120 w 2962440"/>
                <a:gd name="csY10" fmla="*/ 0 h 1501201"/>
                <a:gd name="csX11" fmla="*/ 2339299 w 2962440"/>
                <a:gd name="csY11" fmla="*/ 0 h 1501201"/>
                <a:gd name="csX12" fmla="*/ 2893104 w 2962440"/>
                <a:gd name="csY12" fmla="*/ 0 h 1501201"/>
                <a:gd name="csX13" fmla="*/ 2962440 w 2962440"/>
                <a:gd name="csY13" fmla="*/ 69336 h 1501201"/>
                <a:gd name="csX14" fmla="*/ 2962440 w 2962440"/>
                <a:gd name="csY14" fmla="*/ 1431865 h 1501201"/>
                <a:gd name="csX15" fmla="*/ 2893104 w 2962440"/>
                <a:gd name="csY15" fmla="*/ 1501201 h 1501201"/>
                <a:gd name="csX16" fmla="*/ 2339299 w 2962440"/>
                <a:gd name="csY16" fmla="*/ 1501201 h 1501201"/>
                <a:gd name="csX17" fmla="*/ 2163120 w 2962440"/>
                <a:gd name="csY17" fmla="*/ 1501201 h 1501201"/>
                <a:gd name="csX18" fmla="*/ 861858 w 2962440"/>
                <a:gd name="csY18" fmla="*/ 1501201 h 1501201"/>
                <a:gd name="csX19" fmla="*/ 575299 w 2962440"/>
                <a:gd name="csY19" fmla="*/ 1501201 h 1501201"/>
                <a:gd name="csX20" fmla="*/ 69336 w 2962440"/>
                <a:gd name="csY20" fmla="*/ 1501201 h 1501201"/>
                <a:gd name="csX21" fmla="*/ 0 w 2962440"/>
                <a:gd name="csY21" fmla="*/ 1431865 h 1501201"/>
                <a:gd name="csX22" fmla="*/ 0 w 2962440"/>
                <a:gd name="csY22" fmla="*/ 69336 h 1501201"/>
                <a:gd name="csX23" fmla="*/ 69336 w 2962440"/>
                <a:gd name="csY2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339299 w 2962440"/>
                <a:gd name="csY10" fmla="*/ 0 h 1501201"/>
                <a:gd name="csX11" fmla="*/ 2893104 w 2962440"/>
                <a:gd name="csY11" fmla="*/ 0 h 1501201"/>
                <a:gd name="csX12" fmla="*/ 2962440 w 2962440"/>
                <a:gd name="csY12" fmla="*/ 69336 h 1501201"/>
                <a:gd name="csX13" fmla="*/ 2962440 w 2962440"/>
                <a:gd name="csY13" fmla="*/ 1431865 h 1501201"/>
                <a:gd name="csX14" fmla="*/ 2893104 w 2962440"/>
                <a:gd name="csY14" fmla="*/ 1501201 h 1501201"/>
                <a:gd name="csX15" fmla="*/ 2339299 w 2962440"/>
                <a:gd name="csY15" fmla="*/ 1501201 h 1501201"/>
                <a:gd name="csX16" fmla="*/ 2163120 w 2962440"/>
                <a:gd name="csY16" fmla="*/ 1501201 h 1501201"/>
                <a:gd name="csX17" fmla="*/ 861858 w 2962440"/>
                <a:gd name="csY17" fmla="*/ 1501201 h 1501201"/>
                <a:gd name="csX18" fmla="*/ 575299 w 2962440"/>
                <a:gd name="csY18" fmla="*/ 1501201 h 1501201"/>
                <a:gd name="csX19" fmla="*/ 69336 w 2962440"/>
                <a:gd name="csY19" fmla="*/ 1501201 h 1501201"/>
                <a:gd name="csX20" fmla="*/ 0 w 2962440"/>
                <a:gd name="csY20" fmla="*/ 1431865 h 1501201"/>
                <a:gd name="csX21" fmla="*/ 0 w 2962440"/>
                <a:gd name="csY21" fmla="*/ 69336 h 1501201"/>
                <a:gd name="csX22" fmla="*/ 69336 w 2962440"/>
                <a:gd name="csY2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339299 w 2962440"/>
                <a:gd name="csY14" fmla="*/ 1501201 h 1501201"/>
                <a:gd name="csX15" fmla="*/ 2163120 w 2962440"/>
                <a:gd name="csY15" fmla="*/ 1501201 h 1501201"/>
                <a:gd name="csX16" fmla="*/ 861858 w 2962440"/>
                <a:gd name="csY16" fmla="*/ 1501201 h 1501201"/>
                <a:gd name="csX17" fmla="*/ 575299 w 2962440"/>
                <a:gd name="csY17" fmla="*/ 1501201 h 1501201"/>
                <a:gd name="csX18" fmla="*/ 69336 w 2962440"/>
                <a:gd name="csY18" fmla="*/ 1501201 h 1501201"/>
                <a:gd name="csX19" fmla="*/ 0 w 2962440"/>
                <a:gd name="csY19" fmla="*/ 1431865 h 1501201"/>
                <a:gd name="csX20" fmla="*/ 0 w 2962440"/>
                <a:gd name="csY20" fmla="*/ 69336 h 1501201"/>
                <a:gd name="csX21" fmla="*/ 69336 w 2962440"/>
                <a:gd name="csY2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163120 w 2962440"/>
                <a:gd name="csY14" fmla="*/ 1501201 h 1501201"/>
                <a:gd name="csX15" fmla="*/ 861858 w 2962440"/>
                <a:gd name="csY15" fmla="*/ 1501201 h 1501201"/>
                <a:gd name="csX16" fmla="*/ 575299 w 2962440"/>
                <a:gd name="csY16" fmla="*/ 1501201 h 1501201"/>
                <a:gd name="csX17" fmla="*/ 69336 w 2962440"/>
                <a:gd name="csY17" fmla="*/ 1501201 h 1501201"/>
                <a:gd name="csX18" fmla="*/ 0 w 2962440"/>
                <a:gd name="csY18" fmla="*/ 1431865 h 1501201"/>
                <a:gd name="csX19" fmla="*/ 0 w 2962440"/>
                <a:gd name="csY19" fmla="*/ 69336 h 1501201"/>
                <a:gd name="csX20" fmla="*/ 69336 w 2962440"/>
                <a:gd name="csY2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861858 w 2962440"/>
                <a:gd name="csY14" fmla="*/ 1501201 h 1501201"/>
                <a:gd name="csX15" fmla="*/ 575299 w 2962440"/>
                <a:gd name="csY15" fmla="*/ 1501201 h 1501201"/>
                <a:gd name="csX16" fmla="*/ 69336 w 2962440"/>
                <a:gd name="csY16" fmla="*/ 1501201 h 1501201"/>
                <a:gd name="csX17" fmla="*/ 0 w 2962440"/>
                <a:gd name="csY17" fmla="*/ 1431865 h 1501201"/>
                <a:gd name="csX18" fmla="*/ 0 w 2962440"/>
                <a:gd name="csY18" fmla="*/ 69336 h 1501201"/>
                <a:gd name="csX19" fmla="*/ 69336 w 2962440"/>
                <a:gd name="csY1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575299 w 2962440"/>
                <a:gd name="csY14" fmla="*/ 1501201 h 1501201"/>
                <a:gd name="csX15" fmla="*/ 69336 w 2962440"/>
                <a:gd name="csY15" fmla="*/ 1501201 h 1501201"/>
                <a:gd name="csX16" fmla="*/ 0 w 2962440"/>
                <a:gd name="csY16" fmla="*/ 1431865 h 1501201"/>
                <a:gd name="csX17" fmla="*/ 0 w 2962440"/>
                <a:gd name="csY17" fmla="*/ 69336 h 1501201"/>
                <a:gd name="csX18" fmla="*/ 69336 w 2962440"/>
                <a:gd name="csY1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69336 w 2962440"/>
                <a:gd name="csY14" fmla="*/ 1501201 h 1501201"/>
                <a:gd name="csX15" fmla="*/ 0 w 2962440"/>
                <a:gd name="csY15" fmla="*/ 1431865 h 1501201"/>
                <a:gd name="csX16" fmla="*/ 0 w 2962440"/>
                <a:gd name="csY16" fmla="*/ 69336 h 1501201"/>
                <a:gd name="csX17" fmla="*/ 69336 w 2962440"/>
                <a:gd name="csY17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962440" h="1501201">
                  <a:moveTo>
                    <a:pt x="165382" y="101705"/>
                  </a:moveTo>
                  <a:cubicBezTo>
                    <a:pt x="130214" y="101705"/>
                    <a:pt x="101705" y="130214"/>
                    <a:pt x="101705" y="165382"/>
                  </a:cubicBezTo>
                  <a:lnTo>
                    <a:pt x="101705" y="1335819"/>
                  </a:lnTo>
                  <a:cubicBezTo>
                    <a:pt x="101705" y="1370987"/>
                    <a:pt x="130214" y="1399496"/>
                    <a:pt x="165382" y="1399496"/>
                  </a:cubicBezTo>
                  <a:lnTo>
                    <a:pt x="2797058" y="1399496"/>
                  </a:lnTo>
                  <a:cubicBezTo>
                    <a:pt x="2832226" y="1399496"/>
                    <a:pt x="2860735" y="1370987"/>
                    <a:pt x="2860735" y="1335819"/>
                  </a:cubicBezTo>
                  <a:lnTo>
                    <a:pt x="2860735" y="165382"/>
                  </a:lnTo>
                  <a:cubicBezTo>
                    <a:pt x="2860735" y="130214"/>
                    <a:pt x="2832226" y="101705"/>
                    <a:pt x="2797058" y="101705"/>
                  </a:cubicBezTo>
                  <a:lnTo>
                    <a:pt x="165382" y="101705"/>
                  </a:lnTo>
                  <a:close/>
                  <a:moveTo>
                    <a:pt x="69336" y="0"/>
                  </a:moveTo>
                  <a:lnTo>
                    <a:pt x="2893104" y="0"/>
                  </a:lnTo>
                  <a:cubicBezTo>
                    <a:pt x="2931397" y="0"/>
                    <a:pt x="2962440" y="31043"/>
                    <a:pt x="2962440" y="69336"/>
                  </a:cubicBezTo>
                  <a:lnTo>
                    <a:pt x="2962440" y="1431865"/>
                  </a:lnTo>
                  <a:cubicBezTo>
                    <a:pt x="2962440" y="1470158"/>
                    <a:pt x="2931397" y="1501201"/>
                    <a:pt x="2893104" y="1501201"/>
                  </a:cubicBezTo>
                  <a:lnTo>
                    <a:pt x="69336" y="1501201"/>
                  </a:lnTo>
                  <a:cubicBezTo>
                    <a:pt x="31043" y="1501201"/>
                    <a:pt x="0" y="1470158"/>
                    <a:pt x="0" y="1431865"/>
                  </a:cubicBezTo>
                  <a:lnTo>
                    <a:pt x="0" y="69336"/>
                  </a:lnTo>
                  <a:cubicBezTo>
                    <a:pt x="0" y="31043"/>
                    <a:pt x="31043" y="0"/>
                    <a:pt x="6933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5451AF8-0D65-A525-4682-B58772A058D3}"/>
                </a:ext>
              </a:extLst>
            </p:cNvPr>
            <p:cNvSpPr/>
            <p:nvPr/>
          </p:nvSpPr>
          <p:spPr>
            <a:xfrm flipV="1">
              <a:off x="8746421" y="4643738"/>
              <a:ext cx="1433739" cy="1501201"/>
            </a:xfrm>
            <a:custGeom>
              <a:avLst/>
              <a:gdLst>
                <a:gd name="csX0" fmla="*/ 651700 w 1433739"/>
                <a:gd name="csY0" fmla="*/ 1084065 h 1501201"/>
                <a:gd name="csX1" fmla="*/ 782040 w 1433739"/>
                <a:gd name="csY1" fmla="*/ 1084065 h 1501201"/>
                <a:gd name="csX2" fmla="*/ 782040 w 1433739"/>
                <a:gd name="csY2" fmla="*/ 221902 h 1501201"/>
                <a:gd name="csX3" fmla="*/ 866298 w 1433739"/>
                <a:gd name="csY3" fmla="*/ 305933 h 1501201"/>
                <a:gd name="csX4" fmla="*/ 958462 w 1433739"/>
                <a:gd name="csY4" fmla="*/ 214019 h 1501201"/>
                <a:gd name="csX5" fmla="*/ 762952 w 1433739"/>
                <a:gd name="csY5" fmla="*/ 19036 h 1501201"/>
                <a:gd name="csX6" fmla="*/ 670788 w 1433739"/>
                <a:gd name="csY6" fmla="*/ 19036 h 1501201"/>
                <a:gd name="csX7" fmla="*/ 475279 w 1433739"/>
                <a:gd name="csY7" fmla="*/ 214019 h 1501201"/>
                <a:gd name="csX8" fmla="*/ 567443 w 1433739"/>
                <a:gd name="csY8" fmla="*/ 305933 h 1501201"/>
                <a:gd name="csX9" fmla="*/ 651700 w 1433739"/>
                <a:gd name="csY9" fmla="*/ 221903 h 1501201"/>
                <a:gd name="csX10" fmla="*/ 655773 w 1433739"/>
                <a:gd name="csY10" fmla="*/ 1501201 h 1501201"/>
                <a:gd name="csX11" fmla="*/ 1034984 w 1433739"/>
                <a:gd name="csY11" fmla="*/ 1288886 h 1501201"/>
                <a:gd name="csX12" fmla="*/ 1063086 w 1433739"/>
                <a:gd name="csY12" fmla="*/ 1289970 h 1501201"/>
                <a:gd name="csX13" fmla="*/ 1433739 w 1433739"/>
                <a:gd name="csY13" fmla="*/ 908129 h 1501201"/>
                <a:gd name="csX14" fmla="*/ 1195830 w 1433739"/>
                <a:gd name="csY14" fmla="*/ 551518 h 1501201"/>
                <a:gd name="csX15" fmla="*/ 1083451 w 1433739"/>
                <a:gd name="csY15" fmla="*/ 526288 h 1501201"/>
                <a:gd name="csX16" fmla="*/ 920287 w 1433739"/>
                <a:gd name="csY16" fmla="*/ 526288 h 1501201"/>
                <a:gd name="csX17" fmla="*/ 920287 w 1433739"/>
                <a:gd name="csY17" fmla="*/ 656276 h 1501201"/>
                <a:gd name="csX18" fmla="*/ 1083451 w 1433739"/>
                <a:gd name="csY18" fmla="*/ 656277 h 1501201"/>
                <a:gd name="csX19" fmla="*/ 1141231 w 1433739"/>
                <a:gd name="csY19" fmla="*/ 669568 h 1501201"/>
                <a:gd name="csX20" fmla="*/ 1146229 w 1433739"/>
                <a:gd name="csY20" fmla="*/ 671745 h 1501201"/>
                <a:gd name="csX21" fmla="*/ 1303399 w 1433739"/>
                <a:gd name="csY21" fmla="*/ 908129 h 1501201"/>
                <a:gd name="csX22" fmla="*/ 1063086 w 1433739"/>
                <a:gd name="csY22" fmla="*/ 1159982 h 1501201"/>
                <a:gd name="csX23" fmla="*/ 1013954 w 1433739"/>
                <a:gd name="csY23" fmla="*/ 1154725 h 1501201"/>
                <a:gd name="csX24" fmla="*/ 941654 w 1433739"/>
                <a:gd name="csY24" fmla="*/ 1189407 h 1501201"/>
                <a:gd name="csX25" fmla="*/ 655773 w 1433739"/>
                <a:gd name="csY25" fmla="*/ 1371213 h 1501201"/>
                <a:gd name="csX26" fmla="*/ 333996 w 1433739"/>
                <a:gd name="csY26" fmla="*/ 1034868 h 1501201"/>
                <a:gd name="csX27" fmla="*/ 334442 w 1433739"/>
                <a:gd name="csY27" fmla="*/ 1016981 h 1501201"/>
                <a:gd name="csX28" fmla="*/ 316568 w 1433739"/>
                <a:gd name="csY28" fmla="*/ 968944 h 1501201"/>
                <a:gd name="csX29" fmla="*/ 269352 w 1433739"/>
                <a:gd name="csY29" fmla="*/ 948750 h 1501201"/>
                <a:gd name="csX30" fmla="*/ 268826 w 1433739"/>
                <a:gd name="csY30" fmla="*/ 948750 h 1501201"/>
                <a:gd name="csX31" fmla="*/ 130340 w 1433739"/>
                <a:gd name="csY31" fmla="*/ 802514 h 1501201"/>
                <a:gd name="csX32" fmla="*/ 268826 w 1433739"/>
                <a:gd name="csY32" fmla="*/ 656277 h 1501201"/>
                <a:gd name="csX33" fmla="*/ 513452 w 1433739"/>
                <a:gd name="csY33" fmla="*/ 656276 h 1501201"/>
                <a:gd name="csX34" fmla="*/ 513452 w 1433739"/>
                <a:gd name="csY34" fmla="*/ 526288 h 1501201"/>
                <a:gd name="csX35" fmla="*/ 268826 w 1433739"/>
                <a:gd name="csY35" fmla="*/ 526288 h 1501201"/>
                <a:gd name="csX36" fmla="*/ 0 w 1433739"/>
                <a:gd name="csY36" fmla="*/ 802514 h 1501201"/>
                <a:gd name="csX37" fmla="*/ 204998 w 1433739"/>
                <a:gd name="csY37" fmla="*/ 1070962 h 1501201"/>
                <a:gd name="csX38" fmla="*/ 655773 w 1433739"/>
                <a:gd name="csY38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433739" h="1501201">
                  <a:moveTo>
                    <a:pt x="651700" y="1084065"/>
                  </a:moveTo>
                  <a:lnTo>
                    <a:pt x="782040" y="1084065"/>
                  </a:lnTo>
                  <a:lnTo>
                    <a:pt x="782040" y="221902"/>
                  </a:lnTo>
                  <a:lnTo>
                    <a:pt x="866298" y="305933"/>
                  </a:lnTo>
                  <a:lnTo>
                    <a:pt x="958462" y="214019"/>
                  </a:lnTo>
                  <a:lnTo>
                    <a:pt x="762952" y="19036"/>
                  </a:lnTo>
                  <a:cubicBezTo>
                    <a:pt x="737503" y="-6345"/>
                    <a:pt x="696237" y="-6345"/>
                    <a:pt x="670788" y="19036"/>
                  </a:cubicBezTo>
                  <a:lnTo>
                    <a:pt x="475279" y="214019"/>
                  </a:lnTo>
                  <a:lnTo>
                    <a:pt x="567443" y="305933"/>
                  </a:lnTo>
                  <a:lnTo>
                    <a:pt x="651700" y="221903"/>
                  </a:lnTo>
                  <a:close/>
                  <a:moveTo>
                    <a:pt x="655773" y="1501201"/>
                  </a:moveTo>
                  <a:cubicBezTo>
                    <a:pt x="815538" y="1501201"/>
                    <a:pt x="954812" y="1415933"/>
                    <a:pt x="1034984" y="1288886"/>
                  </a:cubicBezTo>
                  <a:cubicBezTo>
                    <a:pt x="1044264" y="1289605"/>
                    <a:pt x="1053642" y="1289970"/>
                    <a:pt x="1063086" y="1289970"/>
                  </a:cubicBezTo>
                  <a:cubicBezTo>
                    <a:pt x="1270175" y="1289970"/>
                    <a:pt x="1433739" y="1116587"/>
                    <a:pt x="1433739" y="908129"/>
                  </a:cubicBezTo>
                  <a:cubicBezTo>
                    <a:pt x="1433739" y="746560"/>
                    <a:pt x="1336023" y="606919"/>
                    <a:pt x="1195830" y="551518"/>
                  </a:cubicBezTo>
                  <a:cubicBezTo>
                    <a:pt x="1161616" y="535329"/>
                    <a:pt x="1123505" y="526288"/>
                    <a:pt x="1083451" y="526288"/>
                  </a:cubicBezTo>
                  <a:lnTo>
                    <a:pt x="920287" y="526288"/>
                  </a:lnTo>
                  <a:lnTo>
                    <a:pt x="920287" y="656276"/>
                  </a:lnTo>
                  <a:lnTo>
                    <a:pt x="1083451" y="656277"/>
                  </a:lnTo>
                  <a:cubicBezTo>
                    <a:pt x="1104142" y="656277"/>
                    <a:pt x="1123654" y="661027"/>
                    <a:pt x="1141231" y="669568"/>
                  </a:cubicBezTo>
                  <a:cubicBezTo>
                    <a:pt x="1142860" y="670361"/>
                    <a:pt x="1144528" y="671089"/>
                    <a:pt x="1146229" y="671745"/>
                  </a:cubicBezTo>
                  <a:cubicBezTo>
                    <a:pt x="1236900" y="706803"/>
                    <a:pt x="1303399" y="798529"/>
                    <a:pt x="1303399" y="908129"/>
                  </a:cubicBezTo>
                  <a:cubicBezTo>
                    <a:pt x="1303399" y="1049649"/>
                    <a:pt x="1193418" y="1159982"/>
                    <a:pt x="1063086" y="1159982"/>
                  </a:cubicBezTo>
                  <a:cubicBezTo>
                    <a:pt x="1046187" y="1159982"/>
                    <a:pt x="1029764" y="1158164"/>
                    <a:pt x="1013954" y="1154725"/>
                  </a:cubicBezTo>
                  <a:cubicBezTo>
                    <a:pt x="984731" y="1148368"/>
                    <a:pt x="954917" y="1162669"/>
                    <a:pt x="941654" y="1189407"/>
                  </a:cubicBezTo>
                  <a:cubicBezTo>
                    <a:pt x="887550" y="1298479"/>
                    <a:pt x="779068" y="1371213"/>
                    <a:pt x="655773" y="1371213"/>
                  </a:cubicBezTo>
                  <a:cubicBezTo>
                    <a:pt x="480446" y="1371213"/>
                    <a:pt x="333996" y="1223052"/>
                    <a:pt x="333996" y="1034868"/>
                  </a:cubicBezTo>
                  <a:cubicBezTo>
                    <a:pt x="333996" y="1028862"/>
                    <a:pt x="334145" y="1022898"/>
                    <a:pt x="334442" y="1016981"/>
                  </a:cubicBezTo>
                  <a:cubicBezTo>
                    <a:pt x="335331" y="999204"/>
                    <a:pt x="328870" y="981841"/>
                    <a:pt x="316568" y="968944"/>
                  </a:cubicBezTo>
                  <a:cubicBezTo>
                    <a:pt x="304267" y="956049"/>
                    <a:pt x="287200" y="948750"/>
                    <a:pt x="269352" y="948750"/>
                  </a:cubicBezTo>
                  <a:lnTo>
                    <a:pt x="268826" y="948750"/>
                  </a:lnTo>
                  <a:cubicBezTo>
                    <a:pt x="194728" y="948750"/>
                    <a:pt x="130340" y="885706"/>
                    <a:pt x="130340" y="802514"/>
                  </a:cubicBezTo>
                  <a:cubicBezTo>
                    <a:pt x="130340" y="719320"/>
                    <a:pt x="194728" y="656277"/>
                    <a:pt x="268826" y="656277"/>
                  </a:cubicBezTo>
                  <a:lnTo>
                    <a:pt x="513452" y="656276"/>
                  </a:lnTo>
                  <a:lnTo>
                    <a:pt x="513452" y="526288"/>
                  </a:lnTo>
                  <a:lnTo>
                    <a:pt x="268826" y="526288"/>
                  </a:lnTo>
                  <a:cubicBezTo>
                    <a:pt x="117971" y="526288"/>
                    <a:pt x="0" y="652383"/>
                    <a:pt x="0" y="802514"/>
                  </a:cubicBezTo>
                  <a:cubicBezTo>
                    <a:pt x="0" y="930681"/>
                    <a:pt x="85980" y="1041331"/>
                    <a:pt x="204998" y="1070962"/>
                  </a:cubicBezTo>
                  <a:cubicBezTo>
                    <a:pt x="222807" y="1309609"/>
                    <a:pt x="415683" y="1501201"/>
                    <a:pt x="655773" y="1501201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ED30121-02D2-249A-42A8-26CFD9F316A8}"/>
                </a:ext>
              </a:extLst>
            </p:cNvPr>
            <p:cNvSpPr/>
            <p:nvPr/>
          </p:nvSpPr>
          <p:spPr>
            <a:xfrm>
              <a:off x="7103358" y="4643738"/>
              <a:ext cx="1433739" cy="1501201"/>
            </a:xfrm>
            <a:custGeom>
              <a:avLst/>
              <a:gdLst>
                <a:gd name="csX0" fmla="*/ 716870 w 1433739"/>
                <a:gd name="csY0" fmla="*/ 417137 h 1501201"/>
                <a:gd name="csX1" fmla="*/ 762952 w 1433739"/>
                <a:gd name="csY1" fmla="*/ 436173 h 1501201"/>
                <a:gd name="csX2" fmla="*/ 958462 w 1433739"/>
                <a:gd name="csY2" fmla="*/ 631156 h 1501201"/>
                <a:gd name="csX3" fmla="*/ 866298 w 1433739"/>
                <a:gd name="csY3" fmla="*/ 723070 h 1501201"/>
                <a:gd name="csX4" fmla="*/ 782040 w 1433739"/>
                <a:gd name="csY4" fmla="*/ 639040 h 1501201"/>
                <a:gd name="csX5" fmla="*/ 782040 w 1433739"/>
                <a:gd name="csY5" fmla="*/ 1501201 h 1501201"/>
                <a:gd name="csX6" fmla="*/ 651700 w 1433739"/>
                <a:gd name="csY6" fmla="*/ 1501201 h 1501201"/>
                <a:gd name="csX7" fmla="*/ 651700 w 1433739"/>
                <a:gd name="csY7" fmla="*/ 639040 h 1501201"/>
                <a:gd name="csX8" fmla="*/ 567443 w 1433739"/>
                <a:gd name="csY8" fmla="*/ 723070 h 1501201"/>
                <a:gd name="csX9" fmla="*/ 475279 w 1433739"/>
                <a:gd name="csY9" fmla="*/ 631156 h 1501201"/>
                <a:gd name="csX10" fmla="*/ 670788 w 1433739"/>
                <a:gd name="csY10" fmla="*/ 436173 h 1501201"/>
                <a:gd name="csX11" fmla="*/ 716870 w 1433739"/>
                <a:gd name="csY11" fmla="*/ 417137 h 1501201"/>
                <a:gd name="csX12" fmla="*/ 655773 w 1433739"/>
                <a:gd name="csY12" fmla="*/ 0 h 1501201"/>
                <a:gd name="csX13" fmla="*/ 1034984 w 1433739"/>
                <a:gd name="csY13" fmla="*/ 212315 h 1501201"/>
                <a:gd name="csX14" fmla="*/ 1063086 w 1433739"/>
                <a:gd name="csY14" fmla="*/ 211231 h 1501201"/>
                <a:gd name="csX15" fmla="*/ 1433739 w 1433739"/>
                <a:gd name="csY15" fmla="*/ 593072 h 1501201"/>
                <a:gd name="csX16" fmla="*/ 1195830 w 1433739"/>
                <a:gd name="csY16" fmla="*/ 949683 h 1501201"/>
                <a:gd name="csX17" fmla="*/ 1083451 w 1433739"/>
                <a:gd name="csY17" fmla="*/ 974913 h 1501201"/>
                <a:gd name="csX18" fmla="*/ 920287 w 1433739"/>
                <a:gd name="csY18" fmla="*/ 974913 h 1501201"/>
                <a:gd name="csX19" fmla="*/ 920287 w 1433739"/>
                <a:gd name="csY19" fmla="*/ 844925 h 1501201"/>
                <a:gd name="csX20" fmla="*/ 1083451 w 1433739"/>
                <a:gd name="csY20" fmla="*/ 844924 h 1501201"/>
                <a:gd name="csX21" fmla="*/ 1141231 w 1433739"/>
                <a:gd name="csY21" fmla="*/ 831633 h 1501201"/>
                <a:gd name="csX22" fmla="*/ 1146229 w 1433739"/>
                <a:gd name="csY22" fmla="*/ 829456 h 1501201"/>
                <a:gd name="csX23" fmla="*/ 1303399 w 1433739"/>
                <a:gd name="csY23" fmla="*/ 593072 h 1501201"/>
                <a:gd name="csX24" fmla="*/ 1063086 w 1433739"/>
                <a:gd name="csY24" fmla="*/ 341219 h 1501201"/>
                <a:gd name="csX25" fmla="*/ 1013954 w 1433739"/>
                <a:gd name="csY25" fmla="*/ 346476 h 1501201"/>
                <a:gd name="csX26" fmla="*/ 941654 w 1433739"/>
                <a:gd name="csY26" fmla="*/ 311794 h 1501201"/>
                <a:gd name="csX27" fmla="*/ 655773 w 1433739"/>
                <a:gd name="csY27" fmla="*/ 129988 h 1501201"/>
                <a:gd name="csX28" fmla="*/ 333996 w 1433739"/>
                <a:gd name="csY28" fmla="*/ 466333 h 1501201"/>
                <a:gd name="csX29" fmla="*/ 334442 w 1433739"/>
                <a:gd name="csY29" fmla="*/ 484220 h 1501201"/>
                <a:gd name="csX30" fmla="*/ 316568 w 1433739"/>
                <a:gd name="csY30" fmla="*/ 532257 h 1501201"/>
                <a:gd name="csX31" fmla="*/ 269352 w 1433739"/>
                <a:gd name="csY31" fmla="*/ 552451 h 1501201"/>
                <a:gd name="csX32" fmla="*/ 268826 w 1433739"/>
                <a:gd name="csY32" fmla="*/ 552451 h 1501201"/>
                <a:gd name="csX33" fmla="*/ 130340 w 1433739"/>
                <a:gd name="csY33" fmla="*/ 698687 h 1501201"/>
                <a:gd name="csX34" fmla="*/ 268826 w 1433739"/>
                <a:gd name="csY34" fmla="*/ 844924 h 1501201"/>
                <a:gd name="csX35" fmla="*/ 513452 w 1433739"/>
                <a:gd name="csY35" fmla="*/ 844925 h 1501201"/>
                <a:gd name="csX36" fmla="*/ 513452 w 1433739"/>
                <a:gd name="csY36" fmla="*/ 974913 h 1501201"/>
                <a:gd name="csX37" fmla="*/ 268826 w 1433739"/>
                <a:gd name="csY37" fmla="*/ 974913 h 1501201"/>
                <a:gd name="csX38" fmla="*/ 0 w 1433739"/>
                <a:gd name="csY38" fmla="*/ 698687 h 1501201"/>
                <a:gd name="csX39" fmla="*/ 204998 w 1433739"/>
                <a:gd name="csY39" fmla="*/ 430239 h 1501201"/>
                <a:gd name="csX40" fmla="*/ 655773 w 1433739"/>
                <a:gd name="csY40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1433739" h="1501201">
                  <a:moveTo>
                    <a:pt x="716870" y="417137"/>
                  </a:moveTo>
                  <a:cubicBezTo>
                    <a:pt x="733549" y="417137"/>
                    <a:pt x="750227" y="423483"/>
                    <a:pt x="762952" y="436173"/>
                  </a:cubicBezTo>
                  <a:lnTo>
                    <a:pt x="958462" y="631156"/>
                  </a:lnTo>
                  <a:lnTo>
                    <a:pt x="866298" y="723070"/>
                  </a:lnTo>
                  <a:lnTo>
                    <a:pt x="782040" y="639040"/>
                  </a:lnTo>
                  <a:lnTo>
                    <a:pt x="782040" y="1501201"/>
                  </a:lnTo>
                  <a:lnTo>
                    <a:pt x="651700" y="1501201"/>
                  </a:lnTo>
                  <a:lnTo>
                    <a:pt x="651700" y="639040"/>
                  </a:lnTo>
                  <a:lnTo>
                    <a:pt x="567443" y="723070"/>
                  </a:lnTo>
                  <a:lnTo>
                    <a:pt x="475279" y="631156"/>
                  </a:lnTo>
                  <a:lnTo>
                    <a:pt x="670788" y="436173"/>
                  </a:lnTo>
                  <a:cubicBezTo>
                    <a:pt x="683513" y="423483"/>
                    <a:pt x="700192" y="417137"/>
                    <a:pt x="716870" y="417137"/>
                  </a:cubicBezTo>
                  <a:close/>
                  <a:moveTo>
                    <a:pt x="655773" y="0"/>
                  </a:moveTo>
                  <a:cubicBezTo>
                    <a:pt x="815538" y="0"/>
                    <a:pt x="954812" y="85268"/>
                    <a:pt x="1034984" y="212315"/>
                  </a:cubicBezTo>
                  <a:cubicBezTo>
                    <a:pt x="1044264" y="211596"/>
                    <a:pt x="1053642" y="211231"/>
                    <a:pt x="1063086" y="211231"/>
                  </a:cubicBezTo>
                  <a:cubicBezTo>
                    <a:pt x="1270175" y="211231"/>
                    <a:pt x="1433739" y="384614"/>
                    <a:pt x="1433739" y="593072"/>
                  </a:cubicBezTo>
                  <a:cubicBezTo>
                    <a:pt x="1433739" y="754641"/>
                    <a:pt x="1336023" y="894282"/>
                    <a:pt x="1195830" y="949683"/>
                  </a:cubicBezTo>
                  <a:cubicBezTo>
                    <a:pt x="1161616" y="965872"/>
                    <a:pt x="1123505" y="974913"/>
                    <a:pt x="1083451" y="974913"/>
                  </a:cubicBezTo>
                  <a:lnTo>
                    <a:pt x="920287" y="974913"/>
                  </a:lnTo>
                  <a:lnTo>
                    <a:pt x="920287" y="844925"/>
                  </a:lnTo>
                  <a:lnTo>
                    <a:pt x="1083451" y="844924"/>
                  </a:lnTo>
                  <a:cubicBezTo>
                    <a:pt x="1104142" y="844924"/>
                    <a:pt x="1123654" y="840174"/>
                    <a:pt x="1141231" y="831633"/>
                  </a:cubicBezTo>
                  <a:cubicBezTo>
                    <a:pt x="1142860" y="830840"/>
                    <a:pt x="1144528" y="830112"/>
                    <a:pt x="1146229" y="829456"/>
                  </a:cubicBezTo>
                  <a:cubicBezTo>
                    <a:pt x="1236900" y="794398"/>
                    <a:pt x="1303399" y="702672"/>
                    <a:pt x="1303399" y="593072"/>
                  </a:cubicBezTo>
                  <a:cubicBezTo>
                    <a:pt x="1303399" y="451552"/>
                    <a:pt x="1193418" y="341219"/>
                    <a:pt x="1063086" y="341219"/>
                  </a:cubicBezTo>
                  <a:cubicBezTo>
                    <a:pt x="1046187" y="341219"/>
                    <a:pt x="1029764" y="343037"/>
                    <a:pt x="1013954" y="346476"/>
                  </a:cubicBezTo>
                  <a:cubicBezTo>
                    <a:pt x="984731" y="352833"/>
                    <a:pt x="954917" y="338532"/>
                    <a:pt x="941654" y="311794"/>
                  </a:cubicBezTo>
                  <a:cubicBezTo>
                    <a:pt x="887550" y="202722"/>
                    <a:pt x="779068" y="129988"/>
                    <a:pt x="655773" y="129988"/>
                  </a:cubicBezTo>
                  <a:cubicBezTo>
                    <a:pt x="480446" y="129988"/>
                    <a:pt x="333996" y="278149"/>
                    <a:pt x="333996" y="466333"/>
                  </a:cubicBezTo>
                  <a:cubicBezTo>
                    <a:pt x="333996" y="472339"/>
                    <a:pt x="334145" y="478303"/>
                    <a:pt x="334442" y="484220"/>
                  </a:cubicBezTo>
                  <a:cubicBezTo>
                    <a:pt x="335331" y="501997"/>
                    <a:pt x="328870" y="519360"/>
                    <a:pt x="316568" y="532257"/>
                  </a:cubicBezTo>
                  <a:cubicBezTo>
                    <a:pt x="304267" y="545152"/>
                    <a:pt x="287200" y="552451"/>
                    <a:pt x="269352" y="552451"/>
                  </a:cubicBezTo>
                  <a:lnTo>
                    <a:pt x="268826" y="552451"/>
                  </a:lnTo>
                  <a:cubicBezTo>
                    <a:pt x="194728" y="552451"/>
                    <a:pt x="130340" y="615495"/>
                    <a:pt x="130340" y="698687"/>
                  </a:cubicBezTo>
                  <a:cubicBezTo>
                    <a:pt x="130340" y="781881"/>
                    <a:pt x="194728" y="844924"/>
                    <a:pt x="268826" y="844924"/>
                  </a:cubicBezTo>
                  <a:lnTo>
                    <a:pt x="513452" y="844925"/>
                  </a:lnTo>
                  <a:lnTo>
                    <a:pt x="513452" y="974913"/>
                  </a:lnTo>
                  <a:lnTo>
                    <a:pt x="268826" y="974913"/>
                  </a:lnTo>
                  <a:cubicBezTo>
                    <a:pt x="117971" y="974913"/>
                    <a:pt x="0" y="848818"/>
                    <a:pt x="0" y="698687"/>
                  </a:cubicBezTo>
                  <a:cubicBezTo>
                    <a:pt x="0" y="570520"/>
                    <a:pt x="85980" y="459870"/>
                    <a:pt x="204998" y="430239"/>
                  </a:cubicBezTo>
                  <a:cubicBezTo>
                    <a:pt x="222807" y="191592"/>
                    <a:pt x="415683" y="0"/>
                    <a:pt x="655773" y="0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5612ED2-3631-BA3C-62B9-2745FDF703D2}"/>
                </a:ext>
              </a:extLst>
            </p:cNvPr>
            <p:cNvSpPr/>
            <p:nvPr/>
          </p:nvSpPr>
          <p:spPr>
            <a:xfrm flipV="1">
              <a:off x="1786431" y="4643145"/>
              <a:ext cx="1868123" cy="1501201"/>
            </a:xfrm>
            <a:custGeom>
              <a:avLst/>
              <a:gdLst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667773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165382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65382 w 1868123"/>
                <a:gd name="csY16" fmla="*/ 1399496 h 1501201"/>
                <a:gd name="csX17" fmla="*/ 69336 w 1868123"/>
                <a:gd name="csY17" fmla="*/ 1501201 h 1501201"/>
                <a:gd name="csX18" fmla="*/ 667773 w 1868123"/>
                <a:gd name="csY18" fmla="*/ 1501201 h 1501201"/>
                <a:gd name="csX19" fmla="*/ 1267848 w 1868123"/>
                <a:gd name="csY19" fmla="*/ 1501201 h 1501201"/>
                <a:gd name="csX20" fmla="*/ 1359442 w 1868123"/>
                <a:gd name="csY20" fmla="*/ 1501201 h 1501201"/>
                <a:gd name="csX21" fmla="*/ 1798787 w 1868123"/>
                <a:gd name="csY21" fmla="*/ 1501201 h 1501201"/>
                <a:gd name="csX22" fmla="*/ 1868123 w 1868123"/>
                <a:gd name="csY22" fmla="*/ 1431865 h 1501201"/>
                <a:gd name="csX23" fmla="*/ 1868123 w 1868123"/>
                <a:gd name="csY23" fmla="*/ 69336 h 1501201"/>
                <a:gd name="csX24" fmla="*/ 1798787 w 1868123"/>
                <a:gd name="csY24" fmla="*/ 0 h 1501201"/>
                <a:gd name="csX25" fmla="*/ 1359442 w 1868123"/>
                <a:gd name="csY25" fmla="*/ 0 h 1501201"/>
                <a:gd name="csX26" fmla="*/ 1267848 w 1868123"/>
                <a:gd name="csY26" fmla="*/ 0 h 1501201"/>
                <a:gd name="csX27" fmla="*/ 667773 w 1868123"/>
                <a:gd name="csY27" fmla="*/ 0 h 1501201"/>
                <a:gd name="csX28" fmla="*/ 69336 w 1868123"/>
                <a:gd name="csY28" fmla="*/ 0 h 1501201"/>
                <a:gd name="csX29" fmla="*/ 0 w 1868123"/>
                <a:gd name="csY29" fmla="*/ 69336 h 1501201"/>
                <a:gd name="csX30" fmla="*/ 0 w 1868123"/>
                <a:gd name="csY30" fmla="*/ 1431865 h 1501201"/>
                <a:gd name="csX31" fmla="*/ 69336 w 1868123"/>
                <a:gd name="csY3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65382 w 1868123"/>
                <a:gd name="csY15" fmla="*/ 1399496 h 1501201"/>
                <a:gd name="csX16" fmla="*/ 69336 w 1868123"/>
                <a:gd name="csY16" fmla="*/ 1501201 h 1501201"/>
                <a:gd name="csX17" fmla="*/ 667773 w 1868123"/>
                <a:gd name="csY17" fmla="*/ 1501201 h 1501201"/>
                <a:gd name="csX18" fmla="*/ 1267848 w 1868123"/>
                <a:gd name="csY18" fmla="*/ 1501201 h 1501201"/>
                <a:gd name="csX19" fmla="*/ 1359442 w 1868123"/>
                <a:gd name="csY19" fmla="*/ 1501201 h 1501201"/>
                <a:gd name="csX20" fmla="*/ 1798787 w 1868123"/>
                <a:gd name="csY20" fmla="*/ 1501201 h 1501201"/>
                <a:gd name="csX21" fmla="*/ 1868123 w 1868123"/>
                <a:gd name="csY21" fmla="*/ 1431865 h 1501201"/>
                <a:gd name="csX22" fmla="*/ 1868123 w 1868123"/>
                <a:gd name="csY22" fmla="*/ 69336 h 1501201"/>
                <a:gd name="csX23" fmla="*/ 1798787 w 1868123"/>
                <a:gd name="csY23" fmla="*/ 0 h 1501201"/>
                <a:gd name="csX24" fmla="*/ 1359442 w 1868123"/>
                <a:gd name="csY24" fmla="*/ 0 h 1501201"/>
                <a:gd name="csX25" fmla="*/ 1267848 w 1868123"/>
                <a:gd name="csY25" fmla="*/ 0 h 1501201"/>
                <a:gd name="csX26" fmla="*/ 667773 w 1868123"/>
                <a:gd name="csY26" fmla="*/ 0 h 1501201"/>
                <a:gd name="csX27" fmla="*/ 69336 w 1868123"/>
                <a:gd name="csY27" fmla="*/ 0 h 1501201"/>
                <a:gd name="csX28" fmla="*/ 0 w 1868123"/>
                <a:gd name="csY28" fmla="*/ 69336 h 1501201"/>
                <a:gd name="csX29" fmla="*/ 0 w 1868123"/>
                <a:gd name="csY29" fmla="*/ 1431865 h 1501201"/>
                <a:gd name="csX30" fmla="*/ 69336 w 1868123"/>
                <a:gd name="csY3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65382 w 1868123"/>
                <a:gd name="csY14" fmla="*/ 1399496 h 1501201"/>
                <a:gd name="csX15" fmla="*/ 69336 w 1868123"/>
                <a:gd name="csY15" fmla="*/ 1501201 h 1501201"/>
                <a:gd name="csX16" fmla="*/ 667773 w 1868123"/>
                <a:gd name="csY16" fmla="*/ 1501201 h 1501201"/>
                <a:gd name="csX17" fmla="*/ 1267848 w 1868123"/>
                <a:gd name="csY17" fmla="*/ 1501201 h 1501201"/>
                <a:gd name="csX18" fmla="*/ 1359442 w 1868123"/>
                <a:gd name="csY18" fmla="*/ 1501201 h 1501201"/>
                <a:gd name="csX19" fmla="*/ 1798787 w 1868123"/>
                <a:gd name="csY19" fmla="*/ 1501201 h 1501201"/>
                <a:gd name="csX20" fmla="*/ 1868123 w 1868123"/>
                <a:gd name="csY20" fmla="*/ 1431865 h 1501201"/>
                <a:gd name="csX21" fmla="*/ 1868123 w 1868123"/>
                <a:gd name="csY21" fmla="*/ 69336 h 1501201"/>
                <a:gd name="csX22" fmla="*/ 1798787 w 1868123"/>
                <a:gd name="csY22" fmla="*/ 0 h 1501201"/>
                <a:gd name="csX23" fmla="*/ 1359442 w 1868123"/>
                <a:gd name="csY23" fmla="*/ 0 h 1501201"/>
                <a:gd name="csX24" fmla="*/ 1267848 w 1868123"/>
                <a:gd name="csY24" fmla="*/ 0 h 1501201"/>
                <a:gd name="csX25" fmla="*/ 667773 w 1868123"/>
                <a:gd name="csY25" fmla="*/ 0 h 1501201"/>
                <a:gd name="csX26" fmla="*/ 69336 w 1868123"/>
                <a:gd name="csY26" fmla="*/ 0 h 1501201"/>
                <a:gd name="csX27" fmla="*/ 0 w 1868123"/>
                <a:gd name="csY27" fmla="*/ 69336 h 1501201"/>
                <a:gd name="csX28" fmla="*/ 0 w 1868123"/>
                <a:gd name="csY28" fmla="*/ 1431865 h 1501201"/>
                <a:gd name="csX29" fmla="*/ 69336 w 1868123"/>
                <a:gd name="csY2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65382 w 1868123"/>
                <a:gd name="csY13" fmla="*/ 1399496 h 1501201"/>
                <a:gd name="csX14" fmla="*/ 69336 w 1868123"/>
                <a:gd name="csY14" fmla="*/ 1501201 h 1501201"/>
                <a:gd name="csX15" fmla="*/ 667773 w 1868123"/>
                <a:gd name="csY15" fmla="*/ 1501201 h 1501201"/>
                <a:gd name="csX16" fmla="*/ 1267848 w 1868123"/>
                <a:gd name="csY16" fmla="*/ 1501201 h 1501201"/>
                <a:gd name="csX17" fmla="*/ 1359442 w 1868123"/>
                <a:gd name="csY17" fmla="*/ 1501201 h 1501201"/>
                <a:gd name="csX18" fmla="*/ 1798787 w 1868123"/>
                <a:gd name="csY18" fmla="*/ 1501201 h 1501201"/>
                <a:gd name="csX19" fmla="*/ 1868123 w 1868123"/>
                <a:gd name="csY19" fmla="*/ 1431865 h 1501201"/>
                <a:gd name="csX20" fmla="*/ 1868123 w 1868123"/>
                <a:gd name="csY20" fmla="*/ 69336 h 1501201"/>
                <a:gd name="csX21" fmla="*/ 1798787 w 1868123"/>
                <a:gd name="csY21" fmla="*/ 0 h 1501201"/>
                <a:gd name="csX22" fmla="*/ 1359442 w 1868123"/>
                <a:gd name="csY22" fmla="*/ 0 h 1501201"/>
                <a:gd name="csX23" fmla="*/ 1267848 w 1868123"/>
                <a:gd name="csY23" fmla="*/ 0 h 1501201"/>
                <a:gd name="csX24" fmla="*/ 667773 w 1868123"/>
                <a:gd name="csY24" fmla="*/ 0 h 1501201"/>
                <a:gd name="csX25" fmla="*/ 69336 w 1868123"/>
                <a:gd name="csY25" fmla="*/ 0 h 1501201"/>
                <a:gd name="csX26" fmla="*/ 0 w 1868123"/>
                <a:gd name="csY26" fmla="*/ 69336 h 1501201"/>
                <a:gd name="csX27" fmla="*/ 0 w 1868123"/>
                <a:gd name="csY27" fmla="*/ 1431865 h 1501201"/>
                <a:gd name="csX28" fmla="*/ 69336 w 1868123"/>
                <a:gd name="csY2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702741 w 1868123"/>
                <a:gd name="csY8" fmla="*/ 101705 h 1501201"/>
                <a:gd name="csX9" fmla="*/ 1766418 w 1868123"/>
                <a:gd name="csY9" fmla="*/ 165382 h 1501201"/>
                <a:gd name="csX10" fmla="*/ 1766418 w 1868123"/>
                <a:gd name="csY10" fmla="*/ 1335819 h 1501201"/>
                <a:gd name="csX11" fmla="*/ 1702741 w 1868123"/>
                <a:gd name="csY11" fmla="*/ 1399496 h 1501201"/>
                <a:gd name="csX12" fmla="*/ 165382 w 1868123"/>
                <a:gd name="csY12" fmla="*/ 1399496 h 1501201"/>
                <a:gd name="csX13" fmla="*/ 69336 w 1868123"/>
                <a:gd name="csY13" fmla="*/ 1501201 h 1501201"/>
                <a:gd name="csX14" fmla="*/ 667773 w 1868123"/>
                <a:gd name="csY14" fmla="*/ 1501201 h 1501201"/>
                <a:gd name="csX15" fmla="*/ 1267848 w 1868123"/>
                <a:gd name="csY15" fmla="*/ 1501201 h 1501201"/>
                <a:gd name="csX16" fmla="*/ 1359442 w 1868123"/>
                <a:gd name="csY16" fmla="*/ 1501201 h 1501201"/>
                <a:gd name="csX17" fmla="*/ 1798787 w 1868123"/>
                <a:gd name="csY17" fmla="*/ 1501201 h 1501201"/>
                <a:gd name="csX18" fmla="*/ 1868123 w 1868123"/>
                <a:gd name="csY18" fmla="*/ 1431865 h 1501201"/>
                <a:gd name="csX19" fmla="*/ 1868123 w 1868123"/>
                <a:gd name="csY19" fmla="*/ 69336 h 1501201"/>
                <a:gd name="csX20" fmla="*/ 1798787 w 1868123"/>
                <a:gd name="csY20" fmla="*/ 0 h 1501201"/>
                <a:gd name="csX21" fmla="*/ 1359442 w 1868123"/>
                <a:gd name="csY21" fmla="*/ 0 h 1501201"/>
                <a:gd name="csX22" fmla="*/ 1267848 w 1868123"/>
                <a:gd name="csY22" fmla="*/ 0 h 1501201"/>
                <a:gd name="csX23" fmla="*/ 667773 w 1868123"/>
                <a:gd name="csY23" fmla="*/ 0 h 1501201"/>
                <a:gd name="csX24" fmla="*/ 69336 w 1868123"/>
                <a:gd name="csY24" fmla="*/ 0 h 1501201"/>
                <a:gd name="csX25" fmla="*/ 0 w 1868123"/>
                <a:gd name="csY25" fmla="*/ 69336 h 1501201"/>
                <a:gd name="csX26" fmla="*/ 0 w 1868123"/>
                <a:gd name="csY26" fmla="*/ 1431865 h 1501201"/>
                <a:gd name="csX27" fmla="*/ 69336 w 1868123"/>
                <a:gd name="csY27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702741 w 1868123"/>
                <a:gd name="csY7" fmla="*/ 101705 h 1501201"/>
                <a:gd name="csX8" fmla="*/ 1766418 w 1868123"/>
                <a:gd name="csY8" fmla="*/ 165382 h 1501201"/>
                <a:gd name="csX9" fmla="*/ 1766418 w 1868123"/>
                <a:gd name="csY9" fmla="*/ 1335819 h 1501201"/>
                <a:gd name="csX10" fmla="*/ 1702741 w 1868123"/>
                <a:gd name="csY10" fmla="*/ 1399496 h 1501201"/>
                <a:gd name="csX11" fmla="*/ 165382 w 1868123"/>
                <a:gd name="csY11" fmla="*/ 1399496 h 1501201"/>
                <a:gd name="csX12" fmla="*/ 69336 w 1868123"/>
                <a:gd name="csY12" fmla="*/ 1501201 h 1501201"/>
                <a:gd name="csX13" fmla="*/ 667773 w 1868123"/>
                <a:gd name="csY13" fmla="*/ 1501201 h 1501201"/>
                <a:gd name="csX14" fmla="*/ 1267848 w 1868123"/>
                <a:gd name="csY14" fmla="*/ 1501201 h 1501201"/>
                <a:gd name="csX15" fmla="*/ 1359442 w 1868123"/>
                <a:gd name="csY15" fmla="*/ 1501201 h 1501201"/>
                <a:gd name="csX16" fmla="*/ 1798787 w 1868123"/>
                <a:gd name="csY16" fmla="*/ 1501201 h 1501201"/>
                <a:gd name="csX17" fmla="*/ 1868123 w 1868123"/>
                <a:gd name="csY17" fmla="*/ 1431865 h 1501201"/>
                <a:gd name="csX18" fmla="*/ 1868123 w 1868123"/>
                <a:gd name="csY18" fmla="*/ 69336 h 1501201"/>
                <a:gd name="csX19" fmla="*/ 1798787 w 1868123"/>
                <a:gd name="csY19" fmla="*/ 0 h 1501201"/>
                <a:gd name="csX20" fmla="*/ 1359442 w 1868123"/>
                <a:gd name="csY20" fmla="*/ 0 h 1501201"/>
                <a:gd name="csX21" fmla="*/ 1267848 w 1868123"/>
                <a:gd name="csY21" fmla="*/ 0 h 1501201"/>
                <a:gd name="csX22" fmla="*/ 667773 w 1868123"/>
                <a:gd name="csY22" fmla="*/ 0 h 1501201"/>
                <a:gd name="csX23" fmla="*/ 69336 w 1868123"/>
                <a:gd name="csY23" fmla="*/ 0 h 1501201"/>
                <a:gd name="csX24" fmla="*/ 0 w 1868123"/>
                <a:gd name="csY24" fmla="*/ 69336 h 1501201"/>
                <a:gd name="csX25" fmla="*/ 0 w 1868123"/>
                <a:gd name="csY25" fmla="*/ 1431865 h 1501201"/>
                <a:gd name="csX26" fmla="*/ 69336 w 1868123"/>
                <a:gd name="csY26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702741 w 1868123"/>
                <a:gd name="csY6" fmla="*/ 101705 h 1501201"/>
                <a:gd name="csX7" fmla="*/ 1766418 w 1868123"/>
                <a:gd name="csY7" fmla="*/ 165382 h 1501201"/>
                <a:gd name="csX8" fmla="*/ 1766418 w 1868123"/>
                <a:gd name="csY8" fmla="*/ 1335819 h 1501201"/>
                <a:gd name="csX9" fmla="*/ 1702741 w 1868123"/>
                <a:gd name="csY9" fmla="*/ 1399496 h 1501201"/>
                <a:gd name="csX10" fmla="*/ 165382 w 1868123"/>
                <a:gd name="csY10" fmla="*/ 1399496 h 1501201"/>
                <a:gd name="csX11" fmla="*/ 69336 w 1868123"/>
                <a:gd name="csY11" fmla="*/ 1501201 h 1501201"/>
                <a:gd name="csX12" fmla="*/ 667773 w 1868123"/>
                <a:gd name="csY12" fmla="*/ 1501201 h 1501201"/>
                <a:gd name="csX13" fmla="*/ 1267848 w 1868123"/>
                <a:gd name="csY13" fmla="*/ 1501201 h 1501201"/>
                <a:gd name="csX14" fmla="*/ 1359442 w 1868123"/>
                <a:gd name="csY14" fmla="*/ 1501201 h 1501201"/>
                <a:gd name="csX15" fmla="*/ 1798787 w 1868123"/>
                <a:gd name="csY15" fmla="*/ 1501201 h 1501201"/>
                <a:gd name="csX16" fmla="*/ 1868123 w 1868123"/>
                <a:gd name="csY16" fmla="*/ 1431865 h 1501201"/>
                <a:gd name="csX17" fmla="*/ 1868123 w 1868123"/>
                <a:gd name="csY17" fmla="*/ 69336 h 1501201"/>
                <a:gd name="csX18" fmla="*/ 1798787 w 1868123"/>
                <a:gd name="csY18" fmla="*/ 0 h 1501201"/>
                <a:gd name="csX19" fmla="*/ 1359442 w 1868123"/>
                <a:gd name="csY19" fmla="*/ 0 h 1501201"/>
                <a:gd name="csX20" fmla="*/ 1267848 w 1868123"/>
                <a:gd name="csY20" fmla="*/ 0 h 1501201"/>
                <a:gd name="csX21" fmla="*/ 667773 w 1868123"/>
                <a:gd name="csY21" fmla="*/ 0 h 1501201"/>
                <a:gd name="csX22" fmla="*/ 69336 w 1868123"/>
                <a:gd name="csY22" fmla="*/ 0 h 1501201"/>
                <a:gd name="csX23" fmla="*/ 0 w 1868123"/>
                <a:gd name="csY23" fmla="*/ 69336 h 1501201"/>
                <a:gd name="csX24" fmla="*/ 0 w 1868123"/>
                <a:gd name="csY24" fmla="*/ 1431865 h 1501201"/>
                <a:gd name="csX25" fmla="*/ 69336 w 1868123"/>
                <a:gd name="csY25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702741 w 1868123"/>
                <a:gd name="csY5" fmla="*/ 101705 h 1501201"/>
                <a:gd name="csX6" fmla="*/ 1766418 w 1868123"/>
                <a:gd name="csY6" fmla="*/ 165382 h 1501201"/>
                <a:gd name="csX7" fmla="*/ 1766418 w 1868123"/>
                <a:gd name="csY7" fmla="*/ 1335819 h 1501201"/>
                <a:gd name="csX8" fmla="*/ 1702741 w 1868123"/>
                <a:gd name="csY8" fmla="*/ 1399496 h 1501201"/>
                <a:gd name="csX9" fmla="*/ 165382 w 1868123"/>
                <a:gd name="csY9" fmla="*/ 1399496 h 1501201"/>
                <a:gd name="csX10" fmla="*/ 69336 w 1868123"/>
                <a:gd name="csY10" fmla="*/ 1501201 h 1501201"/>
                <a:gd name="csX11" fmla="*/ 667773 w 1868123"/>
                <a:gd name="csY11" fmla="*/ 1501201 h 1501201"/>
                <a:gd name="csX12" fmla="*/ 1267848 w 1868123"/>
                <a:gd name="csY12" fmla="*/ 1501201 h 1501201"/>
                <a:gd name="csX13" fmla="*/ 1359442 w 1868123"/>
                <a:gd name="csY13" fmla="*/ 1501201 h 1501201"/>
                <a:gd name="csX14" fmla="*/ 1798787 w 1868123"/>
                <a:gd name="csY14" fmla="*/ 1501201 h 1501201"/>
                <a:gd name="csX15" fmla="*/ 1868123 w 1868123"/>
                <a:gd name="csY15" fmla="*/ 1431865 h 1501201"/>
                <a:gd name="csX16" fmla="*/ 1868123 w 1868123"/>
                <a:gd name="csY16" fmla="*/ 69336 h 1501201"/>
                <a:gd name="csX17" fmla="*/ 1798787 w 1868123"/>
                <a:gd name="csY17" fmla="*/ 0 h 1501201"/>
                <a:gd name="csX18" fmla="*/ 1359442 w 1868123"/>
                <a:gd name="csY18" fmla="*/ 0 h 1501201"/>
                <a:gd name="csX19" fmla="*/ 1267848 w 1868123"/>
                <a:gd name="csY19" fmla="*/ 0 h 1501201"/>
                <a:gd name="csX20" fmla="*/ 667773 w 1868123"/>
                <a:gd name="csY20" fmla="*/ 0 h 1501201"/>
                <a:gd name="csX21" fmla="*/ 69336 w 1868123"/>
                <a:gd name="csY21" fmla="*/ 0 h 1501201"/>
                <a:gd name="csX22" fmla="*/ 0 w 1868123"/>
                <a:gd name="csY22" fmla="*/ 69336 h 1501201"/>
                <a:gd name="csX23" fmla="*/ 0 w 1868123"/>
                <a:gd name="csY23" fmla="*/ 1431865 h 1501201"/>
                <a:gd name="csX24" fmla="*/ 69336 w 1868123"/>
                <a:gd name="csY24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67773 w 1868123"/>
                <a:gd name="csY19" fmla="*/ 0 h 1501201"/>
                <a:gd name="csX20" fmla="*/ 69336 w 1868123"/>
                <a:gd name="csY20" fmla="*/ 0 h 1501201"/>
                <a:gd name="csX21" fmla="*/ 0 w 1868123"/>
                <a:gd name="csY21" fmla="*/ 69336 h 1501201"/>
                <a:gd name="csX22" fmla="*/ 0 w 1868123"/>
                <a:gd name="csY22" fmla="*/ 1431865 h 1501201"/>
                <a:gd name="csX23" fmla="*/ 69336 w 1868123"/>
                <a:gd name="csY23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9336 w 1868123"/>
                <a:gd name="csY19" fmla="*/ 0 h 1501201"/>
                <a:gd name="csX20" fmla="*/ 0 w 1868123"/>
                <a:gd name="csY20" fmla="*/ 69336 h 1501201"/>
                <a:gd name="csX21" fmla="*/ 0 w 1868123"/>
                <a:gd name="csY21" fmla="*/ 1431865 h 1501201"/>
                <a:gd name="csX22" fmla="*/ 69336 w 1868123"/>
                <a:gd name="csY2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69336 w 1868123"/>
                <a:gd name="csY18" fmla="*/ 0 h 1501201"/>
                <a:gd name="csX19" fmla="*/ 0 w 1868123"/>
                <a:gd name="csY19" fmla="*/ 69336 h 1501201"/>
                <a:gd name="csX20" fmla="*/ 0 w 1868123"/>
                <a:gd name="csY20" fmla="*/ 1431865 h 1501201"/>
                <a:gd name="csX21" fmla="*/ 69336 w 1868123"/>
                <a:gd name="csY2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69336 w 1868123"/>
                <a:gd name="csY17" fmla="*/ 0 h 1501201"/>
                <a:gd name="csX18" fmla="*/ 0 w 1868123"/>
                <a:gd name="csY18" fmla="*/ 69336 h 1501201"/>
                <a:gd name="csX19" fmla="*/ 0 w 1868123"/>
                <a:gd name="csY19" fmla="*/ 1431865 h 1501201"/>
                <a:gd name="csX20" fmla="*/ 69336 w 1868123"/>
                <a:gd name="csY2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798787 w 1868123"/>
                <a:gd name="csY12" fmla="*/ 1501201 h 1501201"/>
                <a:gd name="csX13" fmla="*/ 1868123 w 1868123"/>
                <a:gd name="csY13" fmla="*/ 1431865 h 1501201"/>
                <a:gd name="csX14" fmla="*/ 1868123 w 1868123"/>
                <a:gd name="csY14" fmla="*/ 69336 h 1501201"/>
                <a:gd name="csX15" fmla="*/ 1798787 w 1868123"/>
                <a:gd name="csY15" fmla="*/ 0 h 1501201"/>
                <a:gd name="csX16" fmla="*/ 69336 w 1868123"/>
                <a:gd name="csY16" fmla="*/ 0 h 1501201"/>
                <a:gd name="csX17" fmla="*/ 0 w 1868123"/>
                <a:gd name="csY17" fmla="*/ 69336 h 1501201"/>
                <a:gd name="csX18" fmla="*/ 0 w 1868123"/>
                <a:gd name="csY18" fmla="*/ 1431865 h 1501201"/>
                <a:gd name="csX19" fmla="*/ 69336 w 1868123"/>
                <a:gd name="csY1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798787 w 1868123"/>
                <a:gd name="csY11" fmla="*/ 1501201 h 1501201"/>
                <a:gd name="csX12" fmla="*/ 1868123 w 1868123"/>
                <a:gd name="csY12" fmla="*/ 1431865 h 1501201"/>
                <a:gd name="csX13" fmla="*/ 1868123 w 1868123"/>
                <a:gd name="csY13" fmla="*/ 69336 h 1501201"/>
                <a:gd name="csX14" fmla="*/ 1798787 w 1868123"/>
                <a:gd name="csY14" fmla="*/ 0 h 1501201"/>
                <a:gd name="csX15" fmla="*/ 69336 w 1868123"/>
                <a:gd name="csY15" fmla="*/ 0 h 1501201"/>
                <a:gd name="csX16" fmla="*/ 0 w 1868123"/>
                <a:gd name="csY16" fmla="*/ 69336 h 1501201"/>
                <a:gd name="csX17" fmla="*/ 0 w 1868123"/>
                <a:gd name="csY17" fmla="*/ 1431865 h 1501201"/>
                <a:gd name="csX18" fmla="*/ 69336 w 1868123"/>
                <a:gd name="csY1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1798787 w 1868123"/>
                <a:gd name="csY10" fmla="*/ 1501201 h 1501201"/>
                <a:gd name="csX11" fmla="*/ 1868123 w 1868123"/>
                <a:gd name="csY11" fmla="*/ 1431865 h 1501201"/>
                <a:gd name="csX12" fmla="*/ 1868123 w 1868123"/>
                <a:gd name="csY12" fmla="*/ 69336 h 1501201"/>
                <a:gd name="csX13" fmla="*/ 1798787 w 1868123"/>
                <a:gd name="csY13" fmla="*/ 0 h 1501201"/>
                <a:gd name="csX14" fmla="*/ 69336 w 1868123"/>
                <a:gd name="csY14" fmla="*/ 0 h 1501201"/>
                <a:gd name="csX15" fmla="*/ 0 w 1868123"/>
                <a:gd name="csY15" fmla="*/ 69336 h 1501201"/>
                <a:gd name="csX16" fmla="*/ 0 w 1868123"/>
                <a:gd name="csY16" fmla="*/ 1431865 h 1501201"/>
                <a:gd name="csX17" fmla="*/ 69336 w 1868123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868123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1702741" y="101705"/>
                  </a:lnTo>
                  <a:cubicBezTo>
                    <a:pt x="1737909" y="101705"/>
                    <a:pt x="1766418" y="130214"/>
                    <a:pt x="1766418" y="165382"/>
                  </a:cubicBezTo>
                  <a:lnTo>
                    <a:pt x="1766418" y="1335819"/>
                  </a:lnTo>
                  <a:cubicBezTo>
                    <a:pt x="1766418" y="1370987"/>
                    <a:pt x="1737909" y="1399496"/>
                    <a:pt x="1702741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798787" y="1501201"/>
                  </a:lnTo>
                  <a:cubicBezTo>
                    <a:pt x="1837080" y="1501201"/>
                    <a:pt x="1868123" y="1470158"/>
                    <a:pt x="1868123" y="1431865"/>
                  </a:cubicBezTo>
                  <a:lnTo>
                    <a:pt x="1868123" y="69336"/>
                  </a:lnTo>
                  <a:cubicBezTo>
                    <a:pt x="1868123" y="31043"/>
                    <a:pt x="1837080" y="0"/>
                    <a:pt x="1798787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603DBB4-5B7F-2455-235E-B226BA2459D4}"/>
              </a:ext>
            </a:extLst>
          </p:cNvPr>
          <p:cNvSpPr/>
          <p:nvPr/>
        </p:nvSpPr>
        <p:spPr>
          <a:xfrm>
            <a:off x="7046539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1F2DE43-C37E-B668-39D0-DB992EC4D51D}"/>
              </a:ext>
            </a:extLst>
          </p:cNvPr>
          <p:cNvSpPr/>
          <p:nvPr/>
        </p:nvSpPr>
        <p:spPr>
          <a:xfrm flipV="1">
            <a:off x="3122542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CCA910C-7395-BD5A-F1E9-8375E0B52D13}"/>
              </a:ext>
            </a:extLst>
          </p:cNvPr>
          <p:cNvSpPr/>
          <p:nvPr/>
        </p:nvSpPr>
        <p:spPr>
          <a:xfrm flipV="1">
            <a:off x="1160544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906837-1153-DD9D-65FE-212805DF62C2}"/>
              </a:ext>
            </a:extLst>
          </p:cNvPr>
          <p:cNvSpPr/>
          <p:nvPr/>
        </p:nvSpPr>
        <p:spPr>
          <a:xfrm flipH="1" flipV="1">
            <a:off x="5084540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B922E4-F015-00EC-6B28-FC9EFDE5903A}"/>
              </a:ext>
            </a:extLst>
          </p:cNvPr>
          <p:cNvSpPr/>
          <p:nvPr/>
        </p:nvSpPr>
        <p:spPr>
          <a:xfrm flipV="1">
            <a:off x="9163334" y="2724217"/>
            <a:ext cx="1868123" cy="1501201"/>
          </a:xfrm>
          <a:custGeom>
            <a:avLst/>
            <a:gdLst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667773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165382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65382 w 1868123"/>
              <a:gd name="csY16" fmla="*/ 1399496 h 1501201"/>
              <a:gd name="csX17" fmla="*/ 69336 w 1868123"/>
              <a:gd name="csY17" fmla="*/ 1501201 h 1501201"/>
              <a:gd name="csX18" fmla="*/ 667773 w 1868123"/>
              <a:gd name="csY18" fmla="*/ 1501201 h 1501201"/>
              <a:gd name="csX19" fmla="*/ 1267848 w 1868123"/>
              <a:gd name="csY19" fmla="*/ 1501201 h 1501201"/>
              <a:gd name="csX20" fmla="*/ 1359442 w 1868123"/>
              <a:gd name="csY20" fmla="*/ 1501201 h 1501201"/>
              <a:gd name="csX21" fmla="*/ 1798787 w 1868123"/>
              <a:gd name="csY21" fmla="*/ 1501201 h 1501201"/>
              <a:gd name="csX22" fmla="*/ 1868123 w 1868123"/>
              <a:gd name="csY22" fmla="*/ 1431865 h 1501201"/>
              <a:gd name="csX23" fmla="*/ 1868123 w 1868123"/>
              <a:gd name="csY23" fmla="*/ 69336 h 1501201"/>
              <a:gd name="csX24" fmla="*/ 1798787 w 1868123"/>
              <a:gd name="csY24" fmla="*/ 0 h 1501201"/>
              <a:gd name="csX25" fmla="*/ 1359442 w 1868123"/>
              <a:gd name="csY25" fmla="*/ 0 h 1501201"/>
              <a:gd name="csX26" fmla="*/ 1267848 w 1868123"/>
              <a:gd name="csY26" fmla="*/ 0 h 1501201"/>
              <a:gd name="csX27" fmla="*/ 667773 w 1868123"/>
              <a:gd name="csY27" fmla="*/ 0 h 1501201"/>
              <a:gd name="csX28" fmla="*/ 69336 w 1868123"/>
              <a:gd name="csY28" fmla="*/ 0 h 1501201"/>
              <a:gd name="csX29" fmla="*/ 0 w 1868123"/>
              <a:gd name="csY29" fmla="*/ 69336 h 1501201"/>
              <a:gd name="csX30" fmla="*/ 0 w 1868123"/>
              <a:gd name="csY30" fmla="*/ 1431865 h 1501201"/>
              <a:gd name="csX31" fmla="*/ 69336 w 1868123"/>
              <a:gd name="csY3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65382 w 1868123"/>
              <a:gd name="csY15" fmla="*/ 1399496 h 1501201"/>
              <a:gd name="csX16" fmla="*/ 69336 w 1868123"/>
              <a:gd name="csY16" fmla="*/ 1501201 h 1501201"/>
              <a:gd name="csX17" fmla="*/ 667773 w 1868123"/>
              <a:gd name="csY17" fmla="*/ 1501201 h 1501201"/>
              <a:gd name="csX18" fmla="*/ 1267848 w 1868123"/>
              <a:gd name="csY18" fmla="*/ 1501201 h 1501201"/>
              <a:gd name="csX19" fmla="*/ 1359442 w 1868123"/>
              <a:gd name="csY19" fmla="*/ 1501201 h 1501201"/>
              <a:gd name="csX20" fmla="*/ 1798787 w 1868123"/>
              <a:gd name="csY20" fmla="*/ 1501201 h 1501201"/>
              <a:gd name="csX21" fmla="*/ 1868123 w 1868123"/>
              <a:gd name="csY21" fmla="*/ 1431865 h 1501201"/>
              <a:gd name="csX22" fmla="*/ 1868123 w 1868123"/>
              <a:gd name="csY22" fmla="*/ 69336 h 1501201"/>
              <a:gd name="csX23" fmla="*/ 1798787 w 1868123"/>
              <a:gd name="csY23" fmla="*/ 0 h 1501201"/>
              <a:gd name="csX24" fmla="*/ 1359442 w 1868123"/>
              <a:gd name="csY24" fmla="*/ 0 h 1501201"/>
              <a:gd name="csX25" fmla="*/ 1267848 w 1868123"/>
              <a:gd name="csY25" fmla="*/ 0 h 1501201"/>
              <a:gd name="csX26" fmla="*/ 667773 w 1868123"/>
              <a:gd name="csY26" fmla="*/ 0 h 1501201"/>
              <a:gd name="csX27" fmla="*/ 69336 w 1868123"/>
              <a:gd name="csY27" fmla="*/ 0 h 1501201"/>
              <a:gd name="csX28" fmla="*/ 0 w 1868123"/>
              <a:gd name="csY28" fmla="*/ 69336 h 1501201"/>
              <a:gd name="csX29" fmla="*/ 0 w 1868123"/>
              <a:gd name="csY29" fmla="*/ 1431865 h 1501201"/>
              <a:gd name="csX30" fmla="*/ 69336 w 1868123"/>
              <a:gd name="csY3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65382 w 1868123"/>
              <a:gd name="csY14" fmla="*/ 1399496 h 1501201"/>
              <a:gd name="csX15" fmla="*/ 69336 w 1868123"/>
              <a:gd name="csY15" fmla="*/ 1501201 h 1501201"/>
              <a:gd name="csX16" fmla="*/ 667773 w 1868123"/>
              <a:gd name="csY16" fmla="*/ 1501201 h 1501201"/>
              <a:gd name="csX17" fmla="*/ 1267848 w 1868123"/>
              <a:gd name="csY17" fmla="*/ 1501201 h 1501201"/>
              <a:gd name="csX18" fmla="*/ 1359442 w 1868123"/>
              <a:gd name="csY18" fmla="*/ 1501201 h 1501201"/>
              <a:gd name="csX19" fmla="*/ 1798787 w 1868123"/>
              <a:gd name="csY19" fmla="*/ 1501201 h 1501201"/>
              <a:gd name="csX20" fmla="*/ 1868123 w 1868123"/>
              <a:gd name="csY20" fmla="*/ 1431865 h 1501201"/>
              <a:gd name="csX21" fmla="*/ 1868123 w 1868123"/>
              <a:gd name="csY21" fmla="*/ 69336 h 1501201"/>
              <a:gd name="csX22" fmla="*/ 1798787 w 1868123"/>
              <a:gd name="csY22" fmla="*/ 0 h 1501201"/>
              <a:gd name="csX23" fmla="*/ 1359442 w 1868123"/>
              <a:gd name="csY23" fmla="*/ 0 h 1501201"/>
              <a:gd name="csX24" fmla="*/ 1267848 w 1868123"/>
              <a:gd name="csY24" fmla="*/ 0 h 1501201"/>
              <a:gd name="csX25" fmla="*/ 667773 w 1868123"/>
              <a:gd name="csY25" fmla="*/ 0 h 1501201"/>
              <a:gd name="csX26" fmla="*/ 69336 w 1868123"/>
              <a:gd name="csY26" fmla="*/ 0 h 1501201"/>
              <a:gd name="csX27" fmla="*/ 0 w 1868123"/>
              <a:gd name="csY27" fmla="*/ 69336 h 1501201"/>
              <a:gd name="csX28" fmla="*/ 0 w 1868123"/>
              <a:gd name="csY28" fmla="*/ 1431865 h 1501201"/>
              <a:gd name="csX29" fmla="*/ 69336 w 1868123"/>
              <a:gd name="csY2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65382 w 1868123"/>
              <a:gd name="csY13" fmla="*/ 1399496 h 1501201"/>
              <a:gd name="csX14" fmla="*/ 69336 w 1868123"/>
              <a:gd name="csY14" fmla="*/ 1501201 h 1501201"/>
              <a:gd name="csX15" fmla="*/ 667773 w 1868123"/>
              <a:gd name="csY15" fmla="*/ 1501201 h 1501201"/>
              <a:gd name="csX16" fmla="*/ 1267848 w 1868123"/>
              <a:gd name="csY16" fmla="*/ 1501201 h 1501201"/>
              <a:gd name="csX17" fmla="*/ 1359442 w 1868123"/>
              <a:gd name="csY17" fmla="*/ 1501201 h 1501201"/>
              <a:gd name="csX18" fmla="*/ 1798787 w 1868123"/>
              <a:gd name="csY18" fmla="*/ 1501201 h 1501201"/>
              <a:gd name="csX19" fmla="*/ 1868123 w 1868123"/>
              <a:gd name="csY19" fmla="*/ 1431865 h 1501201"/>
              <a:gd name="csX20" fmla="*/ 1868123 w 1868123"/>
              <a:gd name="csY20" fmla="*/ 69336 h 1501201"/>
              <a:gd name="csX21" fmla="*/ 1798787 w 1868123"/>
              <a:gd name="csY21" fmla="*/ 0 h 1501201"/>
              <a:gd name="csX22" fmla="*/ 1359442 w 1868123"/>
              <a:gd name="csY22" fmla="*/ 0 h 1501201"/>
              <a:gd name="csX23" fmla="*/ 1267848 w 1868123"/>
              <a:gd name="csY23" fmla="*/ 0 h 1501201"/>
              <a:gd name="csX24" fmla="*/ 667773 w 1868123"/>
              <a:gd name="csY24" fmla="*/ 0 h 1501201"/>
              <a:gd name="csX25" fmla="*/ 69336 w 1868123"/>
              <a:gd name="csY25" fmla="*/ 0 h 1501201"/>
              <a:gd name="csX26" fmla="*/ 0 w 1868123"/>
              <a:gd name="csY26" fmla="*/ 69336 h 1501201"/>
              <a:gd name="csX27" fmla="*/ 0 w 1868123"/>
              <a:gd name="csY27" fmla="*/ 1431865 h 1501201"/>
              <a:gd name="csX28" fmla="*/ 69336 w 1868123"/>
              <a:gd name="csY2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702741 w 1868123"/>
              <a:gd name="csY8" fmla="*/ 101705 h 1501201"/>
              <a:gd name="csX9" fmla="*/ 1766418 w 1868123"/>
              <a:gd name="csY9" fmla="*/ 165382 h 1501201"/>
              <a:gd name="csX10" fmla="*/ 1766418 w 1868123"/>
              <a:gd name="csY10" fmla="*/ 1335819 h 1501201"/>
              <a:gd name="csX11" fmla="*/ 1702741 w 1868123"/>
              <a:gd name="csY11" fmla="*/ 1399496 h 1501201"/>
              <a:gd name="csX12" fmla="*/ 165382 w 1868123"/>
              <a:gd name="csY12" fmla="*/ 1399496 h 1501201"/>
              <a:gd name="csX13" fmla="*/ 69336 w 1868123"/>
              <a:gd name="csY13" fmla="*/ 1501201 h 1501201"/>
              <a:gd name="csX14" fmla="*/ 667773 w 1868123"/>
              <a:gd name="csY14" fmla="*/ 1501201 h 1501201"/>
              <a:gd name="csX15" fmla="*/ 1267848 w 1868123"/>
              <a:gd name="csY15" fmla="*/ 1501201 h 1501201"/>
              <a:gd name="csX16" fmla="*/ 1359442 w 1868123"/>
              <a:gd name="csY16" fmla="*/ 1501201 h 1501201"/>
              <a:gd name="csX17" fmla="*/ 1798787 w 1868123"/>
              <a:gd name="csY17" fmla="*/ 1501201 h 1501201"/>
              <a:gd name="csX18" fmla="*/ 1868123 w 1868123"/>
              <a:gd name="csY18" fmla="*/ 1431865 h 1501201"/>
              <a:gd name="csX19" fmla="*/ 1868123 w 1868123"/>
              <a:gd name="csY19" fmla="*/ 69336 h 1501201"/>
              <a:gd name="csX20" fmla="*/ 1798787 w 1868123"/>
              <a:gd name="csY20" fmla="*/ 0 h 1501201"/>
              <a:gd name="csX21" fmla="*/ 1359442 w 1868123"/>
              <a:gd name="csY21" fmla="*/ 0 h 1501201"/>
              <a:gd name="csX22" fmla="*/ 1267848 w 1868123"/>
              <a:gd name="csY22" fmla="*/ 0 h 1501201"/>
              <a:gd name="csX23" fmla="*/ 667773 w 1868123"/>
              <a:gd name="csY23" fmla="*/ 0 h 1501201"/>
              <a:gd name="csX24" fmla="*/ 69336 w 1868123"/>
              <a:gd name="csY24" fmla="*/ 0 h 1501201"/>
              <a:gd name="csX25" fmla="*/ 0 w 1868123"/>
              <a:gd name="csY25" fmla="*/ 69336 h 1501201"/>
              <a:gd name="csX26" fmla="*/ 0 w 1868123"/>
              <a:gd name="csY26" fmla="*/ 1431865 h 1501201"/>
              <a:gd name="csX27" fmla="*/ 69336 w 1868123"/>
              <a:gd name="csY27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702741 w 1868123"/>
              <a:gd name="csY7" fmla="*/ 101705 h 1501201"/>
              <a:gd name="csX8" fmla="*/ 1766418 w 1868123"/>
              <a:gd name="csY8" fmla="*/ 165382 h 1501201"/>
              <a:gd name="csX9" fmla="*/ 1766418 w 1868123"/>
              <a:gd name="csY9" fmla="*/ 1335819 h 1501201"/>
              <a:gd name="csX10" fmla="*/ 1702741 w 1868123"/>
              <a:gd name="csY10" fmla="*/ 1399496 h 1501201"/>
              <a:gd name="csX11" fmla="*/ 165382 w 1868123"/>
              <a:gd name="csY11" fmla="*/ 1399496 h 1501201"/>
              <a:gd name="csX12" fmla="*/ 69336 w 1868123"/>
              <a:gd name="csY12" fmla="*/ 1501201 h 1501201"/>
              <a:gd name="csX13" fmla="*/ 667773 w 1868123"/>
              <a:gd name="csY13" fmla="*/ 1501201 h 1501201"/>
              <a:gd name="csX14" fmla="*/ 1267848 w 1868123"/>
              <a:gd name="csY14" fmla="*/ 1501201 h 1501201"/>
              <a:gd name="csX15" fmla="*/ 1359442 w 1868123"/>
              <a:gd name="csY15" fmla="*/ 1501201 h 1501201"/>
              <a:gd name="csX16" fmla="*/ 1798787 w 1868123"/>
              <a:gd name="csY16" fmla="*/ 1501201 h 1501201"/>
              <a:gd name="csX17" fmla="*/ 1868123 w 1868123"/>
              <a:gd name="csY17" fmla="*/ 1431865 h 1501201"/>
              <a:gd name="csX18" fmla="*/ 1868123 w 1868123"/>
              <a:gd name="csY18" fmla="*/ 69336 h 1501201"/>
              <a:gd name="csX19" fmla="*/ 1798787 w 1868123"/>
              <a:gd name="csY19" fmla="*/ 0 h 1501201"/>
              <a:gd name="csX20" fmla="*/ 1359442 w 1868123"/>
              <a:gd name="csY20" fmla="*/ 0 h 1501201"/>
              <a:gd name="csX21" fmla="*/ 1267848 w 1868123"/>
              <a:gd name="csY21" fmla="*/ 0 h 1501201"/>
              <a:gd name="csX22" fmla="*/ 667773 w 1868123"/>
              <a:gd name="csY22" fmla="*/ 0 h 1501201"/>
              <a:gd name="csX23" fmla="*/ 69336 w 1868123"/>
              <a:gd name="csY23" fmla="*/ 0 h 1501201"/>
              <a:gd name="csX24" fmla="*/ 0 w 1868123"/>
              <a:gd name="csY24" fmla="*/ 69336 h 1501201"/>
              <a:gd name="csX25" fmla="*/ 0 w 1868123"/>
              <a:gd name="csY25" fmla="*/ 1431865 h 1501201"/>
              <a:gd name="csX26" fmla="*/ 69336 w 1868123"/>
              <a:gd name="csY26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702741 w 1868123"/>
              <a:gd name="csY6" fmla="*/ 101705 h 1501201"/>
              <a:gd name="csX7" fmla="*/ 1766418 w 1868123"/>
              <a:gd name="csY7" fmla="*/ 165382 h 1501201"/>
              <a:gd name="csX8" fmla="*/ 1766418 w 1868123"/>
              <a:gd name="csY8" fmla="*/ 1335819 h 1501201"/>
              <a:gd name="csX9" fmla="*/ 1702741 w 1868123"/>
              <a:gd name="csY9" fmla="*/ 1399496 h 1501201"/>
              <a:gd name="csX10" fmla="*/ 165382 w 1868123"/>
              <a:gd name="csY10" fmla="*/ 1399496 h 1501201"/>
              <a:gd name="csX11" fmla="*/ 69336 w 1868123"/>
              <a:gd name="csY11" fmla="*/ 1501201 h 1501201"/>
              <a:gd name="csX12" fmla="*/ 667773 w 1868123"/>
              <a:gd name="csY12" fmla="*/ 1501201 h 1501201"/>
              <a:gd name="csX13" fmla="*/ 1267848 w 1868123"/>
              <a:gd name="csY13" fmla="*/ 1501201 h 1501201"/>
              <a:gd name="csX14" fmla="*/ 1359442 w 1868123"/>
              <a:gd name="csY14" fmla="*/ 1501201 h 1501201"/>
              <a:gd name="csX15" fmla="*/ 1798787 w 1868123"/>
              <a:gd name="csY15" fmla="*/ 1501201 h 1501201"/>
              <a:gd name="csX16" fmla="*/ 1868123 w 1868123"/>
              <a:gd name="csY16" fmla="*/ 1431865 h 1501201"/>
              <a:gd name="csX17" fmla="*/ 1868123 w 1868123"/>
              <a:gd name="csY17" fmla="*/ 69336 h 1501201"/>
              <a:gd name="csX18" fmla="*/ 1798787 w 1868123"/>
              <a:gd name="csY18" fmla="*/ 0 h 1501201"/>
              <a:gd name="csX19" fmla="*/ 1359442 w 1868123"/>
              <a:gd name="csY19" fmla="*/ 0 h 1501201"/>
              <a:gd name="csX20" fmla="*/ 1267848 w 1868123"/>
              <a:gd name="csY20" fmla="*/ 0 h 1501201"/>
              <a:gd name="csX21" fmla="*/ 667773 w 1868123"/>
              <a:gd name="csY21" fmla="*/ 0 h 1501201"/>
              <a:gd name="csX22" fmla="*/ 69336 w 1868123"/>
              <a:gd name="csY22" fmla="*/ 0 h 1501201"/>
              <a:gd name="csX23" fmla="*/ 0 w 1868123"/>
              <a:gd name="csY23" fmla="*/ 69336 h 1501201"/>
              <a:gd name="csX24" fmla="*/ 0 w 1868123"/>
              <a:gd name="csY24" fmla="*/ 1431865 h 1501201"/>
              <a:gd name="csX25" fmla="*/ 69336 w 1868123"/>
              <a:gd name="csY25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702741 w 1868123"/>
              <a:gd name="csY5" fmla="*/ 101705 h 1501201"/>
              <a:gd name="csX6" fmla="*/ 1766418 w 1868123"/>
              <a:gd name="csY6" fmla="*/ 165382 h 1501201"/>
              <a:gd name="csX7" fmla="*/ 1766418 w 1868123"/>
              <a:gd name="csY7" fmla="*/ 1335819 h 1501201"/>
              <a:gd name="csX8" fmla="*/ 1702741 w 1868123"/>
              <a:gd name="csY8" fmla="*/ 1399496 h 1501201"/>
              <a:gd name="csX9" fmla="*/ 165382 w 1868123"/>
              <a:gd name="csY9" fmla="*/ 1399496 h 1501201"/>
              <a:gd name="csX10" fmla="*/ 69336 w 1868123"/>
              <a:gd name="csY10" fmla="*/ 1501201 h 1501201"/>
              <a:gd name="csX11" fmla="*/ 667773 w 1868123"/>
              <a:gd name="csY11" fmla="*/ 1501201 h 1501201"/>
              <a:gd name="csX12" fmla="*/ 1267848 w 1868123"/>
              <a:gd name="csY12" fmla="*/ 1501201 h 1501201"/>
              <a:gd name="csX13" fmla="*/ 1359442 w 1868123"/>
              <a:gd name="csY13" fmla="*/ 1501201 h 1501201"/>
              <a:gd name="csX14" fmla="*/ 1798787 w 1868123"/>
              <a:gd name="csY14" fmla="*/ 1501201 h 1501201"/>
              <a:gd name="csX15" fmla="*/ 1868123 w 1868123"/>
              <a:gd name="csY15" fmla="*/ 1431865 h 1501201"/>
              <a:gd name="csX16" fmla="*/ 1868123 w 1868123"/>
              <a:gd name="csY16" fmla="*/ 69336 h 1501201"/>
              <a:gd name="csX17" fmla="*/ 1798787 w 1868123"/>
              <a:gd name="csY17" fmla="*/ 0 h 1501201"/>
              <a:gd name="csX18" fmla="*/ 1359442 w 1868123"/>
              <a:gd name="csY18" fmla="*/ 0 h 1501201"/>
              <a:gd name="csX19" fmla="*/ 1267848 w 1868123"/>
              <a:gd name="csY19" fmla="*/ 0 h 1501201"/>
              <a:gd name="csX20" fmla="*/ 667773 w 1868123"/>
              <a:gd name="csY20" fmla="*/ 0 h 1501201"/>
              <a:gd name="csX21" fmla="*/ 69336 w 1868123"/>
              <a:gd name="csY21" fmla="*/ 0 h 1501201"/>
              <a:gd name="csX22" fmla="*/ 0 w 1868123"/>
              <a:gd name="csY22" fmla="*/ 69336 h 1501201"/>
              <a:gd name="csX23" fmla="*/ 0 w 1868123"/>
              <a:gd name="csY23" fmla="*/ 1431865 h 1501201"/>
              <a:gd name="csX24" fmla="*/ 69336 w 1868123"/>
              <a:gd name="csY24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67773 w 1868123"/>
              <a:gd name="csY19" fmla="*/ 0 h 1501201"/>
              <a:gd name="csX20" fmla="*/ 69336 w 1868123"/>
              <a:gd name="csY20" fmla="*/ 0 h 1501201"/>
              <a:gd name="csX21" fmla="*/ 0 w 1868123"/>
              <a:gd name="csY21" fmla="*/ 69336 h 1501201"/>
              <a:gd name="csX22" fmla="*/ 0 w 1868123"/>
              <a:gd name="csY22" fmla="*/ 1431865 h 1501201"/>
              <a:gd name="csX23" fmla="*/ 69336 w 1868123"/>
              <a:gd name="csY23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9336 w 1868123"/>
              <a:gd name="csY19" fmla="*/ 0 h 1501201"/>
              <a:gd name="csX20" fmla="*/ 0 w 1868123"/>
              <a:gd name="csY20" fmla="*/ 69336 h 1501201"/>
              <a:gd name="csX21" fmla="*/ 0 w 1868123"/>
              <a:gd name="csY21" fmla="*/ 1431865 h 1501201"/>
              <a:gd name="csX22" fmla="*/ 69336 w 1868123"/>
              <a:gd name="csY2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69336 w 1868123"/>
              <a:gd name="csY18" fmla="*/ 0 h 1501201"/>
              <a:gd name="csX19" fmla="*/ 0 w 1868123"/>
              <a:gd name="csY19" fmla="*/ 69336 h 1501201"/>
              <a:gd name="csX20" fmla="*/ 0 w 1868123"/>
              <a:gd name="csY20" fmla="*/ 1431865 h 1501201"/>
              <a:gd name="csX21" fmla="*/ 69336 w 1868123"/>
              <a:gd name="csY2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69336 w 1868123"/>
              <a:gd name="csY17" fmla="*/ 0 h 1501201"/>
              <a:gd name="csX18" fmla="*/ 0 w 1868123"/>
              <a:gd name="csY18" fmla="*/ 69336 h 1501201"/>
              <a:gd name="csX19" fmla="*/ 0 w 1868123"/>
              <a:gd name="csY19" fmla="*/ 1431865 h 1501201"/>
              <a:gd name="csX20" fmla="*/ 69336 w 1868123"/>
              <a:gd name="csY2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798787 w 1868123"/>
              <a:gd name="csY12" fmla="*/ 1501201 h 1501201"/>
              <a:gd name="csX13" fmla="*/ 1868123 w 1868123"/>
              <a:gd name="csY13" fmla="*/ 1431865 h 1501201"/>
              <a:gd name="csX14" fmla="*/ 1868123 w 1868123"/>
              <a:gd name="csY14" fmla="*/ 69336 h 1501201"/>
              <a:gd name="csX15" fmla="*/ 1798787 w 1868123"/>
              <a:gd name="csY15" fmla="*/ 0 h 1501201"/>
              <a:gd name="csX16" fmla="*/ 69336 w 1868123"/>
              <a:gd name="csY16" fmla="*/ 0 h 1501201"/>
              <a:gd name="csX17" fmla="*/ 0 w 1868123"/>
              <a:gd name="csY17" fmla="*/ 69336 h 1501201"/>
              <a:gd name="csX18" fmla="*/ 0 w 1868123"/>
              <a:gd name="csY18" fmla="*/ 1431865 h 1501201"/>
              <a:gd name="csX19" fmla="*/ 69336 w 1868123"/>
              <a:gd name="csY1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798787 w 1868123"/>
              <a:gd name="csY11" fmla="*/ 1501201 h 1501201"/>
              <a:gd name="csX12" fmla="*/ 1868123 w 1868123"/>
              <a:gd name="csY12" fmla="*/ 1431865 h 1501201"/>
              <a:gd name="csX13" fmla="*/ 1868123 w 1868123"/>
              <a:gd name="csY13" fmla="*/ 69336 h 1501201"/>
              <a:gd name="csX14" fmla="*/ 1798787 w 1868123"/>
              <a:gd name="csY14" fmla="*/ 0 h 1501201"/>
              <a:gd name="csX15" fmla="*/ 69336 w 1868123"/>
              <a:gd name="csY15" fmla="*/ 0 h 1501201"/>
              <a:gd name="csX16" fmla="*/ 0 w 1868123"/>
              <a:gd name="csY16" fmla="*/ 69336 h 1501201"/>
              <a:gd name="csX17" fmla="*/ 0 w 1868123"/>
              <a:gd name="csY17" fmla="*/ 1431865 h 1501201"/>
              <a:gd name="csX18" fmla="*/ 69336 w 1868123"/>
              <a:gd name="csY1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1798787 w 1868123"/>
              <a:gd name="csY10" fmla="*/ 1501201 h 1501201"/>
              <a:gd name="csX11" fmla="*/ 1868123 w 1868123"/>
              <a:gd name="csY11" fmla="*/ 1431865 h 1501201"/>
              <a:gd name="csX12" fmla="*/ 1868123 w 1868123"/>
              <a:gd name="csY12" fmla="*/ 69336 h 1501201"/>
              <a:gd name="csX13" fmla="*/ 1798787 w 1868123"/>
              <a:gd name="csY13" fmla="*/ 0 h 1501201"/>
              <a:gd name="csX14" fmla="*/ 69336 w 1868123"/>
              <a:gd name="csY14" fmla="*/ 0 h 1501201"/>
              <a:gd name="csX15" fmla="*/ 0 w 1868123"/>
              <a:gd name="csY15" fmla="*/ 69336 h 1501201"/>
              <a:gd name="csX16" fmla="*/ 0 w 1868123"/>
              <a:gd name="csY16" fmla="*/ 1431865 h 1501201"/>
              <a:gd name="csX17" fmla="*/ 69336 w 1868123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868123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B98E254-FC60-2E8D-17B0-04DE0D0A8620}"/>
              </a:ext>
            </a:extLst>
          </p:cNvPr>
          <p:cNvSpPr/>
          <p:nvPr/>
        </p:nvSpPr>
        <p:spPr>
          <a:xfrm rot="1763205" flipV="1">
            <a:off x="9699290" y="3237050"/>
            <a:ext cx="925796" cy="545010"/>
          </a:xfrm>
          <a:custGeom>
            <a:avLst/>
            <a:gdLst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6391 w 925797"/>
              <a:gd name="csY18" fmla="*/ 240137 h 545009"/>
              <a:gd name="csX19" fmla="*/ 613547 w 925797"/>
              <a:gd name="csY19" fmla="*/ 252501 h 545009"/>
              <a:gd name="csX20" fmla="*/ 611370 w 925797"/>
              <a:gd name="csY20" fmla="*/ 257499 h 545009"/>
              <a:gd name="csX21" fmla="*/ 374985 w 925797"/>
              <a:gd name="csY21" fmla="*/ 414669 h 545009"/>
              <a:gd name="csX22" fmla="*/ 142583 w 925797"/>
              <a:gd name="csY22" fmla="*/ 266889 h 545009"/>
              <a:gd name="csX23" fmla="*/ 133962 w 925797"/>
              <a:gd name="csY23" fmla="*/ 240137 h 545009"/>
              <a:gd name="csX24" fmla="*/ 0 w 925797"/>
              <a:gd name="csY24" fmla="*/ 240137 h 545009"/>
              <a:gd name="csX25" fmla="*/ 1001 w 925797"/>
              <a:gd name="csY25" fmla="*/ 249740 h 545009"/>
              <a:gd name="csX26" fmla="*/ 374985 w 925797"/>
              <a:gd name="csY2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3547 w 925797"/>
              <a:gd name="csY18" fmla="*/ 252501 h 545009"/>
              <a:gd name="csX19" fmla="*/ 611370 w 925797"/>
              <a:gd name="csY19" fmla="*/ 257499 h 545009"/>
              <a:gd name="csX20" fmla="*/ 374985 w 925797"/>
              <a:gd name="csY20" fmla="*/ 414669 h 545009"/>
              <a:gd name="csX21" fmla="*/ 142583 w 925797"/>
              <a:gd name="csY21" fmla="*/ 266889 h 545009"/>
              <a:gd name="csX22" fmla="*/ 133962 w 925797"/>
              <a:gd name="csY22" fmla="*/ 240137 h 545009"/>
              <a:gd name="csX23" fmla="*/ 0 w 925797"/>
              <a:gd name="csY23" fmla="*/ 240137 h 545009"/>
              <a:gd name="csX24" fmla="*/ 1001 w 925797"/>
              <a:gd name="csY24" fmla="*/ 249740 h 545009"/>
              <a:gd name="csX25" fmla="*/ 374985 w 925797"/>
              <a:gd name="csY25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3547 w 925797"/>
              <a:gd name="csY17" fmla="*/ 252501 h 545009"/>
              <a:gd name="csX18" fmla="*/ 611370 w 925797"/>
              <a:gd name="csY18" fmla="*/ 257499 h 545009"/>
              <a:gd name="csX19" fmla="*/ 374985 w 925797"/>
              <a:gd name="csY19" fmla="*/ 414669 h 545009"/>
              <a:gd name="csX20" fmla="*/ 142583 w 925797"/>
              <a:gd name="csY20" fmla="*/ 266889 h 545009"/>
              <a:gd name="csX21" fmla="*/ 133962 w 925797"/>
              <a:gd name="csY21" fmla="*/ 240137 h 545009"/>
              <a:gd name="csX22" fmla="*/ 0 w 925797"/>
              <a:gd name="csY22" fmla="*/ 240137 h 545009"/>
              <a:gd name="csX23" fmla="*/ 1001 w 925797"/>
              <a:gd name="csY23" fmla="*/ 249740 h 545009"/>
              <a:gd name="csX24" fmla="*/ 374985 w 925797"/>
              <a:gd name="csY24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1370 w 925797"/>
              <a:gd name="csY17" fmla="*/ 257499 h 545009"/>
              <a:gd name="csX18" fmla="*/ 374985 w 925797"/>
              <a:gd name="csY18" fmla="*/ 414669 h 545009"/>
              <a:gd name="csX19" fmla="*/ 142583 w 925797"/>
              <a:gd name="csY19" fmla="*/ 266889 h 545009"/>
              <a:gd name="csX20" fmla="*/ 133962 w 925797"/>
              <a:gd name="csY20" fmla="*/ 240137 h 545009"/>
              <a:gd name="csX21" fmla="*/ 0 w 925797"/>
              <a:gd name="csY21" fmla="*/ 240137 h 545009"/>
              <a:gd name="csX22" fmla="*/ 1001 w 925797"/>
              <a:gd name="csY22" fmla="*/ 249740 h 545009"/>
              <a:gd name="csX23" fmla="*/ 374985 w 925797"/>
              <a:gd name="csY23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21902 h 545009"/>
              <a:gd name="csX9" fmla="*/ 833633 w 925797"/>
              <a:gd name="csY9" fmla="*/ 305933 h 545009"/>
              <a:gd name="csX10" fmla="*/ 925797 w 925797"/>
              <a:gd name="csY10" fmla="*/ 214019 h 545009"/>
              <a:gd name="csX11" fmla="*/ 730287 w 925797"/>
              <a:gd name="csY11" fmla="*/ 19036 h 545009"/>
              <a:gd name="csX12" fmla="*/ 638123 w 925797"/>
              <a:gd name="csY12" fmla="*/ 19036 h 545009"/>
              <a:gd name="csX13" fmla="*/ 442614 w 925797"/>
              <a:gd name="csY13" fmla="*/ 214019 h 545009"/>
              <a:gd name="csX14" fmla="*/ 534778 w 925797"/>
              <a:gd name="csY14" fmla="*/ 305933 h 545009"/>
              <a:gd name="csX15" fmla="*/ 619035 w 925797"/>
              <a:gd name="csY15" fmla="*/ 221903 h 545009"/>
              <a:gd name="csX16" fmla="*/ 611370 w 925797"/>
              <a:gd name="csY16" fmla="*/ 257499 h 545009"/>
              <a:gd name="csX17" fmla="*/ 374985 w 925797"/>
              <a:gd name="csY17" fmla="*/ 414669 h 545009"/>
              <a:gd name="csX18" fmla="*/ 142583 w 925797"/>
              <a:gd name="csY18" fmla="*/ 266889 h 545009"/>
              <a:gd name="csX19" fmla="*/ 133962 w 925797"/>
              <a:gd name="csY19" fmla="*/ 240137 h 545009"/>
              <a:gd name="csX20" fmla="*/ 0 w 925797"/>
              <a:gd name="csY20" fmla="*/ 240137 h 545009"/>
              <a:gd name="csX21" fmla="*/ 1001 w 925797"/>
              <a:gd name="csY21" fmla="*/ 249740 h 545009"/>
              <a:gd name="csX22" fmla="*/ 374985 w 925797"/>
              <a:gd name="csY22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49375 w 925797"/>
              <a:gd name="csY7" fmla="*/ 221902 h 545009"/>
              <a:gd name="csX8" fmla="*/ 833633 w 925797"/>
              <a:gd name="csY8" fmla="*/ 305933 h 545009"/>
              <a:gd name="csX9" fmla="*/ 925797 w 925797"/>
              <a:gd name="csY9" fmla="*/ 214019 h 545009"/>
              <a:gd name="csX10" fmla="*/ 730287 w 925797"/>
              <a:gd name="csY10" fmla="*/ 19036 h 545009"/>
              <a:gd name="csX11" fmla="*/ 638123 w 925797"/>
              <a:gd name="csY11" fmla="*/ 19036 h 545009"/>
              <a:gd name="csX12" fmla="*/ 442614 w 925797"/>
              <a:gd name="csY12" fmla="*/ 214019 h 545009"/>
              <a:gd name="csX13" fmla="*/ 534778 w 925797"/>
              <a:gd name="csY13" fmla="*/ 305933 h 545009"/>
              <a:gd name="csX14" fmla="*/ 619035 w 925797"/>
              <a:gd name="csY14" fmla="*/ 221903 h 545009"/>
              <a:gd name="csX15" fmla="*/ 611370 w 925797"/>
              <a:gd name="csY15" fmla="*/ 257499 h 545009"/>
              <a:gd name="csX16" fmla="*/ 374985 w 925797"/>
              <a:gd name="csY16" fmla="*/ 414669 h 545009"/>
              <a:gd name="csX17" fmla="*/ 142583 w 925797"/>
              <a:gd name="csY17" fmla="*/ 266889 h 545009"/>
              <a:gd name="csX18" fmla="*/ 133962 w 925797"/>
              <a:gd name="csY18" fmla="*/ 240137 h 545009"/>
              <a:gd name="csX19" fmla="*/ 0 w 925797"/>
              <a:gd name="csY19" fmla="*/ 240137 h 545009"/>
              <a:gd name="csX20" fmla="*/ 1001 w 925797"/>
              <a:gd name="csY20" fmla="*/ 249740 h 545009"/>
              <a:gd name="csX21" fmla="*/ 374985 w 925797"/>
              <a:gd name="csY21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49375 w 925797"/>
              <a:gd name="csY6" fmla="*/ 221902 h 545009"/>
              <a:gd name="csX7" fmla="*/ 833633 w 925797"/>
              <a:gd name="csY7" fmla="*/ 305933 h 545009"/>
              <a:gd name="csX8" fmla="*/ 925797 w 925797"/>
              <a:gd name="csY8" fmla="*/ 214019 h 545009"/>
              <a:gd name="csX9" fmla="*/ 730287 w 925797"/>
              <a:gd name="csY9" fmla="*/ 19036 h 545009"/>
              <a:gd name="csX10" fmla="*/ 638123 w 925797"/>
              <a:gd name="csY10" fmla="*/ 19036 h 545009"/>
              <a:gd name="csX11" fmla="*/ 442614 w 925797"/>
              <a:gd name="csY11" fmla="*/ 214019 h 545009"/>
              <a:gd name="csX12" fmla="*/ 534778 w 925797"/>
              <a:gd name="csY12" fmla="*/ 305933 h 545009"/>
              <a:gd name="csX13" fmla="*/ 619035 w 925797"/>
              <a:gd name="csY13" fmla="*/ 221903 h 545009"/>
              <a:gd name="csX14" fmla="*/ 611370 w 925797"/>
              <a:gd name="csY14" fmla="*/ 257499 h 545009"/>
              <a:gd name="csX15" fmla="*/ 374985 w 925797"/>
              <a:gd name="csY15" fmla="*/ 414669 h 545009"/>
              <a:gd name="csX16" fmla="*/ 142583 w 925797"/>
              <a:gd name="csY16" fmla="*/ 266889 h 545009"/>
              <a:gd name="csX17" fmla="*/ 133962 w 925797"/>
              <a:gd name="csY17" fmla="*/ 240137 h 545009"/>
              <a:gd name="csX18" fmla="*/ 0 w 925797"/>
              <a:gd name="csY18" fmla="*/ 240137 h 545009"/>
              <a:gd name="csX19" fmla="*/ 1001 w 925797"/>
              <a:gd name="csY19" fmla="*/ 249740 h 545009"/>
              <a:gd name="csX20" fmla="*/ 374985 w 925797"/>
              <a:gd name="csY20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21902 h 545009"/>
              <a:gd name="csX6" fmla="*/ 833633 w 925797"/>
              <a:gd name="csY6" fmla="*/ 305933 h 545009"/>
              <a:gd name="csX7" fmla="*/ 925797 w 925797"/>
              <a:gd name="csY7" fmla="*/ 214019 h 545009"/>
              <a:gd name="csX8" fmla="*/ 730287 w 925797"/>
              <a:gd name="csY8" fmla="*/ 19036 h 545009"/>
              <a:gd name="csX9" fmla="*/ 638123 w 925797"/>
              <a:gd name="csY9" fmla="*/ 19036 h 545009"/>
              <a:gd name="csX10" fmla="*/ 442614 w 925797"/>
              <a:gd name="csY10" fmla="*/ 214019 h 545009"/>
              <a:gd name="csX11" fmla="*/ 534778 w 925797"/>
              <a:gd name="csY11" fmla="*/ 305933 h 545009"/>
              <a:gd name="csX12" fmla="*/ 619035 w 925797"/>
              <a:gd name="csY12" fmla="*/ 221903 h 545009"/>
              <a:gd name="csX13" fmla="*/ 611370 w 925797"/>
              <a:gd name="csY13" fmla="*/ 257499 h 545009"/>
              <a:gd name="csX14" fmla="*/ 374985 w 925797"/>
              <a:gd name="csY14" fmla="*/ 414669 h 545009"/>
              <a:gd name="csX15" fmla="*/ 142583 w 925797"/>
              <a:gd name="csY15" fmla="*/ 266889 h 545009"/>
              <a:gd name="csX16" fmla="*/ 133962 w 925797"/>
              <a:gd name="csY16" fmla="*/ 240137 h 545009"/>
              <a:gd name="csX17" fmla="*/ 0 w 925797"/>
              <a:gd name="csY17" fmla="*/ 240137 h 545009"/>
              <a:gd name="csX18" fmla="*/ 1001 w 925797"/>
              <a:gd name="csY18" fmla="*/ 249740 h 545009"/>
              <a:gd name="csX19" fmla="*/ 374985 w 925797"/>
              <a:gd name="csY19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427945 h 545009"/>
              <a:gd name="csX4" fmla="*/ 749375 w 925797"/>
              <a:gd name="csY4" fmla="*/ 221902 h 545009"/>
              <a:gd name="csX5" fmla="*/ 833633 w 925797"/>
              <a:gd name="csY5" fmla="*/ 305933 h 545009"/>
              <a:gd name="csX6" fmla="*/ 925797 w 925797"/>
              <a:gd name="csY6" fmla="*/ 214019 h 545009"/>
              <a:gd name="csX7" fmla="*/ 730287 w 925797"/>
              <a:gd name="csY7" fmla="*/ 19036 h 545009"/>
              <a:gd name="csX8" fmla="*/ 638123 w 925797"/>
              <a:gd name="csY8" fmla="*/ 19036 h 545009"/>
              <a:gd name="csX9" fmla="*/ 442614 w 925797"/>
              <a:gd name="csY9" fmla="*/ 214019 h 545009"/>
              <a:gd name="csX10" fmla="*/ 534778 w 925797"/>
              <a:gd name="csY10" fmla="*/ 305933 h 545009"/>
              <a:gd name="csX11" fmla="*/ 619035 w 925797"/>
              <a:gd name="csY11" fmla="*/ 221903 h 545009"/>
              <a:gd name="csX12" fmla="*/ 611370 w 925797"/>
              <a:gd name="csY12" fmla="*/ 257499 h 545009"/>
              <a:gd name="csX13" fmla="*/ 374985 w 925797"/>
              <a:gd name="csY13" fmla="*/ 414669 h 545009"/>
              <a:gd name="csX14" fmla="*/ 142583 w 925797"/>
              <a:gd name="csY14" fmla="*/ 266889 h 545009"/>
              <a:gd name="csX15" fmla="*/ 133962 w 925797"/>
              <a:gd name="csY15" fmla="*/ 240137 h 545009"/>
              <a:gd name="csX16" fmla="*/ 0 w 925797"/>
              <a:gd name="csY16" fmla="*/ 240137 h 545009"/>
              <a:gd name="csX17" fmla="*/ 1001 w 925797"/>
              <a:gd name="csY17" fmla="*/ 249740 h 545009"/>
              <a:gd name="csX18" fmla="*/ 374985 w 925797"/>
              <a:gd name="csY18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221902 h 545009"/>
              <a:gd name="csX4" fmla="*/ 833633 w 925797"/>
              <a:gd name="csY4" fmla="*/ 305933 h 545009"/>
              <a:gd name="csX5" fmla="*/ 925797 w 925797"/>
              <a:gd name="csY5" fmla="*/ 214019 h 545009"/>
              <a:gd name="csX6" fmla="*/ 730287 w 925797"/>
              <a:gd name="csY6" fmla="*/ 19036 h 545009"/>
              <a:gd name="csX7" fmla="*/ 638123 w 925797"/>
              <a:gd name="csY7" fmla="*/ 19036 h 545009"/>
              <a:gd name="csX8" fmla="*/ 442614 w 925797"/>
              <a:gd name="csY8" fmla="*/ 214019 h 545009"/>
              <a:gd name="csX9" fmla="*/ 534778 w 925797"/>
              <a:gd name="csY9" fmla="*/ 305933 h 545009"/>
              <a:gd name="csX10" fmla="*/ 619035 w 925797"/>
              <a:gd name="csY10" fmla="*/ 221903 h 545009"/>
              <a:gd name="csX11" fmla="*/ 611370 w 925797"/>
              <a:gd name="csY11" fmla="*/ 257499 h 545009"/>
              <a:gd name="csX12" fmla="*/ 374985 w 925797"/>
              <a:gd name="csY12" fmla="*/ 414669 h 545009"/>
              <a:gd name="csX13" fmla="*/ 142583 w 925797"/>
              <a:gd name="csY13" fmla="*/ 266889 h 545009"/>
              <a:gd name="csX14" fmla="*/ 133962 w 925797"/>
              <a:gd name="csY14" fmla="*/ 240137 h 545009"/>
              <a:gd name="csX15" fmla="*/ 0 w 925797"/>
              <a:gd name="csY15" fmla="*/ 240137 h 545009"/>
              <a:gd name="csX16" fmla="*/ 1001 w 925797"/>
              <a:gd name="csY16" fmla="*/ 249740 h 545009"/>
              <a:gd name="csX17" fmla="*/ 374985 w 925797"/>
              <a:gd name="csY17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925797" h="545009">
                <a:moveTo>
                  <a:pt x="374985" y="545009"/>
                </a:moveTo>
                <a:cubicBezTo>
                  <a:pt x="536555" y="545009"/>
                  <a:pt x="676196" y="447293"/>
                  <a:pt x="731597" y="307100"/>
                </a:cubicBezTo>
                <a:cubicBezTo>
                  <a:pt x="742855" y="276923"/>
                  <a:pt x="746116" y="251190"/>
                  <a:pt x="749375" y="221902"/>
                </a:cubicBezTo>
                <a:lnTo>
                  <a:pt x="833633" y="305933"/>
                </a:lnTo>
                <a:lnTo>
                  <a:pt x="925797" y="214019"/>
                </a:lnTo>
                <a:lnTo>
                  <a:pt x="730287" y="19036"/>
                </a:lnTo>
                <a:cubicBezTo>
                  <a:pt x="704838" y="-6345"/>
                  <a:pt x="663572" y="-6345"/>
                  <a:pt x="638123" y="19036"/>
                </a:cubicBezTo>
                <a:lnTo>
                  <a:pt x="442614" y="214019"/>
                </a:lnTo>
                <a:lnTo>
                  <a:pt x="534778" y="305933"/>
                </a:lnTo>
                <a:lnTo>
                  <a:pt x="619035" y="221903"/>
                </a:lnTo>
                <a:lnTo>
                  <a:pt x="611370" y="257499"/>
                </a:lnTo>
                <a:cubicBezTo>
                  <a:pt x="576312" y="348170"/>
                  <a:pt x="484586" y="414669"/>
                  <a:pt x="374985" y="414669"/>
                </a:cubicBezTo>
                <a:cubicBezTo>
                  <a:pt x="268845" y="414669"/>
                  <a:pt x="180248" y="352805"/>
                  <a:pt x="142583" y="266889"/>
                </a:cubicBezTo>
                <a:lnTo>
                  <a:pt x="133962" y="240137"/>
                </a:lnTo>
                <a:lnTo>
                  <a:pt x="0" y="240137"/>
                </a:lnTo>
                <a:lnTo>
                  <a:pt x="1001" y="249740"/>
                </a:lnTo>
                <a:cubicBezTo>
                  <a:pt x="37038" y="419781"/>
                  <a:pt x="192584" y="545009"/>
                  <a:pt x="374985" y="545009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FB86424E-09E6-9480-D056-7D4801914F94}"/>
              </a:ext>
            </a:extLst>
          </p:cNvPr>
          <p:cNvCxnSpPr>
            <a:cxnSpLocks/>
          </p:cNvCxnSpPr>
          <p:nvPr/>
        </p:nvCxnSpPr>
        <p:spPr>
          <a:xfrm flipV="1">
            <a:off x="160020" y="6144346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DEF670F8-E3EB-A435-69A3-6C35EA2BF1E0}"/>
              </a:ext>
            </a:extLst>
          </p:cNvPr>
          <p:cNvCxnSpPr/>
          <p:nvPr/>
        </p:nvCxnSpPr>
        <p:spPr>
          <a:xfrm flipV="1">
            <a:off x="160020" y="4643146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32A388-5EB4-ACEC-1B69-71B4530730BD}"/>
              </a:ext>
            </a:extLst>
          </p:cNvPr>
          <p:cNvSpPr/>
          <p:nvPr/>
        </p:nvSpPr>
        <p:spPr>
          <a:xfrm>
            <a:off x="773851" y="834562"/>
            <a:ext cx="1170597" cy="1170836"/>
          </a:xfrm>
          <a:custGeom>
            <a:avLst/>
            <a:gdLst>
              <a:gd name="csX0" fmla="*/ 403240 w 1170597"/>
              <a:gd name="csY0" fmla="*/ 0 h 1170836"/>
              <a:gd name="csX1" fmla="*/ 806113 w 1170597"/>
              <a:gd name="csY1" fmla="*/ 403132 h 1170836"/>
              <a:gd name="csX2" fmla="*/ 738615 w 1170597"/>
              <a:gd name="csY2" fmla="*/ 626269 h 1170836"/>
              <a:gd name="csX3" fmla="*/ 820150 w 1170597"/>
              <a:gd name="csY3" fmla="*/ 707803 h 1170836"/>
              <a:gd name="csX4" fmla="*/ 821007 w 1170597"/>
              <a:gd name="csY4" fmla="*/ 706946 h 1170836"/>
              <a:gd name="csX5" fmla="*/ 893301 w 1170597"/>
              <a:gd name="csY5" fmla="*/ 706946 h 1170836"/>
              <a:gd name="csX6" fmla="*/ 1155715 w 1170597"/>
              <a:gd name="csY6" fmla="*/ 969359 h 1170836"/>
              <a:gd name="csX7" fmla="*/ 1155715 w 1170597"/>
              <a:gd name="csY7" fmla="*/ 1041654 h 1170836"/>
              <a:gd name="csX8" fmla="*/ 1041415 w 1170597"/>
              <a:gd name="csY8" fmla="*/ 1155954 h 1170836"/>
              <a:gd name="csX9" fmla="*/ 969121 w 1170597"/>
              <a:gd name="csY9" fmla="*/ 1155954 h 1170836"/>
              <a:gd name="csX10" fmla="*/ 707183 w 1170597"/>
              <a:gd name="csY10" fmla="*/ 893064 h 1170836"/>
              <a:gd name="csX11" fmla="*/ 707183 w 1170597"/>
              <a:gd name="csY11" fmla="*/ 820769 h 1170836"/>
              <a:gd name="csX12" fmla="*/ 708040 w 1170597"/>
              <a:gd name="csY12" fmla="*/ 819912 h 1170836"/>
              <a:gd name="csX13" fmla="*/ 626506 w 1170597"/>
              <a:gd name="csY13" fmla="*/ 738378 h 1170836"/>
              <a:gd name="csX14" fmla="*/ 67670 w 1170597"/>
              <a:gd name="csY14" fmla="*/ 626463 h 1170836"/>
              <a:gd name="csX15" fmla="*/ 179585 w 1170597"/>
              <a:gd name="csY15" fmla="*/ 67627 h 1170836"/>
              <a:gd name="csX16" fmla="*/ 403240 w 1170597"/>
              <a:gd name="csY16" fmla="*/ 0 h 1170836"/>
              <a:gd name="csX17" fmla="*/ 403240 w 1170597"/>
              <a:gd name="csY17" fmla="*/ 90488 h 1170836"/>
              <a:gd name="csX18" fmla="*/ 715756 w 1170597"/>
              <a:gd name="csY18" fmla="*/ 403003 h 1170836"/>
              <a:gd name="csX19" fmla="*/ 403240 w 1170597"/>
              <a:gd name="csY19" fmla="*/ 715518 h 1170836"/>
              <a:gd name="csX20" fmla="*/ 90725 w 1170597"/>
              <a:gd name="csY20" fmla="*/ 403003 h 1170836"/>
              <a:gd name="csX21" fmla="*/ 403240 w 1170597"/>
              <a:gd name="csY21" fmla="*/ 90488 h 1170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1170597" h="1170836">
                <a:moveTo>
                  <a:pt x="403240" y="0"/>
                </a:moveTo>
                <a:cubicBezTo>
                  <a:pt x="625813" y="72"/>
                  <a:pt x="806185" y="180560"/>
                  <a:pt x="806113" y="403132"/>
                </a:cubicBezTo>
                <a:cubicBezTo>
                  <a:pt x="806088" y="482537"/>
                  <a:pt x="782606" y="560164"/>
                  <a:pt x="738615" y="626269"/>
                </a:cubicBezTo>
                <a:lnTo>
                  <a:pt x="820150" y="707803"/>
                </a:lnTo>
                <a:lnTo>
                  <a:pt x="821007" y="706946"/>
                </a:lnTo>
                <a:cubicBezTo>
                  <a:pt x="840999" y="687050"/>
                  <a:pt x="873310" y="687050"/>
                  <a:pt x="893301" y="706946"/>
                </a:cubicBezTo>
                <a:lnTo>
                  <a:pt x="1155715" y="969359"/>
                </a:lnTo>
                <a:cubicBezTo>
                  <a:pt x="1175558" y="989373"/>
                  <a:pt x="1175558" y="1021641"/>
                  <a:pt x="1155715" y="1041654"/>
                </a:cubicBezTo>
                <a:lnTo>
                  <a:pt x="1041415" y="1155954"/>
                </a:lnTo>
                <a:cubicBezTo>
                  <a:pt x="1021402" y="1175797"/>
                  <a:pt x="989134" y="1175797"/>
                  <a:pt x="969121" y="1155954"/>
                </a:cubicBezTo>
                <a:lnTo>
                  <a:pt x="707183" y="893064"/>
                </a:lnTo>
                <a:cubicBezTo>
                  <a:pt x="687288" y="873072"/>
                  <a:pt x="687288" y="840761"/>
                  <a:pt x="707183" y="820769"/>
                </a:cubicBezTo>
                <a:lnTo>
                  <a:pt x="708040" y="819912"/>
                </a:lnTo>
                <a:lnTo>
                  <a:pt x="626506" y="738378"/>
                </a:lnTo>
                <a:cubicBezTo>
                  <a:pt x="441284" y="861792"/>
                  <a:pt x="191084" y="811686"/>
                  <a:pt x="67670" y="626463"/>
                </a:cubicBezTo>
                <a:cubicBezTo>
                  <a:pt x="-55743" y="441241"/>
                  <a:pt x="-5638" y="191041"/>
                  <a:pt x="179585" y="67627"/>
                </a:cubicBezTo>
                <a:cubicBezTo>
                  <a:pt x="245823" y="23493"/>
                  <a:pt x="323646" y="-38"/>
                  <a:pt x="403240" y="0"/>
                </a:cubicBezTo>
                <a:close/>
                <a:moveTo>
                  <a:pt x="403240" y="90488"/>
                </a:moveTo>
                <a:cubicBezTo>
                  <a:pt x="575838" y="90488"/>
                  <a:pt x="715756" y="230405"/>
                  <a:pt x="715756" y="403003"/>
                </a:cubicBezTo>
                <a:cubicBezTo>
                  <a:pt x="715756" y="575600"/>
                  <a:pt x="575838" y="715518"/>
                  <a:pt x="403240" y="715518"/>
                </a:cubicBezTo>
                <a:cubicBezTo>
                  <a:pt x="230643" y="715518"/>
                  <a:pt x="90725" y="575600"/>
                  <a:pt x="90725" y="403003"/>
                </a:cubicBezTo>
                <a:cubicBezTo>
                  <a:pt x="90725" y="230405"/>
                  <a:pt x="230643" y="90488"/>
                  <a:pt x="403240" y="904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30E93F6-7774-CA8C-B49B-49565C446543}"/>
              </a:ext>
            </a:extLst>
          </p:cNvPr>
          <p:cNvSpPr/>
          <p:nvPr/>
        </p:nvSpPr>
        <p:spPr>
          <a:xfrm>
            <a:off x="2238838" y="713062"/>
            <a:ext cx="1761906" cy="1501197"/>
          </a:xfrm>
          <a:custGeom>
            <a:avLst/>
            <a:gdLst>
              <a:gd name="csX0" fmla="*/ 1660675 w 1791946"/>
              <a:gd name="csY0" fmla="*/ 759755 h 1526792"/>
              <a:gd name="csX1" fmla="*/ 1719726 w 1791946"/>
              <a:gd name="csY1" fmla="*/ 780087 h 1526792"/>
              <a:gd name="csX2" fmla="*/ 1765551 w 1791946"/>
              <a:gd name="csY2" fmla="*/ 1006369 h 1526792"/>
              <a:gd name="csX3" fmla="*/ 1543534 w 1791946"/>
              <a:gd name="csY3" fmla="*/ 1069710 h 1526792"/>
              <a:gd name="csX4" fmla="*/ 1497710 w 1791946"/>
              <a:gd name="csY4" fmla="*/ 843428 h 1526792"/>
              <a:gd name="csX5" fmla="*/ 1660675 w 1791946"/>
              <a:gd name="csY5" fmla="*/ 759755 h 1526792"/>
              <a:gd name="csX6" fmla="*/ 565777 w 1791946"/>
              <a:gd name="csY6" fmla="*/ 360 h 1526792"/>
              <a:gd name="csX7" fmla="*/ 772189 w 1791946"/>
              <a:gd name="csY7" fmla="*/ 110375 h 1526792"/>
              <a:gd name="csX8" fmla="*/ 779628 w 1791946"/>
              <a:gd name="csY8" fmla="*/ 352565 h 1526792"/>
              <a:gd name="csX9" fmla="*/ 889014 w 1791946"/>
              <a:gd name="csY9" fmla="*/ 482934 h 1526792"/>
              <a:gd name="csX10" fmla="*/ 1008422 w 1791946"/>
              <a:gd name="csY10" fmla="*/ 298098 h 1526792"/>
              <a:gd name="csX11" fmla="*/ 1154967 w 1791946"/>
              <a:gd name="csY11" fmla="*/ 359195 h 1526792"/>
              <a:gd name="csX12" fmla="*/ 1239973 w 1791946"/>
              <a:gd name="csY12" fmla="*/ 507877 h 1526792"/>
              <a:gd name="csX13" fmla="*/ 1418632 w 1791946"/>
              <a:gd name="csY13" fmla="*/ 355141 h 1526792"/>
              <a:gd name="csX14" fmla="*/ 1585853 w 1791946"/>
              <a:gd name="csY14" fmla="*/ 449461 h 1526792"/>
              <a:gd name="csX15" fmla="*/ 1476434 w 1791946"/>
              <a:gd name="csY15" fmla="*/ 606453 h 1526792"/>
              <a:gd name="csX16" fmla="*/ 1216931 w 1791946"/>
              <a:gd name="csY16" fmla="*/ 867794 h 1526792"/>
              <a:gd name="csX17" fmla="*/ 1358619 w 1791946"/>
              <a:gd name="csY17" fmla="*/ 992573 h 1526792"/>
              <a:gd name="csX18" fmla="*/ 1375988 w 1791946"/>
              <a:gd name="csY18" fmla="*/ 1251020 h 1526792"/>
              <a:gd name="csX19" fmla="*/ 1173305 w 1791946"/>
              <a:gd name="csY19" fmla="*/ 1341177 h 1526792"/>
              <a:gd name="csX20" fmla="*/ 985822 w 1791946"/>
              <a:gd name="csY20" fmla="*/ 1187224 h 1526792"/>
              <a:gd name="csX21" fmla="*/ 793386 w 1791946"/>
              <a:gd name="csY21" fmla="*/ 1189871 h 1526792"/>
              <a:gd name="csX22" fmla="*/ 732412 w 1791946"/>
              <a:gd name="csY22" fmla="*/ 1418485 h 1526792"/>
              <a:gd name="csX23" fmla="*/ 450409 w 1791946"/>
              <a:gd name="csY23" fmla="*/ 1453812 h 1526792"/>
              <a:gd name="csX24" fmla="*/ 460479 w 1791946"/>
              <a:gd name="csY24" fmla="*/ 1250037 h 1526792"/>
              <a:gd name="csX25" fmla="*/ 417565 w 1791946"/>
              <a:gd name="csY25" fmla="*/ 1092446 h 1526792"/>
              <a:gd name="csX26" fmla="*/ 250963 w 1791946"/>
              <a:gd name="csY26" fmla="*/ 1185733 h 1526792"/>
              <a:gd name="csX27" fmla="*/ 48148 w 1791946"/>
              <a:gd name="csY27" fmla="*/ 1186981 h 1526792"/>
              <a:gd name="csX28" fmla="*/ 15324 w 1791946"/>
              <a:gd name="csY28" fmla="*/ 1001667 h 1526792"/>
              <a:gd name="csX29" fmla="*/ 244975 w 1791946"/>
              <a:gd name="csY29" fmla="*/ 967362 h 1526792"/>
              <a:gd name="csX30" fmla="*/ 360877 w 1791946"/>
              <a:gd name="csY30" fmla="*/ 882287 h 1526792"/>
              <a:gd name="csX31" fmla="*/ 324376 w 1791946"/>
              <a:gd name="csY31" fmla="*/ 761124 h 1526792"/>
              <a:gd name="csX32" fmla="*/ 143259 w 1791946"/>
              <a:gd name="csY32" fmla="*/ 762812 h 1526792"/>
              <a:gd name="csX33" fmla="*/ 100578 w 1791946"/>
              <a:gd name="csY33" fmla="*/ 609112 h 1526792"/>
              <a:gd name="csX34" fmla="*/ 247873 w 1791946"/>
              <a:gd name="csY34" fmla="*/ 541323 h 1526792"/>
              <a:gd name="csX35" fmla="*/ 332127 w 1791946"/>
              <a:gd name="csY35" fmla="*/ 661000 h 1526792"/>
              <a:gd name="csX36" fmla="*/ 468700 w 1791946"/>
              <a:gd name="csY36" fmla="*/ 593345 h 1526792"/>
              <a:gd name="csX37" fmla="*/ 448908 w 1791946"/>
              <a:gd name="csY37" fmla="*/ 455296 h 1526792"/>
              <a:gd name="csX38" fmla="*/ 335354 w 1791946"/>
              <a:gd name="csY38" fmla="*/ 218690 h 1526792"/>
              <a:gd name="csX39" fmla="*/ 497305 w 1791946"/>
              <a:gd name="csY39" fmla="*/ 17988 h 1526792"/>
              <a:gd name="csX40" fmla="*/ 565777 w 1791946"/>
              <a:gd name="csY40" fmla="*/ 360 h 1526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1791946" h="1526792">
                <a:moveTo>
                  <a:pt x="1660675" y="759755"/>
                </a:moveTo>
                <a:cubicBezTo>
                  <a:pt x="1681155" y="762174"/>
                  <a:pt x="1701236" y="768838"/>
                  <a:pt x="1719726" y="780087"/>
                </a:cubicBezTo>
                <a:cubicBezTo>
                  <a:pt x="1793688" y="825081"/>
                  <a:pt x="1814205" y="926391"/>
                  <a:pt x="1765551" y="1006369"/>
                </a:cubicBezTo>
                <a:cubicBezTo>
                  <a:pt x="1716896" y="1086346"/>
                  <a:pt x="1617496" y="1114704"/>
                  <a:pt x="1543534" y="1069710"/>
                </a:cubicBezTo>
                <a:cubicBezTo>
                  <a:pt x="1469572" y="1024715"/>
                  <a:pt x="1449055" y="923405"/>
                  <a:pt x="1497710" y="843428"/>
                </a:cubicBezTo>
                <a:cubicBezTo>
                  <a:pt x="1534200" y="783444"/>
                  <a:pt x="1599235" y="752497"/>
                  <a:pt x="1660675" y="759755"/>
                </a:cubicBezTo>
                <a:close/>
                <a:moveTo>
                  <a:pt x="565777" y="360"/>
                </a:moveTo>
                <a:cubicBezTo>
                  <a:pt x="639273" y="-4032"/>
                  <a:pt x="722900" y="31623"/>
                  <a:pt x="772189" y="110375"/>
                </a:cubicBezTo>
                <a:cubicBezTo>
                  <a:pt x="809116" y="201863"/>
                  <a:pt x="754570" y="234136"/>
                  <a:pt x="779628" y="352565"/>
                </a:cubicBezTo>
                <a:cubicBezTo>
                  <a:pt x="789516" y="419841"/>
                  <a:pt x="796817" y="491328"/>
                  <a:pt x="889014" y="482934"/>
                </a:cubicBezTo>
                <a:cubicBezTo>
                  <a:pt x="969764" y="467248"/>
                  <a:pt x="921857" y="341542"/>
                  <a:pt x="1008422" y="298098"/>
                </a:cubicBezTo>
                <a:cubicBezTo>
                  <a:pt x="1054224" y="253457"/>
                  <a:pt x="1160316" y="283406"/>
                  <a:pt x="1154967" y="359195"/>
                </a:cubicBezTo>
                <a:cubicBezTo>
                  <a:pt x="1134269" y="422036"/>
                  <a:pt x="1161660" y="498739"/>
                  <a:pt x="1239973" y="507877"/>
                </a:cubicBezTo>
                <a:cubicBezTo>
                  <a:pt x="1318687" y="497304"/>
                  <a:pt x="1334636" y="381838"/>
                  <a:pt x="1418632" y="355141"/>
                </a:cubicBezTo>
                <a:cubicBezTo>
                  <a:pt x="1496529" y="350622"/>
                  <a:pt x="1545616" y="352555"/>
                  <a:pt x="1585853" y="449461"/>
                </a:cubicBezTo>
                <a:cubicBezTo>
                  <a:pt x="1592698" y="532386"/>
                  <a:pt x="1523737" y="592938"/>
                  <a:pt x="1476434" y="606453"/>
                </a:cubicBezTo>
                <a:cubicBezTo>
                  <a:pt x="1381977" y="628527"/>
                  <a:pt x="1204322" y="741209"/>
                  <a:pt x="1216931" y="867794"/>
                </a:cubicBezTo>
                <a:cubicBezTo>
                  <a:pt x="1267353" y="964487"/>
                  <a:pt x="1289112" y="957322"/>
                  <a:pt x="1358619" y="992573"/>
                </a:cubicBezTo>
                <a:cubicBezTo>
                  <a:pt x="1426075" y="1050880"/>
                  <a:pt x="1450276" y="1175070"/>
                  <a:pt x="1375988" y="1251020"/>
                </a:cubicBezTo>
                <a:cubicBezTo>
                  <a:pt x="1284775" y="1340460"/>
                  <a:pt x="1243012" y="1354535"/>
                  <a:pt x="1173305" y="1341177"/>
                </a:cubicBezTo>
                <a:cubicBezTo>
                  <a:pt x="1057245" y="1321384"/>
                  <a:pt x="1064703" y="1238183"/>
                  <a:pt x="985822" y="1187224"/>
                </a:cubicBezTo>
                <a:cubicBezTo>
                  <a:pt x="926091" y="1143842"/>
                  <a:pt x="832595" y="1125744"/>
                  <a:pt x="793386" y="1189871"/>
                </a:cubicBezTo>
                <a:cubicBezTo>
                  <a:pt x="754177" y="1253998"/>
                  <a:pt x="763213" y="1356022"/>
                  <a:pt x="732412" y="1418485"/>
                </a:cubicBezTo>
                <a:cubicBezTo>
                  <a:pt x="639066" y="1603677"/>
                  <a:pt x="469512" y="1506532"/>
                  <a:pt x="450409" y="1453812"/>
                </a:cubicBezTo>
                <a:cubicBezTo>
                  <a:pt x="405349" y="1390755"/>
                  <a:pt x="441663" y="1310616"/>
                  <a:pt x="460479" y="1250037"/>
                </a:cubicBezTo>
                <a:cubicBezTo>
                  <a:pt x="512751" y="1167240"/>
                  <a:pt x="480019" y="1116406"/>
                  <a:pt x="417565" y="1092446"/>
                </a:cubicBezTo>
                <a:cubicBezTo>
                  <a:pt x="332474" y="1070405"/>
                  <a:pt x="315596" y="1116518"/>
                  <a:pt x="250963" y="1185733"/>
                </a:cubicBezTo>
                <a:cubicBezTo>
                  <a:pt x="194709" y="1259653"/>
                  <a:pt x="97800" y="1219059"/>
                  <a:pt x="48148" y="1186981"/>
                </a:cubicBezTo>
                <a:cubicBezTo>
                  <a:pt x="-4924" y="1154909"/>
                  <a:pt x="-11338" y="1071473"/>
                  <a:pt x="15324" y="1001667"/>
                </a:cubicBezTo>
                <a:cubicBezTo>
                  <a:pt x="107090" y="862781"/>
                  <a:pt x="186914" y="936949"/>
                  <a:pt x="244975" y="967362"/>
                </a:cubicBezTo>
                <a:cubicBezTo>
                  <a:pt x="277579" y="1006775"/>
                  <a:pt x="345792" y="939617"/>
                  <a:pt x="360877" y="882287"/>
                </a:cubicBezTo>
                <a:cubicBezTo>
                  <a:pt x="384660" y="806549"/>
                  <a:pt x="365344" y="769238"/>
                  <a:pt x="324376" y="761124"/>
                </a:cubicBezTo>
                <a:cubicBezTo>
                  <a:pt x="265469" y="743132"/>
                  <a:pt x="226283" y="822078"/>
                  <a:pt x="143259" y="762812"/>
                </a:cubicBezTo>
                <a:cubicBezTo>
                  <a:pt x="97067" y="731200"/>
                  <a:pt x="93194" y="665409"/>
                  <a:pt x="100578" y="609112"/>
                </a:cubicBezTo>
                <a:cubicBezTo>
                  <a:pt x="158394" y="529157"/>
                  <a:pt x="184116" y="513198"/>
                  <a:pt x="247873" y="541323"/>
                </a:cubicBezTo>
                <a:cubicBezTo>
                  <a:pt x="288371" y="550617"/>
                  <a:pt x="294113" y="606167"/>
                  <a:pt x="332127" y="661000"/>
                </a:cubicBezTo>
                <a:cubicBezTo>
                  <a:pt x="405559" y="666373"/>
                  <a:pt x="450509" y="651034"/>
                  <a:pt x="468700" y="593345"/>
                </a:cubicBezTo>
                <a:cubicBezTo>
                  <a:pt x="493035" y="544256"/>
                  <a:pt x="482374" y="491230"/>
                  <a:pt x="448908" y="455296"/>
                </a:cubicBezTo>
                <a:cubicBezTo>
                  <a:pt x="397944" y="387786"/>
                  <a:pt x="339332" y="355153"/>
                  <a:pt x="335354" y="218690"/>
                </a:cubicBezTo>
                <a:cubicBezTo>
                  <a:pt x="355513" y="138319"/>
                  <a:pt x="414904" y="58990"/>
                  <a:pt x="497305" y="17988"/>
                </a:cubicBezTo>
                <a:cubicBezTo>
                  <a:pt x="517905" y="7738"/>
                  <a:pt x="541278" y="1824"/>
                  <a:pt x="565777" y="3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B9538B-B9DD-39A1-3A5F-09FD58E54A1B}"/>
              </a:ext>
            </a:extLst>
          </p:cNvPr>
          <p:cNvGrpSpPr/>
          <p:nvPr/>
        </p:nvGrpSpPr>
        <p:grpSpPr>
          <a:xfrm>
            <a:off x="160020" y="4446270"/>
            <a:ext cx="1175195" cy="1695450"/>
            <a:chOff x="677823" y="2456529"/>
            <a:chExt cx="2918817" cy="4210971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47AD811-4895-79F5-87B8-39D2A1703D86}"/>
                </a:ext>
              </a:extLst>
            </p:cNvPr>
            <p:cNvSpPr/>
            <p:nvPr/>
          </p:nvSpPr>
          <p:spPr>
            <a:xfrm flipH="1">
              <a:off x="677823" y="2953654"/>
              <a:ext cx="2591512" cy="3713846"/>
            </a:xfrm>
            <a:custGeom>
              <a:avLst/>
              <a:gdLst>
                <a:gd name="csX0" fmla="*/ 1460457 w 2591512"/>
                <a:gd name="csY0" fmla="*/ 0 h 3713846"/>
                <a:gd name="csX1" fmla="*/ 1299566 w 2591512"/>
                <a:gd name="csY1" fmla="*/ 0 h 3713846"/>
                <a:gd name="csX2" fmla="*/ 1291946 w 2591512"/>
                <a:gd name="csY2" fmla="*/ 0 h 3713846"/>
                <a:gd name="csX3" fmla="*/ 1131055 w 2591512"/>
                <a:gd name="csY3" fmla="*/ 0 h 3713846"/>
                <a:gd name="csX4" fmla="*/ 65962 w 2591512"/>
                <a:gd name="csY4" fmla="*/ 1153526 h 3713846"/>
                <a:gd name="csX5" fmla="*/ 1587 w 2591512"/>
                <a:gd name="csY5" fmla="*/ 2426939 h 3713846"/>
                <a:gd name="csX6" fmla="*/ 336867 w 2591512"/>
                <a:gd name="csY6" fmla="*/ 3332886 h 3713846"/>
                <a:gd name="csX7" fmla="*/ 1225826 w 2591512"/>
                <a:gd name="csY7" fmla="*/ 3713846 h 3713846"/>
                <a:gd name="csX8" fmla="*/ 1291946 w 2591512"/>
                <a:gd name="csY8" fmla="*/ 3713846 h 3713846"/>
                <a:gd name="csX9" fmla="*/ 1299566 w 2591512"/>
                <a:gd name="csY9" fmla="*/ 3713846 h 3713846"/>
                <a:gd name="csX10" fmla="*/ 1365686 w 2591512"/>
                <a:gd name="csY10" fmla="*/ 3713846 h 3713846"/>
                <a:gd name="csX11" fmla="*/ 2254645 w 2591512"/>
                <a:gd name="csY11" fmla="*/ 3332886 h 3713846"/>
                <a:gd name="csX12" fmla="*/ 2589925 w 2591512"/>
                <a:gd name="csY12" fmla="*/ 2426939 h 3713846"/>
                <a:gd name="csX13" fmla="*/ 2525550 w 2591512"/>
                <a:gd name="csY13" fmla="*/ 1153526 h 3713846"/>
                <a:gd name="csX14" fmla="*/ 1460457 w 2591512"/>
                <a:gd name="csY14" fmla="*/ 0 h 3713846"/>
                <a:gd name="csX0" fmla="*/ 1460457 w 2591512"/>
                <a:gd name="csY0" fmla="*/ 0 h 3713846"/>
                <a:gd name="csX1" fmla="*/ 1299566 w 2591512"/>
                <a:gd name="csY1" fmla="*/ 0 h 3713846"/>
                <a:gd name="csX2" fmla="*/ 1131055 w 2591512"/>
                <a:gd name="csY2" fmla="*/ 0 h 3713846"/>
                <a:gd name="csX3" fmla="*/ 65962 w 2591512"/>
                <a:gd name="csY3" fmla="*/ 1153526 h 3713846"/>
                <a:gd name="csX4" fmla="*/ 1587 w 2591512"/>
                <a:gd name="csY4" fmla="*/ 2426939 h 3713846"/>
                <a:gd name="csX5" fmla="*/ 336867 w 2591512"/>
                <a:gd name="csY5" fmla="*/ 3332886 h 3713846"/>
                <a:gd name="csX6" fmla="*/ 1225826 w 2591512"/>
                <a:gd name="csY6" fmla="*/ 3713846 h 3713846"/>
                <a:gd name="csX7" fmla="*/ 1291946 w 2591512"/>
                <a:gd name="csY7" fmla="*/ 3713846 h 3713846"/>
                <a:gd name="csX8" fmla="*/ 1299566 w 2591512"/>
                <a:gd name="csY8" fmla="*/ 3713846 h 3713846"/>
                <a:gd name="csX9" fmla="*/ 1365686 w 2591512"/>
                <a:gd name="csY9" fmla="*/ 3713846 h 3713846"/>
                <a:gd name="csX10" fmla="*/ 2254645 w 2591512"/>
                <a:gd name="csY10" fmla="*/ 3332886 h 3713846"/>
                <a:gd name="csX11" fmla="*/ 2589925 w 2591512"/>
                <a:gd name="csY11" fmla="*/ 2426939 h 3713846"/>
                <a:gd name="csX12" fmla="*/ 2525550 w 2591512"/>
                <a:gd name="csY12" fmla="*/ 1153526 h 3713846"/>
                <a:gd name="csX13" fmla="*/ 1460457 w 2591512"/>
                <a:gd name="csY13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291946 w 2591512"/>
                <a:gd name="csY6" fmla="*/ 3713846 h 3713846"/>
                <a:gd name="csX7" fmla="*/ 1299566 w 2591512"/>
                <a:gd name="csY7" fmla="*/ 3713846 h 3713846"/>
                <a:gd name="csX8" fmla="*/ 1365686 w 2591512"/>
                <a:gd name="csY8" fmla="*/ 3713846 h 3713846"/>
                <a:gd name="csX9" fmla="*/ 2254645 w 2591512"/>
                <a:gd name="csY9" fmla="*/ 3332886 h 3713846"/>
                <a:gd name="csX10" fmla="*/ 2589925 w 2591512"/>
                <a:gd name="csY10" fmla="*/ 2426939 h 3713846"/>
                <a:gd name="csX11" fmla="*/ 2525550 w 2591512"/>
                <a:gd name="csY11" fmla="*/ 1153526 h 3713846"/>
                <a:gd name="csX12" fmla="*/ 1460457 w 2591512"/>
                <a:gd name="csY12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291946 w 2591512"/>
                <a:gd name="csY6" fmla="*/ 3713846 h 3713846"/>
                <a:gd name="csX7" fmla="*/ 1365686 w 2591512"/>
                <a:gd name="csY7" fmla="*/ 3713846 h 3713846"/>
                <a:gd name="csX8" fmla="*/ 2254645 w 2591512"/>
                <a:gd name="csY8" fmla="*/ 3332886 h 3713846"/>
                <a:gd name="csX9" fmla="*/ 2589925 w 2591512"/>
                <a:gd name="csY9" fmla="*/ 2426939 h 3713846"/>
                <a:gd name="csX10" fmla="*/ 2525550 w 2591512"/>
                <a:gd name="csY10" fmla="*/ 1153526 h 3713846"/>
                <a:gd name="csX11" fmla="*/ 1460457 w 2591512"/>
                <a:gd name="csY11" fmla="*/ 0 h 3713846"/>
                <a:gd name="csX0" fmla="*/ 1460457 w 2591512"/>
                <a:gd name="csY0" fmla="*/ 0 h 3713846"/>
                <a:gd name="csX1" fmla="*/ 1131055 w 2591512"/>
                <a:gd name="csY1" fmla="*/ 0 h 3713846"/>
                <a:gd name="csX2" fmla="*/ 65962 w 2591512"/>
                <a:gd name="csY2" fmla="*/ 1153526 h 3713846"/>
                <a:gd name="csX3" fmla="*/ 1587 w 2591512"/>
                <a:gd name="csY3" fmla="*/ 2426939 h 3713846"/>
                <a:gd name="csX4" fmla="*/ 336867 w 2591512"/>
                <a:gd name="csY4" fmla="*/ 3332886 h 3713846"/>
                <a:gd name="csX5" fmla="*/ 1225826 w 2591512"/>
                <a:gd name="csY5" fmla="*/ 3713846 h 3713846"/>
                <a:gd name="csX6" fmla="*/ 1365686 w 2591512"/>
                <a:gd name="csY6" fmla="*/ 3713846 h 3713846"/>
                <a:gd name="csX7" fmla="*/ 2254645 w 2591512"/>
                <a:gd name="csY7" fmla="*/ 3332886 h 3713846"/>
                <a:gd name="csX8" fmla="*/ 2589925 w 2591512"/>
                <a:gd name="csY8" fmla="*/ 2426939 h 3713846"/>
                <a:gd name="csX9" fmla="*/ 2525550 w 2591512"/>
                <a:gd name="csY9" fmla="*/ 1153526 h 3713846"/>
                <a:gd name="csX10" fmla="*/ 1460457 w 2591512"/>
                <a:gd name="csY10" fmla="*/ 0 h 371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591512" h="3713846">
                  <a:moveTo>
                    <a:pt x="1460457" y="0"/>
                  </a:moveTo>
                  <a:lnTo>
                    <a:pt x="1131055" y="0"/>
                  </a:lnTo>
                  <a:cubicBezTo>
                    <a:pt x="550147" y="75103"/>
                    <a:pt x="95466" y="553842"/>
                    <a:pt x="65962" y="1153526"/>
                  </a:cubicBezTo>
                  <a:lnTo>
                    <a:pt x="1587" y="2426939"/>
                  </a:lnTo>
                  <a:cubicBezTo>
                    <a:pt x="-15319" y="2765633"/>
                    <a:pt x="103187" y="3087339"/>
                    <a:pt x="336867" y="3332886"/>
                  </a:cubicBezTo>
                  <a:cubicBezTo>
                    <a:pt x="570547" y="3578433"/>
                    <a:pt x="887214" y="3713846"/>
                    <a:pt x="1225826" y="3713846"/>
                  </a:cubicBezTo>
                  <a:lnTo>
                    <a:pt x="1365686" y="3713846"/>
                  </a:lnTo>
                  <a:cubicBezTo>
                    <a:pt x="1704298" y="3713846"/>
                    <a:pt x="2020965" y="3578433"/>
                    <a:pt x="2254645" y="3332886"/>
                  </a:cubicBezTo>
                  <a:cubicBezTo>
                    <a:pt x="2488325" y="3087339"/>
                    <a:pt x="2606831" y="2765633"/>
                    <a:pt x="2589925" y="2426939"/>
                  </a:cubicBezTo>
                  <a:lnTo>
                    <a:pt x="2525550" y="1153526"/>
                  </a:lnTo>
                  <a:cubicBezTo>
                    <a:pt x="2496046" y="553842"/>
                    <a:pt x="2041365" y="75103"/>
                    <a:pt x="1460457" y="0"/>
                  </a:cubicBezTo>
                  <a:close/>
                </a:path>
              </a:pathLst>
            </a:custGeom>
            <a:solidFill>
              <a:srgbClr val="000000"/>
            </a:solidFill>
            <a:ln w="81280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FB0B251-EF7E-9387-85B6-9FFD2204E1AD}"/>
                </a:ext>
              </a:extLst>
            </p:cNvPr>
            <p:cNvSpPr/>
            <p:nvPr/>
          </p:nvSpPr>
          <p:spPr>
            <a:xfrm rot="5400000">
              <a:off x="985868" y="2159350"/>
              <a:ext cx="2313593" cy="2907951"/>
            </a:xfrm>
            <a:custGeom>
              <a:avLst/>
              <a:gdLst>
                <a:gd name="csX0" fmla="*/ 0 w 2313593"/>
                <a:gd name="csY0" fmla="*/ 1760221 h 2907951"/>
                <a:gd name="csX1" fmla="*/ 0 w 2313593"/>
                <a:gd name="csY1" fmla="*/ 1485899 h 2907951"/>
                <a:gd name="csX2" fmla="*/ 629321 w 2313593"/>
                <a:gd name="csY2" fmla="*/ 1485899 h 2907951"/>
                <a:gd name="csX3" fmla="*/ 637997 w 2313593"/>
                <a:gd name="csY3" fmla="*/ 1445097 h 2907951"/>
                <a:gd name="csX4" fmla="*/ 926563 w 2313593"/>
                <a:gd name="csY4" fmla="*/ 1165859 h 2907951"/>
                <a:gd name="csX5" fmla="*/ 1864009 w 2313593"/>
                <a:gd name="csY5" fmla="*/ 1165860 h 2907951"/>
                <a:gd name="csX6" fmla="*/ 1864009 w 2313593"/>
                <a:gd name="csY6" fmla="*/ 0 h 2907951"/>
                <a:gd name="csX7" fmla="*/ 2138331 w 2313593"/>
                <a:gd name="csY7" fmla="*/ 0 h 2907951"/>
                <a:gd name="csX8" fmla="*/ 2138331 w 2313593"/>
                <a:gd name="csY8" fmla="*/ 1214476 h 2907951"/>
                <a:gd name="csX9" fmla="*/ 2175517 w 2313593"/>
                <a:gd name="csY9" fmla="*/ 1243942 h 2907951"/>
                <a:gd name="csX10" fmla="*/ 2313593 w 2313593"/>
                <a:gd name="csY10" fmla="*/ 1623059 h 2907951"/>
                <a:gd name="csX11" fmla="*/ 2175517 w 2313593"/>
                <a:gd name="csY11" fmla="*/ 2002178 h 2907951"/>
                <a:gd name="csX12" fmla="*/ 2138331 w 2313593"/>
                <a:gd name="csY12" fmla="*/ 2031644 h 2907951"/>
                <a:gd name="csX13" fmla="*/ 2138331 w 2313593"/>
                <a:gd name="csY13" fmla="*/ 2907951 h 2907951"/>
                <a:gd name="csX14" fmla="*/ 1864009 w 2313593"/>
                <a:gd name="csY14" fmla="*/ 2907951 h 2907951"/>
                <a:gd name="csX15" fmla="*/ 1864009 w 2313593"/>
                <a:gd name="csY15" fmla="*/ 2080261 h 2907951"/>
                <a:gd name="csX16" fmla="*/ 926563 w 2313593"/>
                <a:gd name="csY16" fmla="*/ 2080261 h 2907951"/>
                <a:gd name="csX17" fmla="*/ 637997 w 2313593"/>
                <a:gd name="csY17" fmla="*/ 1801023 h 2907951"/>
                <a:gd name="csX18" fmla="*/ 629322 w 2313593"/>
                <a:gd name="csY18" fmla="*/ 1760221 h 29079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13593" h="2907951">
                  <a:moveTo>
                    <a:pt x="0" y="1760221"/>
                  </a:moveTo>
                  <a:lnTo>
                    <a:pt x="0" y="1485899"/>
                  </a:lnTo>
                  <a:lnTo>
                    <a:pt x="629321" y="1485899"/>
                  </a:lnTo>
                  <a:lnTo>
                    <a:pt x="637997" y="1445097"/>
                  </a:lnTo>
                  <a:cubicBezTo>
                    <a:pt x="685540" y="1281001"/>
                    <a:pt x="796841" y="1165859"/>
                    <a:pt x="926563" y="1165859"/>
                  </a:cubicBezTo>
                  <a:lnTo>
                    <a:pt x="1864009" y="1165860"/>
                  </a:lnTo>
                  <a:lnTo>
                    <a:pt x="1864009" y="0"/>
                  </a:lnTo>
                  <a:lnTo>
                    <a:pt x="2138331" y="0"/>
                  </a:lnTo>
                  <a:lnTo>
                    <a:pt x="2138331" y="1214476"/>
                  </a:lnTo>
                  <a:lnTo>
                    <a:pt x="2175517" y="1243942"/>
                  </a:lnTo>
                  <a:cubicBezTo>
                    <a:pt x="2258822" y="1326103"/>
                    <a:pt x="2313593" y="1465242"/>
                    <a:pt x="2313593" y="1623059"/>
                  </a:cubicBezTo>
                  <a:cubicBezTo>
                    <a:pt x="2313593" y="1780875"/>
                    <a:pt x="2258822" y="1920016"/>
                    <a:pt x="2175517" y="2002178"/>
                  </a:cubicBezTo>
                  <a:lnTo>
                    <a:pt x="2138331" y="2031644"/>
                  </a:lnTo>
                  <a:lnTo>
                    <a:pt x="2138331" y="2907951"/>
                  </a:lnTo>
                  <a:lnTo>
                    <a:pt x="1864009" y="2907951"/>
                  </a:lnTo>
                  <a:lnTo>
                    <a:pt x="1864009" y="2080261"/>
                  </a:lnTo>
                  <a:lnTo>
                    <a:pt x="926563" y="2080261"/>
                  </a:lnTo>
                  <a:cubicBezTo>
                    <a:pt x="796841" y="2080261"/>
                    <a:pt x="685540" y="1965120"/>
                    <a:pt x="637997" y="1801023"/>
                  </a:cubicBezTo>
                  <a:lnTo>
                    <a:pt x="629322" y="176022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en-US" dirty="0"/>
                <a:t>                            </a:t>
              </a: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948CCA7-8394-EAB5-B421-553720591467}"/>
                </a:ext>
              </a:extLst>
            </p:cNvPr>
            <p:cNvSpPr/>
            <p:nvPr/>
          </p:nvSpPr>
          <p:spPr>
            <a:xfrm>
              <a:off x="1759694" y="3339437"/>
              <a:ext cx="427769" cy="1161161"/>
            </a:xfrm>
            <a:custGeom>
              <a:avLst/>
              <a:gdLst>
                <a:gd name="csX0" fmla="*/ 0 w 239839"/>
                <a:gd name="csY0" fmla="*/ 119920 h 651033"/>
                <a:gd name="csX1" fmla="*/ 0 w 239839"/>
                <a:gd name="csY1" fmla="*/ 531114 h 651033"/>
                <a:gd name="csX2" fmla="*/ 119920 w 239839"/>
                <a:gd name="csY2" fmla="*/ 651034 h 651033"/>
                <a:gd name="csX3" fmla="*/ 239839 w 239839"/>
                <a:gd name="csY3" fmla="*/ 531114 h 651033"/>
                <a:gd name="csX4" fmla="*/ 239839 w 239839"/>
                <a:gd name="csY4" fmla="*/ 119920 h 651033"/>
                <a:gd name="csX5" fmla="*/ 119920 w 239839"/>
                <a:gd name="csY5" fmla="*/ 0 h 651033"/>
                <a:gd name="csX6" fmla="*/ 0 w 239839"/>
                <a:gd name="csY6" fmla="*/ 119920 h 651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9839" h="651033">
                  <a:moveTo>
                    <a:pt x="0" y="119920"/>
                  </a:moveTo>
                  <a:lnTo>
                    <a:pt x="0" y="531114"/>
                  </a:lnTo>
                  <a:cubicBezTo>
                    <a:pt x="0" y="597344"/>
                    <a:pt x="53690" y="651034"/>
                    <a:pt x="119920" y="651034"/>
                  </a:cubicBezTo>
                  <a:cubicBezTo>
                    <a:pt x="186150" y="651034"/>
                    <a:pt x="239839" y="597344"/>
                    <a:pt x="239839" y="531114"/>
                  </a:cubicBezTo>
                  <a:lnTo>
                    <a:pt x="239839" y="119920"/>
                  </a:lnTo>
                  <a:cubicBezTo>
                    <a:pt x="239839" y="53690"/>
                    <a:pt x="186149" y="0"/>
                    <a:pt x="119920" y="0"/>
                  </a:cubicBezTo>
                  <a:cubicBezTo>
                    <a:pt x="53690" y="0"/>
                    <a:pt x="0" y="53690"/>
                    <a:pt x="0" y="11992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936DA6E-1A9B-D4C7-287E-060D15090A24}"/>
              </a:ext>
            </a:extLst>
          </p:cNvPr>
          <p:cNvGrpSpPr/>
          <p:nvPr/>
        </p:nvGrpSpPr>
        <p:grpSpPr>
          <a:xfrm>
            <a:off x="1454081" y="4646426"/>
            <a:ext cx="1043413" cy="1495294"/>
            <a:chOff x="1944448" y="4646426"/>
            <a:chExt cx="1043413" cy="149529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4241935-1BD7-BA56-9657-5CA2AAF7D115}"/>
                </a:ext>
              </a:extLst>
            </p:cNvPr>
            <p:cNvSpPr/>
            <p:nvPr/>
          </p:nvSpPr>
          <p:spPr>
            <a:xfrm flipH="1">
              <a:off x="1944448" y="4646426"/>
              <a:ext cx="1043413" cy="1495294"/>
            </a:xfrm>
            <a:custGeom>
              <a:avLst/>
              <a:gdLst>
                <a:gd name="csX0" fmla="*/ 1026781 w 1043413"/>
                <a:gd name="csY0" fmla="*/ 660794 h 1495294"/>
                <a:gd name="csX1" fmla="*/ 686213 w 1043413"/>
                <a:gd name="csY1" fmla="*/ 660794 h 1495294"/>
                <a:gd name="csX2" fmla="*/ 674349 w 1043413"/>
                <a:gd name="csY2" fmla="*/ 675766 h 1495294"/>
                <a:gd name="csX3" fmla="*/ 521705 w 1043413"/>
                <a:gd name="csY3" fmla="*/ 731359 h 1495294"/>
                <a:gd name="csX4" fmla="*/ 369062 w 1043413"/>
                <a:gd name="csY4" fmla="*/ 675766 h 1495294"/>
                <a:gd name="csX5" fmla="*/ 357199 w 1043413"/>
                <a:gd name="csY5" fmla="*/ 660794 h 1495294"/>
                <a:gd name="csX6" fmla="*/ 16632 w 1043413"/>
                <a:gd name="csY6" fmla="*/ 660794 h 1495294"/>
                <a:gd name="csX7" fmla="*/ 639 w 1043413"/>
                <a:gd name="csY7" fmla="*/ 977151 h 1495294"/>
                <a:gd name="csX8" fmla="*/ 135632 w 1043413"/>
                <a:gd name="csY8" fmla="*/ 1341909 h 1495294"/>
                <a:gd name="csX9" fmla="*/ 493551 w 1043413"/>
                <a:gd name="csY9" fmla="*/ 1495294 h 1495294"/>
                <a:gd name="csX10" fmla="*/ 549862 w 1043413"/>
                <a:gd name="csY10" fmla="*/ 1495294 h 1495294"/>
                <a:gd name="csX11" fmla="*/ 907781 w 1043413"/>
                <a:gd name="csY11" fmla="*/ 1341909 h 1495294"/>
                <a:gd name="csX12" fmla="*/ 1042774 w 1043413"/>
                <a:gd name="csY12" fmla="*/ 977151 h 1495294"/>
                <a:gd name="csX13" fmla="*/ 466481 w 1043413"/>
                <a:gd name="csY13" fmla="*/ 0 h 1495294"/>
                <a:gd name="csX14" fmla="*/ 455394 w 1043413"/>
                <a:gd name="csY14" fmla="*/ 0 h 1495294"/>
                <a:gd name="csX15" fmla="*/ 26558 w 1043413"/>
                <a:gd name="csY15" fmla="*/ 464441 h 1495294"/>
                <a:gd name="csX16" fmla="*/ 22215 w 1043413"/>
                <a:gd name="csY16" fmla="*/ 550344 h 1495294"/>
                <a:gd name="csX17" fmla="*/ 337625 w 1043413"/>
                <a:gd name="csY17" fmla="*/ 550344 h 1495294"/>
                <a:gd name="csX18" fmla="*/ 337624 w 1043413"/>
                <a:gd name="csY18" fmla="*/ 172903 h 1495294"/>
                <a:gd name="csX19" fmla="*/ 450053 w 1043413"/>
                <a:gd name="csY19" fmla="*/ 56719 h 1495294"/>
                <a:gd name="csX20" fmla="*/ 466481 w 1043413"/>
                <a:gd name="csY20" fmla="*/ 53225 h 1495294"/>
                <a:gd name="csX21" fmla="*/ 588020 w 1043413"/>
                <a:gd name="csY21" fmla="*/ 0 h 1495294"/>
                <a:gd name="csX22" fmla="*/ 576930 w 1043413"/>
                <a:gd name="csY22" fmla="*/ 0 h 1495294"/>
                <a:gd name="csX23" fmla="*/ 576930 w 1043413"/>
                <a:gd name="csY23" fmla="*/ 53226 h 1495294"/>
                <a:gd name="csX24" fmla="*/ 593358 w 1043413"/>
                <a:gd name="csY24" fmla="*/ 56719 h 1495294"/>
                <a:gd name="csX25" fmla="*/ 705787 w 1043413"/>
                <a:gd name="csY25" fmla="*/ 172903 h 1495294"/>
                <a:gd name="csX26" fmla="*/ 705787 w 1043413"/>
                <a:gd name="csY26" fmla="*/ 550344 h 1495294"/>
                <a:gd name="csX27" fmla="*/ 1021198 w 1043413"/>
                <a:gd name="csY27" fmla="*/ 550344 h 1495294"/>
                <a:gd name="csX28" fmla="*/ 1016855 w 1043413"/>
                <a:gd name="csY28" fmla="*/ 464441 h 1495294"/>
                <a:gd name="csX29" fmla="*/ 588020 w 1043413"/>
                <a:gd name="csY29" fmla="*/ 0 h 14952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043413" h="1495294">
                  <a:moveTo>
                    <a:pt x="1026781" y="660794"/>
                  </a:moveTo>
                  <a:lnTo>
                    <a:pt x="686213" y="660794"/>
                  </a:lnTo>
                  <a:lnTo>
                    <a:pt x="674349" y="675766"/>
                  </a:lnTo>
                  <a:cubicBezTo>
                    <a:pt x="641268" y="709306"/>
                    <a:pt x="585246" y="731359"/>
                    <a:pt x="521705" y="731359"/>
                  </a:cubicBezTo>
                  <a:cubicBezTo>
                    <a:pt x="458164" y="731359"/>
                    <a:pt x="402143" y="709306"/>
                    <a:pt x="369062" y="675766"/>
                  </a:cubicBezTo>
                  <a:lnTo>
                    <a:pt x="357199" y="660794"/>
                  </a:lnTo>
                  <a:lnTo>
                    <a:pt x="16632" y="660794"/>
                  </a:lnTo>
                  <a:lnTo>
                    <a:pt x="639" y="977151"/>
                  </a:lnTo>
                  <a:cubicBezTo>
                    <a:pt x="-6168" y="1113518"/>
                    <a:pt x="41546" y="1243046"/>
                    <a:pt x="135632" y="1341909"/>
                  </a:cubicBezTo>
                  <a:cubicBezTo>
                    <a:pt x="229718" y="1440773"/>
                    <a:pt x="357217" y="1495294"/>
                    <a:pt x="493551" y="1495294"/>
                  </a:cubicBezTo>
                  <a:lnTo>
                    <a:pt x="549862" y="1495294"/>
                  </a:lnTo>
                  <a:cubicBezTo>
                    <a:pt x="686197" y="1495294"/>
                    <a:pt x="813695" y="1440773"/>
                    <a:pt x="907781" y="1341909"/>
                  </a:cubicBezTo>
                  <a:cubicBezTo>
                    <a:pt x="1001867" y="1243046"/>
                    <a:pt x="1049581" y="1113518"/>
                    <a:pt x="1042774" y="977151"/>
                  </a:cubicBezTo>
                  <a:close/>
                  <a:moveTo>
                    <a:pt x="466481" y="0"/>
                  </a:moveTo>
                  <a:lnTo>
                    <a:pt x="455394" y="0"/>
                  </a:lnTo>
                  <a:cubicBezTo>
                    <a:pt x="221504" y="30239"/>
                    <a:pt x="38437" y="222992"/>
                    <a:pt x="26558" y="464441"/>
                  </a:cubicBezTo>
                  <a:lnTo>
                    <a:pt x="22215" y="550344"/>
                  </a:lnTo>
                  <a:lnTo>
                    <a:pt x="337625" y="550344"/>
                  </a:lnTo>
                  <a:lnTo>
                    <a:pt x="337624" y="172903"/>
                  </a:lnTo>
                  <a:cubicBezTo>
                    <a:pt x="337624" y="120673"/>
                    <a:pt x="383983" y="75861"/>
                    <a:pt x="450053" y="56719"/>
                  </a:cubicBezTo>
                  <a:lnTo>
                    <a:pt x="466481" y="53225"/>
                  </a:lnTo>
                  <a:close/>
                  <a:moveTo>
                    <a:pt x="588020" y="0"/>
                  </a:moveTo>
                  <a:lnTo>
                    <a:pt x="576930" y="0"/>
                  </a:lnTo>
                  <a:lnTo>
                    <a:pt x="576930" y="53226"/>
                  </a:lnTo>
                  <a:lnTo>
                    <a:pt x="593358" y="56719"/>
                  </a:lnTo>
                  <a:cubicBezTo>
                    <a:pt x="659428" y="75861"/>
                    <a:pt x="705787" y="120673"/>
                    <a:pt x="705787" y="172903"/>
                  </a:cubicBezTo>
                  <a:lnTo>
                    <a:pt x="705787" y="550344"/>
                  </a:lnTo>
                  <a:lnTo>
                    <a:pt x="1021198" y="550344"/>
                  </a:lnTo>
                  <a:lnTo>
                    <a:pt x="1016855" y="464441"/>
                  </a:lnTo>
                  <a:cubicBezTo>
                    <a:pt x="1004976" y="222992"/>
                    <a:pt x="821909" y="30239"/>
                    <a:pt x="588020" y="0"/>
                  </a:cubicBezTo>
                  <a:close/>
                </a:path>
              </a:pathLst>
            </a:custGeom>
            <a:solidFill>
              <a:srgbClr val="000000"/>
            </a:solidFill>
            <a:ln w="81280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B5EFE1A-EF68-62FF-1DD3-2A5CF1B76EF0}"/>
                </a:ext>
              </a:extLst>
            </p:cNvPr>
            <p:cNvSpPr/>
            <p:nvPr/>
          </p:nvSpPr>
          <p:spPr>
            <a:xfrm>
              <a:off x="2380039" y="4801752"/>
              <a:ext cx="172231" cy="467515"/>
            </a:xfrm>
            <a:custGeom>
              <a:avLst/>
              <a:gdLst>
                <a:gd name="csX0" fmla="*/ 0 w 239839"/>
                <a:gd name="csY0" fmla="*/ 119920 h 651033"/>
                <a:gd name="csX1" fmla="*/ 0 w 239839"/>
                <a:gd name="csY1" fmla="*/ 531114 h 651033"/>
                <a:gd name="csX2" fmla="*/ 119920 w 239839"/>
                <a:gd name="csY2" fmla="*/ 651034 h 651033"/>
                <a:gd name="csX3" fmla="*/ 239839 w 239839"/>
                <a:gd name="csY3" fmla="*/ 531114 h 651033"/>
                <a:gd name="csX4" fmla="*/ 239839 w 239839"/>
                <a:gd name="csY4" fmla="*/ 119920 h 651033"/>
                <a:gd name="csX5" fmla="*/ 119920 w 239839"/>
                <a:gd name="csY5" fmla="*/ 0 h 651033"/>
                <a:gd name="csX6" fmla="*/ 0 w 239839"/>
                <a:gd name="csY6" fmla="*/ 119920 h 651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39839" h="651033">
                  <a:moveTo>
                    <a:pt x="0" y="119920"/>
                  </a:moveTo>
                  <a:lnTo>
                    <a:pt x="0" y="531114"/>
                  </a:lnTo>
                  <a:cubicBezTo>
                    <a:pt x="0" y="597344"/>
                    <a:pt x="53690" y="651034"/>
                    <a:pt x="119920" y="651034"/>
                  </a:cubicBezTo>
                  <a:cubicBezTo>
                    <a:pt x="186150" y="651034"/>
                    <a:pt x="239839" y="597344"/>
                    <a:pt x="239839" y="531114"/>
                  </a:cubicBezTo>
                  <a:lnTo>
                    <a:pt x="239839" y="119920"/>
                  </a:lnTo>
                  <a:cubicBezTo>
                    <a:pt x="239839" y="53690"/>
                    <a:pt x="186149" y="0"/>
                    <a:pt x="119920" y="0"/>
                  </a:cubicBezTo>
                  <a:cubicBezTo>
                    <a:pt x="53690" y="0"/>
                    <a:pt x="0" y="53690"/>
                    <a:pt x="0" y="11992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DF06F71-ABED-0F31-A507-28244578463F}"/>
              </a:ext>
            </a:extLst>
          </p:cNvPr>
          <p:cNvSpPr/>
          <p:nvPr/>
        </p:nvSpPr>
        <p:spPr>
          <a:xfrm flipH="1">
            <a:off x="2753291" y="4646426"/>
            <a:ext cx="1043413" cy="1495294"/>
          </a:xfrm>
          <a:custGeom>
            <a:avLst/>
            <a:gdLst>
              <a:gd name="csX0" fmla="*/ 1026781 w 1043413"/>
              <a:gd name="csY0" fmla="*/ 660794 h 1495294"/>
              <a:gd name="csX1" fmla="*/ 686213 w 1043413"/>
              <a:gd name="csY1" fmla="*/ 660794 h 1495294"/>
              <a:gd name="csX2" fmla="*/ 674349 w 1043413"/>
              <a:gd name="csY2" fmla="*/ 675766 h 1495294"/>
              <a:gd name="csX3" fmla="*/ 521705 w 1043413"/>
              <a:gd name="csY3" fmla="*/ 731359 h 1495294"/>
              <a:gd name="csX4" fmla="*/ 369062 w 1043413"/>
              <a:gd name="csY4" fmla="*/ 675766 h 1495294"/>
              <a:gd name="csX5" fmla="*/ 357199 w 1043413"/>
              <a:gd name="csY5" fmla="*/ 660794 h 1495294"/>
              <a:gd name="csX6" fmla="*/ 16632 w 1043413"/>
              <a:gd name="csY6" fmla="*/ 660794 h 1495294"/>
              <a:gd name="csX7" fmla="*/ 639 w 1043413"/>
              <a:gd name="csY7" fmla="*/ 977151 h 1495294"/>
              <a:gd name="csX8" fmla="*/ 135632 w 1043413"/>
              <a:gd name="csY8" fmla="*/ 1341909 h 1495294"/>
              <a:gd name="csX9" fmla="*/ 493551 w 1043413"/>
              <a:gd name="csY9" fmla="*/ 1495294 h 1495294"/>
              <a:gd name="csX10" fmla="*/ 549862 w 1043413"/>
              <a:gd name="csY10" fmla="*/ 1495294 h 1495294"/>
              <a:gd name="csX11" fmla="*/ 907781 w 1043413"/>
              <a:gd name="csY11" fmla="*/ 1341909 h 1495294"/>
              <a:gd name="csX12" fmla="*/ 1042774 w 1043413"/>
              <a:gd name="csY12" fmla="*/ 977151 h 1495294"/>
              <a:gd name="csX13" fmla="*/ 521706 w 1043413"/>
              <a:gd name="csY13" fmla="*/ 155326 h 1495294"/>
              <a:gd name="csX14" fmla="*/ 435591 w 1043413"/>
              <a:gd name="csY14" fmla="*/ 241442 h 1495294"/>
              <a:gd name="csX15" fmla="*/ 435591 w 1043413"/>
              <a:gd name="csY15" fmla="*/ 536726 h 1495294"/>
              <a:gd name="csX16" fmla="*/ 521706 w 1043413"/>
              <a:gd name="csY16" fmla="*/ 622842 h 1495294"/>
              <a:gd name="csX17" fmla="*/ 607822 w 1043413"/>
              <a:gd name="csY17" fmla="*/ 536726 h 1495294"/>
              <a:gd name="csX18" fmla="*/ 607822 w 1043413"/>
              <a:gd name="csY18" fmla="*/ 241442 h 1495294"/>
              <a:gd name="csX19" fmla="*/ 521706 w 1043413"/>
              <a:gd name="csY19" fmla="*/ 155326 h 1495294"/>
              <a:gd name="csX20" fmla="*/ 466481 w 1043413"/>
              <a:gd name="csY20" fmla="*/ 0 h 1495294"/>
              <a:gd name="csX21" fmla="*/ 455394 w 1043413"/>
              <a:gd name="csY21" fmla="*/ 0 h 1495294"/>
              <a:gd name="csX22" fmla="*/ 26558 w 1043413"/>
              <a:gd name="csY22" fmla="*/ 464441 h 1495294"/>
              <a:gd name="csX23" fmla="*/ 22215 w 1043413"/>
              <a:gd name="csY23" fmla="*/ 550344 h 1495294"/>
              <a:gd name="csX24" fmla="*/ 337625 w 1043413"/>
              <a:gd name="csY24" fmla="*/ 550344 h 1495294"/>
              <a:gd name="csX25" fmla="*/ 337624 w 1043413"/>
              <a:gd name="csY25" fmla="*/ 172903 h 1495294"/>
              <a:gd name="csX26" fmla="*/ 450053 w 1043413"/>
              <a:gd name="csY26" fmla="*/ 56719 h 1495294"/>
              <a:gd name="csX27" fmla="*/ 466481 w 1043413"/>
              <a:gd name="csY27" fmla="*/ 53225 h 1495294"/>
              <a:gd name="csX28" fmla="*/ 588020 w 1043413"/>
              <a:gd name="csY28" fmla="*/ 0 h 1495294"/>
              <a:gd name="csX29" fmla="*/ 576930 w 1043413"/>
              <a:gd name="csY29" fmla="*/ 0 h 1495294"/>
              <a:gd name="csX30" fmla="*/ 576930 w 1043413"/>
              <a:gd name="csY30" fmla="*/ 53226 h 1495294"/>
              <a:gd name="csX31" fmla="*/ 593358 w 1043413"/>
              <a:gd name="csY31" fmla="*/ 56719 h 1495294"/>
              <a:gd name="csX32" fmla="*/ 705787 w 1043413"/>
              <a:gd name="csY32" fmla="*/ 172903 h 1495294"/>
              <a:gd name="csX33" fmla="*/ 705787 w 1043413"/>
              <a:gd name="csY33" fmla="*/ 550344 h 1495294"/>
              <a:gd name="csX34" fmla="*/ 1021198 w 1043413"/>
              <a:gd name="csY34" fmla="*/ 550344 h 1495294"/>
              <a:gd name="csX35" fmla="*/ 1016855 w 1043413"/>
              <a:gd name="csY35" fmla="*/ 464441 h 1495294"/>
              <a:gd name="csX36" fmla="*/ 588020 w 1043413"/>
              <a:gd name="csY36" fmla="*/ 0 h 14952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</a:cxnLst>
            <a:rect l="l" t="t" r="r" b="b"/>
            <a:pathLst>
              <a:path w="1043413" h="1495294">
                <a:moveTo>
                  <a:pt x="1026781" y="660794"/>
                </a:moveTo>
                <a:lnTo>
                  <a:pt x="686213" y="660794"/>
                </a:lnTo>
                <a:lnTo>
                  <a:pt x="674349" y="675766"/>
                </a:lnTo>
                <a:cubicBezTo>
                  <a:pt x="641268" y="709306"/>
                  <a:pt x="585246" y="731359"/>
                  <a:pt x="521705" y="731359"/>
                </a:cubicBezTo>
                <a:cubicBezTo>
                  <a:pt x="458164" y="731359"/>
                  <a:pt x="402143" y="709306"/>
                  <a:pt x="369062" y="675766"/>
                </a:cubicBezTo>
                <a:lnTo>
                  <a:pt x="357199" y="660794"/>
                </a:lnTo>
                <a:lnTo>
                  <a:pt x="16632" y="660794"/>
                </a:lnTo>
                <a:lnTo>
                  <a:pt x="639" y="977151"/>
                </a:lnTo>
                <a:cubicBezTo>
                  <a:pt x="-6168" y="1113518"/>
                  <a:pt x="41546" y="1243046"/>
                  <a:pt x="135632" y="1341909"/>
                </a:cubicBezTo>
                <a:cubicBezTo>
                  <a:pt x="229718" y="1440773"/>
                  <a:pt x="357217" y="1495294"/>
                  <a:pt x="493551" y="1495294"/>
                </a:cubicBezTo>
                <a:lnTo>
                  <a:pt x="549862" y="1495294"/>
                </a:lnTo>
                <a:cubicBezTo>
                  <a:pt x="686197" y="1495294"/>
                  <a:pt x="813695" y="1440773"/>
                  <a:pt x="907781" y="1341909"/>
                </a:cubicBezTo>
                <a:cubicBezTo>
                  <a:pt x="1001867" y="1243046"/>
                  <a:pt x="1049581" y="1113518"/>
                  <a:pt x="1042774" y="977151"/>
                </a:cubicBezTo>
                <a:close/>
                <a:moveTo>
                  <a:pt x="521706" y="155326"/>
                </a:moveTo>
                <a:cubicBezTo>
                  <a:pt x="474147" y="155326"/>
                  <a:pt x="435591" y="193882"/>
                  <a:pt x="435591" y="241442"/>
                </a:cubicBezTo>
                <a:lnTo>
                  <a:pt x="435591" y="536726"/>
                </a:lnTo>
                <a:cubicBezTo>
                  <a:pt x="435591" y="584286"/>
                  <a:pt x="474146" y="622842"/>
                  <a:pt x="521706" y="622842"/>
                </a:cubicBezTo>
                <a:cubicBezTo>
                  <a:pt x="569267" y="622842"/>
                  <a:pt x="607822" y="584286"/>
                  <a:pt x="607822" y="536726"/>
                </a:cubicBezTo>
                <a:lnTo>
                  <a:pt x="607822" y="241442"/>
                </a:lnTo>
                <a:cubicBezTo>
                  <a:pt x="607822" y="193882"/>
                  <a:pt x="569267" y="155326"/>
                  <a:pt x="521706" y="155326"/>
                </a:cubicBezTo>
                <a:close/>
                <a:moveTo>
                  <a:pt x="466481" y="0"/>
                </a:moveTo>
                <a:lnTo>
                  <a:pt x="455394" y="0"/>
                </a:lnTo>
                <a:cubicBezTo>
                  <a:pt x="221504" y="30239"/>
                  <a:pt x="38437" y="222992"/>
                  <a:pt x="26558" y="464441"/>
                </a:cubicBezTo>
                <a:lnTo>
                  <a:pt x="22215" y="550344"/>
                </a:lnTo>
                <a:lnTo>
                  <a:pt x="337625" y="550344"/>
                </a:lnTo>
                <a:lnTo>
                  <a:pt x="337624" y="172903"/>
                </a:lnTo>
                <a:cubicBezTo>
                  <a:pt x="337624" y="120673"/>
                  <a:pt x="383983" y="75861"/>
                  <a:pt x="450053" y="56719"/>
                </a:cubicBezTo>
                <a:lnTo>
                  <a:pt x="466481" y="53225"/>
                </a:lnTo>
                <a:close/>
                <a:moveTo>
                  <a:pt x="588020" y="0"/>
                </a:moveTo>
                <a:lnTo>
                  <a:pt x="576930" y="0"/>
                </a:lnTo>
                <a:lnTo>
                  <a:pt x="576930" y="53226"/>
                </a:lnTo>
                <a:lnTo>
                  <a:pt x="593358" y="56719"/>
                </a:lnTo>
                <a:cubicBezTo>
                  <a:pt x="659428" y="75861"/>
                  <a:pt x="705787" y="120673"/>
                  <a:pt x="705787" y="172903"/>
                </a:cubicBezTo>
                <a:lnTo>
                  <a:pt x="705787" y="550344"/>
                </a:lnTo>
                <a:lnTo>
                  <a:pt x="1021198" y="550344"/>
                </a:lnTo>
                <a:lnTo>
                  <a:pt x="1016855" y="464441"/>
                </a:lnTo>
                <a:cubicBezTo>
                  <a:pt x="1004976" y="222992"/>
                  <a:pt x="821909" y="30239"/>
                  <a:pt x="588020" y="0"/>
                </a:cubicBezTo>
                <a:close/>
              </a:path>
            </a:pathLst>
          </a:custGeom>
          <a:solidFill>
            <a:srgbClr val="000000"/>
          </a:solidFill>
          <a:ln w="81280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F47C9894-C2F5-A726-DEA3-E5860429068A}"/>
              </a:ext>
            </a:extLst>
          </p:cNvPr>
          <p:cNvGrpSpPr/>
          <p:nvPr/>
        </p:nvGrpSpPr>
        <p:grpSpPr>
          <a:xfrm>
            <a:off x="1019872" y="2727497"/>
            <a:ext cx="1240576" cy="1497920"/>
            <a:chOff x="1019872" y="2727497"/>
            <a:chExt cx="1240576" cy="1497920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26FDD2F-694D-CCFA-1A14-2F87FA4422A9}"/>
                </a:ext>
              </a:extLst>
            </p:cNvPr>
            <p:cNvSpPr/>
            <p:nvPr/>
          </p:nvSpPr>
          <p:spPr>
            <a:xfrm rot="13498490">
              <a:off x="1019872" y="2865045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3002748-4AFC-E5BE-4CE2-765A702C9B75}"/>
                </a:ext>
              </a:extLst>
            </p:cNvPr>
            <p:cNvSpPr/>
            <p:nvPr/>
          </p:nvSpPr>
          <p:spPr>
            <a:xfrm>
              <a:off x="1108391" y="2856628"/>
              <a:ext cx="1152057" cy="1368789"/>
            </a:xfrm>
            <a:custGeom>
              <a:avLst/>
              <a:gdLst>
                <a:gd name="csX0" fmla="*/ 105201 w 3750770"/>
                <a:gd name="csY0" fmla="*/ 1780623 h 4456385"/>
                <a:gd name="csX1" fmla="*/ 7246 w 3750770"/>
                <a:gd name="csY1" fmla="*/ 1908277 h 4456385"/>
                <a:gd name="csX2" fmla="*/ 28267 w 3750770"/>
                <a:gd name="csY2" fmla="*/ 2067801 h 4456385"/>
                <a:gd name="csX3" fmla="*/ 978843 w 3750770"/>
                <a:gd name="csY3" fmla="*/ 3713798 h 4456385"/>
                <a:gd name="csX4" fmla="*/ 2265252 w 3750770"/>
                <a:gd name="csY4" fmla="*/ 4456386 h 4456385"/>
                <a:gd name="csX5" fmla="*/ 3750771 w 3750770"/>
                <a:gd name="csY5" fmla="*/ 2970876 h 4456385"/>
                <a:gd name="csX6" fmla="*/ 3750771 w 3750770"/>
                <a:gd name="csY6" fmla="*/ 1807778 h 4456385"/>
                <a:gd name="csX7" fmla="*/ 3372400 w 3750770"/>
                <a:gd name="csY7" fmla="*/ 1429407 h 4456385"/>
                <a:gd name="csX8" fmla="*/ 3149943 w 3750770"/>
                <a:gd name="csY8" fmla="*/ 1501883 h 4456385"/>
                <a:gd name="csX9" fmla="*/ 2783821 w 3750770"/>
                <a:gd name="csY9" fmla="*/ 1219200 h 4456385"/>
                <a:gd name="csX10" fmla="*/ 2550726 w 3750770"/>
                <a:gd name="csY10" fmla="*/ 1299724 h 4456385"/>
                <a:gd name="csX11" fmla="*/ 2195243 w 3750770"/>
                <a:gd name="csY11" fmla="*/ 1051036 h 4456385"/>
                <a:gd name="csX12" fmla="*/ 1985036 w 3750770"/>
                <a:gd name="csY12" fmla="*/ 1114939 h 4456385"/>
                <a:gd name="csX13" fmla="*/ 1985036 w 3750770"/>
                <a:gd name="csY13" fmla="*/ 378371 h 4456385"/>
                <a:gd name="csX14" fmla="*/ 1606665 w 3750770"/>
                <a:gd name="csY14" fmla="*/ 0 h 4456385"/>
                <a:gd name="csX15" fmla="*/ 1228294 w 3750770"/>
                <a:gd name="csY15" fmla="*/ 378371 h 4456385"/>
                <a:gd name="csX16" fmla="*/ 1228294 w 3750770"/>
                <a:gd name="csY16" fmla="*/ 2384355 h 4456385"/>
                <a:gd name="csX17" fmla="*/ 1189794 w 3750770"/>
                <a:gd name="csY17" fmla="*/ 2444715 h 4456385"/>
                <a:gd name="csX18" fmla="*/ 1104059 w 3750770"/>
                <a:gd name="csY18" fmla="*/ 2417645 h 4456385"/>
                <a:gd name="csX19" fmla="*/ 851761 w 3750770"/>
                <a:gd name="csY19" fmla="*/ 1980657 h 4456385"/>
                <a:gd name="csX20" fmla="*/ 519919 w 3750770"/>
                <a:gd name="csY20" fmla="*/ 1726016 h 4456385"/>
                <a:gd name="csX21" fmla="*/ 105201 w 3750770"/>
                <a:gd name="csY21" fmla="*/ 1780623 h 4456385"/>
                <a:gd name="csX22" fmla="*/ 706124 w 3750770"/>
                <a:gd name="csY22" fmla="*/ 2064744 h 4456385"/>
                <a:gd name="csX23" fmla="*/ 958422 w 3750770"/>
                <a:gd name="csY23" fmla="*/ 2501732 h 4456385"/>
                <a:gd name="csX24" fmla="*/ 1260717 w 3750770"/>
                <a:gd name="csY24" fmla="*/ 2597210 h 4456385"/>
                <a:gd name="csX25" fmla="*/ 1396458 w 3750770"/>
                <a:gd name="csY25" fmla="*/ 2384365 h 4456385"/>
                <a:gd name="csX26" fmla="*/ 1396458 w 3750770"/>
                <a:gd name="csY26" fmla="*/ 378371 h 4456385"/>
                <a:gd name="csX27" fmla="*/ 1606665 w 3750770"/>
                <a:gd name="csY27" fmla="*/ 168164 h 4456385"/>
                <a:gd name="csX28" fmla="*/ 1816872 w 3750770"/>
                <a:gd name="csY28" fmla="*/ 378371 h 4456385"/>
                <a:gd name="csX29" fmla="*/ 1816872 w 3750770"/>
                <a:gd name="csY29" fmla="*/ 1933899 h 4456385"/>
                <a:gd name="csX30" fmla="*/ 1900959 w 3750770"/>
                <a:gd name="csY30" fmla="*/ 2017986 h 4456385"/>
                <a:gd name="csX31" fmla="*/ 1985045 w 3750770"/>
                <a:gd name="csY31" fmla="*/ 1933899 h 4456385"/>
                <a:gd name="csX32" fmla="*/ 1985045 w 3750770"/>
                <a:gd name="csY32" fmla="*/ 1429407 h 4456385"/>
                <a:gd name="csX33" fmla="*/ 2195253 w 3750770"/>
                <a:gd name="csY33" fmla="*/ 1219200 h 4456385"/>
                <a:gd name="csX34" fmla="*/ 2405460 w 3750770"/>
                <a:gd name="csY34" fmla="*/ 1429407 h 4456385"/>
                <a:gd name="csX35" fmla="*/ 2405460 w 3750770"/>
                <a:gd name="csY35" fmla="*/ 1933899 h 4456385"/>
                <a:gd name="csX36" fmla="*/ 2489547 w 3750770"/>
                <a:gd name="csY36" fmla="*/ 2017986 h 4456385"/>
                <a:gd name="csX37" fmla="*/ 2573633 w 3750770"/>
                <a:gd name="csY37" fmla="*/ 1933899 h 4456385"/>
                <a:gd name="csX38" fmla="*/ 2573633 w 3750770"/>
                <a:gd name="csY38" fmla="*/ 1597571 h 4456385"/>
                <a:gd name="csX39" fmla="*/ 2783840 w 3750770"/>
                <a:gd name="csY39" fmla="*/ 1387364 h 4456385"/>
                <a:gd name="csX40" fmla="*/ 2994048 w 3750770"/>
                <a:gd name="csY40" fmla="*/ 1597571 h 4456385"/>
                <a:gd name="csX41" fmla="*/ 2994048 w 3750770"/>
                <a:gd name="csY41" fmla="*/ 1975942 h 4456385"/>
                <a:gd name="csX42" fmla="*/ 3078134 w 3750770"/>
                <a:gd name="csY42" fmla="*/ 2060029 h 4456385"/>
                <a:gd name="csX43" fmla="*/ 3162221 w 3750770"/>
                <a:gd name="csY43" fmla="*/ 1975942 h 4456385"/>
                <a:gd name="csX44" fmla="*/ 3162221 w 3750770"/>
                <a:gd name="csY44" fmla="*/ 1807778 h 4456385"/>
                <a:gd name="csX45" fmla="*/ 3372428 w 3750770"/>
                <a:gd name="csY45" fmla="*/ 1597571 h 4456385"/>
                <a:gd name="csX46" fmla="*/ 3582635 w 3750770"/>
                <a:gd name="csY46" fmla="*/ 1807778 h 4456385"/>
                <a:gd name="csX47" fmla="*/ 3582635 w 3750770"/>
                <a:gd name="csY47" fmla="*/ 2970876 h 4456385"/>
                <a:gd name="csX48" fmla="*/ 2265290 w 3750770"/>
                <a:gd name="csY48" fmla="*/ 4288222 h 4456385"/>
                <a:gd name="csX49" fmla="*/ 1124519 w 3750770"/>
                <a:gd name="csY49" fmla="*/ 3629692 h 4456385"/>
                <a:gd name="csX50" fmla="*/ 173895 w 3750770"/>
                <a:gd name="csY50" fmla="*/ 1983686 h 4456385"/>
                <a:gd name="csX51" fmla="*/ 169695 w 3750770"/>
                <a:gd name="csY51" fmla="*/ 1951787 h 4456385"/>
                <a:gd name="csX52" fmla="*/ 189278 w 3750770"/>
                <a:gd name="csY52" fmla="*/ 1926260 h 4456385"/>
                <a:gd name="csX53" fmla="*/ 377844 w 3750770"/>
                <a:gd name="csY53" fmla="*/ 1875406 h 4456385"/>
                <a:gd name="csX54" fmla="*/ 476381 w 3750770"/>
                <a:gd name="csY54" fmla="*/ 1888465 h 4456385"/>
                <a:gd name="csX55" fmla="*/ 706124 w 3750770"/>
                <a:gd name="csY55" fmla="*/ 2064744 h 4456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</a:cxnLst>
              <a:rect l="l" t="t" r="r" b="b"/>
              <a:pathLst>
                <a:path w="3750770" h="4456385">
                  <a:moveTo>
                    <a:pt x="105201" y="1780623"/>
                  </a:moveTo>
                  <a:cubicBezTo>
                    <a:pt x="56576" y="1808693"/>
                    <a:pt x="21781" y="1854032"/>
                    <a:pt x="7246" y="1908277"/>
                  </a:cubicBezTo>
                  <a:cubicBezTo>
                    <a:pt x="-7280" y="1962522"/>
                    <a:pt x="188" y="2019176"/>
                    <a:pt x="28267" y="2067801"/>
                  </a:cubicBezTo>
                  <a:lnTo>
                    <a:pt x="978843" y="3713798"/>
                  </a:lnTo>
                  <a:cubicBezTo>
                    <a:pt x="1243391" y="4171845"/>
                    <a:pt x="1736309" y="4456386"/>
                    <a:pt x="2265252" y="4456386"/>
                  </a:cubicBezTo>
                  <a:cubicBezTo>
                    <a:pt x="3084364" y="4456386"/>
                    <a:pt x="3750771" y="3789988"/>
                    <a:pt x="3750771" y="2970876"/>
                  </a:cubicBezTo>
                  <a:lnTo>
                    <a:pt x="3750771" y="1807778"/>
                  </a:lnTo>
                  <a:cubicBezTo>
                    <a:pt x="3750771" y="1599143"/>
                    <a:pt x="3581035" y="1429407"/>
                    <a:pt x="3372400" y="1429407"/>
                  </a:cubicBezTo>
                  <a:cubicBezTo>
                    <a:pt x="3289323" y="1429407"/>
                    <a:pt x="3212418" y="1456315"/>
                    <a:pt x="3149943" y="1501883"/>
                  </a:cubicBezTo>
                  <a:cubicBezTo>
                    <a:pt x="3107452" y="1339425"/>
                    <a:pt x="2959415" y="1219200"/>
                    <a:pt x="2783821" y="1219200"/>
                  </a:cubicBezTo>
                  <a:cubicBezTo>
                    <a:pt x="2695972" y="1219200"/>
                    <a:pt x="2615010" y="1249299"/>
                    <a:pt x="2550726" y="1299724"/>
                  </a:cubicBezTo>
                  <a:cubicBezTo>
                    <a:pt x="2497671" y="1154773"/>
                    <a:pt x="2358349" y="1051036"/>
                    <a:pt x="2195243" y="1051036"/>
                  </a:cubicBezTo>
                  <a:cubicBezTo>
                    <a:pt x="2117529" y="1051036"/>
                    <a:pt x="2045196" y="1074601"/>
                    <a:pt x="1985036" y="1114939"/>
                  </a:cubicBezTo>
                  <a:lnTo>
                    <a:pt x="1985036" y="378371"/>
                  </a:lnTo>
                  <a:cubicBezTo>
                    <a:pt x="1985036" y="169736"/>
                    <a:pt x="1815300" y="0"/>
                    <a:pt x="1606665" y="0"/>
                  </a:cubicBezTo>
                  <a:cubicBezTo>
                    <a:pt x="1398029" y="0"/>
                    <a:pt x="1228294" y="169736"/>
                    <a:pt x="1228294" y="378371"/>
                  </a:cubicBezTo>
                  <a:lnTo>
                    <a:pt x="1228294" y="2384355"/>
                  </a:lnTo>
                  <a:cubicBezTo>
                    <a:pt x="1228294" y="2410149"/>
                    <a:pt x="1213187" y="2433838"/>
                    <a:pt x="1189794" y="2444715"/>
                  </a:cubicBezTo>
                  <a:cubicBezTo>
                    <a:pt x="1158285" y="2459374"/>
                    <a:pt x="1121442" y="2447725"/>
                    <a:pt x="1104059" y="2417645"/>
                  </a:cubicBezTo>
                  <a:lnTo>
                    <a:pt x="851761" y="1980657"/>
                  </a:lnTo>
                  <a:cubicBezTo>
                    <a:pt x="778771" y="1854241"/>
                    <a:pt x="660927" y="1763801"/>
                    <a:pt x="519919" y="1726016"/>
                  </a:cubicBezTo>
                  <a:cubicBezTo>
                    <a:pt x="378883" y="1688230"/>
                    <a:pt x="231617" y="1707633"/>
                    <a:pt x="105201" y="1780623"/>
                  </a:cubicBezTo>
                  <a:close/>
                  <a:moveTo>
                    <a:pt x="706124" y="2064744"/>
                  </a:moveTo>
                  <a:lnTo>
                    <a:pt x="958422" y="2501732"/>
                  </a:lnTo>
                  <a:cubicBezTo>
                    <a:pt x="1019677" y="2607821"/>
                    <a:pt x="1149636" y="2648845"/>
                    <a:pt x="1260717" y="2597210"/>
                  </a:cubicBezTo>
                  <a:cubicBezTo>
                    <a:pt x="1343175" y="2558853"/>
                    <a:pt x="1396458" y="2475310"/>
                    <a:pt x="1396458" y="2384365"/>
                  </a:cubicBezTo>
                  <a:lnTo>
                    <a:pt x="1396458" y="378371"/>
                  </a:lnTo>
                  <a:cubicBezTo>
                    <a:pt x="1396458" y="262461"/>
                    <a:pt x="1490755" y="168164"/>
                    <a:pt x="1606665" y="168164"/>
                  </a:cubicBezTo>
                  <a:cubicBezTo>
                    <a:pt x="1722565" y="168164"/>
                    <a:pt x="1816872" y="262461"/>
                    <a:pt x="1816872" y="378371"/>
                  </a:cubicBezTo>
                  <a:lnTo>
                    <a:pt x="1816872" y="1933899"/>
                  </a:lnTo>
                  <a:cubicBezTo>
                    <a:pt x="1816872" y="1980333"/>
                    <a:pt x="1854515" y="2017986"/>
                    <a:pt x="1900959" y="2017986"/>
                  </a:cubicBezTo>
                  <a:cubicBezTo>
                    <a:pt x="1947393" y="2017986"/>
                    <a:pt x="1985045" y="1980343"/>
                    <a:pt x="1985045" y="1933899"/>
                  </a:cubicBezTo>
                  <a:lnTo>
                    <a:pt x="1985045" y="1429407"/>
                  </a:lnTo>
                  <a:cubicBezTo>
                    <a:pt x="1985045" y="1313498"/>
                    <a:pt x="2079343" y="1219200"/>
                    <a:pt x="2195253" y="1219200"/>
                  </a:cubicBezTo>
                  <a:cubicBezTo>
                    <a:pt x="2311162" y="1219200"/>
                    <a:pt x="2405460" y="1313498"/>
                    <a:pt x="2405460" y="1429407"/>
                  </a:cubicBezTo>
                  <a:lnTo>
                    <a:pt x="2405460" y="1933899"/>
                  </a:lnTo>
                  <a:cubicBezTo>
                    <a:pt x="2405460" y="1980333"/>
                    <a:pt x="2443103" y="2017986"/>
                    <a:pt x="2489547" y="2017986"/>
                  </a:cubicBezTo>
                  <a:cubicBezTo>
                    <a:pt x="2535981" y="2017986"/>
                    <a:pt x="2573633" y="1980343"/>
                    <a:pt x="2573633" y="1933899"/>
                  </a:cubicBezTo>
                  <a:lnTo>
                    <a:pt x="2573633" y="1597571"/>
                  </a:lnTo>
                  <a:cubicBezTo>
                    <a:pt x="2573633" y="1481661"/>
                    <a:pt x="2667931" y="1387364"/>
                    <a:pt x="2783840" y="1387364"/>
                  </a:cubicBezTo>
                  <a:cubicBezTo>
                    <a:pt x="2899750" y="1387364"/>
                    <a:pt x="2994048" y="1481661"/>
                    <a:pt x="2994048" y="1597571"/>
                  </a:cubicBezTo>
                  <a:lnTo>
                    <a:pt x="2994048" y="1975942"/>
                  </a:lnTo>
                  <a:cubicBezTo>
                    <a:pt x="2994048" y="2022377"/>
                    <a:pt x="3031691" y="2060029"/>
                    <a:pt x="3078134" y="2060029"/>
                  </a:cubicBezTo>
                  <a:cubicBezTo>
                    <a:pt x="3124578" y="2060029"/>
                    <a:pt x="3162221" y="2022386"/>
                    <a:pt x="3162221" y="1975942"/>
                  </a:cubicBezTo>
                  <a:lnTo>
                    <a:pt x="3162221" y="1807778"/>
                  </a:lnTo>
                  <a:cubicBezTo>
                    <a:pt x="3162221" y="1691869"/>
                    <a:pt x="3256518" y="1597571"/>
                    <a:pt x="3372428" y="1597571"/>
                  </a:cubicBezTo>
                  <a:cubicBezTo>
                    <a:pt x="3488338" y="1597571"/>
                    <a:pt x="3582635" y="1691869"/>
                    <a:pt x="3582635" y="1807778"/>
                  </a:cubicBezTo>
                  <a:lnTo>
                    <a:pt x="3582635" y="2970876"/>
                  </a:lnTo>
                  <a:cubicBezTo>
                    <a:pt x="3582635" y="3697262"/>
                    <a:pt x="2991676" y="4288222"/>
                    <a:pt x="2265290" y="4288222"/>
                  </a:cubicBezTo>
                  <a:cubicBezTo>
                    <a:pt x="1796222" y="4288222"/>
                    <a:pt x="1359101" y="4035885"/>
                    <a:pt x="1124519" y="3629692"/>
                  </a:cubicBezTo>
                  <a:lnTo>
                    <a:pt x="173895" y="1983686"/>
                  </a:lnTo>
                  <a:cubicBezTo>
                    <a:pt x="166323" y="1970570"/>
                    <a:pt x="168009" y="1958064"/>
                    <a:pt x="169695" y="1951787"/>
                  </a:cubicBezTo>
                  <a:cubicBezTo>
                    <a:pt x="171371" y="1945510"/>
                    <a:pt x="176153" y="1933832"/>
                    <a:pt x="189278" y="1926260"/>
                  </a:cubicBezTo>
                  <a:cubicBezTo>
                    <a:pt x="247581" y="1892598"/>
                    <a:pt x="312274" y="1875406"/>
                    <a:pt x="377844" y="1875406"/>
                  </a:cubicBezTo>
                  <a:cubicBezTo>
                    <a:pt x="410696" y="1875406"/>
                    <a:pt x="443786" y="1879730"/>
                    <a:pt x="476381" y="1888465"/>
                  </a:cubicBezTo>
                  <a:cubicBezTo>
                    <a:pt x="574012" y="1914611"/>
                    <a:pt x="655593" y="1977219"/>
                    <a:pt x="706124" y="20647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D28AA80-05E6-2DD7-5F47-F21AA7536627}"/>
                </a:ext>
              </a:extLst>
            </p:cNvPr>
            <p:cNvSpPr/>
            <p:nvPr/>
          </p:nvSpPr>
          <p:spPr>
            <a:xfrm>
              <a:off x="1356529" y="2727497"/>
              <a:ext cx="490700" cy="382757"/>
            </a:xfrm>
            <a:custGeom>
              <a:avLst/>
              <a:gdLst>
                <a:gd name="csX0" fmla="*/ 225095 w 1597580"/>
                <a:gd name="csY0" fmla="*/ 1233288 h 1246146"/>
                <a:gd name="csX1" fmla="*/ 254899 w 1597580"/>
                <a:gd name="csY1" fmla="*/ 1118168 h 1246146"/>
                <a:gd name="csX2" fmla="*/ 168173 w 1597580"/>
                <a:gd name="csY2" fmla="*/ 798786 h 1246146"/>
                <a:gd name="csX3" fmla="*/ 798795 w 1597580"/>
                <a:gd name="csY3" fmla="*/ 168164 h 1246146"/>
                <a:gd name="csX4" fmla="*/ 1429417 w 1597580"/>
                <a:gd name="csY4" fmla="*/ 798786 h 1246146"/>
                <a:gd name="csX5" fmla="*/ 1342054 w 1597580"/>
                <a:gd name="csY5" fmla="*/ 1119254 h 1246146"/>
                <a:gd name="csX6" fmla="*/ 1371629 w 1597580"/>
                <a:gd name="csY6" fmla="*/ 1234431 h 1246146"/>
                <a:gd name="csX7" fmla="*/ 1414348 w 1597580"/>
                <a:gd name="csY7" fmla="*/ 1246146 h 1246146"/>
                <a:gd name="csX8" fmla="*/ 1486805 w 1597580"/>
                <a:gd name="csY8" fmla="*/ 1204846 h 1246146"/>
                <a:gd name="csX9" fmla="*/ 1597581 w 1597580"/>
                <a:gd name="csY9" fmla="*/ 798786 h 1246146"/>
                <a:gd name="csX10" fmla="*/ 798786 w 1597580"/>
                <a:gd name="csY10" fmla="*/ 0 h 1246146"/>
                <a:gd name="csX11" fmla="*/ 0 w 1597580"/>
                <a:gd name="csY11" fmla="*/ 798786 h 1246146"/>
                <a:gd name="csX12" fmla="*/ 109976 w 1597580"/>
                <a:gd name="csY12" fmla="*/ 1203484 h 1246146"/>
                <a:gd name="csX13" fmla="*/ 225095 w 1597580"/>
                <a:gd name="csY13" fmla="*/ 1233288 h 1246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7580" h="1246146">
                  <a:moveTo>
                    <a:pt x="225095" y="1233288"/>
                  </a:moveTo>
                  <a:cubicBezTo>
                    <a:pt x="265119" y="1209732"/>
                    <a:pt x="278454" y="1158192"/>
                    <a:pt x="254899" y="1118168"/>
                  </a:cubicBezTo>
                  <a:cubicBezTo>
                    <a:pt x="198158" y="1021794"/>
                    <a:pt x="168173" y="911352"/>
                    <a:pt x="168173" y="798786"/>
                  </a:cubicBezTo>
                  <a:cubicBezTo>
                    <a:pt x="168173" y="451056"/>
                    <a:pt x="451066" y="168164"/>
                    <a:pt x="798795" y="168164"/>
                  </a:cubicBezTo>
                  <a:cubicBezTo>
                    <a:pt x="1146524" y="168164"/>
                    <a:pt x="1429417" y="451056"/>
                    <a:pt x="1429417" y="798786"/>
                  </a:cubicBezTo>
                  <a:cubicBezTo>
                    <a:pt x="1429417" y="911771"/>
                    <a:pt x="1399213" y="1022595"/>
                    <a:pt x="1342054" y="1119254"/>
                  </a:cubicBezTo>
                  <a:cubicBezTo>
                    <a:pt x="1318413" y="1159231"/>
                    <a:pt x="1331662" y="1210799"/>
                    <a:pt x="1371629" y="1234431"/>
                  </a:cubicBezTo>
                  <a:cubicBezTo>
                    <a:pt x="1385059" y="1242374"/>
                    <a:pt x="1399804" y="1246146"/>
                    <a:pt x="1414348" y="1246146"/>
                  </a:cubicBezTo>
                  <a:cubicBezTo>
                    <a:pt x="1443104" y="1246146"/>
                    <a:pt x="1471117" y="1231392"/>
                    <a:pt x="1486805" y="1204846"/>
                  </a:cubicBezTo>
                  <a:cubicBezTo>
                    <a:pt x="1559271" y="1082288"/>
                    <a:pt x="1597581" y="941870"/>
                    <a:pt x="1597581" y="798786"/>
                  </a:cubicBezTo>
                  <a:cubicBezTo>
                    <a:pt x="1597571" y="358331"/>
                    <a:pt x="1239241" y="0"/>
                    <a:pt x="798786" y="0"/>
                  </a:cubicBezTo>
                  <a:cubicBezTo>
                    <a:pt x="358330" y="0"/>
                    <a:pt x="0" y="358331"/>
                    <a:pt x="0" y="798786"/>
                  </a:cubicBezTo>
                  <a:cubicBezTo>
                    <a:pt x="0" y="941327"/>
                    <a:pt x="38024" y="1081269"/>
                    <a:pt x="109976" y="1203484"/>
                  </a:cubicBezTo>
                  <a:cubicBezTo>
                    <a:pt x="133531" y="1243489"/>
                    <a:pt x="185052" y="1256852"/>
                    <a:pt x="225095" y="1233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6E52E440-4089-9CFF-2EB9-161F04B292D3}"/>
              </a:ext>
            </a:extLst>
          </p:cNvPr>
          <p:cNvGrpSpPr/>
          <p:nvPr/>
        </p:nvGrpSpPr>
        <p:grpSpPr>
          <a:xfrm>
            <a:off x="2970973" y="2727497"/>
            <a:ext cx="1152057" cy="1497920"/>
            <a:chOff x="2616900" y="2727497"/>
            <a:chExt cx="1152057" cy="1497920"/>
          </a:xfrm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59697A8-4E6C-19E7-727E-542A5A267892}"/>
                </a:ext>
              </a:extLst>
            </p:cNvPr>
            <p:cNvSpPr/>
            <p:nvPr/>
          </p:nvSpPr>
          <p:spPr>
            <a:xfrm>
              <a:off x="2616900" y="2856628"/>
              <a:ext cx="1152057" cy="1368789"/>
            </a:xfrm>
            <a:custGeom>
              <a:avLst/>
              <a:gdLst>
                <a:gd name="csX0" fmla="*/ 105201 w 3750770"/>
                <a:gd name="csY0" fmla="*/ 1780623 h 4456385"/>
                <a:gd name="csX1" fmla="*/ 7246 w 3750770"/>
                <a:gd name="csY1" fmla="*/ 1908277 h 4456385"/>
                <a:gd name="csX2" fmla="*/ 28267 w 3750770"/>
                <a:gd name="csY2" fmla="*/ 2067801 h 4456385"/>
                <a:gd name="csX3" fmla="*/ 978843 w 3750770"/>
                <a:gd name="csY3" fmla="*/ 3713798 h 4456385"/>
                <a:gd name="csX4" fmla="*/ 2265252 w 3750770"/>
                <a:gd name="csY4" fmla="*/ 4456386 h 4456385"/>
                <a:gd name="csX5" fmla="*/ 3750771 w 3750770"/>
                <a:gd name="csY5" fmla="*/ 2970876 h 4456385"/>
                <a:gd name="csX6" fmla="*/ 3750771 w 3750770"/>
                <a:gd name="csY6" fmla="*/ 1807778 h 4456385"/>
                <a:gd name="csX7" fmla="*/ 3372400 w 3750770"/>
                <a:gd name="csY7" fmla="*/ 1429407 h 4456385"/>
                <a:gd name="csX8" fmla="*/ 3149943 w 3750770"/>
                <a:gd name="csY8" fmla="*/ 1501883 h 4456385"/>
                <a:gd name="csX9" fmla="*/ 2783821 w 3750770"/>
                <a:gd name="csY9" fmla="*/ 1219200 h 4456385"/>
                <a:gd name="csX10" fmla="*/ 2550726 w 3750770"/>
                <a:gd name="csY10" fmla="*/ 1299724 h 4456385"/>
                <a:gd name="csX11" fmla="*/ 2195243 w 3750770"/>
                <a:gd name="csY11" fmla="*/ 1051036 h 4456385"/>
                <a:gd name="csX12" fmla="*/ 1985036 w 3750770"/>
                <a:gd name="csY12" fmla="*/ 1114939 h 4456385"/>
                <a:gd name="csX13" fmla="*/ 1985036 w 3750770"/>
                <a:gd name="csY13" fmla="*/ 378371 h 4456385"/>
                <a:gd name="csX14" fmla="*/ 1606665 w 3750770"/>
                <a:gd name="csY14" fmla="*/ 0 h 4456385"/>
                <a:gd name="csX15" fmla="*/ 1228294 w 3750770"/>
                <a:gd name="csY15" fmla="*/ 378371 h 4456385"/>
                <a:gd name="csX16" fmla="*/ 1228294 w 3750770"/>
                <a:gd name="csY16" fmla="*/ 2384355 h 4456385"/>
                <a:gd name="csX17" fmla="*/ 1189794 w 3750770"/>
                <a:gd name="csY17" fmla="*/ 2444715 h 4456385"/>
                <a:gd name="csX18" fmla="*/ 1104059 w 3750770"/>
                <a:gd name="csY18" fmla="*/ 2417645 h 4456385"/>
                <a:gd name="csX19" fmla="*/ 851761 w 3750770"/>
                <a:gd name="csY19" fmla="*/ 1980657 h 4456385"/>
                <a:gd name="csX20" fmla="*/ 519919 w 3750770"/>
                <a:gd name="csY20" fmla="*/ 1726016 h 4456385"/>
                <a:gd name="csX21" fmla="*/ 105201 w 3750770"/>
                <a:gd name="csY21" fmla="*/ 1780623 h 4456385"/>
                <a:gd name="csX22" fmla="*/ 706124 w 3750770"/>
                <a:gd name="csY22" fmla="*/ 2064744 h 4456385"/>
                <a:gd name="csX23" fmla="*/ 958422 w 3750770"/>
                <a:gd name="csY23" fmla="*/ 2501732 h 4456385"/>
                <a:gd name="csX24" fmla="*/ 1260717 w 3750770"/>
                <a:gd name="csY24" fmla="*/ 2597210 h 4456385"/>
                <a:gd name="csX25" fmla="*/ 1396458 w 3750770"/>
                <a:gd name="csY25" fmla="*/ 2384365 h 4456385"/>
                <a:gd name="csX26" fmla="*/ 1396458 w 3750770"/>
                <a:gd name="csY26" fmla="*/ 378371 h 4456385"/>
                <a:gd name="csX27" fmla="*/ 1606665 w 3750770"/>
                <a:gd name="csY27" fmla="*/ 168164 h 4456385"/>
                <a:gd name="csX28" fmla="*/ 1816872 w 3750770"/>
                <a:gd name="csY28" fmla="*/ 378371 h 4456385"/>
                <a:gd name="csX29" fmla="*/ 1816872 w 3750770"/>
                <a:gd name="csY29" fmla="*/ 1933899 h 4456385"/>
                <a:gd name="csX30" fmla="*/ 1900959 w 3750770"/>
                <a:gd name="csY30" fmla="*/ 2017986 h 4456385"/>
                <a:gd name="csX31" fmla="*/ 1985045 w 3750770"/>
                <a:gd name="csY31" fmla="*/ 1933899 h 4456385"/>
                <a:gd name="csX32" fmla="*/ 1985045 w 3750770"/>
                <a:gd name="csY32" fmla="*/ 1429407 h 4456385"/>
                <a:gd name="csX33" fmla="*/ 2195253 w 3750770"/>
                <a:gd name="csY33" fmla="*/ 1219200 h 4456385"/>
                <a:gd name="csX34" fmla="*/ 2405460 w 3750770"/>
                <a:gd name="csY34" fmla="*/ 1429407 h 4456385"/>
                <a:gd name="csX35" fmla="*/ 2405460 w 3750770"/>
                <a:gd name="csY35" fmla="*/ 1933899 h 4456385"/>
                <a:gd name="csX36" fmla="*/ 2489547 w 3750770"/>
                <a:gd name="csY36" fmla="*/ 2017986 h 4456385"/>
                <a:gd name="csX37" fmla="*/ 2573633 w 3750770"/>
                <a:gd name="csY37" fmla="*/ 1933899 h 4456385"/>
                <a:gd name="csX38" fmla="*/ 2573633 w 3750770"/>
                <a:gd name="csY38" fmla="*/ 1597571 h 4456385"/>
                <a:gd name="csX39" fmla="*/ 2783840 w 3750770"/>
                <a:gd name="csY39" fmla="*/ 1387364 h 4456385"/>
                <a:gd name="csX40" fmla="*/ 2994048 w 3750770"/>
                <a:gd name="csY40" fmla="*/ 1597571 h 4456385"/>
                <a:gd name="csX41" fmla="*/ 2994048 w 3750770"/>
                <a:gd name="csY41" fmla="*/ 1975942 h 4456385"/>
                <a:gd name="csX42" fmla="*/ 3078134 w 3750770"/>
                <a:gd name="csY42" fmla="*/ 2060029 h 4456385"/>
                <a:gd name="csX43" fmla="*/ 3162221 w 3750770"/>
                <a:gd name="csY43" fmla="*/ 1975942 h 4456385"/>
                <a:gd name="csX44" fmla="*/ 3162221 w 3750770"/>
                <a:gd name="csY44" fmla="*/ 1807778 h 4456385"/>
                <a:gd name="csX45" fmla="*/ 3372428 w 3750770"/>
                <a:gd name="csY45" fmla="*/ 1597571 h 4456385"/>
                <a:gd name="csX46" fmla="*/ 3582635 w 3750770"/>
                <a:gd name="csY46" fmla="*/ 1807778 h 4456385"/>
                <a:gd name="csX47" fmla="*/ 3582635 w 3750770"/>
                <a:gd name="csY47" fmla="*/ 2970876 h 4456385"/>
                <a:gd name="csX48" fmla="*/ 2265290 w 3750770"/>
                <a:gd name="csY48" fmla="*/ 4288222 h 4456385"/>
                <a:gd name="csX49" fmla="*/ 1124519 w 3750770"/>
                <a:gd name="csY49" fmla="*/ 3629692 h 4456385"/>
                <a:gd name="csX50" fmla="*/ 173895 w 3750770"/>
                <a:gd name="csY50" fmla="*/ 1983686 h 4456385"/>
                <a:gd name="csX51" fmla="*/ 169695 w 3750770"/>
                <a:gd name="csY51" fmla="*/ 1951787 h 4456385"/>
                <a:gd name="csX52" fmla="*/ 189278 w 3750770"/>
                <a:gd name="csY52" fmla="*/ 1926260 h 4456385"/>
                <a:gd name="csX53" fmla="*/ 377844 w 3750770"/>
                <a:gd name="csY53" fmla="*/ 1875406 h 4456385"/>
                <a:gd name="csX54" fmla="*/ 476381 w 3750770"/>
                <a:gd name="csY54" fmla="*/ 1888465 h 4456385"/>
                <a:gd name="csX55" fmla="*/ 706124 w 3750770"/>
                <a:gd name="csY55" fmla="*/ 2064744 h 4456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</a:cxnLst>
              <a:rect l="l" t="t" r="r" b="b"/>
              <a:pathLst>
                <a:path w="3750770" h="4456385">
                  <a:moveTo>
                    <a:pt x="105201" y="1780623"/>
                  </a:moveTo>
                  <a:cubicBezTo>
                    <a:pt x="56576" y="1808693"/>
                    <a:pt x="21781" y="1854032"/>
                    <a:pt x="7246" y="1908277"/>
                  </a:cubicBezTo>
                  <a:cubicBezTo>
                    <a:pt x="-7280" y="1962522"/>
                    <a:pt x="188" y="2019176"/>
                    <a:pt x="28267" y="2067801"/>
                  </a:cubicBezTo>
                  <a:lnTo>
                    <a:pt x="978843" y="3713798"/>
                  </a:lnTo>
                  <a:cubicBezTo>
                    <a:pt x="1243391" y="4171845"/>
                    <a:pt x="1736309" y="4456386"/>
                    <a:pt x="2265252" y="4456386"/>
                  </a:cubicBezTo>
                  <a:cubicBezTo>
                    <a:pt x="3084364" y="4456386"/>
                    <a:pt x="3750771" y="3789988"/>
                    <a:pt x="3750771" y="2970876"/>
                  </a:cubicBezTo>
                  <a:lnTo>
                    <a:pt x="3750771" y="1807778"/>
                  </a:lnTo>
                  <a:cubicBezTo>
                    <a:pt x="3750771" y="1599143"/>
                    <a:pt x="3581035" y="1429407"/>
                    <a:pt x="3372400" y="1429407"/>
                  </a:cubicBezTo>
                  <a:cubicBezTo>
                    <a:pt x="3289323" y="1429407"/>
                    <a:pt x="3212418" y="1456315"/>
                    <a:pt x="3149943" y="1501883"/>
                  </a:cubicBezTo>
                  <a:cubicBezTo>
                    <a:pt x="3107452" y="1339425"/>
                    <a:pt x="2959415" y="1219200"/>
                    <a:pt x="2783821" y="1219200"/>
                  </a:cubicBezTo>
                  <a:cubicBezTo>
                    <a:pt x="2695972" y="1219200"/>
                    <a:pt x="2615010" y="1249299"/>
                    <a:pt x="2550726" y="1299724"/>
                  </a:cubicBezTo>
                  <a:cubicBezTo>
                    <a:pt x="2497671" y="1154773"/>
                    <a:pt x="2358349" y="1051036"/>
                    <a:pt x="2195243" y="1051036"/>
                  </a:cubicBezTo>
                  <a:cubicBezTo>
                    <a:pt x="2117529" y="1051036"/>
                    <a:pt x="2045196" y="1074601"/>
                    <a:pt x="1985036" y="1114939"/>
                  </a:cubicBezTo>
                  <a:lnTo>
                    <a:pt x="1985036" y="378371"/>
                  </a:lnTo>
                  <a:cubicBezTo>
                    <a:pt x="1985036" y="169736"/>
                    <a:pt x="1815300" y="0"/>
                    <a:pt x="1606665" y="0"/>
                  </a:cubicBezTo>
                  <a:cubicBezTo>
                    <a:pt x="1398029" y="0"/>
                    <a:pt x="1228294" y="169736"/>
                    <a:pt x="1228294" y="378371"/>
                  </a:cubicBezTo>
                  <a:lnTo>
                    <a:pt x="1228294" y="2384355"/>
                  </a:lnTo>
                  <a:cubicBezTo>
                    <a:pt x="1228294" y="2410149"/>
                    <a:pt x="1213187" y="2433838"/>
                    <a:pt x="1189794" y="2444715"/>
                  </a:cubicBezTo>
                  <a:cubicBezTo>
                    <a:pt x="1158285" y="2459374"/>
                    <a:pt x="1121442" y="2447725"/>
                    <a:pt x="1104059" y="2417645"/>
                  </a:cubicBezTo>
                  <a:lnTo>
                    <a:pt x="851761" y="1980657"/>
                  </a:lnTo>
                  <a:cubicBezTo>
                    <a:pt x="778771" y="1854241"/>
                    <a:pt x="660927" y="1763801"/>
                    <a:pt x="519919" y="1726016"/>
                  </a:cubicBezTo>
                  <a:cubicBezTo>
                    <a:pt x="378883" y="1688230"/>
                    <a:pt x="231617" y="1707633"/>
                    <a:pt x="105201" y="1780623"/>
                  </a:cubicBezTo>
                  <a:close/>
                  <a:moveTo>
                    <a:pt x="706124" y="2064744"/>
                  </a:moveTo>
                  <a:lnTo>
                    <a:pt x="958422" y="2501732"/>
                  </a:lnTo>
                  <a:cubicBezTo>
                    <a:pt x="1019677" y="2607821"/>
                    <a:pt x="1149636" y="2648845"/>
                    <a:pt x="1260717" y="2597210"/>
                  </a:cubicBezTo>
                  <a:cubicBezTo>
                    <a:pt x="1343175" y="2558853"/>
                    <a:pt x="1396458" y="2475310"/>
                    <a:pt x="1396458" y="2384365"/>
                  </a:cubicBezTo>
                  <a:lnTo>
                    <a:pt x="1396458" y="378371"/>
                  </a:lnTo>
                  <a:cubicBezTo>
                    <a:pt x="1396458" y="262461"/>
                    <a:pt x="1490755" y="168164"/>
                    <a:pt x="1606665" y="168164"/>
                  </a:cubicBezTo>
                  <a:cubicBezTo>
                    <a:pt x="1722565" y="168164"/>
                    <a:pt x="1816872" y="262461"/>
                    <a:pt x="1816872" y="378371"/>
                  </a:cubicBezTo>
                  <a:lnTo>
                    <a:pt x="1816872" y="1933899"/>
                  </a:lnTo>
                  <a:cubicBezTo>
                    <a:pt x="1816872" y="1980333"/>
                    <a:pt x="1854515" y="2017986"/>
                    <a:pt x="1900959" y="2017986"/>
                  </a:cubicBezTo>
                  <a:cubicBezTo>
                    <a:pt x="1947393" y="2017986"/>
                    <a:pt x="1985045" y="1980343"/>
                    <a:pt x="1985045" y="1933899"/>
                  </a:cubicBezTo>
                  <a:lnTo>
                    <a:pt x="1985045" y="1429407"/>
                  </a:lnTo>
                  <a:cubicBezTo>
                    <a:pt x="1985045" y="1313498"/>
                    <a:pt x="2079343" y="1219200"/>
                    <a:pt x="2195253" y="1219200"/>
                  </a:cubicBezTo>
                  <a:cubicBezTo>
                    <a:pt x="2311162" y="1219200"/>
                    <a:pt x="2405460" y="1313498"/>
                    <a:pt x="2405460" y="1429407"/>
                  </a:cubicBezTo>
                  <a:lnTo>
                    <a:pt x="2405460" y="1933899"/>
                  </a:lnTo>
                  <a:cubicBezTo>
                    <a:pt x="2405460" y="1980333"/>
                    <a:pt x="2443103" y="2017986"/>
                    <a:pt x="2489547" y="2017986"/>
                  </a:cubicBezTo>
                  <a:cubicBezTo>
                    <a:pt x="2535981" y="2017986"/>
                    <a:pt x="2573633" y="1980343"/>
                    <a:pt x="2573633" y="1933899"/>
                  </a:cubicBezTo>
                  <a:lnTo>
                    <a:pt x="2573633" y="1597571"/>
                  </a:lnTo>
                  <a:cubicBezTo>
                    <a:pt x="2573633" y="1481661"/>
                    <a:pt x="2667931" y="1387364"/>
                    <a:pt x="2783840" y="1387364"/>
                  </a:cubicBezTo>
                  <a:cubicBezTo>
                    <a:pt x="2899750" y="1387364"/>
                    <a:pt x="2994048" y="1481661"/>
                    <a:pt x="2994048" y="1597571"/>
                  </a:cubicBezTo>
                  <a:lnTo>
                    <a:pt x="2994048" y="1975942"/>
                  </a:lnTo>
                  <a:cubicBezTo>
                    <a:pt x="2994048" y="2022377"/>
                    <a:pt x="3031691" y="2060029"/>
                    <a:pt x="3078134" y="2060029"/>
                  </a:cubicBezTo>
                  <a:cubicBezTo>
                    <a:pt x="3124578" y="2060029"/>
                    <a:pt x="3162221" y="2022386"/>
                    <a:pt x="3162221" y="1975942"/>
                  </a:cubicBezTo>
                  <a:lnTo>
                    <a:pt x="3162221" y="1807778"/>
                  </a:lnTo>
                  <a:cubicBezTo>
                    <a:pt x="3162221" y="1691869"/>
                    <a:pt x="3256518" y="1597571"/>
                    <a:pt x="3372428" y="1597571"/>
                  </a:cubicBezTo>
                  <a:cubicBezTo>
                    <a:pt x="3488338" y="1597571"/>
                    <a:pt x="3582635" y="1691869"/>
                    <a:pt x="3582635" y="1807778"/>
                  </a:cubicBezTo>
                  <a:lnTo>
                    <a:pt x="3582635" y="2970876"/>
                  </a:lnTo>
                  <a:cubicBezTo>
                    <a:pt x="3582635" y="3697262"/>
                    <a:pt x="2991676" y="4288222"/>
                    <a:pt x="2265290" y="4288222"/>
                  </a:cubicBezTo>
                  <a:cubicBezTo>
                    <a:pt x="1796222" y="4288222"/>
                    <a:pt x="1359101" y="4035885"/>
                    <a:pt x="1124519" y="3629692"/>
                  </a:cubicBezTo>
                  <a:lnTo>
                    <a:pt x="173895" y="1983686"/>
                  </a:lnTo>
                  <a:cubicBezTo>
                    <a:pt x="166323" y="1970570"/>
                    <a:pt x="168009" y="1958064"/>
                    <a:pt x="169695" y="1951787"/>
                  </a:cubicBezTo>
                  <a:cubicBezTo>
                    <a:pt x="171371" y="1945510"/>
                    <a:pt x="176153" y="1933832"/>
                    <a:pt x="189278" y="1926260"/>
                  </a:cubicBezTo>
                  <a:cubicBezTo>
                    <a:pt x="247581" y="1892598"/>
                    <a:pt x="312274" y="1875406"/>
                    <a:pt x="377844" y="1875406"/>
                  </a:cubicBezTo>
                  <a:cubicBezTo>
                    <a:pt x="410696" y="1875406"/>
                    <a:pt x="443786" y="1879730"/>
                    <a:pt x="476381" y="1888465"/>
                  </a:cubicBezTo>
                  <a:cubicBezTo>
                    <a:pt x="574012" y="1914611"/>
                    <a:pt x="655593" y="1977219"/>
                    <a:pt x="706124" y="2064744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80E375BA-6466-0709-2030-3F1DFA0118ED}"/>
                </a:ext>
              </a:extLst>
            </p:cNvPr>
            <p:cNvSpPr/>
            <p:nvPr/>
          </p:nvSpPr>
          <p:spPr>
            <a:xfrm>
              <a:off x="2866944" y="2727497"/>
              <a:ext cx="490700" cy="382757"/>
            </a:xfrm>
            <a:custGeom>
              <a:avLst/>
              <a:gdLst>
                <a:gd name="csX0" fmla="*/ 225095 w 1597580"/>
                <a:gd name="csY0" fmla="*/ 1233288 h 1246146"/>
                <a:gd name="csX1" fmla="*/ 254899 w 1597580"/>
                <a:gd name="csY1" fmla="*/ 1118168 h 1246146"/>
                <a:gd name="csX2" fmla="*/ 168173 w 1597580"/>
                <a:gd name="csY2" fmla="*/ 798786 h 1246146"/>
                <a:gd name="csX3" fmla="*/ 798795 w 1597580"/>
                <a:gd name="csY3" fmla="*/ 168164 h 1246146"/>
                <a:gd name="csX4" fmla="*/ 1429417 w 1597580"/>
                <a:gd name="csY4" fmla="*/ 798786 h 1246146"/>
                <a:gd name="csX5" fmla="*/ 1342054 w 1597580"/>
                <a:gd name="csY5" fmla="*/ 1119254 h 1246146"/>
                <a:gd name="csX6" fmla="*/ 1371629 w 1597580"/>
                <a:gd name="csY6" fmla="*/ 1234431 h 1246146"/>
                <a:gd name="csX7" fmla="*/ 1414348 w 1597580"/>
                <a:gd name="csY7" fmla="*/ 1246146 h 1246146"/>
                <a:gd name="csX8" fmla="*/ 1486805 w 1597580"/>
                <a:gd name="csY8" fmla="*/ 1204846 h 1246146"/>
                <a:gd name="csX9" fmla="*/ 1597581 w 1597580"/>
                <a:gd name="csY9" fmla="*/ 798786 h 1246146"/>
                <a:gd name="csX10" fmla="*/ 798786 w 1597580"/>
                <a:gd name="csY10" fmla="*/ 0 h 1246146"/>
                <a:gd name="csX11" fmla="*/ 0 w 1597580"/>
                <a:gd name="csY11" fmla="*/ 798786 h 1246146"/>
                <a:gd name="csX12" fmla="*/ 109976 w 1597580"/>
                <a:gd name="csY12" fmla="*/ 1203484 h 1246146"/>
                <a:gd name="csX13" fmla="*/ 225095 w 1597580"/>
                <a:gd name="csY13" fmla="*/ 1233288 h 1246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7580" h="1246146">
                  <a:moveTo>
                    <a:pt x="225095" y="1233288"/>
                  </a:moveTo>
                  <a:cubicBezTo>
                    <a:pt x="265119" y="1209732"/>
                    <a:pt x="278454" y="1158192"/>
                    <a:pt x="254899" y="1118168"/>
                  </a:cubicBezTo>
                  <a:cubicBezTo>
                    <a:pt x="198158" y="1021794"/>
                    <a:pt x="168173" y="911352"/>
                    <a:pt x="168173" y="798786"/>
                  </a:cubicBezTo>
                  <a:cubicBezTo>
                    <a:pt x="168173" y="451056"/>
                    <a:pt x="451066" y="168164"/>
                    <a:pt x="798795" y="168164"/>
                  </a:cubicBezTo>
                  <a:cubicBezTo>
                    <a:pt x="1146524" y="168164"/>
                    <a:pt x="1429417" y="451056"/>
                    <a:pt x="1429417" y="798786"/>
                  </a:cubicBezTo>
                  <a:cubicBezTo>
                    <a:pt x="1429417" y="911771"/>
                    <a:pt x="1399213" y="1022595"/>
                    <a:pt x="1342054" y="1119254"/>
                  </a:cubicBezTo>
                  <a:cubicBezTo>
                    <a:pt x="1318413" y="1159231"/>
                    <a:pt x="1331662" y="1210799"/>
                    <a:pt x="1371629" y="1234431"/>
                  </a:cubicBezTo>
                  <a:cubicBezTo>
                    <a:pt x="1385059" y="1242374"/>
                    <a:pt x="1399804" y="1246146"/>
                    <a:pt x="1414348" y="1246146"/>
                  </a:cubicBezTo>
                  <a:cubicBezTo>
                    <a:pt x="1443104" y="1246146"/>
                    <a:pt x="1471117" y="1231392"/>
                    <a:pt x="1486805" y="1204846"/>
                  </a:cubicBezTo>
                  <a:cubicBezTo>
                    <a:pt x="1559271" y="1082288"/>
                    <a:pt x="1597581" y="941870"/>
                    <a:pt x="1597581" y="798786"/>
                  </a:cubicBezTo>
                  <a:cubicBezTo>
                    <a:pt x="1597571" y="358331"/>
                    <a:pt x="1239241" y="0"/>
                    <a:pt x="798786" y="0"/>
                  </a:cubicBezTo>
                  <a:cubicBezTo>
                    <a:pt x="358330" y="0"/>
                    <a:pt x="0" y="358331"/>
                    <a:pt x="0" y="798786"/>
                  </a:cubicBezTo>
                  <a:cubicBezTo>
                    <a:pt x="0" y="941327"/>
                    <a:pt x="38024" y="1081269"/>
                    <a:pt x="109976" y="1203484"/>
                  </a:cubicBezTo>
                  <a:cubicBezTo>
                    <a:pt x="133531" y="1243489"/>
                    <a:pt x="185052" y="1256852"/>
                    <a:pt x="225095" y="1233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3BD0D07C-6357-D4F7-4864-53F08A475CA1}"/>
                </a:ext>
              </a:extLst>
            </p:cNvPr>
            <p:cNvSpPr/>
            <p:nvPr/>
          </p:nvSpPr>
          <p:spPr>
            <a:xfrm rot="8101510" flipH="1">
              <a:off x="3459668" y="2865045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sp>
        <p:nvSpPr>
          <p:cNvPr id="128" name="Freeform: Shape 127">
            <a:extLst>
              <a:ext uri="{FF2B5EF4-FFF2-40B4-BE49-F238E27FC236}">
                <a16:creationId xmlns:a16="http://schemas.microsoft.com/office/drawing/2014/main" id="{5B64A1A9-AA2E-8DDC-7A17-866078234BE9}"/>
              </a:ext>
            </a:extLst>
          </p:cNvPr>
          <p:cNvSpPr/>
          <p:nvPr/>
        </p:nvSpPr>
        <p:spPr>
          <a:xfrm>
            <a:off x="4833555" y="2740284"/>
            <a:ext cx="1004161" cy="1492467"/>
          </a:xfrm>
          <a:custGeom>
            <a:avLst/>
            <a:gdLst>
              <a:gd name="csX0" fmla="*/ 840716 w 1004161"/>
              <a:gd name="csY0" fmla="*/ 344818 h 1492467"/>
              <a:gd name="csX1" fmla="*/ 797331 w 1004161"/>
              <a:gd name="csY1" fmla="*/ 361713 h 1492467"/>
              <a:gd name="csX2" fmla="*/ 378311 w 1004161"/>
              <a:gd name="csY2" fmla="*/ 763674 h 1492467"/>
              <a:gd name="csX3" fmla="*/ 306651 w 1004161"/>
              <a:gd name="csY3" fmla="*/ 777970 h 1492467"/>
              <a:gd name="csX4" fmla="*/ 266021 w 1004161"/>
              <a:gd name="csY4" fmla="*/ 695693 h 1492467"/>
              <a:gd name="csX5" fmla="*/ 306745 w 1004161"/>
              <a:gd name="csY5" fmla="*/ 555429 h 1492467"/>
              <a:gd name="csX6" fmla="*/ 297531 w 1004161"/>
              <a:gd name="csY6" fmla="*/ 472116 h 1492467"/>
              <a:gd name="csX7" fmla="*/ 280514 w 1004161"/>
              <a:gd name="csY7" fmla="*/ 448917 h 1492467"/>
              <a:gd name="csX8" fmla="*/ 232106 w 1004161"/>
              <a:gd name="csY8" fmla="*/ 419718 h 1492467"/>
              <a:gd name="csX9" fmla="*/ 222850 w 1004161"/>
              <a:gd name="csY9" fmla="*/ 420743 h 1492467"/>
              <a:gd name="csX10" fmla="*/ 217028 w 1004161"/>
              <a:gd name="csY10" fmla="*/ 428012 h 1492467"/>
              <a:gd name="csX11" fmla="*/ 63690 w 1004161"/>
              <a:gd name="csY11" fmla="*/ 956409 h 1492467"/>
              <a:gd name="csX12" fmla="*/ 154722 w 1004161"/>
              <a:gd name="csY12" fmla="*/ 1326655 h 1492467"/>
              <a:gd name="csX13" fmla="*/ 693865 w 1004161"/>
              <a:gd name="csY13" fmla="*/ 1337858 h 1492467"/>
              <a:gd name="csX14" fmla="*/ 936818 w 1004161"/>
              <a:gd name="csY14" fmla="*/ 1104796 h 1492467"/>
              <a:gd name="csX15" fmla="*/ 938605 w 1004161"/>
              <a:gd name="csY15" fmla="*/ 1018766 h 1492467"/>
              <a:gd name="csX16" fmla="*/ 852574 w 1004161"/>
              <a:gd name="csY16" fmla="*/ 1016978 h 1492467"/>
              <a:gd name="csX17" fmla="*/ 817448 w 1004161"/>
              <a:gd name="csY17" fmla="*/ 1050674 h 1492467"/>
              <a:gd name="csX18" fmla="*/ 783034 w 1004161"/>
              <a:gd name="csY18" fmla="*/ 1049960 h 1492467"/>
              <a:gd name="csX19" fmla="*/ 783749 w 1004161"/>
              <a:gd name="csY19" fmla="*/ 1015546 h 1492467"/>
              <a:gd name="csX20" fmla="*/ 862784 w 1004161"/>
              <a:gd name="csY20" fmla="*/ 939728 h 1492467"/>
              <a:gd name="csX21" fmla="*/ 864573 w 1004161"/>
              <a:gd name="csY21" fmla="*/ 853698 h 1492467"/>
              <a:gd name="csX22" fmla="*/ 778542 w 1004161"/>
              <a:gd name="csY22" fmla="*/ 851910 h 1492467"/>
              <a:gd name="csX23" fmla="*/ 708289 w 1004161"/>
              <a:gd name="csY23" fmla="*/ 919303 h 1492467"/>
              <a:gd name="csX24" fmla="*/ 673875 w 1004161"/>
              <a:gd name="csY24" fmla="*/ 918589 h 1492467"/>
              <a:gd name="csX25" fmla="*/ 674590 w 1004161"/>
              <a:gd name="csY25" fmla="*/ 884174 h 1492467"/>
              <a:gd name="csX26" fmla="*/ 779970 w 1004161"/>
              <a:gd name="csY26" fmla="*/ 783084 h 1492467"/>
              <a:gd name="csX27" fmla="*/ 781758 w 1004161"/>
              <a:gd name="csY27" fmla="*/ 697054 h 1492467"/>
              <a:gd name="csX28" fmla="*/ 695727 w 1004161"/>
              <a:gd name="csY28" fmla="*/ 695267 h 1492467"/>
              <a:gd name="csX29" fmla="*/ 590347 w 1004161"/>
              <a:gd name="csY29" fmla="*/ 796356 h 1492467"/>
              <a:gd name="csX30" fmla="*/ 555934 w 1004161"/>
              <a:gd name="csY30" fmla="*/ 795642 h 1492467"/>
              <a:gd name="csX31" fmla="*/ 556649 w 1004161"/>
              <a:gd name="csY31" fmla="*/ 761227 h 1492467"/>
              <a:gd name="csX32" fmla="*/ 881573 w 1004161"/>
              <a:gd name="csY32" fmla="*/ 449531 h 1492467"/>
              <a:gd name="csX33" fmla="*/ 883361 w 1004161"/>
              <a:gd name="csY33" fmla="*/ 363501 h 1492467"/>
              <a:gd name="csX34" fmla="*/ 840716 w 1004161"/>
              <a:gd name="csY34" fmla="*/ 344818 h 1492467"/>
              <a:gd name="csX35" fmla="*/ 841726 w 1004161"/>
              <a:gd name="csY35" fmla="*/ 296175 h 1492467"/>
              <a:gd name="csX36" fmla="*/ 918488 w 1004161"/>
              <a:gd name="csY36" fmla="*/ 329804 h 1492467"/>
              <a:gd name="csX37" fmla="*/ 915270 w 1004161"/>
              <a:gd name="csY37" fmla="*/ 484658 h 1492467"/>
              <a:gd name="csX38" fmla="*/ 761413 w 1004161"/>
              <a:gd name="csY38" fmla="*/ 632251 h 1492467"/>
              <a:gd name="csX39" fmla="*/ 816883 w 1004161"/>
              <a:gd name="csY39" fmla="*/ 663355 h 1492467"/>
              <a:gd name="csX40" fmla="*/ 836167 w 1004161"/>
              <a:gd name="csY40" fmla="*/ 787442 h 1492467"/>
              <a:gd name="csX41" fmla="*/ 899695 w 1004161"/>
              <a:gd name="csY41" fmla="*/ 819997 h 1492467"/>
              <a:gd name="csX42" fmla="*/ 914011 w 1004161"/>
              <a:gd name="csY42" fmla="*/ 953118 h 1492467"/>
              <a:gd name="csX43" fmla="*/ 973726 w 1004161"/>
              <a:gd name="csY43" fmla="*/ 985063 h 1492467"/>
              <a:gd name="csX44" fmla="*/ 970509 w 1004161"/>
              <a:gd name="csY44" fmla="*/ 1139917 h 1492467"/>
              <a:gd name="csX45" fmla="*/ 727556 w 1004161"/>
              <a:gd name="csY45" fmla="*/ 1372979 h 1492467"/>
              <a:gd name="csX46" fmla="*/ 119587 w 1004161"/>
              <a:gd name="csY46" fmla="*/ 1360344 h 1492467"/>
              <a:gd name="csX47" fmla="*/ 16932 w 1004161"/>
              <a:gd name="csY47" fmla="*/ 942833 h 1492467"/>
              <a:gd name="csX48" fmla="*/ 170277 w 1004161"/>
              <a:gd name="csY48" fmla="*/ 414448 h 1492467"/>
              <a:gd name="csX49" fmla="*/ 199388 w 1004161"/>
              <a:gd name="csY49" fmla="*/ 378091 h 1492467"/>
              <a:gd name="csX50" fmla="*/ 245681 w 1004161"/>
              <a:gd name="csY50" fmla="*/ 372973 h 1492467"/>
              <a:gd name="csX51" fmla="*/ 340188 w 1004161"/>
              <a:gd name="csY51" fmla="*/ 448659 h 1492467"/>
              <a:gd name="csX52" fmla="*/ 353492 w 1004161"/>
              <a:gd name="csY52" fmla="*/ 569000 h 1492467"/>
              <a:gd name="csX53" fmla="*/ 312768 w 1004161"/>
              <a:gd name="csY53" fmla="*/ 709266 h 1492467"/>
              <a:gd name="csX54" fmla="*/ 324293 w 1004161"/>
              <a:gd name="csY54" fmla="*/ 732599 h 1492467"/>
              <a:gd name="csX55" fmla="*/ 344616 w 1004161"/>
              <a:gd name="csY55" fmla="*/ 728546 h 1492467"/>
              <a:gd name="csX56" fmla="*/ 763634 w 1004161"/>
              <a:gd name="csY56" fmla="*/ 326586 h 1492467"/>
              <a:gd name="csX57" fmla="*/ 841726 w 1004161"/>
              <a:gd name="csY57" fmla="*/ 296175 h 1492467"/>
              <a:gd name="csX58" fmla="*/ 311734 w 1004161"/>
              <a:gd name="csY58" fmla="*/ 0 h 1492467"/>
              <a:gd name="csX59" fmla="*/ 339157 w 1004161"/>
              <a:gd name="csY59" fmla="*/ 11373 h 1492467"/>
              <a:gd name="csX60" fmla="*/ 448818 w 1004161"/>
              <a:gd name="csY60" fmla="*/ 121130 h 1492467"/>
              <a:gd name="csX61" fmla="*/ 448793 w 1004161"/>
              <a:gd name="csY61" fmla="*/ 175984 h 1492467"/>
              <a:gd name="csX62" fmla="*/ 339036 w 1004161"/>
              <a:gd name="csY62" fmla="*/ 285645 h 1492467"/>
              <a:gd name="csX63" fmla="*/ 284182 w 1004161"/>
              <a:gd name="csY63" fmla="*/ 285621 h 1492467"/>
              <a:gd name="csX64" fmla="*/ 284206 w 1004161"/>
              <a:gd name="csY64" fmla="*/ 230767 h 1492467"/>
              <a:gd name="csX65" fmla="*/ 327719 w 1004161"/>
              <a:gd name="csY65" fmla="*/ 187291 h 1492467"/>
              <a:gd name="csX66" fmla="*/ 201944 w 1004161"/>
              <a:gd name="csY66" fmla="*/ 187237 h 1492467"/>
              <a:gd name="csX67" fmla="*/ 163173 w 1004161"/>
              <a:gd name="csY67" fmla="*/ 148432 h 1492467"/>
              <a:gd name="csX68" fmla="*/ 201977 w 1004161"/>
              <a:gd name="csY68" fmla="*/ 109661 h 1492467"/>
              <a:gd name="csX69" fmla="*/ 327753 w 1004161"/>
              <a:gd name="csY69" fmla="*/ 109716 h 1492467"/>
              <a:gd name="csX70" fmla="*/ 284278 w 1004161"/>
              <a:gd name="csY70" fmla="*/ 66203 h 1492467"/>
              <a:gd name="csX71" fmla="*/ 284302 w 1004161"/>
              <a:gd name="csY71" fmla="*/ 11349 h 1492467"/>
              <a:gd name="csX72" fmla="*/ 311734 w 1004161"/>
              <a:gd name="csY72" fmla="*/ 0 h 1492467"/>
              <a:gd name="csX73" fmla="*/ 659584 w 1004161"/>
              <a:gd name="csY73" fmla="*/ 0 h 1492467"/>
              <a:gd name="csX74" fmla="*/ 687016 w 1004161"/>
              <a:gd name="csY74" fmla="*/ 11349 h 1492467"/>
              <a:gd name="csX75" fmla="*/ 687040 w 1004161"/>
              <a:gd name="csY75" fmla="*/ 66203 h 1492467"/>
              <a:gd name="csX76" fmla="*/ 643566 w 1004161"/>
              <a:gd name="csY76" fmla="*/ 109716 h 1492467"/>
              <a:gd name="csX77" fmla="*/ 769341 w 1004161"/>
              <a:gd name="csY77" fmla="*/ 109661 h 1492467"/>
              <a:gd name="csX78" fmla="*/ 808146 w 1004161"/>
              <a:gd name="csY78" fmla="*/ 148432 h 1492467"/>
              <a:gd name="csX79" fmla="*/ 769375 w 1004161"/>
              <a:gd name="csY79" fmla="*/ 187237 h 1492467"/>
              <a:gd name="csX80" fmla="*/ 643599 w 1004161"/>
              <a:gd name="csY80" fmla="*/ 187291 h 1492467"/>
              <a:gd name="csX81" fmla="*/ 687113 w 1004161"/>
              <a:gd name="csY81" fmla="*/ 230767 h 1492467"/>
              <a:gd name="csX82" fmla="*/ 687137 w 1004161"/>
              <a:gd name="csY82" fmla="*/ 285621 h 1492467"/>
              <a:gd name="csX83" fmla="*/ 632282 w 1004161"/>
              <a:gd name="csY83" fmla="*/ 285645 h 1492467"/>
              <a:gd name="csX84" fmla="*/ 522525 w 1004161"/>
              <a:gd name="csY84" fmla="*/ 175984 h 1492467"/>
              <a:gd name="csX85" fmla="*/ 522501 w 1004161"/>
              <a:gd name="csY85" fmla="*/ 121130 h 1492467"/>
              <a:gd name="csX86" fmla="*/ 632162 w 1004161"/>
              <a:gd name="csY86" fmla="*/ 11373 h 1492467"/>
              <a:gd name="csX87" fmla="*/ 659584 w 1004161"/>
              <a:gd name="csY87" fmla="*/ 0 h 1492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</a:cxnLst>
            <a:rect l="l" t="t" r="r" b="b"/>
            <a:pathLst>
              <a:path w="1004161" h="1492467">
                <a:moveTo>
                  <a:pt x="840716" y="344818"/>
                </a:moveTo>
                <a:cubicBezTo>
                  <a:pt x="825138" y="344494"/>
                  <a:pt x="809436" y="350100"/>
                  <a:pt x="797331" y="361713"/>
                </a:cubicBezTo>
                <a:lnTo>
                  <a:pt x="378311" y="763674"/>
                </a:lnTo>
                <a:cubicBezTo>
                  <a:pt x="359314" y="781898"/>
                  <a:pt x="331186" y="787508"/>
                  <a:pt x="306651" y="777970"/>
                </a:cubicBezTo>
                <a:cubicBezTo>
                  <a:pt x="273606" y="765114"/>
                  <a:pt x="256135" y="729747"/>
                  <a:pt x="266021" y="695693"/>
                </a:cubicBezTo>
                <a:lnTo>
                  <a:pt x="306745" y="555429"/>
                </a:lnTo>
                <a:cubicBezTo>
                  <a:pt x="314903" y="527335"/>
                  <a:pt x="311633" y="497749"/>
                  <a:pt x="297531" y="472116"/>
                </a:cubicBezTo>
                <a:cubicBezTo>
                  <a:pt x="292825" y="463557"/>
                  <a:pt x="287097" y="455779"/>
                  <a:pt x="280514" y="448917"/>
                </a:cubicBezTo>
                <a:cubicBezTo>
                  <a:pt x="267375" y="435220"/>
                  <a:pt x="250821" y="425152"/>
                  <a:pt x="232106" y="419718"/>
                </a:cubicBezTo>
                <a:cubicBezTo>
                  <a:pt x="227895" y="418494"/>
                  <a:pt x="224497" y="419835"/>
                  <a:pt x="222850" y="420743"/>
                </a:cubicBezTo>
                <a:cubicBezTo>
                  <a:pt x="221201" y="421648"/>
                  <a:pt x="218251" y="423802"/>
                  <a:pt x="217028" y="428012"/>
                </a:cubicBezTo>
                <a:lnTo>
                  <a:pt x="63690" y="956409"/>
                </a:lnTo>
                <a:cubicBezTo>
                  <a:pt x="25849" y="1086803"/>
                  <a:pt x="60730" y="1228674"/>
                  <a:pt x="154722" y="1326655"/>
                </a:cubicBezTo>
                <a:cubicBezTo>
                  <a:pt x="300275" y="1478386"/>
                  <a:pt x="542135" y="1483411"/>
                  <a:pt x="693865" y="1337858"/>
                </a:cubicBezTo>
                <a:lnTo>
                  <a:pt x="936818" y="1104796"/>
                </a:lnTo>
                <a:cubicBezTo>
                  <a:pt x="961029" y="1081570"/>
                  <a:pt x="961831" y="1042978"/>
                  <a:pt x="938605" y="1018766"/>
                </a:cubicBezTo>
                <a:cubicBezTo>
                  <a:pt x="915379" y="994554"/>
                  <a:pt x="876786" y="993752"/>
                  <a:pt x="852574" y="1016978"/>
                </a:cubicBezTo>
                <a:lnTo>
                  <a:pt x="817448" y="1050674"/>
                </a:lnTo>
                <a:cubicBezTo>
                  <a:pt x="807747" y="1059981"/>
                  <a:pt x="792340" y="1059661"/>
                  <a:pt x="783034" y="1049960"/>
                </a:cubicBezTo>
                <a:cubicBezTo>
                  <a:pt x="773728" y="1040259"/>
                  <a:pt x="774049" y="1024851"/>
                  <a:pt x="783749" y="1015546"/>
                </a:cubicBezTo>
                <a:lnTo>
                  <a:pt x="862784" y="939728"/>
                </a:lnTo>
                <a:cubicBezTo>
                  <a:pt x="886996" y="916502"/>
                  <a:pt x="887799" y="877909"/>
                  <a:pt x="864573" y="853698"/>
                </a:cubicBezTo>
                <a:cubicBezTo>
                  <a:pt x="841346" y="829486"/>
                  <a:pt x="802753" y="828684"/>
                  <a:pt x="778542" y="851910"/>
                </a:cubicBezTo>
                <a:lnTo>
                  <a:pt x="708289" y="919303"/>
                </a:lnTo>
                <a:cubicBezTo>
                  <a:pt x="698587" y="928610"/>
                  <a:pt x="683179" y="928288"/>
                  <a:pt x="673875" y="918589"/>
                </a:cubicBezTo>
                <a:cubicBezTo>
                  <a:pt x="664568" y="908887"/>
                  <a:pt x="664890" y="893479"/>
                  <a:pt x="674590" y="884174"/>
                </a:cubicBezTo>
                <a:lnTo>
                  <a:pt x="779970" y="783084"/>
                </a:lnTo>
                <a:cubicBezTo>
                  <a:pt x="804182" y="759858"/>
                  <a:pt x="804984" y="721266"/>
                  <a:pt x="781758" y="697054"/>
                </a:cubicBezTo>
                <a:cubicBezTo>
                  <a:pt x="758532" y="672843"/>
                  <a:pt x="719939" y="672041"/>
                  <a:pt x="695727" y="695267"/>
                </a:cubicBezTo>
                <a:lnTo>
                  <a:pt x="590347" y="796356"/>
                </a:lnTo>
                <a:cubicBezTo>
                  <a:pt x="580646" y="805663"/>
                  <a:pt x="565238" y="805341"/>
                  <a:pt x="555934" y="795642"/>
                </a:cubicBezTo>
                <a:cubicBezTo>
                  <a:pt x="546627" y="785940"/>
                  <a:pt x="546949" y="770532"/>
                  <a:pt x="556649" y="761227"/>
                </a:cubicBezTo>
                <a:lnTo>
                  <a:pt x="881573" y="449531"/>
                </a:lnTo>
                <a:cubicBezTo>
                  <a:pt x="905785" y="426305"/>
                  <a:pt x="906585" y="387710"/>
                  <a:pt x="883361" y="363501"/>
                </a:cubicBezTo>
                <a:cubicBezTo>
                  <a:pt x="871748" y="351395"/>
                  <a:pt x="856293" y="345141"/>
                  <a:pt x="840716" y="344818"/>
                </a:cubicBezTo>
                <a:close/>
                <a:moveTo>
                  <a:pt x="841726" y="296175"/>
                </a:moveTo>
                <a:cubicBezTo>
                  <a:pt x="869767" y="296757"/>
                  <a:pt x="897585" y="308014"/>
                  <a:pt x="918488" y="329804"/>
                </a:cubicBezTo>
                <a:cubicBezTo>
                  <a:pt x="960295" y="373385"/>
                  <a:pt x="958851" y="442851"/>
                  <a:pt x="915270" y="484658"/>
                </a:cubicBezTo>
                <a:lnTo>
                  <a:pt x="761413" y="632251"/>
                </a:lnTo>
                <a:cubicBezTo>
                  <a:pt x="781894" y="636734"/>
                  <a:pt x="801311" y="647122"/>
                  <a:pt x="816883" y="663355"/>
                </a:cubicBezTo>
                <a:cubicBezTo>
                  <a:pt x="849566" y="697425"/>
                  <a:pt x="855814" y="747314"/>
                  <a:pt x="836167" y="787442"/>
                </a:cubicBezTo>
                <a:cubicBezTo>
                  <a:pt x="859582" y="790766"/>
                  <a:pt x="882092" y="801647"/>
                  <a:pt x="899695" y="819997"/>
                </a:cubicBezTo>
                <a:cubicBezTo>
                  <a:pt x="934881" y="856676"/>
                  <a:pt x="939432" y="911689"/>
                  <a:pt x="914011" y="953118"/>
                </a:cubicBezTo>
                <a:cubicBezTo>
                  <a:pt x="936048" y="957037"/>
                  <a:pt x="957079" y="967710"/>
                  <a:pt x="973726" y="985063"/>
                </a:cubicBezTo>
                <a:cubicBezTo>
                  <a:pt x="1015532" y="1028644"/>
                  <a:pt x="1014089" y="1098110"/>
                  <a:pt x="970509" y="1139917"/>
                </a:cubicBezTo>
                <a:lnTo>
                  <a:pt x="727556" y="1372979"/>
                </a:lnTo>
                <a:cubicBezTo>
                  <a:pt x="556457" y="1537112"/>
                  <a:pt x="283721" y="1531443"/>
                  <a:pt x="119587" y="1360344"/>
                </a:cubicBezTo>
                <a:cubicBezTo>
                  <a:pt x="13598" y="1249856"/>
                  <a:pt x="-25738" y="1089877"/>
                  <a:pt x="16932" y="942833"/>
                </a:cubicBezTo>
                <a:lnTo>
                  <a:pt x="170277" y="414448"/>
                </a:lnTo>
                <a:cubicBezTo>
                  <a:pt x="174808" y="398839"/>
                  <a:pt x="185146" y="385927"/>
                  <a:pt x="199388" y="378091"/>
                </a:cubicBezTo>
                <a:cubicBezTo>
                  <a:pt x="213631" y="370258"/>
                  <a:pt x="230073" y="368441"/>
                  <a:pt x="245681" y="372973"/>
                </a:cubicBezTo>
                <a:cubicBezTo>
                  <a:pt x="286259" y="384754"/>
                  <a:pt x="319820" y="411628"/>
                  <a:pt x="340188" y="448659"/>
                </a:cubicBezTo>
                <a:cubicBezTo>
                  <a:pt x="360550" y="485685"/>
                  <a:pt x="365273" y="528423"/>
                  <a:pt x="353492" y="569000"/>
                </a:cubicBezTo>
                <a:lnTo>
                  <a:pt x="312768" y="709266"/>
                </a:lnTo>
                <a:cubicBezTo>
                  <a:pt x="309968" y="718924"/>
                  <a:pt x="314918" y="728954"/>
                  <a:pt x="324293" y="732599"/>
                </a:cubicBezTo>
                <a:cubicBezTo>
                  <a:pt x="331252" y="735306"/>
                  <a:pt x="339228" y="733714"/>
                  <a:pt x="344616" y="728546"/>
                </a:cubicBezTo>
                <a:lnTo>
                  <a:pt x="763634" y="326586"/>
                </a:lnTo>
                <a:cubicBezTo>
                  <a:pt x="785424" y="305683"/>
                  <a:pt x="813686" y="295592"/>
                  <a:pt x="841726" y="296175"/>
                </a:cubicBezTo>
                <a:close/>
                <a:moveTo>
                  <a:pt x="311734" y="0"/>
                </a:moveTo>
                <a:cubicBezTo>
                  <a:pt x="321661" y="4"/>
                  <a:pt x="331586" y="3795"/>
                  <a:pt x="339157" y="11373"/>
                </a:cubicBezTo>
                <a:lnTo>
                  <a:pt x="448818" y="121130"/>
                </a:lnTo>
                <a:cubicBezTo>
                  <a:pt x="463958" y="136284"/>
                  <a:pt x="463948" y="160843"/>
                  <a:pt x="448793" y="175984"/>
                </a:cubicBezTo>
                <a:lnTo>
                  <a:pt x="339036" y="285645"/>
                </a:lnTo>
                <a:cubicBezTo>
                  <a:pt x="323882" y="300787"/>
                  <a:pt x="299323" y="300775"/>
                  <a:pt x="284182" y="285621"/>
                </a:cubicBezTo>
                <a:cubicBezTo>
                  <a:pt x="269040" y="270467"/>
                  <a:pt x="269051" y="245908"/>
                  <a:pt x="284206" y="230767"/>
                </a:cubicBezTo>
                <a:lnTo>
                  <a:pt x="327719" y="187291"/>
                </a:lnTo>
                <a:lnTo>
                  <a:pt x="201944" y="187237"/>
                </a:lnTo>
                <a:cubicBezTo>
                  <a:pt x="180522" y="187226"/>
                  <a:pt x="163163" y="169853"/>
                  <a:pt x="163173" y="148432"/>
                </a:cubicBezTo>
                <a:cubicBezTo>
                  <a:pt x="163182" y="127011"/>
                  <a:pt x="180556" y="109652"/>
                  <a:pt x="201977" y="109661"/>
                </a:cubicBezTo>
                <a:lnTo>
                  <a:pt x="327753" y="109716"/>
                </a:lnTo>
                <a:lnTo>
                  <a:pt x="284278" y="66203"/>
                </a:lnTo>
                <a:cubicBezTo>
                  <a:pt x="269137" y="51048"/>
                  <a:pt x="269148" y="26490"/>
                  <a:pt x="284302" y="11349"/>
                </a:cubicBezTo>
                <a:cubicBezTo>
                  <a:pt x="291880" y="3778"/>
                  <a:pt x="301808" y="-5"/>
                  <a:pt x="311734" y="0"/>
                </a:cubicBezTo>
                <a:close/>
                <a:moveTo>
                  <a:pt x="659584" y="0"/>
                </a:moveTo>
                <a:cubicBezTo>
                  <a:pt x="669511" y="-5"/>
                  <a:pt x="679439" y="3778"/>
                  <a:pt x="687016" y="11349"/>
                </a:cubicBezTo>
                <a:cubicBezTo>
                  <a:pt x="702171" y="26490"/>
                  <a:pt x="702182" y="51048"/>
                  <a:pt x="687040" y="66203"/>
                </a:cubicBezTo>
                <a:lnTo>
                  <a:pt x="643566" y="109716"/>
                </a:lnTo>
                <a:lnTo>
                  <a:pt x="769341" y="109661"/>
                </a:lnTo>
                <a:cubicBezTo>
                  <a:pt x="790762" y="109652"/>
                  <a:pt x="808136" y="127011"/>
                  <a:pt x="808146" y="148432"/>
                </a:cubicBezTo>
                <a:cubicBezTo>
                  <a:pt x="808155" y="169853"/>
                  <a:pt x="790797" y="187226"/>
                  <a:pt x="769375" y="187237"/>
                </a:cubicBezTo>
                <a:lnTo>
                  <a:pt x="643599" y="187291"/>
                </a:lnTo>
                <a:lnTo>
                  <a:pt x="687113" y="230767"/>
                </a:lnTo>
                <a:cubicBezTo>
                  <a:pt x="702267" y="245908"/>
                  <a:pt x="702278" y="270467"/>
                  <a:pt x="687137" y="285621"/>
                </a:cubicBezTo>
                <a:cubicBezTo>
                  <a:pt x="671996" y="300775"/>
                  <a:pt x="647437" y="300787"/>
                  <a:pt x="632282" y="285645"/>
                </a:cubicBezTo>
                <a:lnTo>
                  <a:pt x="522525" y="175984"/>
                </a:lnTo>
                <a:cubicBezTo>
                  <a:pt x="507370" y="160843"/>
                  <a:pt x="507360" y="136284"/>
                  <a:pt x="522501" y="121130"/>
                </a:cubicBezTo>
                <a:lnTo>
                  <a:pt x="632162" y="11373"/>
                </a:lnTo>
                <a:cubicBezTo>
                  <a:pt x="639733" y="3795"/>
                  <a:pt x="649658" y="4"/>
                  <a:pt x="659584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A45ECAC-3F71-4680-DD47-8AC614EFB0E3}"/>
              </a:ext>
            </a:extLst>
          </p:cNvPr>
          <p:cNvSpPr/>
          <p:nvPr/>
        </p:nvSpPr>
        <p:spPr>
          <a:xfrm>
            <a:off x="6548241" y="2740284"/>
            <a:ext cx="1004161" cy="1492467"/>
          </a:xfrm>
          <a:custGeom>
            <a:avLst/>
            <a:gdLst>
              <a:gd name="csX0" fmla="*/ 840716 w 1004161"/>
              <a:gd name="csY0" fmla="*/ 344818 h 1492467"/>
              <a:gd name="csX1" fmla="*/ 797331 w 1004161"/>
              <a:gd name="csY1" fmla="*/ 361713 h 1492467"/>
              <a:gd name="csX2" fmla="*/ 378311 w 1004161"/>
              <a:gd name="csY2" fmla="*/ 763674 h 1492467"/>
              <a:gd name="csX3" fmla="*/ 306651 w 1004161"/>
              <a:gd name="csY3" fmla="*/ 777970 h 1492467"/>
              <a:gd name="csX4" fmla="*/ 266021 w 1004161"/>
              <a:gd name="csY4" fmla="*/ 695693 h 1492467"/>
              <a:gd name="csX5" fmla="*/ 306745 w 1004161"/>
              <a:gd name="csY5" fmla="*/ 555429 h 1492467"/>
              <a:gd name="csX6" fmla="*/ 297531 w 1004161"/>
              <a:gd name="csY6" fmla="*/ 472116 h 1492467"/>
              <a:gd name="csX7" fmla="*/ 280514 w 1004161"/>
              <a:gd name="csY7" fmla="*/ 448917 h 1492467"/>
              <a:gd name="csX8" fmla="*/ 232106 w 1004161"/>
              <a:gd name="csY8" fmla="*/ 419718 h 1492467"/>
              <a:gd name="csX9" fmla="*/ 222850 w 1004161"/>
              <a:gd name="csY9" fmla="*/ 420743 h 1492467"/>
              <a:gd name="csX10" fmla="*/ 217028 w 1004161"/>
              <a:gd name="csY10" fmla="*/ 428012 h 1492467"/>
              <a:gd name="csX11" fmla="*/ 63690 w 1004161"/>
              <a:gd name="csY11" fmla="*/ 956409 h 1492467"/>
              <a:gd name="csX12" fmla="*/ 154722 w 1004161"/>
              <a:gd name="csY12" fmla="*/ 1326655 h 1492467"/>
              <a:gd name="csX13" fmla="*/ 693865 w 1004161"/>
              <a:gd name="csY13" fmla="*/ 1337858 h 1492467"/>
              <a:gd name="csX14" fmla="*/ 936818 w 1004161"/>
              <a:gd name="csY14" fmla="*/ 1104796 h 1492467"/>
              <a:gd name="csX15" fmla="*/ 938605 w 1004161"/>
              <a:gd name="csY15" fmla="*/ 1018766 h 1492467"/>
              <a:gd name="csX16" fmla="*/ 852575 w 1004161"/>
              <a:gd name="csY16" fmla="*/ 1016978 h 1492467"/>
              <a:gd name="csX17" fmla="*/ 817448 w 1004161"/>
              <a:gd name="csY17" fmla="*/ 1050674 h 1492467"/>
              <a:gd name="csX18" fmla="*/ 783034 w 1004161"/>
              <a:gd name="csY18" fmla="*/ 1049960 h 1492467"/>
              <a:gd name="csX19" fmla="*/ 783749 w 1004161"/>
              <a:gd name="csY19" fmla="*/ 1015546 h 1492467"/>
              <a:gd name="csX20" fmla="*/ 862785 w 1004161"/>
              <a:gd name="csY20" fmla="*/ 939728 h 1492467"/>
              <a:gd name="csX21" fmla="*/ 864573 w 1004161"/>
              <a:gd name="csY21" fmla="*/ 853698 h 1492467"/>
              <a:gd name="csX22" fmla="*/ 778542 w 1004161"/>
              <a:gd name="csY22" fmla="*/ 851910 h 1492467"/>
              <a:gd name="csX23" fmla="*/ 708289 w 1004161"/>
              <a:gd name="csY23" fmla="*/ 919303 h 1492467"/>
              <a:gd name="csX24" fmla="*/ 673875 w 1004161"/>
              <a:gd name="csY24" fmla="*/ 918589 h 1492467"/>
              <a:gd name="csX25" fmla="*/ 674590 w 1004161"/>
              <a:gd name="csY25" fmla="*/ 884174 h 1492467"/>
              <a:gd name="csX26" fmla="*/ 779970 w 1004161"/>
              <a:gd name="csY26" fmla="*/ 783084 h 1492467"/>
              <a:gd name="csX27" fmla="*/ 781758 w 1004161"/>
              <a:gd name="csY27" fmla="*/ 697054 h 1492467"/>
              <a:gd name="csX28" fmla="*/ 695727 w 1004161"/>
              <a:gd name="csY28" fmla="*/ 695267 h 1492467"/>
              <a:gd name="csX29" fmla="*/ 590348 w 1004161"/>
              <a:gd name="csY29" fmla="*/ 796356 h 1492467"/>
              <a:gd name="csX30" fmla="*/ 555934 w 1004161"/>
              <a:gd name="csY30" fmla="*/ 795642 h 1492467"/>
              <a:gd name="csX31" fmla="*/ 556649 w 1004161"/>
              <a:gd name="csY31" fmla="*/ 761227 h 1492467"/>
              <a:gd name="csX32" fmla="*/ 881573 w 1004161"/>
              <a:gd name="csY32" fmla="*/ 449531 h 1492467"/>
              <a:gd name="csX33" fmla="*/ 883362 w 1004161"/>
              <a:gd name="csY33" fmla="*/ 363501 h 1492467"/>
              <a:gd name="csX34" fmla="*/ 840716 w 1004161"/>
              <a:gd name="csY34" fmla="*/ 344818 h 1492467"/>
              <a:gd name="csX35" fmla="*/ 841727 w 1004161"/>
              <a:gd name="csY35" fmla="*/ 296175 h 1492467"/>
              <a:gd name="csX36" fmla="*/ 918488 w 1004161"/>
              <a:gd name="csY36" fmla="*/ 329804 h 1492467"/>
              <a:gd name="csX37" fmla="*/ 915270 w 1004161"/>
              <a:gd name="csY37" fmla="*/ 484658 h 1492467"/>
              <a:gd name="csX38" fmla="*/ 761413 w 1004161"/>
              <a:gd name="csY38" fmla="*/ 632251 h 1492467"/>
              <a:gd name="csX39" fmla="*/ 816883 w 1004161"/>
              <a:gd name="csY39" fmla="*/ 663355 h 1492467"/>
              <a:gd name="csX40" fmla="*/ 836168 w 1004161"/>
              <a:gd name="csY40" fmla="*/ 787442 h 1492467"/>
              <a:gd name="csX41" fmla="*/ 899696 w 1004161"/>
              <a:gd name="csY41" fmla="*/ 819997 h 1492467"/>
              <a:gd name="csX42" fmla="*/ 914011 w 1004161"/>
              <a:gd name="csY42" fmla="*/ 953118 h 1492467"/>
              <a:gd name="csX43" fmla="*/ 973726 w 1004161"/>
              <a:gd name="csY43" fmla="*/ 985063 h 1492467"/>
              <a:gd name="csX44" fmla="*/ 970509 w 1004161"/>
              <a:gd name="csY44" fmla="*/ 1139917 h 1492467"/>
              <a:gd name="csX45" fmla="*/ 727556 w 1004161"/>
              <a:gd name="csY45" fmla="*/ 1372979 h 1492467"/>
              <a:gd name="csX46" fmla="*/ 119587 w 1004161"/>
              <a:gd name="csY46" fmla="*/ 1360344 h 1492467"/>
              <a:gd name="csX47" fmla="*/ 16932 w 1004161"/>
              <a:gd name="csY47" fmla="*/ 942833 h 1492467"/>
              <a:gd name="csX48" fmla="*/ 170277 w 1004161"/>
              <a:gd name="csY48" fmla="*/ 414448 h 1492467"/>
              <a:gd name="csX49" fmla="*/ 199388 w 1004161"/>
              <a:gd name="csY49" fmla="*/ 378091 h 1492467"/>
              <a:gd name="csX50" fmla="*/ 245681 w 1004161"/>
              <a:gd name="csY50" fmla="*/ 372973 h 1492467"/>
              <a:gd name="csX51" fmla="*/ 340188 w 1004161"/>
              <a:gd name="csY51" fmla="*/ 448659 h 1492467"/>
              <a:gd name="csX52" fmla="*/ 353493 w 1004161"/>
              <a:gd name="csY52" fmla="*/ 569000 h 1492467"/>
              <a:gd name="csX53" fmla="*/ 312768 w 1004161"/>
              <a:gd name="csY53" fmla="*/ 709266 h 1492467"/>
              <a:gd name="csX54" fmla="*/ 324293 w 1004161"/>
              <a:gd name="csY54" fmla="*/ 732599 h 1492467"/>
              <a:gd name="csX55" fmla="*/ 344616 w 1004161"/>
              <a:gd name="csY55" fmla="*/ 728546 h 1492467"/>
              <a:gd name="csX56" fmla="*/ 763634 w 1004161"/>
              <a:gd name="csY56" fmla="*/ 326586 h 1492467"/>
              <a:gd name="csX57" fmla="*/ 841727 w 1004161"/>
              <a:gd name="csY57" fmla="*/ 296175 h 1492467"/>
              <a:gd name="csX58" fmla="*/ 311604 w 1004161"/>
              <a:gd name="csY58" fmla="*/ 0 h 1492467"/>
              <a:gd name="csX59" fmla="*/ 339036 w 1004161"/>
              <a:gd name="csY59" fmla="*/ 11349 h 1492467"/>
              <a:gd name="csX60" fmla="*/ 339060 w 1004161"/>
              <a:gd name="csY60" fmla="*/ 66203 h 1492467"/>
              <a:gd name="csX61" fmla="*/ 295586 w 1004161"/>
              <a:gd name="csY61" fmla="*/ 109716 h 1492467"/>
              <a:gd name="csX62" fmla="*/ 421361 w 1004161"/>
              <a:gd name="csY62" fmla="*/ 109661 h 1492467"/>
              <a:gd name="csX63" fmla="*/ 460166 w 1004161"/>
              <a:gd name="csY63" fmla="*/ 148432 h 1492467"/>
              <a:gd name="csX64" fmla="*/ 421395 w 1004161"/>
              <a:gd name="csY64" fmla="*/ 187237 h 1492467"/>
              <a:gd name="csX65" fmla="*/ 295619 w 1004161"/>
              <a:gd name="csY65" fmla="*/ 187291 h 1492467"/>
              <a:gd name="csX66" fmla="*/ 339132 w 1004161"/>
              <a:gd name="csY66" fmla="*/ 230767 h 1492467"/>
              <a:gd name="csX67" fmla="*/ 339156 w 1004161"/>
              <a:gd name="csY67" fmla="*/ 285621 h 1492467"/>
              <a:gd name="csX68" fmla="*/ 284302 w 1004161"/>
              <a:gd name="csY68" fmla="*/ 285645 h 1492467"/>
              <a:gd name="csX69" fmla="*/ 174545 w 1004161"/>
              <a:gd name="csY69" fmla="*/ 175984 h 1492467"/>
              <a:gd name="csX70" fmla="*/ 174521 w 1004161"/>
              <a:gd name="csY70" fmla="*/ 121130 h 1492467"/>
              <a:gd name="csX71" fmla="*/ 284182 w 1004161"/>
              <a:gd name="csY71" fmla="*/ 11373 h 1492467"/>
              <a:gd name="csX72" fmla="*/ 311604 w 1004161"/>
              <a:gd name="csY72" fmla="*/ 0 h 1492467"/>
              <a:gd name="csX73" fmla="*/ 659714 w 1004161"/>
              <a:gd name="csY73" fmla="*/ 0 h 1492467"/>
              <a:gd name="csX74" fmla="*/ 687136 w 1004161"/>
              <a:gd name="csY74" fmla="*/ 11373 h 1492467"/>
              <a:gd name="csX75" fmla="*/ 796797 w 1004161"/>
              <a:gd name="csY75" fmla="*/ 121130 h 1492467"/>
              <a:gd name="csX76" fmla="*/ 796773 w 1004161"/>
              <a:gd name="csY76" fmla="*/ 175984 h 1492467"/>
              <a:gd name="csX77" fmla="*/ 687016 w 1004161"/>
              <a:gd name="csY77" fmla="*/ 285645 h 1492467"/>
              <a:gd name="csX78" fmla="*/ 632162 w 1004161"/>
              <a:gd name="csY78" fmla="*/ 285621 h 1492467"/>
              <a:gd name="csX79" fmla="*/ 632186 w 1004161"/>
              <a:gd name="csY79" fmla="*/ 230767 h 1492467"/>
              <a:gd name="csX80" fmla="*/ 675699 w 1004161"/>
              <a:gd name="csY80" fmla="*/ 187291 h 1492467"/>
              <a:gd name="csX81" fmla="*/ 549923 w 1004161"/>
              <a:gd name="csY81" fmla="*/ 187237 h 1492467"/>
              <a:gd name="csX82" fmla="*/ 511152 w 1004161"/>
              <a:gd name="csY82" fmla="*/ 148432 h 1492467"/>
              <a:gd name="csX83" fmla="*/ 549957 w 1004161"/>
              <a:gd name="csY83" fmla="*/ 109661 h 1492467"/>
              <a:gd name="csX84" fmla="*/ 675733 w 1004161"/>
              <a:gd name="csY84" fmla="*/ 109716 h 1492467"/>
              <a:gd name="csX85" fmla="*/ 632258 w 1004161"/>
              <a:gd name="csY85" fmla="*/ 66203 h 1492467"/>
              <a:gd name="csX86" fmla="*/ 632282 w 1004161"/>
              <a:gd name="csY86" fmla="*/ 11349 h 1492467"/>
              <a:gd name="csX87" fmla="*/ 659714 w 1004161"/>
              <a:gd name="csY87" fmla="*/ 0 h 14924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</a:cxnLst>
            <a:rect l="l" t="t" r="r" b="b"/>
            <a:pathLst>
              <a:path w="1004161" h="1492467">
                <a:moveTo>
                  <a:pt x="840716" y="344818"/>
                </a:moveTo>
                <a:cubicBezTo>
                  <a:pt x="825138" y="344494"/>
                  <a:pt x="809437" y="350100"/>
                  <a:pt x="797331" y="361713"/>
                </a:cubicBezTo>
                <a:lnTo>
                  <a:pt x="378311" y="763674"/>
                </a:lnTo>
                <a:cubicBezTo>
                  <a:pt x="359314" y="781898"/>
                  <a:pt x="331186" y="787508"/>
                  <a:pt x="306651" y="777970"/>
                </a:cubicBezTo>
                <a:cubicBezTo>
                  <a:pt x="273606" y="765114"/>
                  <a:pt x="256135" y="729747"/>
                  <a:pt x="266021" y="695693"/>
                </a:cubicBezTo>
                <a:lnTo>
                  <a:pt x="306745" y="555429"/>
                </a:lnTo>
                <a:cubicBezTo>
                  <a:pt x="314903" y="527335"/>
                  <a:pt x="311633" y="497749"/>
                  <a:pt x="297531" y="472116"/>
                </a:cubicBezTo>
                <a:cubicBezTo>
                  <a:pt x="292825" y="463557"/>
                  <a:pt x="287097" y="455779"/>
                  <a:pt x="280514" y="448917"/>
                </a:cubicBezTo>
                <a:cubicBezTo>
                  <a:pt x="267375" y="435220"/>
                  <a:pt x="250821" y="425152"/>
                  <a:pt x="232106" y="419718"/>
                </a:cubicBezTo>
                <a:cubicBezTo>
                  <a:pt x="227895" y="418494"/>
                  <a:pt x="224497" y="419835"/>
                  <a:pt x="222850" y="420743"/>
                </a:cubicBezTo>
                <a:cubicBezTo>
                  <a:pt x="221201" y="421648"/>
                  <a:pt x="218251" y="423802"/>
                  <a:pt x="217028" y="428012"/>
                </a:cubicBezTo>
                <a:lnTo>
                  <a:pt x="63690" y="956409"/>
                </a:lnTo>
                <a:cubicBezTo>
                  <a:pt x="25849" y="1086803"/>
                  <a:pt x="60730" y="1228674"/>
                  <a:pt x="154722" y="1326655"/>
                </a:cubicBezTo>
                <a:cubicBezTo>
                  <a:pt x="300275" y="1478386"/>
                  <a:pt x="542135" y="1483411"/>
                  <a:pt x="693865" y="1337858"/>
                </a:cubicBezTo>
                <a:lnTo>
                  <a:pt x="936818" y="1104796"/>
                </a:lnTo>
                <a:cubicBezTo>
                  <a:pt x="961030" y="1081570"/>
                  <a:pt x="961831" y="1042978"/>
                  <a:pt x="938605" y="1018766"/>
                </a:cubicBezTo>
                <a:cubicBezTo>
                  <a:pt x="915379" y="994554"/>
                  <a:pt x="876786" y="993752"/>
                  <a:pt x="852575" y="1016978"/>
                </a:cubicBezTo>
                <a:lnTo>
                  <a:pt x="817448" y="1050674"/>
                </a:lnTo>
                <a:cubicBezTo>
                  <a:pt x="807747" y="1059981"/>
                  <a:pt x="792340" y="1059661"/>
                  <a:pt x="783034" y="1049960"/>
                </a:cubicBezTo>
                <a:cubicBezTo>
                  <a:pt x="773728" y="1040259"/>
                  <a:pt x="774049" y="1024851"/>
                  <a:pt x="783749" y="1015546"/>
                </a:cubicBezTo>
                <a:lnTo>
                  <a:pt x="862785" y="939728"/>
                </a:lnTo>
                <a:cubicBezTo>
                  <a:pt x="886996" y="916502"/>
                  <a:pt x="887799" y="877909"/>
                  <a:pt x="864573" y="853698"/>
                </a:cubicBezTo>
                <a:cubicBezTo>
                  <a:pt x="841347" y="829486"/>
                  <a:pt x="802754" y="828684"/>
                  <a:pt x="778542" y="851910"/>
                </a:cubicBezTo>
                <a:lnTo>
                  <a:pt x="708289" y="919303"/>
                </a:lnTo>
                <a:cubicBezTo>
                  <a:pt x="698587" y="928610"/>
                  <a:pt x="683179" y="928288"/>
                  <a:pt x="673875" y="918589"/>
                </a:cubicBezTo>
                <a:cubicBezTo>
                  <a:pt x="664568" y="908887"/>
                  <a:pt x="664890" y="893479"/>
                  <a:pt x="674590" y="884174"/>
                </a:cubicBezTo>
                <a:lnTo>
                  <a:pt x="779970" y="783084"/>
                </a:lnTo>
                <a:cubicBezTo>
                  <a:pt x="804182" y="759858"/>
                  <a:pt x="804984" y="721266"/>
                  <a:pt x="781758" y="697054"/>
                </a:cubicBezTo>
                <a:cubicBezTo>
                  <a:pt x="758532" y="672843"/>
                  <a:pt x="719939" y="672041"/>
                  <a:pt x="695727" y="695267"/>
                </a:cubicBezTo>
                <a:lnTo>
                  <a:pt x="590348" y="796356"/>
                </a:lnTo>
                <a:cubicBezTo>
                  <a:pt x="580646" y="805663"/>
                  <a:pt x="565238" y="805341"/>
                  <a:pt x="555934" y="795642"/>
                </a:cubicBezTo>
                <a:cubicBezTo>
                  <a:pt x="546627" y="785940"/>
                  <a:pt x="546949" y="770532"/>
                  <a:pt x="556649" y="761227"/>
                </a:cubicBezTo>
                <a:lnTo>
                  <a:pt x="881573" y="449531"/>
                </a:lnTo>
                <a:cubicBezTo>
                  <a:pt x="905785" y="426305"/>
                  <a:pt x="906586" y="387710"/>
                  <a:pt x="883362" y="363501"/>
                </a:cubicBezTo>
                <a:cubicBezTo>
                  <a:pt x="871749" y="351395"/>
                  <a:pt x="856294" y="345141"/>
                  <a:pt x="840716" y="344818"/>
                </a:cubicBezTo>
                <a:close/>
                <a:moveTo>
                  <a:pt x="841727" y="296175"/>
                </a:moveTo>
                <a:cubicBezTo>
                  <a:pt x="869767" y="296757"/>
                  <a:pt x="897585" y="308014"/>
                  <a:pt x="918488" y="329804"/>
                </a:cubicBezTo>
                <a:cubicBezTo>
                  <a:pt x="960295" y="373385"/>
                  <a:pt x="958851" y="442851"/>
                  <a:pt x="915270" y="484658"/>
                </a:cubicBezTo>
                <a:lnTo>
                  <a:pt x="761413" y="632251"/>
                </a:lnTo>
                <a:cubicBezTo>
                  <a:pt x="781894" y="636734"/>
                  <a:pt x="801311" y="647122"/>
                  <a:pt x="816883" y="663355"/>
                </a:cubicBezTo>
                <a:cubicBezTo>
                  <a:pt x="849566" y="697425"/>
                  <a:pt x="855814" y="747314"/>
                  <a:pt x="836168" y="787442"/>
                </a:cubicBezTo>
                <a:cubicBezTo>
                  <a:pt x="859582" y="790766"/>
                  <a:pt x="882092" y="801647"/>
                  <a:pt x="899696" y="819997"/>
                </a:cubicBezTo>
                <a:cubicBezTo>
                  <a:pt x="934881" y="856676"/>
                  <a:pt x="939432" y="911689"/>
                  <a:pt x="914011" y="953118"/>
                </a:cubicBezTo>
                <a:cubicBezTo>
                  <a:pt x="936048" y="957037"/>
                  <a:pt x="957079" y="967710"/>
                  <a:pt x="973726" y="985063"/>
                </a:cubicBezTo>
                <a:cubicBezTo>
                  <a:pt x="1015532" y="1028644"/>
                  <a:pt x="1014090" y="1098110"/>
                  <a:pt x="970509" y="1139917"/>
                </a:cubicBezTo>
                <a:lnTo>
                  <a:pt x="727556" y="1372979"/>
                </a:lnTo>
                <a:cubicBezTo>
                  <a:pt x="556457" y="1537112"/>
                  <a:pt x="283721" y="1531443"/>
                  <a:pt x="119587" y="1360344"/>
                </a:cubicBezTo>
                <a:cubicBezTo>
                  <a:pt x="13598" y="1249856"/>
                  <a:pt x="-25738" y="1089877"/>
                  <a:pt x="16932" y="942833"/>
                </a:cubicBezTo>
                <a:lnTo>
                  <a:pt x="170277" y="414448"/>
                </a:lnTo>
                <a:cubicBezTo>
                  <a:pt x="174808" y="398839"/>
                  <a:pt x="185146" y="385927"/>
                  <a:pt x="199388" y="378091"/>
                </a:cubicBezTo>
                <a:cubicBezTo>
                  <a:pt x="213631" y="370258"/>
                  <a:pt x="230073" y="368441"/>
                  <a:pt x="245681" y="372973"/>
                </a:cubicBezTo>
                <a:cubicBezTo>
                  <a:pt x="286259" y="384754"/>
                  <a:pt x="319820" y="411628"/>
                  <a:pt x="340188" y="448659"/>
                </a:cubicBezTo>
                <a:cubicBezTo>
                  <a:pt x="360550" y="485685"/>
                  <a:pt x="365273" y="528423"/>
                  <a:pt x="353493" y="569000"/>
                </a:cubicBezTo>
                <a:lnTo>
                  <a:pt x="312768" y="709266"/>
                </a:lnTo>
                <a:cubicBezTo>
                  <a:pt x="309968" y="718924"/>
                  <a:pt x="314918" y="728954"/>
                  <a:pt x="324293" y="732599"/>
                </a:cubicBezTo>
                <a:cubicBezTo>
                  <a:pt x="331253" y="735306"/>
                  <a:pt x="339228" y="733714"/>
                  <a:pt x="344616" y="728546"/>
                </a:cubicBezTo>
                <a:lnTo>
                  <a:pt x="763634" y="326586"/>
                </a:lnTo>
                <a:cubicBezTo>
                  <a:pt x="785425" y="305683"/>
                  <a:pt x="813687" y="295592"/>
                  <a:pt x="841727" y="296175"/>
                </a:cubicBezTo>
                <a:close/>
                <a:moveTo>
                  <a:pt x="311604" y="0"/>
                </a:moveTo>
                <a:cubicBezTo>
                  <a:pt x="321531" y="-5"/>
                  <a:pt x="331459" y="3778"/>
                  <a:pt x="339036" y="11349"/>
                </a:cubicBezTo>
                <a:cubicBezTo>
                  <a:pt x="354191" y="26490"/>
                  <a:pt x="354201" y="51048"/>
                  <a:pt x="339060" y="66203"/>
                </a:cubicBezTo>
                <a:lnTo>
                  <a:pt x="295586" y="109716"/>
                </a:lnTo>
                <a:lnTo>
                  <a:pt x="421361" y="109661"/>
                </a:lnTo>
                <a:cubicBezTo>
                  <a:pt x="442782" y="109652"/>
                  <a:pt x="460156" y="127011"/>
                  <a:pt x="460166" y="148432"/>
                </a:cubicBezTo>
                <a:cubicBezTo>
                  <a:pt x="460175" y="169853"/>
                  <a:pt x="442816" y="187226"/>
                  <a:pt x="421395" y="187237"/>
                </a:cubicBezTo>
                <a:lnTo>
                  <a:pt x="295619" y="187291"/>
                </a:lnTo>
                <a:lnTo>
                  <a:pt x="339132" y="230767"/>
                </a:lnTo>
                <a:cubicBezTo>
                  <a:pt x="354287" y="245908"/>
                  <a:pt x="354298" y="270467"/>
                  <a:pt x="339156" y="285621"/>
                </a:cubicBezTo>
                <a:cubicBezTo>
                  <a:pt x="324016" y="300775"/>
                  <a:pt x="299457" y="300787"/>
                  <a:pt x="284302" y="285645"/>
                </a:cubicBezTo>
                <a:lnTo>
                  <a:pt x="174545" y="175984"/>
                </a:lnTo>
                <a:cubicBezTo>
                  <a:pt x="159390" y="160843"/>
                  <a:pt x="159380" y="136284"/>
                  <a:pt x="174521" y="121130"/>
                </a:cubicBezTo>
                <a:lnTo>
                  <a:pt x="284182" y="11373"/>
                </a:lnTo>
                <a:cubicBezTo>
                  <a:pt x="291753" y="3795"/>
                  <a:pt x="301678" y="4"/>
                  <a:pt x="311604" y="0"/>
                </a:cubicBezTo>
                <a:close/>
                <a:moveTo>
                  <a:pt x="659714" y="0"/>
                </a:moveTo>
                <a:cubicBezTo>
                  <a:pt x="669641" y="4"/>
                  <a:pt x="679565" y="3795"/>
                  <a:pt x="687136" y="11373"/>
                </a:cubicBezTo>
                <a:lnTo>
                  <a:pt x="796797" y="121130"/>
                </a:lnTo>
                <a:cubicBezTo>
                  <a:pt x="811938" y="136284"/>
                  <a:pt x="811928" y="160843"/>
                  <a:pt x="796773" y="175984"/>
                </a:cubicBezTo>
                <a:lnTo>
                  <a:pt x="687016" y="285645"/>
                </a:lnTo>
                <a:cubicBezTo>
                  <a:pt x="671861" y="300787"/>
                  <a:pt x="647302" y="300775"/>
                  <a:pt x="632162" y="285621"/>
                </a:cubicBezTo>
                <a:cubicBezTo>
                  <a:pt x="617020" y="270467"/>
                  <a:pt x="617031" y="245908"/>
                  <a:pt x="632186" y="230767"/>
                </a:cubicBezTo>
                <a:lnTo>
                  <a:pt x="675699" y="187291"/>
                </a:lnTo>
                <a:lnTo>
                  <a:pt x="549923" y="187237"/>
                </a:lnTo>
                <a:cubicBezTo>
                  <a:pt x="528502" y="187226"/>
                  <a:pt x="511143" y="169853"/>
                  <a:pt x="511152" y="148432"/>
                </a:cubicBezTo>
                <a:cubicBezTo>
                  <a:pt x="511162" y="127011"/>
                  <a:pt x="528536" y="109652"/>
                  <a:pt x="549957" y="109661"/>
                </a:cubicBezTo>
                <a:lnTo>
                  <a:pt x="675733" y="109716"/>
                </a:lnTo>
                <a:lnTo>
                  <a:pt x="632258" y="66203"/>
                </a:lnTo>
                <a:cubicBezTo>
                  <a:pt x="617117" y="51048"/>
                  <a:pt x="617127" y="26490"/>
                  <a:pt x="632282" y="11349"/>
                </a:cubicBezTo>
                <a:cubicBezTo>
                  <a:pt x="639859" y="3778"/>
                  <a:pt x="649788" y="-5"/>
                  <a:pt x="659714" y="0"/>
                </a:cubicBezTo>
                <a:close/>
              </a:path>
            </a:pathLst>
          </a:custGeom>
          <a:solidFill>
            <a:srgbClr val="11111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AAAE84B1-BD95-D30D-9C97-242CDEAD57F3}"/>
              </a:ext>
            </a:extLst>
          </p:cNvPr>
          <p:cNvGrpSpPr/>
          <p:nvPr/>
        </p:nvGrpSpPr>
        <p:grpSpPr>
          <a:xfrm>
            <a:off x="8262927" y="2641803"/>
            <a:ext cx="1269949" cy="1583614"/>
            <a:chOff x="8556191" y="2641803"/>
            <a:chExt cx="1269949" cy="1583614"/>
          </a:xfrm>
        </p:grpSpPr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D37A884-1568-5736-FB2C-3D72F749A205}"/>
                </a:ext>
              </a:extLst>
            </p:cNvPr>
            <p:cNvSpPr/>
            <p:nvPr/>
          </p:nvSpPr>
          <p:spPr>
            <a:xfrm>
              <a:off x="8675521" y="2772718"/>
              <a:ext cx="1150619" cy="1452699"/>
            </a:xfrm>
            <a:custGeom>
              <a:avLst/>
              <a:gdLst>
                <a:gd name="csX0" fmla="*/ 8715346 w 14886910"/>
                <a:gd name="csY0" fmla="*/ 669069 h 18795273"/>
                <a:gd name="csX1" fmla="*/ 7878996 w 14886910"/>
                <a:gd name="csY1" fmla="*/ 1505419 h 18795273"/>
                <a:gd name="csX2" fmla="*/ 7878996 w 14886910"/>
                <a:gd name="csY2" fmla="*/ 3384012 h 18795273"/>
                <a:gd name="csX3" fmla="*/ 7878996 w 14886910"/>
                <a:gd name="csY3" fmla="*/ 6377763 h 18795273"/>
                <a:gd name="csX4" fmla="*/ 7878996 w 14886910"/>
                <a:gd name="csY4" fmla="*/ 6935199 h 18795273"/>
                <a:gd name="csX5" fmla="*/ 7878699 w 14886910"/>
                <a:gd name="csY5" fmla="*/ 6935199 h 18795273"/>
                <a:gd name="csX6" fmla="*/ 7878699 w 14886910"/>
                <a:gd name="csY6" fmla="*/ 8783452 h 18795273"/>
                <a:gd name="csX7" fmla="*/ 7544962 w 14886910"/>
                <a:gd name="csY7" fmla="*/ 9117189 h 18795273"/>
                <a:gd name="csX8" fmla="*/ 7211213 w 14886910"/>
                <a:gd name="csY8" fmla="*/ 8783452 h 18795273"/>
                <a:gd name="csX9" fmla="*/ 7211213 w 14886910"/>
                <a:gd name="csY9" fmla="*/ 6935199 h 18795273"/>
                <a:gd name="csX10" fmla="*/ 7209927 w 14886910"/>
                <a:gd name="csY10" fmla="*/ 6935199 h 18795273"/>
                <a:gd name="csX11" fmla="*/ 7209927 w 14886910"/>
                <a:gd name="csY11" fmla="*/ 6377763 h 18795273"/>
                <a:gd name="csX12" fmla="*/ 7209927 w 14886910"/>
                <a:gd name="csY12" fmla="*/ 3384012 h 18795273"/>
                <a:gd name="csX13" fmla="*/ 7209927 w 14886910"/>
                <a:gd name="csY13" fmla="*/ 2584151 h 18795273"/>
                <a:gd name="csX14" fmla="*/ 7206896 w 14886910"/>
                <a:gd name="csY14" fmla="*/ 2524330 h 18795273"/>
                <a:gd name="csX15" fmla="*/ 6376901 w 14886910"/>
                <a:gd name="csY15" fmla="*/ 1775190 h 18795273"/>
                <a:gd name="csX16" fmla="*/ 5542577 w 14886910"/>
                <a:gd name="csY16" fmla="*/ 2609514 h 18795273"/>
                <a:gd name="csX17" fmla="*/ 5542577 w 14886910"/>
                <a:gd name="csY17" fmla="*/ 10571357 h 18795273"/>
                <a:gd name="csX18" fmla="*/ 5003819 w 14886910"/>
                <a:gd name="csY18" fmla="*/ 11416147 h 18795273"/>
                <a:gd name="csX19" fmla="*/ 3803996 w 14886910"/>
                <a:gd name="csY19" fmla="*/ 11037196 h 18795273"/>
                <a:gd name="csX20" fmla="*/ 2802616 w 14886910"/>
                <a:gd name="csY20" fmla="*/ 9302776 h 18795273"/>
                <a:gd name="csX21" fmla="*/ 1890760 w 14886910"/>
                <a:gd name="csY21" fmla="*/ 8603126 h 18795273"/>
                <a:gd name="csX22" fmla="*/ 1499675 w 14886910"/>
                <a:gd name="csY22" fmla="*/ 8551282 h 18795273"/>
                <a:gd name="csX23" fmla="*/ 751244 w 14886910"/>
                <a:gd name="csY23" fmla="*/ 8753124 h 18795273"/>
                <a:gd name="csX24" fmla="*/ 673518 w 14886910"/>
                <a:gd name="csY24" fmla="*/ 8854446 h 18795273"/>
                <a:gd name="csX25" fmla="*/ 690188 w 14886910"/>
                <a:gd name="csY25" fmla="*/ 8981056 h 18795273"/>
                <a:gd name="csX26" fmla="*/ 4463239 w 14886910"/>
                <a:gd name="csY26" fmla="*/ 15514110 h 18795273"/>
                <a:gd name="csX27" fmla="*/ 8991002 w 14886910"/>
                <a:gd name="csY27" fmla="*/ 18127837 h 18795273"/>
                <a:gd name="csX28" fmla="*/ 14219578 w 14886910"/>
                <a:gd name="csY28" fmla="*/ 12899247 h 18795273"/>
                <a:gd name="csX29" fmla="*/ 14219578 w 14886910"/>
                <a:gd name="csY29" fmla="*/ 8282866 h 18795273"/>
                <a:gd name="csX30" fmla="*/ 13385254 w 14886910"/>
                <a:gd name="csY30" fmla="*/ 7448555 h 18795273"/>
                <a:gd name="csX31" fmla="*/ 12550943 w 14886910"/>
                <a:gd name="csY31" fmla="*/ 8282866 h 18795273"/>
                <a:gd name="csX32" fmla="*/ 12550943 w 14886910"/>
                <a:gd name="csY32" fmla="*/ 8950314 h 18795273"/>
                <a:gd name="csX33" fmla="*/ 12217193 w 14886910"/>
                <a:gd name="csY33" fmla="*/ 9284065 h 18795273"/>
                <a:gd name="csX34" fmla="*/ 11883456 w 14886910"/>
                <a:gd name="csY34" fmla="*/ 8950314 h 18795273"/>
                <a:gd name="csX35" fmla="*/ 11883456 w 14886910"/>
                <a:gd name="csY35" fmla="*/ 7448555 h 18795273"/>
                <a:gd name="csX36" fmla="*/ 11049132 w 14886910"/>
                <a:gd name="csY36" fmla="*/ 6614231 h 18795273"/>
                <a:gd name="csX37" fmla="*/ 10214821 w 14886910"/>
                <a:gd name="csY37" fmla="*/ 7448555 h 18795273"/>
                <a:gd name="csX38" fmla="*/ 10214821 w 14886910"/>
                <a:gd name="csY38" fmla="*/ 8783452 h 18795273"/>
                <a:gd name="csX39" fmla="*/ 9881084 w 14886910"/>
                <a:gd name="csY39" fmla="*/ 9117189 h 18795273"/>
                <a:gd name="csX40" fmla="*/ 9547334 w 14886910"/>
                <a:gd name="csY40" fmla="*/ 8783452 h 18795273"/>
                <a:gd name="csX41" fmla="*/ 9547334 w 14886910"/>
                <a:gd name="csY41" fmla="*/ 6893786 h 18795273"/>
                <a:gd name="csX42" fmla="*/ 9551682 w 14886910"/>
                <a:gd name="csY42" fmla="*/ 6893786 h 18795273"/>
                <a:gd name="csX43" fmla="*/ 9551682 w 14886910"/>
                <a:gd name="csY43" fmla="*/ 6377763 h 18795273"/>
                <a:gd name="csX44" fmla="*/ 9551682 w 14886910"/>
                <a:gd name="csY44" fmla="*/ 3384012 h 18795273"/>
                <a:gd name="csX45" fmla="*/ 9551682 w 14886910"/>
                <a:gd name="csY45" fmla="*/ 1505419 h 18795273"/>
                <a:gd name="csX46" fmla="*/ 8715346 w 14886910"/>
                <a:gd name="csY46" fmla="*/ 669069 h 18795273"/>
                <a:gd name="csX47" fmla="*/ 8715346 w 14886910"/>
                <a:gd name="csY47" fmla="*/ 0 h 18795273"/>
                <a:gd name="csX48" fmla="*/ 10220751 w 14886910"/>
                <a:gd name="csY48" fmla="*/ 1505419 h 18795273"/>
                <a:gd name="csX49" fmla="*/ 10220751 w 14886910"/>
                <a:gd name="csY49" fmla="*/ 3384012 h 18795273"/>
                <a:gd name="csX50" fmla="*/ 10220751 w 14886910"/>
                <a:gd name="csY50" fmla="*/ 4435970 h 18795273"/>
                <a:gd name="csX51" fmla="*/ 10226036 w 14886910"/>
                <a:gd name="csY51" fmla="*/ 4433444 h 18795273"/>
                <a:gd name="csX52" fmla="*/ 10226036 w 14886910"/>
                <a:gd name="csY52" fmla="*/ 4990881 h 18795273"/>
                <a:gd name="csX53" fmla="*/ 10226036 w 14886910"/>
                <a:gd name="csY53" fmla="*/ 5661219 h 18795273"/>
                <a:gd name="csX54" fmla="*/ 10226036 w 14886910"/>
                <a:gd name="csY54" fmla="*/ 6198833 h 18795273"/>
                <a:gd name="csX55" fmla="*/ 10327066 w 14886910"/>
                <a:gd name="csY55" fmla="*/ 6132013 h 18795273"/>
                <a:gd name="csX56" fmla="*/ 11049067 w 14886910"/>
                <a:gd name="csY56" fmla="*/ 5946783 h 18795273"/>
                <a:gd name="csX57" fmla="*/ 12502214 w 14886910"/>
                <a:gd name="csY57" fmla="*/ 7068764 h 18795273"/>
                <a:gd name="csX58" fmla="*/ 13385151 w 14886910"/>
                <a:gd name="csY58" fmla="*/ 6781106 h 18795273"/>
                <a:gd name="csX59" fmla="*/ 14886910 w 14886910"/>
                <a:gd name="csY59" fmla="*/ 8282866 h 18795273"/>
                <a:gd name="csX60" fmla="*/ 14886910 w 14886910"/>
                <a:gd name="csY60" fmla="*/ 12899247 h 18795273"/>
                <a:gd name="csX61" fmla="*/ 8990847 w 14886910"/>
                <a:gd name="csY61" fmla="*/ 18795273 h 18795273"/>
                <a:gd name="csX62" fmla="*/ 3885056 w 14886910"/>
                <a:gd name="csY62" fmla="*/ 15847925 h 18795273"/>
                <a:gd name="csX63" fmla="*/ 112185 w 14886910"/>
                <a:gd name="csY63" fmla="*/ 9314909 h 18795273"/>
                <a:gd name="csX64" fmla="*/ 28761 w 14886910"/>
                <a:gd name="csY64" fmla="*/ 8681756 h 18795273"/>
                <a:gd name="csX65" fmla="*/ 417546 w 14886910"/>
                <a:gd name="csY65" fmla="*/ 8175096 h 18795273"/>
                <a:gd name="csX66" fmla="*/ 2063567 w 14886910"/>
                <a:gd name="csY66" fmla="*/ 7958355 h 18795273"/>
                <a:gd name="csX67" fmla="*/ 3380657 w 14886910"/>
                <a:gd name="csY67" fmla="*/ 8969039 h 18795273"/>
                <a:gd name="csX68" fmla="*/ 4382037 w 14886910"/>
                <a:gd name="csY68" fmla="*/ 10703446 h 18795273"/>
                <a:gd name="csX69" fmla="*/ 4722326 w 14886910"/>
                <a:gd name="csY69" fmla="*/ 10810892 h 18795273"/>
                <a:gd name="csX70" fmla="*/ 4875128 w 14886910"/>
                <a:gd name="csY70" fmla="*/ 10571318 h 18795273"/>
                <a:gd name="csX71" fmla="*/ 4875128 w 14886910"/>
                <a:gd name="csY71" fmla="*/ 2609514 h 18795273"/>
                <a:gd name="csX72" fmla="*/ 6376901 w 14886910"/>
                <a:gd name="csY72" fmla="*/ 1107742 h 18795273"/>
                <a:gd name="csX73" fmla="*/ 7215965 w 14886910"/>
                <a:gd name="csY73" fmla="*/ 1364570 h 18795273"/>
                <a:gd name="csX74" fmla="*/ 7217023 w 14886910"/>
                <a:gd name="csY74" fmla="*/ 1365361 h 18795273"/>
                <a:gd name="csX75" fmla="*/ 7217714 w 14886910"/>
                <a:gd name="csY75" fmla="*/ 1351717 h 18795273"/>
                <a:gd name="csX76" fmla="*/ 8715346 w 14886910"/>
                <a:gd name="csY76" fmla="*/ 0 h 18795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14886910" h="18795273">
                  <a:moveTo>
                    <a:pt x="8715346" y="669069"/>
                  </a:moveTo>
                  <a:cubicBezTo>
                    <a:pt x="8254178" y="669069"/>
                    <a:pt x="7878996" y="1044252"/>
                    <a:pt x="7878996" y="1505419"/>
                  </a:cubicBezTo>
                  <a:lnTo>
                    <a:pt x="7878996" y="3384012"/>
                  </a:lnTo>
                  <a:lnTo>
                    <a:pt x="7878996" y="6377763"/>
                  </a:lnTo>
                  <a:lnTo>
                    <a:pt x="7878996" y="6935199"/>
                  </a:lnTo>
                  <a:lnTo>
                    <a:pt x="7878699" y="6935199"/>
                  </a:lnTo>
                  <a:lnTo>
                    <a:pt x="7878699" y="8783452"/>
                  </a:lnTo>
                  <a:cubicBezTo>
                    <a:pt x="7878699" y="8967785"/>
                    <a:pt x="7729256" y="9117189"/>
                    <a:pt x="7544962" y="9117189"/>
                  </a:cubicBezTo>
                  <a:cubicBezTo>
                    <a:pt x="7360617" y="9117189"/>
                    <a:pt x="7211213" y="8967746"/>
                    <a:pt x="7211213" y="8783452"/>
                  </a:cubicBezTo>
                  <a:lnTo>
                    <a:pt x="7211213" y="6935199"/>
                  </a:lnTo>
                  <a:lnTo>
                    <a:pt x="7209927" y="6935199"/>
                  </a:lnTo>
                  <a:lnTo>
                    <a:pt x="7209927" y="6377763"/>
                  </a:lnTo>
                  <a:lnTo>
                    <a:pt x="7209927" y="3384012"/>
                  </a:lnTo>
                  <a:lnTo>
                    <a:pt x="7209927" y="2584151"/>
                  </a:lnTo>
                  <a:lnTo>
                    <a:pt x="7206896" y="2524330"/>
                  </a:lnTo>
                  <a:cubicBezTo>
                    <a:pt x="7164088" y="2104141"/>
                    <a:pt x="6808149" y="1775190"/>
                    <a:pt x="6376901" y="1775190"/>
                  </a:cubicBezTo>
                  <a:cubicBezTo>
                    <a:pt x="5916851" y="1775190"/>
                    <a:pt x="5542577" y="2149464"/>
                    <a:pt x="5542577" y="2609514"/>
                  </a:cubicBezTo>
                  <a:lnTo>
                    <a:pt x="5542577" y="10571357"/>
                  </a:lnTo>
                  <a:cubicBezTo>
                    <a:pt x="5542577" y="10932321"/>
                    <a:pt x="5331096" y="11263913"/>
                    <a:pt x="5003819" y="11416147"/>
                  </a:cubicBezTo>
                  <a:cubicBezTo>
                    <a:pt x="4562932" y="11621091"/>
                    <a:pt x="4047124" y="11458260"/>
                    <a:pt x="3803996" y="11037196"/>
                  </a:cubicBezTo>
                  <a:lnTo>
                    <a:pt x="2802616" y="9302776"/>
                  </a:lnTo>
                  <a:cubicBezTo>
                    <a:pt x="2602066" y="8955393"/>
                    <a:pt x="2278266" y="8706889"/>
                    <a:pt x="1890760" y="8603126"/>
                  </a:cubicBezTo>
                  <a:cubicBezTo>
                    <a:pt x="1761398" y="8568456"/>
                    <a:pt x="1630058" y="8551282"/>
                    <a:pt x="1499675" y="8551282"/>
                  </a:cubicBezTo>
                  <a:cubicBezTo>
                    <a:pt x="1239426" y="8551282"/>
                    <a:pt x="982652" y="8619523"/>
                    <a:pt x="751244" y="8753124"/>
                  </a:cubicBezTo>
                  <a:cubicBezTo>
                    <a:pt x="699155" y="8783181"/>
                    <a:pt x="680173" y="8829532"/>
                    <a:pt x="673518" y="8854446"/>
                  </a:cubicBezTo>
                  <a:cubicBezTo>
                    <a:pt x="666825" y="8879360"/>
                    <a:pt x="660131" y="8928993"/>
                    <a:pt x="690188" y="8981056"/>
                  </a:cubicBezTo>
                  <a:lnTo>
                    <a:pt x="4463239" y="15514110"/>
                  </a:lnTo>
                  <a:cubicBezTo>
                    <a:pt x="5394310" y="17126302"/>
                    <a:pt x="7129247" y="18127837"/>
                    <a:pt x="8991002" y="18127837"/>
                  </a:cubicBezTo>
                  <a:cubicBezTo>
                    <a:pt x="11874048" y="18127837"/>
                    <a:pt x="14219578" y="15782294"/>
                    <a:pt x="14219578" y="12899247"/>
                  </a:cubicBezTo>
                  <a:lnTo>
                    <a:pt x="14219578" y="8282866"/>
                  </a:lnTo>
                  <a:cubicBezTo>
                    <a:pt x="14219578" y="7822829"/>
                    <a:pt x="13845317" y="7448555"/>
                    <a:pt x="13385254" y="7448555"/>
                  </a:cubicBezTo>
                  <a:cubicBezTo>
                    <a:pt x="12925204" y="7448555"/>
                    <a:pt x="12550943" y="7822829"/>
                    <a:pt x="12550943" y="8282866"/>
                  </a:cubicBezTo>
                  <a:lnTo>
                    <a:pt x="12550943" y="8950314"/>
                  </a:lnTo>
                  <a:cubicBezTo>
                    <a:pt x="12550943" y="9134660"/>
                    <a:pt x="12401539" y="9284065"/>
                    <a:pt x="12217193" y="9284065"/>
                  </a:cubicBezTo>
                  <a:cubicBezTo>
                    <a:pt x="12032860" y="9284065"/>
                    <a:pt x="11883456" y="9134621"/>
                    <a:pt x="11883456" y="8950314"/>
                  </a:cubicBezTo>
                  <a:lnTo>
                    <a:pt x="11883456" y="7448555"/>
                  </a:lnTo>
                  <a:cubicBezTo>
                    <a:pt x="11883456" y="6988505"/>
                    <a:pt x="11509182" y="6614231"/>
                    <a:pt x="11049132" y="6614231"/>
                  </a:cubicBezTo>
                  <a:cubicBezTo>
                    <a:pt x="10589095" y="6614231"/>
                    <a:pt x="10214821" y="6988505"/>
                    <a:pt x="10214821" y="7448555"/>
                  </a:cubicBezTo>
                  <a:lnTo>
                    <a:pt x="10214821" y="8783452"/>
                  </a:lnTo>
                  <a:cubicBezTo>
                    <a:pt x="10214821" y="8967785"/>
                    <a:pt x="10065378" y="9117189"/>
                    <a:pt x="9881084" y="9117189"/>
                  </a:cubicBezTo>
                  <a:cubicBezTo>
                    <a:pt x="9696738" y="9117189"/>
                    <a:pt x="9547334" y="8967746"/>
                    <a:pt x="9547334" y="8783452"/>
                  </a:cubicBezTo>
                  <a:lnTo>
                    <a:pt x="9547334" y="6893786"/>
                  </a:lnTo>
                  <a:lnTo>
                    <a:pt x="9551682" y="6893786"/>
                  </a:lnTo>
                  <a:lnTo>
                    <a:pt x="9551682" y="6377763"/>
                  </a:lnTo>
                  <a:lnTo>
                    <a:pt x="9551682" y="3384012"/>
                  </a:lnTo>
                  <a:lnTo>
                    <a:pt x="9551682" y="1505419"/>
                  </a:lnTo>
                  <a:cubicBezTo>
                    <a:pt x="9551682" y="1044252"/>
                    <a:pt x="9176461" y="669069"/>
                    <a:pt x="8715346" y="669069"/>
                  </a:cubicBezTo>
                  <a:close/>
                  <a:moveTo>
                    <a:pt x="8715346" y="0"/>
                  </a:moveTo>
                  <a:cubicBezTo>
                    <a:pt x="9545426" y="0"/>
                    <a:pt x="10220751" y="675326"/>
                    <a:pt x="10220751" y="1505419"/>
                  </a:cubicBezTo>
                  <a:lnTo>
                    <a:pt x="10220751" y="3384012"/>
                  </a:lnTo>
                  <a:lnTo>
                    <a:pt x="10220751" y="4435970"/>
                  </a:lnTo>
                  <a:lnTo>
                    <a:pt x="10226036" y="4433444"/>
                  </a:lnTo>
                  <a:lnTo>
                    <a:pt x="10226036" y="4990881"/>
                  </a:lnTo>
                  <a:lnTo>
                    <a:pt x="10226036" y="5661219"/>
                  </a:lnTo>
                  <a:lnTo>
                    <a:pt x="10226036" y="6198833"/>
                  </a:lnTo>
                  <a:lnTo>
                    <a:pt x="10327066" y="6132013"/>
                  </a:lnTo>
                  <a:cubicBezTo>
                    <a:pt x="10541428" y="6013981"/>
                    <a:pt x="10787561" y="5946783"/>
                    <a:pt x="11049067" y="5946783"/>
                  </a:cubicBezTo>
                  <a:cubicBezTo>
                    <a:pt x="11746004" y="5946783"/>
                    <a:pt x="12333569" y="6423967"/>
                    <a:pt x="12502214" y="7068764"/>
                  </a:cubicBezTo>
                  <a:cubicBezTo>
                    <a:pt x="12750175" y="6887907"/>
                    <a:pt x="13055419" y="6781106"/>
                    <a:pt x="13385151" y="6781106"/>
                  </a:cubicBezTo>
                  <a:cubicBezTo>
                    <a:pt x="14213233" y="6781106"/>
                    <a:pt x="14886910" y="7454796"/>
                    <a:pt x="14886910" y="8282866"/>
                  </a:cubicBezTo>
                  <a:lnTo>
                    <a:pt x="14886910" y="12899247"/>
                  </a:lnTo>
                  <a:cubicBezTo>
                    <a:pt x="14886910" y="16150327"/>
                    <a:pt x="12241926" y="18795273"/>
                    <a:pt x="8990847" y="18795273"/>
                  </a:cubicBezTo>
                  <a:cubicBezTo>
                    <a:pt x="6891456" y="18795273"/>
                    <a:pt x="4935048" y="17665925"/>
                    <a:pt x="3885056" y="15847925"/>
                  </a:cubicBezTo>
                  <a:lnTo>
                    <a:pt x="112185" y="9314909"/>
                  </a:lnTo>
                  <a:cubicBezTo>
                    <a:pt x="746" y="9121919"/>
                    <a:pt x="-28897" y="8897050"/>
                    <a:pt x="28761" y="8681756"/>
                  </a:cubicBezTo>
                  <a:cubicBezTo>
                    <a:pt x="86445" y="8466449"/>
                    <a:pt x="224542" y="8286497"/>
                    <a:pt x="417546" y="8175096"/>
                  </a:cubicBezTo>
                  <a:cubicBezTo>
                    <a:pt x="919295" y="7885397"/>
                    <a:pt x="1503797" y="7808382"/>
                    <a:pt x="2063567" y="7958355"/>
                  </a:cubicBezTo>
                  <a:cubicBezTo>
                    <a:pt x="2623233" y="8108328"/>
                    <a:pt x="3090958" y="8467289"/>
                    <a:pt x="3380657" y="8969039"/>
                  </a:cubicBezTo>
                  <a:lnTo>
                    <a:pt x="4382037" y="10703446"/>
                  </a:lnTo>
                  <a:cubicBezTo>
                    <a:pt x="4451028" y="10822845"/>
                    <a:pt x="4597266" y="10869080"/>
                    <a:pt x="4722326" y="10810892"/>
                  </a:cubicBezTo>
                  <a:cubicBezTo>
                    <a:pt x="4815171" y="10767720"/>
                    <a:pt x="4875128" y="10673699"/>
                    <a:pt x="4875128" y="10571318"/>
                  </a:cubicBezTo>
                  <a:lnTo>
                    <a:pt x="4875128" y="2609514"/>
                  </a:lnTo>
                  <a:cubicBezTo>
                    <a:pt x="4875128" y="1781432"/>
                    <a:pt x="5548818" y="1107742"/>
                    <a:pt x="6376901" y="1107742"/>
                  </a:cubicBezTo>
                  <a:cubicBezTo>
                    <a:pt x="6687427" y="1107742"/>
                    <a:pt x="6976243" y="1202479"/>
                    <a:pt x="7215965" y="1364570"/>
                  </a:cubicBezTo>
                  <a:lnTo>
                    <a:pt x="7217023" y="1365361"/>
                  </a:lnTo>
                  <a:lnTo>
                    <a:pt x="7217714" y="1351717"/>
                  </a:lnTo>
                  <a:cubicBezTo>
                    <a:pt x="7294948" y="593548"/>
                    <a:pt x="7937134" y="0"/>
                    <a:pt x="871534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5E310CC2-7C31-8EC3-70D0-A42112D44045}"/>
                </a:ext>
              </a:extLst>
            </p:cNvPr>
            <p:cNvSpPr/>
            <p:nvPr/>
          </p:nvSpPr>
          <p:spPr>
            <a:xfrm>
              <a:off x="8917039" y="2641803"/>
              <a:ext cx="670805" cy="468076"/>
            </a:xfrm>
            <a:custGeom>
              <a:avLst/>
              <a:gdLst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18198 h 468076"/>
                <a:gd name="csX11" fmla="*/ 274813 w 670805"/>
                <a:gd name="csY11" fmla="*/ 140325 h 468076"/>
                <a:gd name="csX12" fmla="*/ 245352 w 670805"/>
                <a:gd name="csY12" fmla="*/ 137346 h 468076"/>
                <a:gd name="csX13" fmla="*/ 51655 w 670805"/>
                <a:gd name="csY13" fmla="*/ 331043 h 468076"/>
                <a:gd name="csX14" fmla="*/ 78293 w 670805"/>
                <a:gd name="csY14" fmla="*/ 429142 h 468076"/>
                <a:gd name="csX15" fmla="*/ 69138 w 670805"/>
                <a:gd name="csY15" fmla="*/ 464502 h 468076"/>
                <a:gd name="csX16" fmla="*/ 33779 w 670805"/>
                <a:gd name="csY16" fmla="*/ 455347 h 468076"/>
                <a:gd name="csX17" fmla="*/ 0 w 670805"/>
                <a:gd name="csY17" fmla="*/ 331043 h 468076"/>
                <a:gd name="csX18" fmla="*/ 195965 w 670805"/>
                <a:gd name="csY18" fmla="*/ 90688 h 468076"/>
                <a:gd name="csX19" fmla="*/ 242578 w 670805"/>
                <a:gd name="csY19" fmla="*/ 85974 h 468076"/>
                <a:gd name="csX20" fmla="*/ 252047 w 670805"/>
                <a:gd name="csY20" fmla="*/ 71942 h 468076"/>
                <a:gd name="csX21" fmla="*/ 425454 w 670805"/>
                <a:gd name="csY21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40325 h 468076"/>
                <a:gd name="csX11" fmla="*/ 245352 w 670805"/>
                <a:gd name="csY11" fmla="*/ 137346 h 468076"/>
                <a:gd name="csX12" fmla="*/ 51655 w 670805"/>
                <a:gd name="csY12" fmla="*/ 331043 h 468076"/>
                <a:gd name="csX13" fmla="*/ 78293 w 670805"/>
                <a:gd name="csY13" fmla="*/ 429142 h 468076"/>
                <a:gd name="csX14" fmla="*/ 69138 w 670805"/>
                <a:gd name="csY14" fmla="*/ 464502 h 468076"/>
                <a:gd name="csX15" fmla="*/ 33779 w 670805"/>
                <a:gd name="csY15" fmla="*/ 455347 h 468076"/>
                <a:gd name="csX16" fmla="*/ 0 w 670805"/>
                <a:gd name="csY16" fmla="*/ 331043 h 468076"/>
                <a:gd name="csX17" fmla="*/ 195965 w 670805"/>
                <a:gd name="csY17" fmla="*/ 90688 h 468076"/>
                <a:gd name="csX18" fmla="*/ 242578 w 670805"/>
                <a:gd name="csY18" fmla="*/ 85974 h 468076"/>
                <a:gd name="csX19" fmla="*/ 252047 w 670805"/>
                <a:gd name="csY19" fmla="*/ 71942 h 468076"/>
                <a:gd name="csX20" fmla="*/ 425454 w 670805"/>
                <a:gd name="csY20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74813 w 670805"/>
                <a:gd name="csY9" fmla="*/ 140325 h 468076"/>
                <a:gd name="csX10" fmla="*/ 245352 w 670805"/>
                <a:gd name="csY10" fmla="*/ 137346 h 468076"/>
                <a:gd name="csX11" fmla="*/ 51655 w 670805"/>
                <a:gd name="csY11" fmla="*/ 331043 h 468076"/>
                <a:gd name="csX12" fmla="*/ 78293 w 670805"/>
                <a:gd name="csY12" fmla="*/ 429142 h 468076"/>
                <a:gd name="csX13" fmla="*/ 69138 w 670805"/>
                <a:gd name="csY13" fmla="*/ 464502 h 468076"/>
                <a:gd name="csX14" fmla="*/ 33779 w 670805"/>
                <a:gd name="csY14" fmla="*/ 455347 h 468076"/>
                <a:gd name="csX15" fmla="*/ 0 w 670805"/>
                <a:gd name="csY15" fmla="*/ 331043 h 468076"/>
                <a:gd name="csX16" fmla="*/ 195965 w 670805"/>
                <a:gd name="csY16" fmla="*/ 90688 h 468076"/>
                <a:gd name="csX17" fmla="*/ 242578 w 670805"/>
                <a:gd name="csY17" fmla="*/ 85974 h 468076"/>
                <a:gd name="csX18" fmla="*/ 252047 w 670805"/>
                <a:gd name="csY18" fmla="*/ 71942 h 468076"/>
                <a:gd name="csX19" fmla="*/ 425454 w 670805"/>
                <a:gd name="csY19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70805" h="468076">
                  <a:moveTo>
                    <a:pt x="425454" y="0"/>
                  </a:moveTo>
                  <a:cubicBezTo>
                    <a:pt x="560740" y="0"/>
                    <a:pt x="670802" y="110062"/>
                    <a:pt x="670805" y="245349"/>
                  </a:cubicBezTo>
                  <a:cubicBezTo>
                    <a:pt x="670805" y="289298"/>
                    <a:pt x="659038" y="332428"/>
                    <a:pt x="636780" y="370072"/>
                  </a:cubicBezTo>
                  <a:cubicBezTo>
                    <a:pt x="631962" y="378225"/>
                    <a:pt x="623357" y="382757"/>
                    <a:pt x="614525" y="382757"/>
                  </a:cubicBezTo>
                  <a:cubicBezTo>
                    <a:pt x="610058" y="382757"/>
                    <a:pt x="605529" y="381599"/>
                    <a:pt x="601404" y="379159"/>
                  </a:cubicBezTo>
                  <a:cubicBezTo>
                    <a:pt x="589128" y="371900"/>
                    <a:pt x="585058" y="356061"/>
                    <a:pt x="592320" y="343782"/>
                  </a:cubicBezTo>
                  <a:cubicBezTo>
                    <a:pt x="609876" y="314093"/>
                    <a:pt x="619153" y="280053"/>
                    <a:pt x="619153" y="245349"/>
                  </a:cubicBezTo>
                  <a:cubicBezTo>
                    <a:pt x="622963" y="94728"/>
                    <a:pt x="494277" y="52011"/>
                    <a:pt x="425457" y="51652"/>
                  </a:cubicBezTo>
                  <a:cubicBezTo>
                    <a:pt x="341397" y="51293"/>
                    <a:pt x="289591" y="112708"/>
                    <a:pt x="274813" y="140325"/>
                  </a:cubicBezTo>
                  <a:lnTo>
                    <a:pt x="245352" y="137346"/>
                  </a:lnTo>
                  <a:cubicBezTo>
                    <a:pt x="138546" y="137346"/>
                    <a:pt x="51655" y="224237"/>
                    <a:pt x="51655" y="331043"/>
                  </a:cubicBezTo>
                  <a:cubicBezTo>
                    <a:pt x="51655" y="365618"/>
                    <a:pt x="60865" y="399541"/>
                    <a:pt x="78293" y="429142"/>
                  </a:cubicBezTo>
                  <a:cubicBezTo>
                    <a:pt x="85528" y="441436"/>
                    <a:pt x="81432" y="457266"/>
                    <a:pt x="69138" y="464502"/>
                  </a:cubicBezTo>
                  <a:cubicBezTo>
                    <a:pt x="56839" y="471740"/>
                    <a:pt x="41014" y="467635"/>
                    <a:pt x="33779" y="455347"/>
                  </a:cubicBezTo>
                  <a:cubicBezTo>
                    <a:pt x="11679" y="417809"/>
                    <a:pt x="0" y="374825"/>
                    <a:pt x="0" y="331043"/>
                  </a:cubicBezTo>
                  <a:cubicBezTo>
                    <a:pt x="0" y="212667"/>
                    <a:pt x="84266" y="113604"/>
                    <a:pt x="195965" y="90688"/>
                  </a:cubicBezTo>
                  <a:lnTo>
                    <a:pt x="242578" y="85974"/>
                  </a:lnTo>
                  <a:lnTo>
                    <a:pt x="252047" y="71942"/>
                  </a:lnTo>
                  <a:cubicBezTo>
                    <a:pt x="296473" y="27516"/>
                    <a:pt x="357811" y="0"/>
                    <a:pt x="425454" y="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65F24ACC-A4FA-CECB-5048-03D8BFEEBF31}"/>
                </a:ext>
              </a:extLst>
            </p:cNvPr>
            <p:cNvSpPr/>
            <p:nvPr/>
          </p:nvSpPr>
          <p:spPr>
            <a:xfrm rot="2638066" flipH="1">
              <a:off x="8556191" y="2759477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DFC81FE-5F5B-B645-D50B-847B88E2DF62}"/>
              </a:ext>
            </a:extLst>
          </p:cNvPr>
          <p:cNvGrpSpPr/>
          <p:nvPr/>
        </p:nvGrpSpPr>
        <p:grpSpPr>
          <a:xfrm>
            <a:off x="10243400" y="2641803"/>
            <a:ext cx="1269949" cy="1583614"/>
            <a:chOff x="10243400" y="2641803"/>
            <a:chExt cx="1269949" cy="1583614"/>
          </a:xfrm>
        </p:grpSpPr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4130C681-A91C-489B-52A0-3F1E62A96256}"/>
                </a:ext>
              </a:extLst>
            </p:cNvPr>
            <p:cNvSpPr/>
            <p:nvPr/>
          </p:nvSpPr>
          <p:spPr>
            <a:xfrm>
              <a:off x="10362730" y="2772718"/>
              <a:ext cx="1150619" cy="1452699"/>
            </a:xfrm>
            <a:custGeom>
              <a:avLst/>
              <a:gdLst>
                <a:gd name="csX0" fmla="*/ 8715346 w 14886910"/>
                <a:gd name="csY0" fmla="*/ 669069 h 18795273"/>
                <a:gd name="csX1" fmla="*/ 7878996 w 14886910"/>
                <a:gd name="csY1" fmla="*/ 1505419 h 18795273"/>
                <a:gd name="csX2" fmla="*/ 7878996 w 14886910"/>
                <a:gd name="csY2" fmla="*/ 3384012 h 18795273"/>
                <a:gd name="csX3" fmla="*/ 7878996 w 14886910"/>
                <a:gd name="csY3" fmla="*/ 6377763 h 18795273"/>
                <a:gd name="csX4" fmla="*/ 7878996 w 14886910"/>
                <a:gd name="csY4" fmla="*/ 6935199 h 18795273"/>
                <a:gd name="csX5" fmla="*/ 7878699 w 14886910"/>
                <a:gd name="csY5" fmla="*/ 6935199 h 18795273"/>
                <a:gd name="csX6" fmla="*/ 7878699 w 14886910"/>
                <a:gd name="csY6" fmla="*/ 8783452 h 18795273"/>
                <a:gd name="csX7" fmla="*/ 7544962 w 14886910"/>
                <a:gd name="csY7" fmla="*/ 9117189 h 18795273"/>
                <a:gd name="csX8" fmla="*/ 7211213 w 14886910"/>
                <a:gd name="csY8" fmla="*/ 8783452 h 18795273"/>
                <a:gd name="csX9" fmla="*/ 7211213 w 14886910"/>
                <a:gd name="csY9" fmla="*/ 6935199 h 18795273"/>
                <a:gd name="csX10" fmla="*/ 7209927 w 14886910"/>
                <a:gd name="csY10" fmla="*/ 6935199 h 18795273"/>
                <a:gd name="csX11" fmla="*/ 7209927 w 14886910"/>
                <a:gd name="csY11" fmla="*/ 6377763 h 18795273"/>
                <a:gd name="csX12" fmla="*/ 7209927 w 14886910"/>
                <a:gd name="csY12" fmla="*/ 3384012 h 18795273"/>
                <a:gd name="csX13" fmla="*/ 7209927 w 14886910"/>
                <a:gd name="csY13" fmla="*/ 2584151 h 18795273"/>
                <a:gd name="csX14" fmla="*/ 7206896 w 14886910"/>
                <a:gd name="csY14" fmla="*/ 2524330 h 18795273"/>
                <a:gd name="csX15" fmla="*/ 6376901 w 14886910"/>
                <a:gd name="csY15" fmla="*/ 1775190 h 18795273"/>
                <a:gd name="csX16" fmla="*/ 5542577 w 14886910"/>
                <a:gd name="csY16" fmla="*/ 2609514 h 18795273"/>
                <a:gd name="csX17" fmla="*/ 5542577 w 14886910"/>
                <a:gd name="csY17" fmla="*/ 10571357 h 18795273"/>
                <a:gd name="csX18" fmla="*/ 5003819 w 14886910"/>
                <a:gd name="csY18" fmla="*/ 11416147 h 18795273"/>
                <a:gd name="csX19" fmla="*/ 3803996 w 14886910"/>
                <a:gd name="csY19" fmla="*/ 11037196 h 18795273"/>
                <a:gd name="csX20" fmla="*/ 2802616 w 14886910"/>
                <a:gd name="csY20" fmla="*/ 9302776 h 18795273"/>
                <a:gd name="csX21" fmla="*/ 1890760 w 14886910"/>
                <a:gd name="csY21" fmla="*/ 8603126 h 18795273"/>
                <a:gd name="csX22" fmla="*/ 1499675 w 14886910"/>
                <a:gd name="csY22" fmla="*/ 8551282 h 18795273"/>
                <a:gd name="csX23" fmla="*/ 751244 w 14886910"/>
                <a:gd name="csY23" fmla="*/ 8753124 h 18795273"/>
                <a:gd name="csX24" fmla="*/ 673518 w 14886910"/>
                <a:gd name="csY24" fmla="*/ 8854446 h 18795273"/>
                <a:gd name="csX25" fmla="*/ 690188 w 14886910"/>
                <a:gd name="csY25" fmla="*/ 8981056 h 18795273"/>
                <a:gd name="csX26" fmla="*/ 4463239 w 14886910"/>
                <a:gd name="csY26" fmla="*/ 15514110 h 18795273"/>
                <a:gd name="csX27" fmla="*/ 8991002 w 14886910"/>
                <a:gd name="csY27" fmla="*/ 18127837 h 18795273"/>
                <a:gd name="csX28" fmla="*/ 14219578 w 14886910"/>
                <a:gd name="csY28" fmla="*/ 12899247 h 18795273"/>
                <a:gd name="csX29" fmla="*/ 14219578 w 14886910"/>
                <a:gd name="csY29" fmla="*/ 8282866 h 18795273"/>
                <a:gd name="csX30" fmla="*/ 13385254 w 14886910"/>
                <a:gd name="csY30" fmla="*/ 7448555 h 18795273"/>
                <a:gd name="csX31" fmla="*/ 12550943 w 14886910"/>
                <a:gd name="csY31" fmla="*/ 8282866 h 18795273"/>
                <a:gd name="csX32" fmla="*/ 12550943 w 14886910"/>
                <a:gd name="csY32" fmla="*/ 8950314 h 18795273"/>
                <a:gd name="csX33" fmla="*/ 12217193 w 14886910"/>
                <a:gd name="csY33" fmla="*/ 9284065 h 18795273"/>
                <a:gd name="csX34" fmla="*/ 11883456 w 14886910"/>
                <a:gd name="csY34" fmla="*/ 8950314 h 18795273"/>
                <a:gd name="csX35" fmla="*/ 11883456 w 14886910"/>
                <a:gd name="csY35" fmla="*/ 7448555 h 18795273"/>
                <a:gd name="csX36" fmla="*/ 11049132 w 14886910"/>
                <a:gd name="csY36" fmla="*/ 6614231 h 18795273"/>
                <a:gd name="csX37" fmla="*/ 10214821 w 14886910"/>
                <a:gd name="csY37" fmla="*/ 7448555 h 18795273"/>
                <a:gd name="csX38" fmla="*/ 10214821 w 14886910"/>
                <a:gd name="csY38" fmla="*/ 8783452 h 18795273"/>
                <a:gd name="csX39" fmla="*/ 9881084 w 14886910"/>
                <a:gd name="csY39" fmla="*/ 9117189 h 18795273"/>
                <a:gd name="csX40" fmla="*/ 9547334 w 14886910"/>
                <a:gd name="csY40" fmla="*/ 8783452 h 18795273"/>
                <a:gd name="csX41" fmla="*/ 9547334 w 14886910"/>
                <a:gd name="csY41" fmla="*/ 6893786 h 18795273"/>
                <a:gd name="csX42" fmla="*/ 9551682 w 14886910"/>
                <a:gd name="csY42" fmla="*/ 6893786 h 18795273"/>
                <a:gd name="csX43" fmla="*/ 9551682 w 14886910"/>
                <a:gd name="csY43" fmla="*/ 6377763 h 18795273"/>
                <a:gd name="csX44" fmla="*/ 9551682 w 14886910"/>
                <a:gd name="csY44" fmla="*/ 3384012 h 18795273"/>
                <a:gd name="csX45" fmla="*/ 9551682 w 14886910"/>
                <a:gd name="csY45" fmla="*/ 1505419 h 18795273"/>
                <a:gd name="csX46" fmla="*/ 8715346 w 14886910"/>
                <a:gd name="csY46" fmla="*/ 669069 h 18795273"/>
                <a:gd name="csX47" fmla="*/ 8715346 w 14886910"/>
                <a:gd name="csY47" fmla="*/ 0 h 18795273"/>
                <a:gd name="csX48" fmla="*/ 10220751 w 14886910"/>
                <a:gd name="csY48" fmla="*/ 1505419 h 18795273"/>
                <a:gd name="csX49" fmla="*/ 10220751 w 14886910"/>
                <a:gd name="csY49" fmla="*/ 3384012 h 18795273"/>
                <a:gd name="csX50" fmla="*/ 10220751 w 14886910"/>
                <a:gd name="csY50" fmla="*/ 4435970 h 18795273"/>
                <a:gd name="csX51" fmla="*/ 10226036 w 14886910"/>
                <a:gd name="csY51" fmla="*/ 4433444 h 18795273"/>
                <a:gd name="csX52" fmla="*/ 10226036 w 14886910"/>
                <a:gd name="csY52" fmla="*/ 4990881 h 18795273"/>
                <a:gd name="csX53" fmla="*/ 10226036 w 14886910"/>
                <a:gd name="csY53" fmla="*/ 5661219 h 18795273"/>
                <a:gd name="csX54" fmla="*/ 10226036 w 14886910"/>
                <a:gd name="csY54" fmla="*/ 6198833 h 18795273"/>
                <a:gd name="csX55" fmla="*/ 10327066 w 14886910"/>
                <a:gd name="csY55" fmla="*/ 6132013 h 18795273"/>
                <a:gd name="csX56" fmla="*/ 11049067 w 14886910"/>
                <a:gd name="csY56" fmla="*/ 5946783 h 18795273"/>
                <a:gd name="csX57" fmla="*/ 12502214 w 14886910"/>
                <a:gd name="csY57" fmla="*/ 7068764 h 18795273"/>
                <a:gd name="csX58" fmla="*/ 13385151 w 14886910"/>
                <a:gd name="csY58" fmla="*/ 6781106 h 18795273"/>
                <a:gd name="csX59" fmla="*/ 14886910 w 14886910"/>
                <a:gd name="csY59" fmla="*/ 8282866 h 18795273"/>
                <a:gd name="csX60" fmla="*/ 14886910 w 14886910"/>
                <a:gd name="csY60" fmla="*/ 12899247 h 18795273"/>
                <a:gd name="csX61" fmla="*/ 8990847 w 14886910"/>
                <a:gd name="csY61" fmla="*/ 18795273 h 18795273"/>
                <a:gd name="csX62" fmla="*/ 3885056 w 14886910"/>
                <a:gd name="csY62" fmla="*/ 15847925 h 18795273"/>
                <a:gd name="csX63" fmla="*/ 112185 w 14886910"/>
                <a:gd name="csY63" fmla="*/ 9314909 h 18795273"/>
                <a:gd name="csX64" fmla="*/ 28761 w 14886910"/>
                <a:gd name="csY64" fmla="*/ 8681756 h 18795273"/>
                <a:gd name="csX65" fmla="*/ 417546 w 14886910"/>
                <a:gd name="csY65" fmla="*/ 8175096 h 18795273"/>
                <a:gd name="csX66" fmla="*/ 2063567 w 14886910"/>
                <a:gd name="csY66" fmla="*/ 7958355 h 18795273"/>
                <a:gd name="csX67" fmla="*/ 3380657 w 14886910"/>
                <a:gd name="csY67" fmla="*/ 8969039 h 18795273"/>
                <a:gd name="csX68" fmla="*/ 4382037 w 14886910"/>
                <a:gd name="csY68" fmla="*/ 10703446 h 18795273"/>
                <a:gd name="csX69" fmla="*/ 4722326 w 14886910"/>
                <a:gd name="csY69" fmla="*/ 10810892 h 18795273"/>
                <a:gd name="csX70" fmla="*/ 4875128 w 14886910"/>
                <a:gd name="csY70" fmla="*/ 10571318 h 18795273"/>
                <a:gd name="csX71" fmla="*/ 4875128 w 14886910"/>
                <a:gd name="csY71" fmla="*/ 2609514 h 18795273"/>
                <a:gd name="csX72" fmla="*/ 6376901 w 14886910"/>
                <a:gd name="csY72" fmla="*/ 1107742 h 18795273"/>
                <a:gd name="csX73" fmla="*/ 7215965 w 14886910"/>
                <a:gd name="csY73" fmla="*/ 1364570 h 18795273"/>
                <a:gd name="csX74" fmla="*/ 7217023 w 14886910"/>
                <a:gd name="csY74" fmla="*/ 1365361 h 18795273"/>
                <a:gd name="csX75" fmla="*/ 7217714 w 14886910"/>
                <a:gd name="csY75" fmla="*/ 1351717 h 18795273"/>
                <a:gd name="csX76" fmla="*/ 8715346 w 14886910"/>
                <a:gd name="csY76" fmla="*/ 0 h 1879527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</a:cxnLst>
              <a:rect l="l" t="t" r="r" b="b"/>
              <a:pathLst>
                <a:path w="14886910" h="18795273">
                  <a:moveTo>
                    <a:pt x="8715346" y="669069"/>
                  </a:moveTo>
                  <a:cubicBezTo>
                    <a:pt x="8254178" y="669069"/>
                    <a:pt x="7878996" y="1044252"/>
                    <a:pt x="7878996" y="1505419"/>
                  </a:cubicBezTo>
                  <a:lnTo>
                    <a:pt x="7878996" y="3384012"/>
                  </a:lnTo>
                  <a:lnTo>
                    <a:pt x="7878996" y="6377763"/>
                  </a:lnTo>
                  <a:lnTo>
                    <a:pt x="7878996" y="6935199"/>
                  </a:lnTo>
                  <a:lnTo>
                    <a:pt x="7878699" y="6935199"/>
                  </a:lnTo>
                  <a:lnTo>
                    <a:pt x="7878699" y="8783452"/>
                  </a:lnTo>
                  <a:cubicBezTo>
                    <a:pt x="7878699" y="8967785"/>
                    <a:pt x="7729256" y="9117189"/>
                    <a:pt x="7544962" y="9117189"/>
                  </a:cubicBezTo>
                  <a:cubicBezTo>
                    <a:pt x="7360617" y="9117189"/>
                    <a:pt x="7211213" y="8967746"/>
                    <a:pt x="7211213" y="8783452"/>
                  </a:cubicBezTo>
                  <a:lnTo>
                    <a:pt x="7211213" y="6935199"/>
                  </a:lnTo>
                  <a:lnTo>
                    <a:pt x="7209927" y="6935199"/>
                  </a:lnTo>
                  <a:lnTo>
                    <a:pt x="7209927" y="6377763"/>
                  </a:lnTo>
                  <a:lnTo>
                    <a:pt x="7209927" y="3384012"/>
                  </a:lnTo>
                  <a:lnTo>
                    <a:pt x="7209927" y="2584151"/>
                  </a:lnTo>
                  <a:lnTo>
                    <a:pt x="7206896" y="2524330"/>
                  </a:lnTo>
                  <a:cubicBezTo>
                    <a:pt x="7164088" y="2104141"/>
                    <a:pt x="6808149" y="1775190"/>
                    <a:pt x="6376901" y="1775190"/>
                  </a:cubicBezTo>
                  <a:cubicBezTo>
                    <a:pt x="5916851" y="1775190"/>
                    <a:pt x="5542577" y="2149464"/>
                    <a:pt x="5542577" y="2609514"/>
                  </a:cubicBezTo>
                  <a:lnTo>
                    <a:pt x="5542577" y="10571357"/>
                  </a:lnTo>
                  <a:cubicBezTo>
                    <a:pt x="5542577" y="10932321"/>
                    <a:pt x="5331096" y="11263913"/>
                    <a:pt x="5003819" y="11416147"/>
                  </a:cubicBezTo>
                  <a:cubicBezTo>
                    <a:pt x="4562932" y="11621091"/>
                    <a:pt x="4047124" y="11458260"/>
                    <a:pt x="3803996" y="11037196"/>
                  </a:cubicBezTo>
                  <a:lnTo>
                    <a:pt x="2802616" y="9302776"/>
                  </a:lnTo>
                  <a:cubicBezTo>
                    <a:pt x="2602066" y="8955393"/>
                    <a:pt x="2278266" y="8706889"/>
                    <a:pt x="1890760" y="8603126"/>
                  </a:cubicBezTo>
                  <a:cubicBezTo>
                    <a:pt x="1761398" y="8568456"/>
                    <a:pt x="1630058" y="8551282"/>
                    <a:pt x="1499675" y="8551282"/>
                  </a:cubicBezTo>
                  <a:cubicBezTo>
                    <a:pt x="1239426" y="8551282"/>
                    <a:pt x="982652" y="8619523"/>
                    <a:pt x="751244" y="8753124"/>
                  </a:cubicBezTo>
                  <a:cubicBezTo>
                    <a:pt x="699155" y="8783181"/>
                    <a:pt x="680173" y="8829532"/>
                    <a:pt x="673518" y="8854446"/>
                  </a:cubicBezTo>
                  <a:cubicBezTo>
                    <a:pt x="666825" y="8879360"/>
                    <a:pt x="660131" y="8928993"/>
                    <a:pt x="690188" y="8981056"/>
                  </a:cubicBezTo>
                  <a:lnTo>
                    <a:pt x="4463239" y="15514110"/>
                  </a:lnTo>
                  <a:cubicBezTo>
                    <a:pt x="5394310" y="17126302"/>
                    <a:pt x="7129247" y="18127837"/>
                    <a:pt x="8991002" y="18127837"/>
                  </a:cubicBezTo>
                  <a:cubicBezTo>
                    <a:pt x="11874048" y="18127837"/>
                    <a:pt x="14219578" y="15782294"/>
                    <a:pt x="14219578" y="12899247"/>
                  </a:cubicBezTo>
                  <a:lnTo>
                    <a:pt x="14219578" y="8282866"/>
                  </a:lnTo>
                  <a:cubicBezTo>
                    <a:pt x="14219578" y="7822829"/>
                    <a:pt x="13845317" y="7448555"/>
                    <a:pt x="13385254" y="7448555"/>
                  </a:cubicBezTo>
                  <a:cubicBezTo>
                    <a:pt x="12925204" y="7448555"/>
                    <a:pt x="12550943" y="7822829"/>
                    <a:pt x="12550943" y="8282866"/>
                  </a:cubicBezTo>
                  <a:lnTo>
                    <a:pt x="12550943" y="8950314"/>
                  </a:lnTo>
                  <a:cubicBezTo>
                    <a:pt x="12550943" y="9134660"/>
                    <a:pt x="12401539" y="9284065"/>
                    <a:pt x="12217193" y="9284065"/>
                  </a:cubicBezTo>
                  <a:cubicBezTo>
                    <a:pt x="12032860" y="9284065"/>
                    <a:pt x="11883456" y="9134621"/>
                    <a:pt x="11883456" y="8950314"/>
                  </a:cubicBezTo>
                  <a:lnTo>
                    <a:pt x="11883456" y="7448555"/>
                  </a:lnTo>
                  <a:cubicBezTo>
                    <a:pt x="11883456" y="6988505"/>
                    <a:pt x="11509182" y="6614231"/>
                    <a:pt x="11049132" y="6614231"/>
                  </a:cubicBezTo>
                  <a:cubicBezTo>
                    <a:pt x="10589095" y="6614231"/>
                    <a:pt x="10214821" y="6988505"/>
                    <a:pt x="10214821" y="7448555"/>
                  </a:cubicBezTo>
                  <a:lnTo>
                    <a:pt x="10214821" y="8783452"/>
                  </a:lnTo>
                  <a:cubicBezTo>
                    <a:pt x="10214821" y="8967785"/>
                    <a:pt x="10065378" y="9117189"/>
                    <a:pt x="9881084" y="9117189"/>
                  </a:cubicBezTo>
                  <a:cubicBezTo>
                    <a:pt x="9696738" y="9117189"/>
                    <a:pt x="9547334" y="8967746"/>
                    <a:pt x="9547334" y="8783452"/>
                  </a:cubicBezTo>
                  <a:lnTo>
                    <a:pt x="9547334" y="6893786"/>
                  </a:lnTo>
                  <a:lnTo>
                    <a:pt x="9551682" y="6893786"/>
                  </a:lnTo>
                  <a:lnTo>
                    <a:pt x="9551682" y="6377763"/>
                  </a:lnTo>
                  <a:lnTo>
                    <a:pt x="9551682" y="3384012"/>
                  </a:lnTo>
                  <a:lnTo>
                    <a:pt x="9551682" y="1505419"/>
                  </a:lnTo>
                  <a:cubicBezTo>
                    <a:pt x="9551682" y="1044252"/>
                    <a:pt x="9176461" y="669069"/>
                    <a:pt x="8715346" y="669069"/>
                  </a:cubicBezTo>
                  <a:close/>
                  <a:moveTo>
                    <a:pt x="8715346" y="0"/>
                  </a:moveTo>
                  <a:cubicBezTo>
                    <a:pt x="9545426" y="0"/>
                    <a:pt x="10220751" y="675326"/>
                    <a:pt x="10220751" y="1505419"/>
                  </a:cubicBezTo>
                  <a:lnTo>
                    <a:pt x="10220751" y="3384012"/>
                  </a:lnTo>
                  <a:lnTo>
                    <a:pt x="10220751" y="4435970"/>
                  </a:lnTo>
                  <a:lnTo>
                    <a:pt x="10226036" y="4433444"/>
                  </a:lnTo>
                  <a:lnTo>
                    <a:pt x="10226036" y="4990881"/>
                  </a:lnTo>
                  <a:lnTo>
                    <a:pt x="10226036" y="5661219"/>
                  </a:lnTo>
                  <a:lnTo>
                    <a:pt x="10226036" y="6198833"/>
                  </a:lnTo>
                  <a:lnTo>
                    <a:pt x="10327066" y="6132013"/>
                  </a:lnTo>
                  <a:cubicBezTo>
                    <a:pt x="10541428" y="6013981"/>
                    <a:pt x="10787561" y="5946783"/>
                    <a:pt x="11049067" y="5946783"/>
                  </a:cubicBezTo>
                  <a:cubicBezTo>
                    <a:pt x="11746004" y="5946783"/>
                    <a:pt x="12333569" y="6423967"/>
                    <a:pt x="12502214" y="7068764"/>
                  </a:cubicBezTo>
                  <a:cubicBezTo>
                    <a:pt x="12750175" y="6887907"/>
                    <a:pt x="13055419" y="6781106"/>
                    <a:pt x="13385151" y="6781106"/>
                  </a:cubicBezTo>
                  <a:cubicBezTo>
                    <a:pt x="14213233" y="6781106"/>
                    <a:pt x="14886910" y="7454796"/>
                    <a:pt x="14886910" y="8282866"/>
                  </a:cubicBezTo>
                  <a:lnTo>
                    <a:pt x="14886910" y="12899247"/>
                  </a:lnTo>
                  <a:cubicBezTo>
                    <a:pt x="14886910" y="16150327"/>
                    <a:pt x="12241926" y="18795273"/>
                    <a:pt x="8990847" y="18795273"/>
                  </a:cubicBezTo>
                  <a:cubicBezTo>
                    <a:pt x="6891456" y="18795273"/>
                    <a:pt x="4935048" y="17665925"/>
                    <a:pt x="3885056" y="15847925"/>
                  </a:cubicBezTo>
                  <a:lnTo>
                    <a:pt x="112185" y="9314909"/>
                  </a:lnTo>
                  <a:cubicBezTo>
                    <a:pt x="746" y="9121919"/>
                    <a:pt x="-28897" y="8897050"/>
                    <a:pt x="28761" y="8681756"/>
                  </a:cubicBezTo>
                  <a:cubicBezTo>
                    <a:pt x="86445" y="8466449"/>
                    <a:pt x="224542" y="8286497"/>
                    <a:pt x="417546" y="8175096"/>
                  </a:cubicBezTo>
                  <a:cubicBezTo>
                    <a:pt x="919295" y="7885397"/>
                    <a:pt x="1503797" y="7808382"/>
                    <a:pt x="2063567" y="7958355"/>
                  </a:cubicBezTo>
                  <a:cubicBezTo>
                    <a:pt x="2623233" y="8108328"/>
                    <a:pt x="3090958" y="8467289"/>
                    <a:pt x="3380657" y="8969039"/>
                  </a:cubicBezTo>
                  <a:lnTo>
                    <a:pt x="4382037" y="10703446"/>
                  </a:lnTo>
                  <a:cubicBezTo>
                    <a:pt x="4451028" y="10822845"/>
                    <a:pt x="4597266" y="10869080"/>
                    <a:pt x="4722326" y="10810892"/>
                  </a:cubicBezTo>
                  <a:cubicBezTo>
                    <a:pt x="4815171" y="10767720"/>
                    <a:pt x="4875128" y="10673699"/>
                    <a:pt x="4875128" y="10571318"/>
                  </a:cubicBezTo>
                  <a:lnTo>
                    <a:pt x="4875128" y="2609514"/>
                  </a:lnTo>
                  <a:cubicBezTo>
                    <a:pt x="4875128" y="1781432"/>
                    <a:pt x="5548818" y="1107742"/>
                    <a:pt x="6376901" y="1107742"/>
                  </a:cubicBezTo>
                  <a:cubicBezTo>
                    <a:pt x="6687427" y="1107742"/>
                    <a:pt x="6976243" y="1202479"/>
                    <a:pt x="7215965" y="1364570"/>
                  </a:cubicBezTo>
                  <a:lnTo>
                    <a:pt x="7217023" y="1365361"/>
                  </a:lnTo>
                  <a:lnTo>
                    <a:pt x="7217714" y="1351717"/>
                  </a:lnTo>
                  <a:cubicBezTo>
                    <a:pt x="7294948" y="593548"/>
                    <a:pt x="7937134" y="0"/>
                    <a:pt x="871534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BFAA870-33D8-9727-D790-983D62B54C00}"/>
                </a:ext>
              </a:extLst>
            </p:cNvPr>
            <p:cNvSpPr/>
            <p:nvPr/>
          </p:nvSpPr>
          <p:spPr>
            <a:xfrm>
              <a:off x="10604248" y="2641803"/>
              <a:ext cx="670805" cy="468076"/>
            </a:xfrm>
            <a:custGeom>
              <a:avLst/>
              <a:gdLst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18198 h 468076"/>
                <a:gd name="csX11" fmla="*/ 274813 w 670805"/>
                <a:gd name="csY11" fmla="*/ 140325 h 468076"/>
                <a:gd name="csX12" fmla="*/ 245352 w 670805"/>
                <a:gd name="csY12" fmla="*/ 137346 h 468076"/>
                <a:gd name="csX13" fmla="*/ 51655 w 670805"/>
                <a:gd name="csY13" fmla="*/ 331043 h 468076"/>
                <a:gd name="csX14" fmla="*/ 78293 w 670805"/>
                <a:gd name="csY14" fmla="*/ 429142 h 468076"/>
                <a:gd name="csX15" fmla="*/ 69138 w 670805"/>
                <a:gd name="csY15" fmla="*/ 464502 h 468076"/>
                <a:gd name="csX16" fmla="*/ 33779 w 670805"/>
                <a:gd name="csY16" fmla="*/ 455347 h 468076"/>
                <a:gd name="csX17" fmla="*/ 0 w 670805"/>
                <a:gd name="csY17" fmla="*/ 331043 h 468076"/>
                <a:gd name="csX18" fmla="*/ 195965 w 670805"/>
                <a:gd name="csY18" fmla="*/ 90688 h 468076"/>
                <a:gd name="csX19" fmla="*/ 242578 w 670805"/>
                <a:gd name="csY19" fmla="*/ 85974 h 468076"/>
                <a:gd name="csX20" fmla="*/ 252047 w 670805"/>
                <a:gd name="csY20" fmla="*/ 71942 h 468076"/>
                <a:gd name="csX21" fmla="*/ 425454 w 670805"/>
                <a:gd name="csY21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81977 w 670805"/>
                <a:gd name="csY9" fmla="*/ 118198 h 468076"/>
                <a:gd name="csX10" fmla="*/ 274813 w 670805"/>
                <a:gd name="csY10" fmla="*/ 140325 h 468076"/>
                <a:gd name="csX11" fmla="*/ 245352 w 670805"/>
                <a:gd name="csY11" fmla="*/ 137346 h 468076"/>
                <a:gd name="csX12" fmla="*/ 51655 w 670805"/>
                <a:gd name="csY12" fmla="*/ 331043 h 468076"/>
                <a:gd name="csX13" fmla="*/ 78293 w 670805"/>
                <a:gd name="csY13" fmla="*/ 429142 h 468076"/>
                <a:gd name="csX14" fmla="*/ 69138 w 670805"/>
                <a:gd name="csY14" fmla="*/ 464502 h 468076"/>
                <a:gd name="csX15" fmla="*/ 33779 w 670805"/>
                <a:gd name="csY15" fmla="*/ 455347 h 468076"/>
                <a:gd name="csX16" fmla="*/ 0 w 670805"/>
                <a:gd name="csY16" fmla="*/ 331043 h 468076"/>
                <a:gd name="csX17" fmla="*/ 195965 w 670805"/>
                <a:gd name="csY17" fmla="*/ 90688 h 468076"/>
                <a:gd name="csX18" fmla="*/ 242578 w 670805"/>
                <a:gd name="csY18" fmla="*/ 85974 h 468076"/>
                <a:gd name="csX19" fmla="*/ 252047 w 670805"/>
                <a:gd name="csY19" fmla="*/ 71942 h 468076"/>
                <a:gd name="csX20" fmla="*/ 425454 w 670805"/>
                <a:gd name="csY20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88556 w 670805"/>
                <a:gd name="csY8" fmla="*/ 108448 h 468076"/>
                <a:gd name="csX9" fmla="*/ 274813 w 670805"/>
                <a:gd name="csY9" fmla="*/ 140325 h 468076"/>
                <a:gd name="csX10" fmla="*/ 245352 w 670805"/>
                <a:gd name="csY10" fmla="*/ 137346 h 468076"/>
                <a:gd name="csX11" fmla="*/ 51655 w 670805"/>
                <a:gd name="csY11" fmla="*/ 331043 h 468076"/>
                <a:gd name="csX12" fmla="*/ 78293 w 670805"/>
                <a:gd name="csY12" fmla="*/ 429142 h 468076"/>
                <a:gd name="csX13" fmla="*/ 69138 w 670805"/>
                <a:gd name="csY13" fmla="*/ 464502 h 468076"/>
                <a:gd name="csX14" fmla="*/ 33779 w 670805"/>
                <a:gd name="csY14" fmla="*/ 455347 h 468076"/>
                <a:gd name="csX15" fmla="*/ 0 w 670805"/>
                <a:gd name="csY15" fmla="*/ 331043 h 468076"/>
                <a:gd name="csX16" fmla="*/ 195965 w 670805"/>
                <a:gd name="csY16" fmla="*/ 90688 h 468076"/>
                <a:gd name="csX17" fmla="*/ 242578 w 670805"/>
                <a:gd name="csY17" fmla="*/ 85974 h 468076"/>
                <a:gd name="csX18" fmla="*/ 252047 w 670805"/>
                <a:gd name="csY18" fmla="*/ 71942 h 468076"/>
                <a:gd name="csX19" fmla="*/ 425454 w 670805"/>
                <a:gd name="csY19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  <a:gd name="csX0" fmla="*/ 425454 w 670805"/>
                <a:gd name="csY0" fmla="*/ 0 h 468076"/>
                <a:gd name="csX1" fmla="*/ 670805 w 670805"/>
                <a:gd name="csY1" fmla="*/ 245349 h 468076"/>
                <a:gd name="csX2" fmla="*/ 636780 w 670805"/>
                <a:gd name="csY2" fmla="*/ 370072 h 468076"/>
                <a:gd name="csX3" fmla="*/ 614525 w 670805"/>
                <a:gd name="csY3" fmla="*/ 382757 h 468076"/>
                <a:gd name="csX4" fmla="*/ 601404 w 670805"/>
                <a:gd name="csY4" fmla="*/ 379159 h 468076"/>
                <a:gd name="csX5" fmla="*/ 592320 w 670805"/>
                <a:gd name="csY5" fmla="*/ 343782 h 468076"/>
                <a:gd name="csX6" fmla="*/ 619153 w 670805"/>
                <a:gd name="csY6" fmla="*/ 245349 h 468076"/>
                <a:gd name="csX7" fmla="*/ 425457 w 670805"/>
                <a:gd name="csY7" fmla="*/ 51652 h 468076"/>
                <a:gd name="csX8" fmla="*/ 274813 w 670805"/>
                <a:gd name="csY8" fmla="*/ 140325 h 468076"/>
                <a:gd name="csX9" fmla="*/ 245352 w 670805"/>
                <a:gd name="csY9" fmla="*/ 137346 h 468076"/>
                <a:gd name="csX10" fmla="*/ 51655 w 670805"/>
                <a:gd name="csY10" fmla="*/ 331043 h 468076"/>
                <a:gd name="csX11" fmla="*/ 78293 w 670805"/>
                <a:gd name="csY11" fmla="*/ 429142 h 468076"/>
                <a:gd name="csX12" fmla="*/ 69138 w 670805"/>
                <a:gd name="csY12" fmla="*/ 464502 h 468076"/>
                <a:gd name="csX13" fmla="*/ 33779 w 670805"/>
                <a:gd name="csY13" fmla="*/ 455347 h 468076"/>
                <a:gd name="csX14" fmla="*/ 0 w 670805"/>
                <a:gd name="csY14" fmla="*/ 331043 h 468076"/>
                <a:gd name="csX15" fmla="*/ 195965 w 670805"/>
                <a:gd name="csY15" fmla="*/ 90688 h 468076"/>
                <a:gd name="csX16" fmla="*/ 242578 w 670805"/>
                <a:gd name="csY16" fmla="*/ 85974 h 468076"/>
                <a:gd name="csX17" fmla="*/ 252047 w 670805"/>
                <a:gd name="csY17" fmla="*/ 71942 h 468076"/>
                <a:gd name="csX18" fmla="*/ 425454 w 670805"/>
                <a:gd name="csY18" fmla="*/ 0 h 468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670805" h="468076">
                  <a:moveTo>
                    <a:pt x="425454" y="0"/>
                  </a:moveTo>
                  <a:cubicBezTo>
                    <a:pt x="560740" y="0"/>
                    <a:pt x="670802" y="110062"/>
                    <a:pt x="670805" y="245349"/>
                  </a:cubicBezTo>
                  <a:cubicBezTo>
                    <a:pt x="670805" y="289298"/>
                    <a:pt x="659038" y="332428"/>
                    <a:pt x="636780" y="370072"/>
                  </a:cubicBezTo>
                  <a:cubicBezTo>
                    <a:pt x="631962" y="378225"/>
                    <a:pt x="623357" y="382757"/>
                    <a:pt x="614525" y="382757"/>
                  </a:cubicBezTo>
                  <a:cubicBezTo>
                    <a:pt x="610058" y="382757"/>
                    <a:pt x="605529" y="381599"/>
                    <a:pt x="601404" y="379159"/>
                  </a:cubicBezTo>
                  <a:cubicBezTo>
                    <a:pt x="589128" y="371900"/>
                    <a:pt x="585058" y="356061"/>
                    <a:pt x="592320" y="343782"/>
                  </a:cubicBezTo>
                  <a:cubicBezTo>
                    <a:pt x="609876" y="314093"/>
                    <a:pt x="619153" y="280053"/>
                    <a:pt x="619153" y="245349"/>
                  </a:cubicBezTo>
                  <a:cubicBezTo>
                    <a:pt x="622963" y="94728"/>
                    <a:pt x="494277" y="52011"/>
                    <a:pt x="425457" y="51652"/>
                  </a:cubicBezTo>
                  <a:cubicBezTo>
                    <a:pt x="341397" y="51293"/>
                    <a:pt x="289591" y="112708"/>
                    <a:pt x="274813" y="140325"/>
                  </a:cubicBezTo>
                  <a:lnTo>
                    <a:pt x="245352" y="137346"/>
                  </a:lnTo>
                  <a:cubicBezTo>
                    <a:pt x="138546" y="137346"/>
                    <a:pt x="51655" y="224237"/>
                    <a:pt x="51655" y="331043"/>
                  </a:cubicBezTo>
                  <a:cubicBezTo>
                    <a:pt x="51655" y="365618"/>
                    <a:pt x="60865" y="399541"/>
                    <a:pt x="78293" y="429142"/>
                  </a:cubicBezTo>
                  <a:cubicBezTo>
                    <a:pt x="85528" y="441436"/>
                    <a:pt x="81432" y="457266"/>
                    <a:pt x="69138" y="464502"/>
                  </a:cubicBezTo>
                  <a:cubicBezTo>
                    <a:pt x="56839" y="471740"/>
                    <a:pt x="41014" y="467635"/>
                    <a:pt x="33779" y="455347"/>
                  </a:cubicBezTo>
                  <a:cubicBezTo>
                    <a:pt x="11679" y="417809"/>
                    <a:pt x="0" y="374825"/>
                    <a:pt x="0" y="331043"/>
                  </a:cubicBezTo>
                  <a:cubicBezTo>
                    <a:pt x="0" y="212667"/>
                    <a:pt x="84266" y="113604"/>
                    <a:pt x="195965" y="90688"/>
                  </a:cubicBezTo>
                  <a:lnTo>
                    <a:pt x="242578" y="85974"/>
                  </a:lnTo>
                  <a:lnTo>
                    <a:pt x="252047" y="71942"/>
                  </a:lnTo>
                  <a:cubicBezTo>
                    <a:pt x="296473" y="27516"/>
                    <a:pt x="357811" y="0"/>
                    <a:pt x="425454" y="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2D152737-4F62-4C2B-F7A6-6188618B096A}"/>
                </a:ext>
              </a:extLst>
            </p:cNvPr>
            <p:cNvSpPr/>
            <p:nvPr/>
          </p:nvSpPr>
          <p:spPr>
            <a:xfrm rot="18961934" flipH="1" flipV="1">
              <a:off x="10243400" y="2759477"/>
              <a:ext cx="232728" cy="232728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</p:grpSp>
      <p:sp>
        <p:nvSpPr>
          <p:cNvPr id="8" name="Graphic 5">
            <a:extLst>
              <a:ext uri="{FF2B5EF4-FFF2-40B4-BE49-F238E27FC236}">
                <a16:creationId xmlns:a16="http://schemas.microsoft.com/office/drawing/2014/main" id="{DB9617E2-2CC7-37BB-72BE-284C03FFF3C3}"/>
              </a:ext>
            </a:extLst>
          </p:cNvPr>
          <p:cNvSpPr/>
          <p:nvPr/>
        </p:nvSpPr>
        <p:spPr>
          <a:xfrm flipH="1">
            <a:off x="4015918" y="4642328"/>
            <a:ext cx="1824177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" name="Graphic 5">
            <a:extLst>
              <a:ext uri="{FF2B5EF4-FFF2-40B4-BE49-F238E27FC236}">
                <a16:creationId xmlns:a16="http://schemas.microsoft.com/office/drawing/2014/main" id="{00AA30B3-CCE2-37D2-7546-69C4679853F2}"/>
              </a:ext>
            </a:extLst>
          </p:cNvPr>
          <p:cNvSpPr/>
          <p:nvPr/>
        </p:nvSpPr>
        <p:spPr>
          <a:xfrm>
            <a:off x="6229284" y="4642328"/>
            <a:ext cx="1824177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" name="Graphic 5">
            <a:extLst>
              <a:ext uri="{FF2B5EF4-FFF2-40B4-BE49-F238E27FC236}">
                <a16:creationId xmlns:a16="http://schemas.microsoft.com/office/drawing/2014/main" id="{F42B8E35-6482-AA03-432C-5E1FD7F2EAE5}"/>
              </a:ext>
            </a:extLst>
          </p:cNvPr>
          <p:cNvSpPr/>
          <p:nvPr/>
        </p:nvSpPr>
        <p:spPr>
          <a:xfrm rot="5400000" flipH="1">
            <a:off x="8304047" y="4642326"/>
            <a:ext cx="1502019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" name="Graphic 5">
            <a:extLst>
              <a:ext uri="{FF2B5EF4-FFF2-40B4-BE49-F238E27FC236}">
                <a16:creationId xmlns:a16="http://schemas.microsoft.com/office/drawing/2014/main" id="{3E85A2F8-832B-7539-FBB9-46AA425CE7AA}"/>
              </a:ext>
            </a:extLst>
          </p:cNvPr>
          <p:cNvSpPr/>
          <p:nvPr/>
        </p:nvSpPr>
        <p:spPr>
          <a:xfrm rot="5400000">
            <a:off x="10517413" y="4642327"/>
            <a:ext cx="1502019" cy="1502017"/>
          </a:xfrm>
          <a:custGeom>
            <a:avLst/>
            <a:gdLst>
              <a:gd name="csX0" fmla="*/ 0 w 4876800"/>
              <a:gd name="csY0" fmla="*/ 0 h 4015530"/>
              <a:gd name="csX1" fmla="*/ 1367409 w 4876800"/>
              <a:gd name="csY1" fmla="*/ 0 h 4015530"/>
              <a:gd name="csX2" fmla="*/ 2837164 w 4876800"/>
              <a:gd name="csY2" fmla="*/ 2007765 h 4015530"/>
              <a:gd name="csX3" fmla="*/ 1367400 w 4876800"/>
              <a:gd name="csY3" fmla="*/ 4015531 h 4015530"/>
              <a:gd name="csX4" fmla="*/ 0 w 4876800"/>
              <a:gd name="csY4" fmla="*/ 4015531 h 4015530"/>
              <a:gd name="csX5" fmla="*/ 1469765 w 4876800"/>
              <a:gd name="csY5" fmla="*/ 2007765 h 4015530"/>
              <a:gd name="csX6" fmla="*/ 2039636 w 4876800"/>
              <a:gd name="csY6" fmla="*/ 0 h 4015530"/>
              <a:gd name="csX7" fmla="*/ 3509401 w 4876800"/>
              <a:gd name="csY7" fmla="*/ 2007765 h 4015530"/>
              <a:gd name="csX8" fmla="*/ 2039636 w 4876800"/>
              <a:gd name="csY8" fmla="*/ 4015531 h 4015530"/>
              <a:gd name="csX9" fmla="*/ 3407035 w 4876800"/>
              <a:gd name="csY9" fmla="*/ 4015531 h 4015530"/>
              <a:gd name="csX10" fmla="*/ 4876800 w 4876800"/>
              <a:gd name="csY10" fmla="*/ 2007765 h 4015530"/>
              <a:gd name="csX11" fmla="*/ 3407035 w 4876800"/>
              <a:gd name="csY11" fmla="*/ 0 h 40155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876800" h="4015530">
                <a:moveTo>
                  <a:pt x="0" y="0"/>
                </a:moveTo>
                <a:lnTo>
                  <a:pt x="1367409" y="0"/>
                </a:lnTo>
                <a:lnTo>
                  <a:pt x="2837164" y="2007765"/>
                </a:lnTo>
                <a:lnTo>
                  <a:pt x="1367400" y="4015531"/>
                </a:lnTo>
                <a:lnTo>
                  <a:pt x="0" y="4015531"/>
                </a:lnTo>
                <a:lnTo>
                  <a:pt x="1469765" y="2007765"/>
                </a:lnTo>
                <a:close/>
                <a:moveTo>
                  <a:pt x="2039636" y="0"/>
                </a:moveTo>
                <a:lnTo>
                  <a:pt x="3509401" y="2007765"/>
                </a:lnTo>
                <a:lnTo>
                  <a:pt x="2039636" y="4015531"/>
                </a:lnTo>
                <a:lnTo>
                  <a:pt x="3407035" y="4015531"/>
                </a:lnTo>
                <a:lnTo>
                  <a:pt x="4876800" y="2007765"/>
                </a:lnTo>
                <a:lnTo>
                  <a:pt x="3407035" y="0"/>
                </a:ln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DF549ACF-F292-92D8-8595-7E6A0D424B5C}"/>
              </a:ext>
            </a:extLst>
          </p:cNvPr>
          <p:cNvSpPr/>
          <p:nvPr/>
        </p:nvSpPr>
        <p:spPr>
          <a:xfrm>
            <a:off x="4148957" y="713062"/>
            <a:ext cx="1761906" cy="1501197"/>
          </a:xfrm>
          <a:custGeom>
            <a:avLst/>
            <a:gdLst>
              <a:gd name="csX0" fmla="*/ 1621580 w 1761906"/>
              <a:gd name="csY0" fmla="*/ 797104 h 1501197"/>
              <a:gd name="csX1" fmla="*/ 1510771 w 1761906"/>
              <a:gd name="csY1" fmla="*/ 853997 h 1501197"/>
              <a:gd name="csX2" fmla="*/ 1541930 w 1761906"/>
              <a:gd name="csY2" fmla="*/ 1007859 h 1501197"/>
              <a:gd name="csX3" fmla="*/ 1692891 w 1761906"/>
              <a:gd name="csY3" fmla="*/ 964789 h 1501197"/>
              <a:gd name="csX4" fmla="*/ 1661732 w 1761906"/>
              <a:gd name="csY4" fmla="*/ 810929 h 1501197"/>
              <a:gd name="csX5" fmla="*/ 1632836 w 1761906"/>
              <a:gd name="csY5" fmla="*/ 747019 h 1501197"/>
              <a:gd name="csX6" fmla="*/ 1690897 w 1761906"/>
              <a:gd name="csY6" fmla="*/ 767010 h 1501197"/>
              <a:gd name="csX7" fmla="*/ 1735954 w 1761906"/>
              <a:gd name="csY7" fmla="*/ 989498 h 1501197"/>
              <a:gd name="csX8" fmla="*/ 1517659 w 1761906"/>
              <a:gd name="csY8" fmla="*/ 1051778 h 1501197"/>
              <a:gd name="csX9" fmla="*/ 1472603 w 1761906"/>
              <a:gd name="csY9" fmla="*/ 829289 h 1501197"/>
              <a:gd name="csX10" fmla="*/ 1632836 w 1761906"/>
              <a:gd name="csY10" fmla="*/ 747019 h 1501197"/>
              <a:gd name="csX11" fmla="*/ 547464 w 1761906"/>
              <a:gd name="csY11" fmla="*/ 44179 h 1501197"/>
              <a:gd name="csX12" fmla="*/ 373633 w 1761906"/>
              <a:gd name="csY12" fmla="*/ 227535 h 1501197"/>
              <a:gd name="csX13" fmla="*/ 435545 w 1761906"/>
              <a:gd name="csY13" fmla="*/ 379935 h 1501197"/>
              <a:gd name="csX14" fmla="*/ 514126 w 1761906"/>
              <a:gd name="csY14" fmla="*/ 487091 h 1501197"/>
              <a:gd name="csX15" fmla="*/ 480788 w 1761906"/>
              <a:gd name="csY15" fmla="*/ 649016 h 1501197"/>
              <a:gd name="csX16" fmla="*/ 354583 w 1761906"/>
              <a:gd name="csY16" fmla="*/ 691876 h 1501197"/>
              <a:gd name="csX17" fmla="*/ 324467 w 1761906"/>
              <a:gd name="csY17" fmla="*/ 690614 h 1501197"/>
              <a:gd name="csX18" fmla="*/ 307823 w 1761906"/>
              <a:gd name="csY18" fmla="*/ 687200 h 1501197"/>
              <a:gd name="csX19" fmla="*/ 283147 w 1761906"/>
              <a:gd name="csY19" fmla="*/ 677588 h 1501197"/>
              <a:gd name="csX20" fmla="*/ 258291 w 1761906"/>
              <a:gd name="csY20" fmla="*/ 613004 h 1501197"/>
              <a:gd name="csX21" fmla="*/ 204041 w 1761906"/>
              <a:gd name="csY21" fmla="*/ 574366 h 1501197"/>
              <a:gd name="csX22" fmla="*/ 145921 w 1761906"/>
              <a:gd name="csY22" fmla="*/ 632647 h 1501197"/>
              <a:gd name="csX23" fmla="*/ 182476 w 1761906"/>
              <a:gd name="csY23" fmla="*/ 723065 h 1501197"/>
              <a:gd name="csX24" fmla="*/ 264097 w 1761906"/>
              <a:gd name="csY24" fmla="*/ 703782 h 1501197"/>
              <a:gd name="csX25" fmla="*/ 295853 w 1761906"/>
              <a:gd name="csY25" fmla="*/ 702959 h 1501197"/>
              <a:gd name="csX26" fmla="*/ 311493 w 1761906"/>
              <a:gd name="csY26" fmla="*/ 703376 h 1501197"/>
              <a:gd name="csX27" fmla="*/ 353374 w 1761906"/>
              <a:gd name="csY27" fmla="*/ 718210 h 1501197"/>
              <a:gd name="csX28" fmla="*/ 409352 w 1761906"/>
              <a:gd name="csY28" fmla="*/ 815704 h 1501197"/>
              <a:gd name="csX29" fmla="*/ 352201 w 1761906"/>
              <a:gd name="csY29" fmla="*/ 970484 h 1501197"/>
              <a:gd name="csX30" fmla="*/ 234498 w 1761906"/>
              <a:gd name="csY30" fmla="*/ 995710 h 1501197"/>
              <a:gd name="csX31" fmla="*/ 213969 w 1761906"/>
              <a:gd name="csY31" fmla="*/ 988803 h 1501197"/>
              <a:gd name="csX32" fmla="*/ 212897 w 1761906"/>
              <a:gd name="csY32" fmla="*/ 987172 h 1501197"/>
              <a:gd name="csX33" fmla="*/ 145612 w 1761906"/>
              <a:gd name="csY33" fmla="*/ 958576 h 1501197"/>
              <a:gd name="csX34" fmla="*/ 50457 w 1761906"/>
              <a:gd name="csY34" fmla="*/ 1056207 h 1501197"/>
              <a:gd name="csX35" fmla="*/ 145612 w 1761906"/>
              <a:gd name="csY35" fmla="*/ 1153838 h 1501197"/>
              <a:gd name="csX36" fmla="*/ 212897 w 1761906"/>
              <a:gd name="csY36" fmla="*/ 1125243 h 1501197"/>
              <a:gd name="csX37" fmla="*/ 217063 w 1761906"/>
              <a:gd name="csY37" fmla="*/ 1118903 h 1501197"/>
              <a:gd name="csX38" fmla="*/ 230758 w 1761906"/>
              <a:gd name="csY38" fmla="*/ 1108149 h 1501197"/>
              <a:gd name="csX39" fmla="*/ 392683 w 1761906"/>
              <a:gd name="csY39" fmla="*/ 1032396 h 1501197"/>
              <a:gd name="csX40" fmla="*/ 523652 w 1761906"/>
              <a:gd name="csY40" fmla="*/ 1156220 h 1501197"/>
              <a:gd name="csX41" fmla="*/ 533177 w 1761906"/>
              <a:gd name="csY41" fmla="*/ 1451495 h 1501197"/>
              <a:gd name="csX42" fmla="*/ 687958 w 1761906"/>
              <a:gd name="csY42" fmla="*/ 1358628 h 1501197"/>
              <a:gd name="csX43" fmla="*/ 790351 w 1761906"/>
              <a:gd name="csY43" fmla="*/ 1103833 h 1501197"/>
              <a:gd name="csX44" fmla="*/ 1038001 w 1761906"/>
              <a:gd name="csY44" fmla="*/ 1170509 h 1501197"/>
              <a:gd name="csX45" fmla="*/ 1199926 w 1761906"/>
              <a:gd name="csY45" fmla="*/ 1287190 h 1501197"/>
              <a:gd name="csX46" fmla="*/ 1354707 w 1761906"/>
              <a:gd name="csY46" fmla="*/ 1125265 h 1501197"/>
              <a:gd name="csX47" fmla="*/ 1214213 w 1761906"/>
              <a:gd name="csY47" fmla="*/ 944290 h 1501197"/>
              <a:gd name="csX48" fmla="*/ 1166588 w 1761906"/>
              <a:gd name="csY48" fmla="*/ 794272 h 1501197"/>
              <a:gd name="csX49" fmla="*/ 1211834 w 1761906"/>
              <a:gd name="csY49" fmla="*/ 691875 h 1501197"/>
              <a:gd name="csX50" fmla="*/ 1409476 w 1761906"/>
              <a:gd name="csY50" fmla="*/ 565673 h 1501197"/>
              <a:gd name="csX51" fmla="*/ 1519013 w 1761906"/>
              <a:gd name="csY51" fmla="*/ 437085 h 1501197"/>
              <a:gd name="csX52" fmla="*/ 1371376 w 1761906"/>
              <a:gd name="csY52" fmla="*/ 403747 h 1501197"/>
              <a:gd name="csX53" fmla="*/ 1221357 w 1761906"/>
              <a:gd name="csY53" fmla="*/ 534716 h 1501197"/>
              <a:gd name="csX54" fmla="*/ 1097532 w 1761906"/>
              <a:gd name="csY54" fmla="*/ 441847 h 1501197"/>
              <a:gd name="csX55" fmla="*/ 1045146 w 1761906"/>
              <a:gd name="csY55" fmla="*/ 313260 h 1501197"/>
              <a:gd name="csX56" fmla="*/ 933227 w 1761906"/>
              <a:gd name="csY56" fmla="*/ 498997 h 1501197"/>
              <a:gd name="csX57" fmla="*/ 790352 w 1761906"/>
              <a:gd name="csY57" fmla="*/ 506141 h 1501197"/>
              <a:gd name="csX58" fmla="*/ 721295 w 1761906"/>
              <a:gd name="csY58" fmla="*/ 227535 h 1501197"/>
              <a:gd name="csX59" fmla="*/ 547464 w 1761906"/>
              <a:gd name="csY59" fmla="*/ 44179 h 1501197"/>
              <a:gd name="csX60" fmla="*/ 556293 w 1761906"/>
              <a:gd name="csY60" fmla="*/ 354 h 1501197"/>
              <a:gd name="csX61" fmla="*/ 759244 w 1761906"/>
              <a:gd name="csY61" fmla="*/ 108525 h 1501197"/>
              <a:gd name="csX62" fmla="*/ 766559 w 1761906"/>
              <a:gd name="csY62" fmla="*/ 346655 h 1501197"/>
              <a:gd name="csX63" fmla="*/ 874111 w 1761906"/>
              <a:gd name="csY63" fmla="*/ 474838 h 1501197"/>
              <a:gd name="csX64" fmla="*/ 991517 w 1761906"/>
              <a:gd name="csY64" fmla="*/ 293101 h 1501197"/>
              <a:gd name="csX65" fmla="*/ 1135605 w 1761906"/>
              <a:gd name="csY65" fmla="*/ 353174 h 1501197"/>
              <a:gd name="csX66" fmla="*/ 1219186 w 1761906"/>
              <a:gd name="csY66" fmla="*/ 499363 h 1501197"/>
              <a:gd name="csX67" fmla="*/ 1394850 w 1761906"/>
              <a:gd name="csY67" fmla="*/ 349188 h 1501197"/>
              <a:gd name="csX68" fmla="*/ 1559268 w 1761906"/>
              <a:gd name="csY68" fmla="*/ 441926 h 1501197"/>
              <a:gd name="csX69" fmla="*/ 1451683 w 1761906"/>
              <a:gd name="csY69" fmla="*/ 596287 h 1501197"/>
              <a:gd name="csX70" fmla="*/ 1196531 w 1761906"/>
              <a:gd name="csY70" fmla="*/ 853246 h 1501197"/>
              <a:gd name="csX71" fmla="*/ 1335843 w 1761906"/>
              <a:gd name="csY71" fmla="*/ 975934 h 1501197"/>
              <a:gd name="csX72" fmla="*/ 1352921 w 1761906"/>
              <a:gd name="csY72" fmla="*/ 1230048 h 1501197"/>
              <a:gd name="csX73" fmla="*/ 1153636 w 1761906"/>
              <a:gd name="csY73" fmla="*/ 1318694 h 1501197"/>
              <a:gd name="csX74" fmla="*/ 969296 w 1761906"/>
              <a:gd name="csY74" fmla="*/ 1167322 h 1501197"/>
              <a:gd name="csX75" fmla="*/ 780086 w 1761906"/>
              <a:gd name="csY75" fmla="*/ 1169924 h 1501197"/>
              <a:gd name="csX76" fmla="*/ 720134 w 1761906"/>
              <a:gd name="csY76" fmla="*/ 1394706 h 1501197"/>
              <a:gd name="csX77" fmla="*/ 442859 w 1761906"/>
              <a:gd name="csY77" fmla="*/ 1429441 h 1501197"/>
              <a:gd name="csX78" fmla="*/ 452760 w 1761906"/>
              <a:gd name="csY78" fmla="*/ 1229082 h 1501197"/>
              <a:gd name="csX79" fmla="*/ 410565 w 1761906"/>
              <a:gd name="csY79" fmla="*/ 1074132 h 1501197"/>
              <a:gd name="csX80" fmla="*/ 246756 w 1761906"/>
              <a:gd name="csY80" fmla="*/ 1165856 h 1501197"/>
              <a:gd name="csX81" fmla="*/ 47341 w 1761906"/>
              <a:gd name="csY81" fmla="*/ 1167083 h 1501197"/>
              <a:gd name="csX82" fmla="*/ 15067 w 1761906"/>
              <a:gd name="csY82" fmla="*/ 984875 h 1501197"/>
              <a:gd name="csX83" fmla="*/ 240869 w 1761906"/>
              <a:gd name="csY83" fmla="*/ 951145 h 1501197"/>
              <a:gd name="csX84" fmla="*/ 354828 w 1761906"/>
              <a:gd name="csY84" fmla="*/ 867497 h 1501197"/>
              <a:gd name="csX85" fmla="*/ 318938 w 1761906"/>
              <a:gd name="csY85" fmla="*/ 748365 h 1501197"/>
              <a:gd name="csX86" fmla="*/ 140858 w 1761906"/>
              <a:gd name="csY86" fmla="*/ 750024 h 1501197"/>
              <a:gd name="csX87" fmla="*/ 98892 w 1761906"/>
              <a:gd name="csY87" fmla="*/ 598901 h 1501197"/>
              <a:gd name="csX88" fmla="*/ 243718 w 1761906"/>
              <a:gd name="csY88" fmla="*/ 532248 h 1501197"/>
              <a:gd name="csX89" fmla="*/ 326559 w 1761906"/>
              <a:gd name="csY89" fmla="*/ 649919 h 1501197"/>
              <a:gd name="csX90" fmla="*/ 460843 w 1761906"/>
              <a:gd name="csY90" fmla="*/ 583398 h 1501197"/>
              <a:gd name="csX91" fmla="*/ 441383 w 1761906"/>
              <a:gd name="csY91" fmla="*/ 447664 h 1501197"/>
              <a:gd name="csX92" fmla="*/ 329732 w 1761906"/>
              <a:gd name="csY92" fmla="*/ 215024 h 1501197"/>
              <a:gd name="csX93" fmla="*/ 488968 w 1761906"/>
              <a:gd name="csY93" fmla="*/ 17686 h 1501197"/>
              <a:gd name="csX94" fmla="*/ 556293 w 1761906"/>
              <a:gd name="csY94" fmla="*/ 354 h 15011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</a:cxnLst>
            <a:rect l="l" t="t" r="r" b="b"/>
            <a:pathLst>
              <a:path w="1761906" h="1501197">
                <a:moveTo>
                  <a:pt x="1621580" y="797104"/>
                </a:moveTo>
                <a:cubicBezTo>
                  <a:pt x="1579804" y="792168"/>
                  <a:pt x="1535583" y="813211"/>
                  <a:pt x="1510771" y="853997"/>
                </a:cubicBezTo>
                <a:cubicBezTo>
                  <a:pt x="1477688" y="908378"/>
                  <a:pt x="1491638" y="977264"/>
                  <a:pt x="1541930" y="1007859"/>
                </a:cubicBezTo>
                <a:cubicBezTo>
                  <a:pt x="1592220" y="1038452"/>
                  <a:pt x="1659808" y="1019171"/>
                  <a:pt x="1692891" y="964789"/>
                </a:cubicBezTo>
                <a:cubicBezTo>
                  <a:pt x="1725973" y="910408"/>
                  <a:pt x="1712023" y="841523"/>
                  <a:pt x="1661732" y="810929"/>
                </a:cubicBezTo>
                <a:close/>
                <a:moveTo>
                  <a:pt x="1632836" y="747019"/>
                </a:moveTo>
                <a:lnTo>
                  <a:pt x="1690897" y="767010"/>
                </a:lnTo>
                <a:cubicBezTo>
                  <a:pt x="1763619" y="811250"/>
                  <a:pt x="1783792" y="910861"/>
                  <a:pt x="1735954" y="989498"/>
                </a:cubicBezTo>
                <a:cubicBezTo>
                  <a:pt x="1688114" y="1068135"/>
                  <a:pt x="1590381" y="1096017"/>
                  <a:pt x="1517659" y="1051778"/>
                </a:cubicBezTo>
                <a:cubicBezTo>
                  <a:pt x="1444936" y="1007537"/>
                  <a:pt x="1424763" y="907925"/>
                  <a:pt x="1472603" y="829289"/>
                </a:cubicBezTo>
                <a:cubicBezTo>
                  <a:pt x="1508481" y="770311"/>
                  <a:pt x="1572426" y="739882"/>
                  <a:pt x="1632836" y="747019"/>
                </a:cubicBezTo>
                <a:close/>
                <a:moveTo>
                  <a:pt x="547464" y="44179"/>
                </a:moveTo>
                <a:cubicBezTo>
                  <a:pt x="460985" y="70373"/>
                  <a:pt x="414115" y="114364"/>
                  <a:pt x="373633" y="227535"/>
                </a:cubicBezTo>
                <a:cubicBezTo>
                  <a:pt x="373633" y="328800"/>
                  <a:pt x="404986" y="334294"/>
                  <a:pt x="435545" y="379935"/>
                </a:cubicBezTo>
                <a:cubicBezTo>
                  <a:pt x="466104" y="425576"/>
                  <a:pt x="491505" y="439862"/>
                  <a:pt x="514126" y="487091"/>
                </a:cubicBezTo>
                <a:cubicBezTo>
                  <a:pt x="534366" y="520032"/>
                  <a:pt x="524842" y="578372"/>
                  <a:pt x="480788" y="649016"/>
                </a:cubicBezTo>
                <a:cubicBezTo>
                  <a:pt x="451420" y="666081"/>
                  <a:pt x="425226" y="697829"/>
                  <a:pt x="354583" y="691876"/>
                </a:cubicBezTo>
                <a:lnTo>
                  <a:pt x="324467" y="690614"/>
                </a:lnTo>
                <a:lnTo>
                  <a:pt x="307823" y="687200"/>
                </a:lnTo>
                <a:cubicBezTo>
                  <a:pt x="297077" y="684432"/>
                  <a:pt x="288044" y="681256"/>
                  <a:pt x="283147" y="677588"/>
                </a:cubicBezTo>
                <a:cubicBezTo>
                  <a:pt x="263561" y="662915"/>
                  <a:pt x="279809" y="625445"/>
                  <a:pt x="258291" y="613004"/>
                </a:cubicBezTo>
                <a:cubicBezTo>
                  <a:pt x="252113" y="585836"/>
                  <a:pt x="231649" y="572959"/>
                  <a:pt x="204041" y="574366"/>
                </a:cubicBezTo>
                <a:cubicBezTo>
                  <a:pt x="176770" y="579748"/>
                  <a:pt x="153238" y="601962"/>
                  <a:pt x="145921" y="632647"/>
                </a:cubicBezTo>
                <a:cubicBezTo>
                  <a:pt x="136163" y="673561"/>
                  <a:pt x="159605" y="708034"/>
                  <a:pt x="182476" y="723065"/>
                </a:cubicBezTo>
                <a:cubicBezTo>
                  <a:pt x="205347" y="738096"/>
                  <a:pt x="232668" y="707056"/>
                  <a:pt x="264097" y="703782"/>
                </a:cubicBezTo>
                <a:cubicBezTo>
                  <a:pt x="271954" y="702964"/>
                  <a:pt x="283261" y="702805"/>
                  <a:pt x="295853" y="702959"/>
                </a:cubicBezTo>
                <a:lnTo>
                  <a:pt x="311493" y="703376"/>
                </a:lnTo>
                <a:lnTo>
                  <a:pt x="353374" y="718210"/>
                </a:lnTo>
                <a:cubicBezTo>
                  <a:pt x="386600" y="736044"/>
                  <a:pt x="411287" y="765549"/>
                  <a:pt x="409352" y="815704"/>
                </a:cubicBezTo>
                <a:cubicBezTo>
                  <a:pt x="396255" y="927226"/>
                  <a:pt x="391491" y="917303"/>
                  <a:pt x="352201" y="970484"/>
                </a:cubicBezTo>
                <a:cubicBezTo>
                  <a:pt x="329878" y="996082"/>
                  <a:pt x="286123" y="1006500"/>
                  <a:pt x="234498" y="995710"/>
                </a:cubicBezTo>
                <a:lnTo>
                  <a:pt x="213969" y="988803"/>
                </a:lnTo>
                <a:lnTo>
                  <a:pt x="212897" y="987172"/>
                </a:lnTo>
                <a:cubicBezTo>
                  <a:pt x="195678" y="969504"/>
                  <a:pt x="171889" y="958576"/>
                  <a:pt x="145612" y="958576"/>
                </a:cubicBezTo>
                <a:cubicBezTo>
                  <a:pt x="93059" y="958576"/>
                  <a:pt x="50457" y="1002287"/>
                  <a:pt x="50457" y="1056207"/>
                </a:cubicBezTo>
                <a:cubicBezTo>
                  <a:pt x="50457" y="1110127"/>
                  <a:pt x="93059" y="1153838"/>
                  <a:pt x="145612" y="1153838"/>
                </a:cubicBezTo>
                <a:cubicBezTo>
                  <a:pt x="171889" y="1153838"/>
                  <a:pt x="195678" y="1142910"/>
                  <a:pt x="212897" y="1125243"/>
                </a:cubicBezTo>
                <a:lnTo>
                  <a:pt x="217063" y="1118903"/>
                </a:lnTo>
                <a:lnTo>
                  <a:pt x="230758" y="1108149"/>
                </a:lnTo>
                <a:cubicBezTo>
                  <a:pt x="277788" y="1069305"/>
                  <a:pt x="341883" y="1014735"/>
                  <a:pt x="392683" y="1032396"/>
                </a:cubicBezTo>
                <a:cubicBezTo>
                  <a:pt x="470471" y="1036761"/>
                  <a:pt x="512143" y="1066923"/>
                  <a:pt x="523652" y="1156220"/>
                </a:cubicBezTo>
                <a:cubicBezTo>
                  <a:pt x="501823" y="1255041"/>
                  <a:pt x="416099" y="1432047"/>
                  <a:pt x="533177" y="1451495"/>
                </a:cubicBezTo>
                <a:cubicBezTo>
                  <a:pt x="635969" y="1459036"/>
                  <a:pt x="669702" y="1406650"/>
                  <a:pt x="687958" y="1358628"/>
                </a:cubicBezTo>
                <a:cubicBezTo>
                  <a:pt x="689546" y="1301081"/>
                  <a:pt x="714152" y="1132805"/>
                  <a:pt x="790351" y="1103833"/>
                </a:cubicBezTo>
                <a:cubicBezTo>
                  <a:pt x="880838" y="1084387"/>
                  <a:pt x="955451" y="1082403"/>
                  <a:pt x="1038001" y="1170509"/>
                </a:cubicBezTo>
                <a:cubicBezTo>
                  <a:pt x="1087214" y="1244328"/>
                  <a:pt x="1147142" y="1294731"/>
                  <a:pt x="1199926" y="1287190"/>
                </a:cubicBezTo>
                <a:cubicBezTo>
                  <a:pt x="1252710" y="1279649"/>
                  <a:pt x="1343594" y="1203053"/>
                  <a:pt x="1354707" y="1125265"/>
                </a:cubicBezTo>
                <a:cubicBezTo>
                  <a:pt x="1351135" y="992709"/>
                  <a:pt x="1266204" y="1020093"/>
                  <a:pt x="1214213" y="944290"/>
                </a:cubicBezTo>
                <a:cubicBezTo>
                  <a:pt x="1193178" y="915318"/>
                  <a:pt x="1132061" y="887141"/>
                  <a:pt x="1166588" y="794272"/>
                </a:cubicBezTo>
                <a:cubicBezTo>
                  <a:pt x="1168969" y="760537"/>
                  <a:pt x="1171353" y="729975"/>
                  <a:pt x="1211834" y="691875"/>
                </a:cubicBezTo>
                <a:cubicBezTo>
                  <a:pt x="1252315" y="653775"/>
                  <a:pt x="1339626" y="604566"/>
                  <a:pt x="1409476" y="565673"/>
                </a:cubicBezTo>
                <a:cubicBezTo>
                  <a:pt x="1485279" y="527176"/>
                  <a:pt x="1510678" y="508126"/>
                  <a:pt x="1519013" y="437085"/>
                </a:cubicBezTo>
                <a:cubicBezTo>
                  <a:pt x="1505917" y="388270"/>
                  <a:pt x="1409873" y="360487"/>
                  <a:pt x="1371376" y="403747"/>
                </a:cubicBezTo>
                <a:cubicBezTo>
                  <a:pt x="1319782" y="479947"/>
                  <a:pt x="1310654" y="531145"/>
                  <a:pt x="1221357" y="534716"/>
                </a:cubicBezTo>
                <a:cubicBezTo>
                  <a:pt x="1169763" y="527969"/>
                  <a:pt x="1090388" y="504157"/>
                  <a:pt x="1097532" y="441847"/>
                </a:cubicBezTo>
                <a:cubicBezTo>
                  <a:pt x="1113407" y="323181"/>
                  <a:pt x="1045939" y="300560"/>
                  <a:pt x="1045146" y="313260"/>
                </a:cubicBezTo>
                <a:cubicBezTo>
                  <a:pt x="959025" y="327945"/>
                  <a:pt x="978074" y="458516"/>
                  <a:pt x="933227" y="498997"/>
                </a:cubicBezTo>
                <a:cubicBezTo>
                  <a:pt x="894730" y="524397"/>
                  <a:pt x="861393" y="531938"/>
                  <a:pt x="790352" y="506141"/>
                </a:cubicBezTo>
                <a:cubicBezTo>
                  <a:pt x="771302" y="487488"/>
                  <a:pt x="697880" y="468439"/>
                  <a:pt x="721295" y="227535"/>
                </a:cubicBezTo>
                <a:cubicBezTo>
                  <a:pt x="749870" y="145320"/>
                  <a:pt x="686331" y="39417"/>
                  <a:pt x="547464" y="44179"/>
                </a:cubicBezTo>
                <a:close/>
                <a:moveTo>
                  <a:pt x="556293" y="354"/>
                </a:moveTo>
                <a:cubicBezTo>
                  <a:pt x="628557" y="-3964"/>
                  <a:pt x="710782" y="31093"/>
                  <a:pt x="759244" y="108525"/>
                </a:cubicBezTo>
                <a:cubicBezTo>
                  <a:pt x="795552" y="198479"/>
                  <a:pt x="741921" y="230211"/>
                  <a:pt x="766559" y="346655"/>
                </a:cubicBezTo>
                <a:cubicBezTo>
                  <a:pt x="776281" y="412803"/>
                  <a:pt x="783459" y="483092"/>
                  <a:pt x="874111" y="474838"/>
                </a:cubicBezTo>
                <a:cubicBezTo>
                  <a:pt x="953507" y="459415"/>
                  <a:pt x="906403" y="335816"/>
                  <a:pt x="991517" y="293101"/>
                </a:cubicBezTo>
                <a:cubicBezTo>
                  <a:pt x="1036551" y="249208"/>
                  <a:pt x="1140865" y="278655"/>
                  <a:pt x="1135605" y="353174"/>
                </a:cubicBezTo>
                <a:cubicBezTo>
                  <a:pt x="1115254" y="414961"/>
                  <a:pt x="1142186" y="490378"/>
                  <a:pt x="1219186" y="499363"/>
                </a:cubicBezTo>
                <a:cubicBezTo>
                  <a:pt x="1296581" y="488967"/>
                  <a:pt x="1312262" y="375437"/>
                  <a:pt x="1394850" y="349188"/>
                </a:cubicBezTo>
                <a:cubicBezTo>
                  <a:pt x="1471442" y="344744"/>
                  <a:pt x="1519706" y="346645"/>
                  <a:pt x="1559268" y="441926"/>
                </a:cubicBezTo>
                <a:cubicBezTo>
                  <a:pt x="1565998" y="523461"/>
                  <a:pt x="1498193" y="582998"/>
                  <a:pt x="1451683" y="596287"/>
                </a:cubicBezTo>
                <a:cubicBezTo>
                  <a:pt x="1358810" y="617991"/>
                  <a:pt x="1184133" y="728784"/>
                  <a:pt x="1196531" y="853246"/>
                </a:cubicBezTo>
                <a:cubicBezTo>
                  <a:pt x="1246107" y="948319"/>
                  <a:pt x="1267502" y="941274"/>
                  <a:pt x="1335843" y="975934"/>
                </a:cubicBezTo>
                <a:cubicBezTo>
                  <a:pt x="1402169" y="1033263"/>
                  <a:pt x="1425964" y="1155371"/>
                  <a:pt x="1352921" y="1230048"/>
                </a:cubicBezTo>
                <a:cubicBezTo>
                  <a:pt x="1263237" y="1317989"/>
                  <a:pt x="1222174" y="1331828"/>
                  <a:pt x="1153636" y="1318694"/>
                </a:cubicBezTo>
                <a:cubicBezTo>
                  <a:pt x="1039522" y="1299233"/>
                  <a:pt x="1046855" y="1217426"/>
                  <a:pt x="969296" y="1167322"/>
                </a:cubicBezTo>
                <a:cubicBezTo>
                  <a:pt x="910566" y="1124667"/>
                  <a:pt x="818638" y="1106872"/>
                  <a:pt x="780086" y="1169924"/>
                </a:cubicBezTo>
                <a:cubicBezTo>
                  <a:pt x="741534" y="1232976"/>
                  <a:pt x="750419" y="1333290"/>
                  <a:pt x="720134" y="1394706"/>
                </a:cubicBezTo>
                <a:cubicBezTo>
                  <a:pt x="628353" y="1576793"/>
                  <a:pt x="461641" y="1481277"/>
                  <a:pt x="442859" y="1429441"/>
                </a:cubicBezTo>
                <a:cubicBezTo>
                  <a:pt x="398554" y="1367441"/>
                  <a:pt x="434259" y="1288645"/>
                  <a:pt x="452760" y="1229082"/>
                </a:cubicBezTo>
                <a:cubicBezTo>
                  <a:pt x="504156" y="1147673"/>
                  <a:pt x="471972" y="1097691"/>
                  <a:pt x="410565" y="1074132"/>
                </a:cubicBezTo>
                <a:cubicBezTo>
                  <a:pt x="326901" y="1052461"/>
                  <a:pt x="310306" y="1097801"/>
                  <a:pt x="246756" y="1165856"/>
                </a:cubicBezTo>
                <a:cubicBezTo>
                  <a:pt x="191445" y="1238536"/>
                  <a:pt x="96161" y="1198623"/>
                  <a:pt x="47341" y="1167083"/>
                </a:cubicBezTo>
                <a:cubicBezTo>
                  <a:pt x="-4842" y="1135548"/>
                  <a:pt x="-11148" y="1053511"/>
                  <a:pt x="15067" y="984875"/>
                </a:cubicBezTo>
                <a:cubicBezTo>
                  <a:pt x="105295" y="848318"/>
                  <a:pt x="183781" y="921242"/>
                  <a:pt x="240869" y="951145"/>
                </a:cubicBezTo>
                <a:cubicBezTo>
                  <a:pt x="272926" y="989898"/>
                  <a:pt x="339995" y="923865"/>
                  <a:pt x="354828" y="867497"/>
                </a:cubicBezTo>
                <a:cubicBezTo>
                  <a:pt x="378212" y="793028"/>
                  <a:pt x="359220" y="756343"/>
                  <a:pt x="318938" y="748365"/>
                </a:cubicBezTo>
                <a:cubicBezTo>
                  <a:pt x="261019" y="730674"/>
                  <a:pt x="222490" y="808297"/>
                  <a:pt x="140858" y="750024"/>
                </a:cubicBezTo>
                <a:cubicBezTo>
                  <a:pt x="95440" y="718942"/>
                  <a:pt x="91632" y="654254"/>
                  <a:pt x="98892" y="598901"/>
                </a:cubicBezTo>
                <a:cubicBezTo>
                  <a:pt x="155739" y="520286"/>
                  <a:pt x="181030" y="504595"/>
                  <a:pt x="243718" y="532248"/>
                </a:cubicBezTo>
                <a:cubicBezTo>
                  <a:pt x="283537" y="541387"/>
                  <a:pt x="289183" y="596005"/>
                  <a:pt x="326559" y="649919"/>
                </a:cubicBezTo>
                <a:cubicBezTo>
                  <a:pt x="398760" y="655202"/>
                  <a:pt x="442957" y="640120"/>
                  <a:pt x="460843" y="583398"/>
                </a:cubicBezTo>
                <a:cubicBezTo>
                  <a:pt x="484770" y="535132"/>
                  <a:pt x="474288" y="482995"/>
                  <a:pt x="441383" y="447664"/>
                </a:cubicBezTo>
                <a:cubicBezTo>
                  <a:pt x="391273" y="381285"/>
                  <a:pt x="333644" y="349199"/>
                  <a:pt x="329732" y="215024"/>
                </a:cubicBezTo>
                <a:cubicBezTo>
                  <a:pt x="349553" y="136000"/>
                  <a:pt x="407949" y="58001"/>
                  <a:pt x="488968" y="17686"/>
                </a:cubicBezTo>
                <a:cubicBezTo>
                  <a:pt x="509223" y="7608"/>
                  <a:pt x="532204" y="1793"/>
                  <a:pt x="556293" y="35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9" name="Freeform: Shape 148">
            <a:extLst>
              <a:ext uri="{FF2B5EF4-FFF2-40B4-BE49-F238E27FC236}">
                <a16:creationId xmlns:a16="http://schemas.microsoft.com/office/drawing/2014/main" id="{A7B8023F-5A68-2717-D5C6-E7833672B517}"/>
              </a:ext>
            </a:extLst>
          </p:cNvPr>
          <p:cNvSpPr/>
          <p:nvPr/>
        </p:nvSpPr>
        <p:spPr>
          <a:xfrm>
            <a:off x="6277800" y="713062"/>
            <a:ext cx="2144567" cy="1501197"/>
          </a:xfrm>
          <a:custGeom>
            <a:avLst/>
            <a:gdLst>
              <a:gd name="csX0" fmla="*/ 530674 w 1262390"/>
              <a:gd name="csY0" fmla="*/ 314008 h 883673"/>
              <a:gd name="csX1" fmla="*/ 656873 w 1262390"/>
              <a:gd name="csY1" fmla="*/ 440207 h 883673"/>
              <a:gd name="csX2" fmla="*/ 530674 w 1262390"/>
              <a:gd name="csY2" fmla="*/ 566406 h 883673"/>
              <a:gd name="csX3" fmla="*/ 404475 w 1262390"/>
              <a:gd name="csY3" fmla="*/ 440207 h 883673"/>
              <a:gd name="csX4" fmla="*/ 530674 w 1262390"/>
              <a:gd name="csY4" fmla="*/ 314008 h 883673"/>
              <a:gd name="csX5" fmla="*/ 437056 w 1262390"/>
              <a:gd name="csY5" fmla="*/ 131170 h 883673"/>
              <a:gd name="csX6" fmla="*/ 379076 w 1262390"/>
              <a:gd name="csY6" fmla="*/ 144183 h 883673"/>
              <a:gd name="csX7" fmla="*/ 335605 w 1262390"/>
              <a:gd name="csY7" fmla="*/ 181337 h 883673"/>
              <a:gd name="csX8" fmla="*/ 142890 w 1262390"/>
              <a:gd name="csY8" fmla="*/ 406815 h 883673"/>
              <a:gd name="csX9" fmla="*/ 131995 w 1262390"/>
              <a:gd name="csY9" fmla="*/ 431129 h 883673"/>
              <a:gd name="csX10" fmla="*/ 131995 w 1262390"/>
              <a:gd name="csY10" fmla="*/ 452456 h 883673"/>
              <a:gd name="csX11" fmla="*/ 142974 w 1262390"/>
              <a:gd name="csY11" fmla="*/ 476958 h 883673"/>
              <a:gd name="csX12" fmla="*/ 335603 w 1262390"/>
              <a:gd name="csY12" fmla="*/ 702334 h 883673"/>
              <a:gd name="csX13" fmla="*/ 378935 w 1262390"/>
              <a:gd name="csY13" fmla="*/ 739370 h 883673"/>
              <a:gd name="csX14" fmla="*/ 439805 w 1262390"/>
              <a:gd name="csY14" fmla="*/ 753031 h 883673"/>
              <a:gd name="csX15" fmla="*/ 1092622 w 1262390"/>
              <a:gd name="csY15" fmla="*/ 753031 h 883673"/>
              <a:gd name="csX16" fmla="*/ 1114325 w 1262390"/>
              <a:gd name="csY16" fmla="*/ 738918 h 883673"/>
              <a:gd name="csX17" fmla="*/ 1133598 w 1262390"/>
              <a:gd name="csY17" fmla="*/ 711340 h 883673"/>
              <a:gd name="csX18" fmla="*/ 1133598 w 1262390"/>
              <a:gd name="csY18" fmla="*/ 174430 h 883673"/>
              <a:gd name="csX19" fmla="*/ 1114325 w 1262390"/>
              <a:gd name="csY19" fmla="*/ 146853 h 883673"/>
              <a:gd name="csX20" fmla="*/ 1090210 w 1262390"/>
              <a:gd name="csY20" fmla="*/ 131170 h 883673"/>
              <a:gd name="csX21" fmla="*/ 411434 w 1262390"/>
              <a:gd name="csY21" fmla="*/ 0 h 883673"/>
              <a:gd name="csX22" fmla="*/ 1068651 w 1262390"/>
              <a:gd name="csY22" fmla="*/ 0 h 883673"/>
              <a:gd name="csX23" fmla="*/ 1262390 w 1262390"/>
              <a:gd name="csY23" fmla="*/ 189358 h 883673"/>
              <a:gd name="csX24" fmla="*/ 1262390 w 1262390"/>
              <a:gd name="csY24" fmla="*/ 694314 h 883673"/>
              <a:gd name="csX25" fmla="*/ 1068651 w 1262390"/>
              <a:gd name="csY25" fmla="*/ 883673 h 883673"/>
              <a:gd name="csX26" fmla="*/ 411434 w 1262390"/>
              <a:gd name="csY26" fmla="*/ 883673 h 883673"/>
              <a:gd name="csX27" fmla="*/ 263287 w 1262390"/>
              <a:gd name="csY27" fmla="*/ 816350 h 883673"/>
              <a:gd name="csX28" fmla="*/ 45591 w 1262390"/>
              <a:gd name="csY28" fmla="*/ 563872 h 883673"/>
              <a:gd name="csX29" fmla="*/ 45591 w 1262390"/>
              <a:gd name="csY29" fmla="*/ 319801 h 883673"/>
              <a:gd name="csX30" fmla="*/ 263287 w 1262390"/>
              <a:gd name="csY30" fmla="*/ 67325 h 883673"/>
              <a:gd name="csX31" fmla="*/ 411434 w 1262390"/>
              <a:gd name="csY31" fmla="*/ 0 h 8836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1262390" h="883673">
                <a:moveTo>
                  <a:pt x="530674" y="314008"/>
                </a:moveTo>
                <a:cubicBezTo>
                  <a:pt x="600371" y="314008"/>
                  <a:pt x="656873" y="370509"/>
                  <a:pt x="656873" y="440207"/>
                </a:cubicBezTo>
                <a:cubicBezTo>
                  <a:pt x="656873" y="509904"/>
                  <a:pt x="600371" y="566406"/>
                  <a:pt x="530674" y="566406"/>
                </a:cubicBezTo>
                <a:cubicBezTo>
                  <a:pt x="460976" y="566406"/>
                  <a:pt x="404475" y="509904"/>
                  <a:pt x="404475" y="440207"/>
                </a:cubicBezTo>
                <a:cubicBezTo>
                  <a:pt x="404475" y="370509"/>
                  <a:pt x="460976" y="314008"/>
                  <a:pt x="530674" y="314008"/>
                </a:cubicBezTo>
                <a:close/>
                <a:moveTo>
                  <a:pt x="437056" y="131170"/>
                </a:moveTo>
                <a:cubicBezTo>
                  <a:pt x="417729" y="135508"/>
                  <a:pt x="397215" y="136284"/>
                  <a:pt x="379076" y="144183"/>
                </a:cubicBezTo>
                <a:cubicBezTo>
                  <a:pt x="359837" y="156568"/>
                  <a:pt x="350096" y="168952"/>
                  <a:pt x="335605" y="181337"/>
                </a:cubicBezTo>
                <a:lnTo>
                  <a:pt x="142890" y="406815"/>
                </a:lnTo>
                <a:lnTo>
                  <a:pt x="131995" y="431129"/>
                </a:lnTo>
                <a:lnTo>
                  <a:pt x="131995" y="452456"/>
                </a:lnTo>
                <a:lnTo>
                  <a:pt x="142974" y="476958"/>
                </a:lnTo>
                <a:lnTo>
                  <a:pt x="335603" y="702334"/>
                </a:lnTo>
                <a:cubicBezTo>
                  <a:pt x="350047" y="714679"/>
                  <a:pt x="358554" y="727024"/>
                  <a:pt x="378935" y="739370"/>
                </a:cubicBezTo>
                <a:cubicBezTo>
                  <a:pt x="399225" y="747485"/>
                  <a:pt x="419515" y="748477"/>
                  <a:pt x="439805" y="753031"/>
                </a:cubicBezTo>
                <a:lnTo>
                  <a:pt x="1092622" y="753031"/>
                </a:lnTo>
                <a:lnTo>
                  <a:pt x="1114325" y="738918"/>
                </a:lnTo>
                <a:lnTo>
                  <a:pt x="1133598" y="711340"/>
                </a:lnTo>
                <a:lnTo>
                  <a:pt x="1133598" y="174430"/>
                </a:lnTo>
                <a:lnTo>
                  <a:pt x="1114325" y="146853"/>
                </a:lnTo>
                <a:lnTo>
                  <a:pt x="1090210" y="131170"/>
                </a:lnTo>
                <a:close/>
                <a:moveTo>
                  <a:pt x="411434" y="0"/>
                </a:moveTo>
                <a:lnTo>
                  <a:pt x="1068651" y="0"/>
                </a:lnTo>
                <a:cubicBezTo>
                  <a:pt x="1173606" y="0"/>
                  <a:pt x="1262390" y="82767"/>
                  <a:pt x="1262390" y="189358"/>
                </a:cubicBezTo>
                <a:lnTo>
                  <a:pt x="1262390" y="694314"/>
                </a:lnTo>
                <a:cubicBezTo>
                  <a:pt x="1262390" y="800904"/>
                  <a:pt x="1173606" y="883673"/>
                  <a:pt x="1068651" y="883673"/>
                </a:cubicBezTo>
                <a:lnTo>
                  <a:pt x="411434" y="883673"/>
                </a:lnTo>
                <a:cubicBezTo>
                  <a:pt x="354730" y="883673"/>
                  <a:pt x="300367" y="859353"/>
                  <a:pt x="263287" y="816350"/>
                </a:cubicBezTo>
                <a:lnTo>
                  <a:pt x="45591" y="563872"/>
                </a:lnTo>
                <a:cubicBezTo>
                  <a:pt x="-15197" y="493374"/>
                  <a:pt x="-15197" y="390299"/>
                  <a:pt x="45591" y="319801"/>
                </a:cubicBezTo>
                <a:lnTo>
                  <a:pt x="263287" y="67325"/>
                </a:lnTo>
                <a:cubicBezTo>
                  <a:pt x="300367" y="24320"/>
                  <a:pt x="354730" y="0"/>
                  <a:pt x="411434" y="0"/>
                </a:cubicBezTo>
                <a:close/>
              </a:path>
            </a:pathLst>
          </a:custGeom>
          <a:solidFill>
            <a:srgbClr val="000000"/>
          </a:solidFill>
          <a:ln w="2528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616E2409-7487-4EA2-AA15-7B8AF0A1BD07}"/>
              </a:ext>
            </a:extLst>
          </p:cNvPr>
          <p:cNvSpPr/>
          <p:nvPr/>
        </p:nvSpPr>
        <p:spPr>
          <a:xfrm>
            <a:off x="8647737" y="713062"/>
            <a:ext cx="2144567" cy="1501197"/>
          </a:xfrm>
          <a:custGeom>
            <a:avLst/>
            <a:gdLst>
              <a:gd name="csX0" fmla="*/ 532442 w 1262390"/>
              <a:gd name="csY0" fmla="*/ 314008 h 883673"/>
              <a:gd name="csX1" fmla="*/ 406243 w 1262390"/>
              <a:gd name="csY1" fmla="*/ 440207 h 883673"/>
              <a:gd name="csX2" fmla="*/ 532442 w 1262390"/>
              <a:gd name="csY2" fmla="*/ 566406 h 883673"/>
              <a:gd name="csX3" fmla="*/ 658640 w 1262390"/>
              <a:gd name="csY3" fmla="*/ 440207 h 883673"/>
              <a:gd name="csX4" fmla="*/ 532442 w 1262390"/>
              <a:gd name="csY4" fmla="*/ 314008 h 883673"/>
              <a:gd name="csX5" fmla="*/ 411434 w 1262390"/>
              <a:gd name="csY5" fmla="*/ 0 h 883673"/>
              <a:gd name="csX6" fmla="*/ 1068651 w 1262390"/>
              <a:gd name="csY6" fmla="*/ 0 h 883673"/>
              <a:gd name="csX7" fmla="*/ 1262390 w 1262390"/>
              <a:gd name="csY7" fmla="*/ 189358 h 883673"/>
              <a:gd name="csX8" fmla="*/ 1262390 w 1262390"/>
              <a:gd name="csY8" fmla="*/ 694314 h 883673"/>
              <a:gd name="csX9" fmla="*/ 1068651 w 1262390"/>
              <a:gd name="csY9" fmla="*/ 883673 h 883673"/>
              <a:gd name="csX10" fmla="*/ 411434 w 1262390"/>
              <a:gd name="csY10" fmla="*/ 883673 h 883673"/>
              <a:gd name="csX11" fmla="*/ 263286 w 1262390"/>
              <a:gd name="csY11" fmla="*/ 816350 h 883673"/>
              <a:gd name="csX12" fmla="*/ 45590 w 1262390"/>
              <a:gd name="csY12" fmla="*/ 563872 h 883673"/>
              <a:gd name="csX13" fmla="*/ 45590 w 1262390"/>
              <a:gd name="csY13" fmla="*/ 319801 h 883673"/>
              <a:gd name="csX14" fmla="*/ 263286 w 1262390"/>
              <a:gd name="csY14" fmla="*/ 67325 h 883673"/>
              <a:gd name="csX15" fmla="*/ 411434 w 1262390"/>
              <a:gd name="csY15" fmla="*/ 0 h 8836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62390" h="883673">
                <a:moveTo>
                  <a:pt x="532442" y="314008"/>
                </a:moveTo>
                <a:cubicBezTo>
                  <a:pt x="462744" y="314008"/>
                  <a:pt x="406243" y="370509"/>
                  <a:pt x="406243" y="440207"/>
                </a:cubicBezTo>
                <a:cubicBezTo>
                  <a:pt x="406243" y="509904"/>
                  <a:pt x="462744" y="566406"/>
                  <a:pt x="532442" y="566406"/>
                </a:cubicBezTo>
                <a:cubicBezTo>
                  <a:pt x="602139" y="566406"/>
                  <a:pt x="658640" y="509904"/>
                  <a:pt x="658640" y="440207"/>
                </a:cubicBezTo>
                <a:cubicBezTo>
                  <a:pt x="658640" y="370509"/>
                  <a:pt x="602139" y="314008"/>
                  <a:pt x="532442" y="314008"/>
                </a:cubicBezTo>
                <a:close/>
                <a:moveTo>
                  <a:pt x="411434" y="0"/>
                </a:moveTo>
                <a:lnTo>
                  <a:pt x="1068651" y="0"/>
                </a:lnTo>
                <a:cubicBezTo>
                  <a:pt x="1173606" y="0"/>
                  <a:pt x="1262390" y="82767"/>
                  <a:pt x="1262390" y="189358"/>
                </a:cubicBezTo>
                <a:lnTo>
                  <a:pt x="1262390" y="694314"/>
                </a:lnTo>
                <a:cubicBezTo>
                  <a:pt x="1262390" y="800904"/>
                  <a:pt x="1173606" y="883673"/>
                  <a:pt x="1068651" y="883673"/>
                </a:cubicBezTo>
                <a:lnTo>
                  <a:pt x="411434" y="883673"/>
                </a:lnTo>
                <a:cubicBezTo>
                  <a:pt x="354730" y="883673"/>
                  <a:pt x="300367" y="859353"/>
                  <a:pt x="263286" y="816350"/>
                </a:cubicBezTo>
                <a:lnTo>
                  <a:pt x="45590" y="563872"/>
                </a:lnTo>
                <a:cubicBezTo>
                  <a:pt x="-15197" y="493374"/>
                  <a:pt x="-15197" y="390299"/>
                  <a:pt x="45590" y="319801"/>
                </a:cubicBezTo>
                <a:lnTo>
                  <a:pt x="263286" y="67325"/>
                </a:lnTo>
                <a:cubicBezTo>
                  <a:pt x="300367" y="24320"/>
                  <a:pt x="354730" y="0"/>
                  <a:pt x="411434" y="0"/>
                </a:cubicBezTo>
                <a:close/>
              </a:path>
            </a:pathLst>
          </a:custGeom>
          <a:solidFill>
            <a:srgbClr val="000000"/>
          </a:solidFill>
          <a:ln w="2528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44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268B29E-21F6-059E-3644-042281060B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50182" y="416965"/>
            <a:ext cx="6076697" cy="6076698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A989279-42A3-29B6-FB48-45F754A3C263}"/>
              </a:ext>
            </a:extLst>
          </p:cNvPr>
          <p:cNvSpPr/>
          <p:nvPr/>
        </p:nvSpPr>
        <p:spPr>
          <a:xfrm>
            <a:off x="7703857" y="-15600"/>
            <a:ext cx="526158" cy="6741190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F0520536-EADD-C2EA-8C9E-F6F8BDA0E3BD}"/>
              </a:ext>
            </a:extLst>
          </p:cNvPr>
          <p:cNvSpPr/>
          <p:nvPr/>
        </p:nvSpPr>
        <p:spPr>
          <a:xfrm>
            <a:off x="3159894" y="-15600"/>
            <a:ext cx="526158" cy="6741190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881F435-034F-5719-6BE9-9795BDC8E853}"/>
              </a:ext>
            </a:extLst>
          </p:cNvPr>
          <p:cNvSpPr/>
          <p:nvPr/>
        </p:nvSpPr>
        <p:spPr>
          <a:xfrm rot="5400000">
            <a:off x="5389608" y="1596115"/>
            <a:ext cx="526158" cy="6741189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D3DE109-B925-8B78-A408-AC4AE4469DB0}"/>
              </a:ext>
            </a:extLst>
          </p:cNvPr>
          <p:cNvSpPr/>
          <p:nvPr/>
        </p:nvSpPr>
        <p:spPr>
          <a:xfrm rot="5400000">
            <a:off x="5987295" y="-1424557"/>
            <a:ext cx="526158" cy="6741189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5770A07-2219-7FEA-19D2-2D5E83615298}"/>
              </a:ext>
            </a:extLst>
          </p:cNvPr>
          <p:cNvSpPr/>
          <p:nvPr/>
        </p:nvSpPr>
        <p:spPr>
          <a:xfrm rot="2431229">
            <a:off x="3705210" y="-739761"/>
            <a:ext cx="526158" cy="6741189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9BDB7C4-CDAF-60C4-00B9-4A22EE4E4790}"/>
              </a:ext>
            </a:extLst>
          </p:cNvPr>
          <p:cNvSpPr/>
          <p:nvPr/>
        </p:nvSpPr>
        <p:spPr>
          <a:xfrm rot="19168771" flipH="1">
            <a:off x="3705209" y="909202"/>
            <a:ext cx="526158" cy="6741189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83B0326-F88F-8182-0A0E-3136E2425BB0}"/>
              </a:ext>
            </a:extLst>
          </p:cNvPr>
          <p:cNvGrpSpPr/>
          <p:nvPr/>
        </p:nvGrpSpPr>
        <p:grpSpPr>
          <a:xfrm>
            <a:off x="1914708" y="78180"/>
            <a:ext cx="6741190" cy="6741190"/>
            <a:chOff x="2063196" y="-15600"/>
            <a:chExt cx="6741190" cy="67411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125D150-7837-450F-32C2-6665F1609456}"/>
                </a:ext>
              </a:extLst>
            </p:cNvPr>
            <p:cNvGrpSpPr/>
            <p:nvPr/>
          </p:nvGrpSpPr>
          <p:grpSpPr>
            <a:xfrm>
              <a:off x="4401404" y="-15600"/>
              <a:ext cx="2064774" cy="6741190"/>
              <a:chOff x="4249004" y="-15600"/>
              <a:chExt cx="2064774" cy="674119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C3EEDF6-CAE1-BE14-8F9D-EB946AAC7EC3}"/>
                  </a:ext>
                </a:extLst>
              </p:cNvPr>
              <p:cNvSpPr/>
              <p:nvPr/>
            </p:nvSpPr>
            <p:spPr>
              <a:xfrm>
                <a:off x="5787620" y="-15600"/>
                <a:ext cx="526158" cy="6741190"/>
              </a:xfrm>
              <a:custGeom>
                <a:avLst/>
                <a:gdLst>
                  <a:gd name="csX0" fmla="*/ 0 w 130340"/>
                  <a:gd name="csY0" fmla="*/ 0 h 749696"/>
                  <a:gd name="csX1" fmla="*/ 130340 w 130340"/>
                  <a:gd name="csY1" fmla="*/ 0 h 749696"/>
                  <a:gd name="csX2" fmla="*/ 130340 w 130340"/>
                  <a:gd name="csY2" fmla="*/ 749696 h 749696"/>
                  <a:gd name="csX3" fmla="*/ 0 w 130340"/>
                  <a:gd name="csY3" fmla="*/ 749696 h 749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0340" h="749696">
                    <a:moveTo>
                      <a:pt x="0" y="0"/>
                    </a:moveTo>
                    <a:lnTo>
                      <a:pt x="130340" y="0"/>
                    </a:lnTo>
                    <a:lnTo>
                      <a:pt x="130340" y="749696"/>
                    </a:lnTo>
                    <a:lnTo>
                      <a:pt x="0" y="749696"/>
                    </a:lnTo>
                    <a:close/>
                  </a:path>
                </a:pathLst>
              </a:custGeom>
              <a:solidFill>
                <a:srgbClr val="92D050"/>
              </a:solidFill>
              <a:ln w="62309" cap="flat">
                <a:noFill/>
                <a:prstDash val="solid"/>
                <a:miter/>
              </a:ln>
            </p:spPr>
            <p:txBody>
              <a:bodyPr wrap="square"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917B68A-829C-27EE-B20A-A001968AD889}"/>
                  </a:ext>
                </a:extLst>
              </p:cNvPr>
              <p:cNvSpPr/>
              <p:nvPr/>
            </p:nvSpPr>
            <p:spPr>
              <a:xfrm>
                <a:off x="4249004" y="-15600"/>
                <a:ext cx="526158" cy="6741190"/>
              </a:xfrm>
              <a:custGeom>
                <a:avLst/>
                <a:gdLst>
                  <a:gd name="csX0" fmla="*/ 0 w 130340"/>
                  <a:gd name="csY0" fmla="*/ 0 h 749696"/>
                  <a:gd name="csX1" fmla="*/ 130340 w 130340"/>
                  <a:gd name="csY1" fmla="*/ 0 h 749696"/>
                  <a:gd name="csX2" fmla="*/ 130340 w 130340"/>
                  <a:gd name="csY2" fmla="*/ 749696 h 749696"/>
                  <a:gd name="csX3" fmla="*/ 0 w 130340"/>
                  <a:gd name="csY3" fmla="*/ 749696 h 749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0340" h="749696">
                    <a:moveTo>
                      <a:pt x="0" y="0"/>
                    </a:moveTo>
                    <a:lnTo>
                      <a:pt x="130340" y="0"/>
                    </a:lnTo>
                    <a:lnTo>
                      <a:pt x="130340" y="749696"/>
                    </a:lnTo>
                    <a:lnTo>
                      <a:pt x="0" y="749696"/>
                    </a:lnTo>
                    <a:close/>
                  </a:path>
                </a:pathLst>
              </a:custGeom>
              <a:solidFill>
                <a:srgbClr val="92D050"/>
              </a:solidFill>
              <a:ln w="62309" cap="flat">
                <a:noFill/>
                <a:prstDash val="solid"/>
                <a:miter/>
              </a:ln>
            </p:spPr>
            <p:txBody>
              <a:bodyPr wrap="square">
                <a:noAutofit/>
              </a:bodyPr>
              <a:lstStyle/>
              <a:p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AA9C076-4B58-4C93-9E46-812844EBC2A8}"/>
                </a:ext>
              </a:extLst>
            </p:cNvPr>
            <p:cNvGrpSpPr/>
            <p:nvPr/>
          </p:nvGrpSpPr>
          <p:grpSpPr>
            <a:xfrm rot="5400000">
              <a:off x="4401404" y="-15600"/>
              <a:ext cx="2064774" cy="6741190"/>
              <a:chOff x="4249004" y="-15600"/>
              <a:chExt cx="2064774" cy="674119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A2A48565-FC3D-8989-851E-3C0AE95C446E}"/>
                  </a:ext>
                </a:extLst>
              </p:cNvPr>
              <p:cNvSpPr/>
              <p:nvPr/>
            </p:nvSpPr>
            <p:spPr>
              <a:xfrm>
                <a:off x="5787620" y="-15600"/>
                <a:ext cx="526158" cy="6741190"/>
              </a:xfrm>
              <a:custGeom>
                <a:avLst/>
                <a:gdLst>
                  <a:gd name="csX0" fmla="*/ 0 w 130340"/>
                  <a:gd name="csY0" fmla="*/ 0 h 749696"/>
                  <a:gd name="csX1" fmla="*/ 130340 w 130340"/>
                  <a:gd name="csY1" fmla="*/ 0 h 749696"/>
                  <a:gd name="csX2" fmla="*/ 130340 w 130340"/>
                  <a:gd name="csY2" fmla="*/ 749696 h 749696"/>
                  <a:gd name="csX3" fmla="*/ 0 w 130340"/>
                  <a:gd name="csY3" fmla="*/ 749696 h 749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0340" h="749696">
                    <a:moveTo>
                      <a:pt x="0" y="0"/>
                    </a:moveTo>
                    <a:lnTo>
                      <a:pt x="130340" y="0"/>
                    </a:lnTo>
                    <a:lnTo>
                      <a:pt x="130340" y="749696"/>
                    </a:lnTo>
                    <a:lnTo>
                      <a:pt x="0" y="749696"/>
                    </a:lnTo>
                    <a:close/>
                  </a:path>
                </a:pathLst>
              </a:custGeom>
              <a:solidFill>
                <a:srgbClr val="92D050"/>
              </a:solidFill>
              <a:ln w="62309" cap="flat">
                <a:noFill/>
                <a:prstDash val="solid"/>
                <a:miter/>
              </a:ln>
            </p:spPr>
            <p:txBody>
              <a:bodyPr wrap="square"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147E511D-6E6D-73C5-2FBC-A184DB3DDE79}"/>
                  </a:ext>
                </a:extLst>
              </p:cNvPr>
              <p:cNvSpPr/>
              <p:nvPr/>
            </p:nvSpPr>
            <p:spPr>
              <a:xfrm>
                <a:off x="4249004" y="-15600"/>
                <a:ext cx="526158" cy="6741190"/>
              </a:xfrm>
              <a:custGeom>
                <a:avLst/>
                <a:gdLst>
                  <a:gd name="csX0" fmla="*/ 0 w 130340"/>
                  <a:gd name="csY0" fmla="*/ 0 h 749696"/>
                  <a:gd name="csX1" fmla="*/ 130340 w 130340"/>
                  <a:gd name="csY1" fmla="*/ 0 h 749696"/>
                  <a:gd name="csX2" fmla="*/ 130340 w 130340"/>
                  <a:gd name="csY2" fmla="*/ 749696 h 749696"/>
                  <a:gd name="csX3" fmla="*/ 0 w 130340"/>
                  <a:gd name="csY3" fmla="*/ 749696 h 749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0340" h="749696">
                    <a:moveTo>
                      <a:pt x="0" y="0"/>
                    </a:moveTo>
                    <a:lnTo>
                      <a:pt x="130340" y="0"/>
                    </a:lnTo>
                    <a:lnTo>
                      <a:pt x="130340" y="749696"/>
                    </a:lnTo>
                    <a:lnTo>
                      <a:pt x="0" y="749696"/>
                    </a:lnTo>
                    <a:close/>
                  </a:path>
                </a:pathLst>
              </a:custGeom>
              <a:solidFill>
                <a:srgbClr val="92D050"/>
              </a:solidFill>
              <a:ln w="62309" cap="flat">
                <a:noFill/>
                <a:prstDash val="solid"/>
                <a:miter/>
              </a:ln>
            </p:spPr>
            <p:txBody>
              <a:bodyPr wrap="square"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B79E19E5-0490-9FE9-CFB8-CAE8CC6CB4B6}"/>
              </a:ext>
            </a:extLst>
          </p:cNvPr>
          <p:cNvSpPr/>
          <p:nvPr/>
        </p:nvSpPr>
        <p:spPr>
          <a:xfrm>
            <a:off x="4252917" y="2416389"/>
            <a:ext cx="2064774" cy="2064774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49BBAF7-8C33-99B9-D268-377810EEF264}"/>
              </a:ext>
            </a:extLst>
          </p:cNvPr>
          <p:cNvSpPr/>
          <p:nvPr/>
        </p:nvSpPr>
        <p:spPr>
          <a:xfrm>
            <a:off x="4779074" y="2942546"/>
            <a:ext cx="1012460" cy="1012460"/>
          </a:xfrm>
          <a:prstGeom prst="ellipse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821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F235D-62F6-71E7-74B4-50705786D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C56578E-3A56-69B7-CDCC-A6EEC8003FD4}"/>
              </a:ext>
            </a:extLst>
          </p:cNvPr>
          <p:cNvSpPr/>
          <p:nvPr/>
        </p:nvSpPr>
        <p:spPr>
          <a:xfrm>
            <a:off x="7703857" y="-15600"/>
            <a:ext cx="526158" cy="6741190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C138B6E-2D1E-56E1-E717-29942EAAB013}"/>
              </a:ext>
            </a:extLst>
          </p:cNvPr>
          <p:cNvSpPr/>
          <p:nvPr/>
        </p:nvSpPr>
        <p:spPr>
          <a:xfrm>
            <a:off x="3159894" y="-15600"/>
            <a:ext cx="526158" cy="6741190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F51EB5-2624-2754-A343-341B2FAA49E7}"/>
              </a:ext>
            </a:extLst>
          </p:cNvPr>
          <p:cNvSpPr/>
          <p:nvPr/>
        </p:nvSpPr>
        <p:spPr>
          <a:xfrm rot="5400000">
            <a:off x="5389608" y="1596115"/>
            <a:ext cx="526158" cy="6741189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0A3A9D4-0717-6605-7BFF-1103CD276FA9}"/>
              </a:ext>
            </a:extLst>
          </p:cNvPr>
          <p:cNvSpPr/>
          <p:nvPr/>
        </p:nvSpPr>
        <p:spPr>
          <a:xfrm rot="5400000">
            <a:off x="5987295" y="-1424557"/>
            <a:ext cx="526158" cy="6741189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9E071CE-B239-1A70-0C61-DFD30CB68CAC}"/>
              </a:ext>
            </a:extLst>
          </p:cNvPr>
          <p:cNvSpPr/>
          <p:nvPr/>
        </p:nvSpPr>
        <p:spPr>
          <a:xfrm rot="2431229">
            <a:off x="3705210" y="-739761"/>
            <a:ext cx="526158" cy="6741189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C2E65A8-068C-D420-A229-A0E1DEA7672D}"/>
              </a:ext>
            </a:extLst>
          </p:cNvPr>
          <p:cNvSpPr/>
          <p:nvPr/>
        </p:nvSpPr>
        <p:spPr>
          <a:xfrm rot="19168771" flipH="1">
            <a:off x="3705209" y="909202"/>
            <a:ext cx="526158" cy="6741189"/>
          </a:xfrm>
          <a:custGeom>
            <a:avLst/>
            <a:gdLst>
              <a:gd name="csX0" fmla="*/ 0 w 130340"/>
              <a:gd name="csY0" fmla="*/ 0 h 749696"/>
              <a:gd name="csX1" fmla="*/ 130340 w 130340"/>
              <a:gd name="csY1" fmla="*/ 0 h 749696"/>
              <a:gd name="csX2" fmla="*/ 130340 w 130340"/>
              <a:gd name="csY2" fmla="*/ 749696 h 749696"/>
              <a:gd name="csX3" fmla="*/ 0 w 130340"/>
              <a:gd name="csY3" fmla="*/ 749696 h 7496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30340" h="749696">
                <a:moveTo>
                  <a:pt x="0" y="0"/>
                </a:moveTo>
                <a:lnTo>
                  <a:pt x="130340" y="0"/>
                </a:lnTo>
                <a:lnTo>
                  <a:pt x="130340" y="749696"/>
                </a:lnTo>
                <a:lnTo>
                  <a:pt x="0" y="749696"/>
                </a:ln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B2C5FE2-6979-C3EB-84DB-3C57F005D8F7}"/>
              </a:ext>
            </a:extLst>
          </p:cNvPr>
          <p:cNvGrpSpPr/>
          <p:nvPr/>
        </p:nvGrpSpPr>
        <p:grpSpPr>
          <a:xfrm>
            <a:off x="1914708" y="78180"/>
            <a:ext cx="6741190" cy="6741190"/>
            <a:chOff x="2063196" y="-15600"/>
            <a:chExt cx="6741190" cy="67411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92AE870-D51E-60ED-702B-5C116ECAE3E8}"/>
                </a:ext>
              </a:extLst>
            </p:cNvPr>
            <p:cNvGrpSpPr/>
            <p:nvPr/>
          </p:nvGrpSpPr>
          <p:grpSpPr>
            <a:xfrm>
              <a:off x="4401404" y="-15600"/>
              <a:ext cx="2064774" cy="6741190"/>
              <a:chOff x="4249004" y="-15600"/>
              <a:chExt cx="2064774" cy="674119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39ED9E8F-B950-F31B-AEB8-9A6278605F21}"/>
                  </a:ext>
                </a:extLst>
              </p:cNvPr>
              <p:cNvSpPr/>
              <p:nvPr/>
            </p:nvSpPr>
            <p:spPr>
              <a:xfrm>
                <a:off x="5787620" y="-15600"/>
                <a:ext cx="526158" cy="6741190"/>
              </a:xfrm>
              <a:custGeom>
                <a:avLst/>
                <a:gdLst>
                  <a:gd name="csX0" fmla="*/ 0 w 130340"/>
                  <a:gd name="csY0" fmla="*/ 0 h 749696"/>
                  <a:gd name="csX1" fmla="*/ 130340 w 130340"/>
                  <a:gd name="csY1" fmla="*/ 0 h 749696"/>
                  <a:gd name="csX2" fmla="*/ 130340 w 130340"/>
                  <a:gd name="csY2" fmla="*/ 749696 h 749696"/>
                  <a:gd name="csX3" fmla="*/ 0 w 130340"/>
                  <a:gd name="csY3" fmla="*/ 749696 h 749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0340" h="749696">
                    <a:moveTo>
                      <a:pt x="0" y="0"/>
                    </a:moveTo>
                    <a:lnTo>
                      <a:pt x="130340" y="0"/>
                    </a:lnTo>
                    <a:lnTo>
                      <a:pt x="130340" y="749696"/>
                    </a:lnTo>
                    <a:lnTo>
                      <a:pt x="0" y="749696"/>
                    </a:lnTo>
                    <a:close/>
                  </a:path>
                </a:pathLst>
              </a:custGeom>
              <a:solidFill>
                <a:srgbClr val="92D050"/>
              </a:solidFill>
              <a:ln w="62309" cap="flat">
                <a:noFill/>
                <a:prstDash val="solid"/>
                <a:miter/>
              </a:ln>
            </p:spPr>
            <p:txBody>
              <a:bodyPr wrap="square"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8B291099-4259-D2C9-502B-F39FAD9B5734}"/>
                  </a:ext>
                </a:extLst>
              </p:cNvPr>
              <p:cNvSpPr/>
              <p:nvPr/>
            </p:nvSpPr>
            <p:spPr>
              <a:xfrm>
                <a:off x="4249004" y="-15600"/>
                <a:ext cx="526158" cy="6741190"/>
              </a:xfrm>
              <a:custGeom>
                <a:avLst/>
                <a:gdLst>
                  <a:gd name="csX0" fmla="*/ 0 w 130340"/>
                  <a:gd name="csY0" fmla="*/ 0 h 749696"/>
                  <a:gd name="csX1" fmla="*/ 130340 w 130340"/>
                  <a:gd name="csY1" fmla="*/ 0 h 749696"/>
                  <a:gd name="csX2" fmla="*/ 130340 w 130340"/>
                  <a:gd name="csY2" fmla="*/ 749696 h 749696"/>
                  <a:gd name="csX3" fmla="*/ 0 w 130340"/>
                  <a:gd name="csY3" fmla="*/ 749696 h 749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0340" h="749696">
                    <a:moveTo>
                      <a:pt x="0" y="0"/>
                    </a:moveTo>
                    <a:lnTo>
                      <a:pt x="130340" y="0"/>
                    </a:lnTo>
                    <a:lnTo>
                      <a:pt x="130340" y="749696"/>
                    </a:lnTo>
                    <a:lnTo>
                      <a:pt x="0" y="749696"/>
                    </a:lnTo>
                    <a:close/>
                  </a:path>
                </a:pathLst>
              </a:custGeom>
              <a:solidFill>
                <a:srgbClr val="92D050"/>
              </a:solidFill>
              <a:ln w="62309" cap="flat">
                <a:noFill/>
                <a:prstDash val="solid"/>
                <a:miter/>
              </a:ln>
            </p:spPr>
            <p:txBody>
              <a:bodyPr wrap="square">
                <a:noAutofit/>
              </a:bodyPr>
              <a:lstStyle/>
              <a:p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0C11FB7-5D52-442E-6CE0-FC6FEA9431F7}"/>
                </a:ext>
              </a:extLst>
            </p:cNvPr>
            <p:cNvGrpSpPr/>
            <p:nvPr/>
          </p:nvGrpSpPr>
          <p:grpSpPr>
            <a:xfrm rot="5400000">
              <a:off x="4401404" y="-15600"/>
              <a:ext cx="2064774" cy="6741190"/>
              <a:chOff x="4249004" y="-15600"/>
              <a:chExt cx="2064774" cy="674119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BAD5ACCC-D597-386F-E8DB-A14E6056239D}"/>
                  </a:ext>
                </a:extLst>
              </p:cNvPr>
              <p:cNvSpPr/>
              <p:nvPr/>
            </p:nvSpPr>
            <p:spPr>
              <a:xfrm>
                <a:off x="5787620" y="-15600"/>
                <a:ext cx="526158" cy="6741190"/>
              </a:xfrm>
              <a:custGeom>
                <a:avLst/>
                <a:gdLst>
                  <a:gd name="csX0" fmla="*/ 0 w 130340"/>
                  <a:gd name="csY0" fmla="*/ 0 h 749696"/>
                  <a:gd name="csX1" fmla="*/ 130340 w 130340"/>
                  <a:gd name="csY1" fmla="*/ 0 h 749696"/>
                  <a:gd name="csX2" fmla="*/ 130340 w 130340"/>
                  <a:gd name="csY2" fmla="*/ 749696 h 749696"/>
                  <a:gd name="csX3" fmla="*/ 0 w 130340"/>
                  <a:gd name="csY3" fmla="*/ 749696 h 749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0340" h="749696">
                    <a:moveTo>
                      <a:pt x="0" y="0"/>
                    </a:moveTo>
                    <a:lnTo>
                      <a:pt x="130340" y="0"/>
                    </a:lnTo>
                    <a:lnTo>
                      <a:pt x="130340" y="749696"/>
                    </a:lnTo>
                    <a:lnTo>
                      <a:pt x="0" y="749696"/>
                    </a:lnTo>
                    <a:close/>
                  </a:path>
                </a:pathLst>
              </a:custGeom>
              <a:solidFill>
                <a:srgbClr val="92D050"/>
              </a:solidFill>
              <a:ln w="62309" cap="flat">
                <a:noFill/>
                <a:prstDash val="solid"/>
                <a:miter/>
              </a:ln>
            </p:spPr>
            <p:txBody>
              <a:bodyPr wrap="square">
                <a:noAutofit/>
              </a:bodyPr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14386625-C664-0F20-233C-02550B91761D}"/>
                  </a:ext>
                </a:extLst>
              </p:cNvPr>
              <p:cNvSpPr/>
              <p:nvPr/>
            </p:nvSpPr>
            <p:spPr>
              <a:xfrm>
                <a:off x="4249004" y="-15600"/>
                <a:ext cx="526158" cy="6741190"/>
              </a:xfrm>
              <a:custGeom>
                <a:avLst/>
                <a:gdLst>
                  <a:gd name="csX0" fmla="*/ 0 w 130340"/>
                  <a:gd name="csY0" fmla="*/ 0 h 749696"/>
                  <a:gd name="csX1" fmla="*/ 130340 w 130340"/>
                  <a:gd name="csY1" fmla="*/ 0 h 749696"/>
                  <a:gd name="csX2" fmla="*/ 130340 w 130340"/>
                  <a:gd name="csY2" fmla="*/ 749696 h 749696"/>
                  <a:gd name="csX3" fmla="*/ 0 w 130340"/>
                  <a:gd name="csY3" fmla="*/ 749696 h 7496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0340" h="749696">
                    <a:moveTo>
                      <a:pt x="0" y="0"/>
                    </a:moveTo>
                    <a:lnTo>
                      <a:pt x="130340" y="0"/>
                    </a:lnTo>
                    <a:lnTo>
                      <a:pt x="130340" y="749696"/>
                    </a:lnTo>
                    <a:lnTo>
                      <a:pt x="0" y="749696"/>
                    </a:lnTo>
                    <a:close/>
                  </a:path>
                </a:pathLst>
              </a:custGeom>
              <a:solidFill>
                <a:srgbClr val="92D050"/>
              </a:solidFill>
              <a:ln w="62309" cap="flat">
                <a:noFill/>
                <a:prstDash val="solid"/>
                <a:miter/>
              </a:ln>
            </p:spPr>
            <p:txBody>
              <a:bodyPr wrap="square">
                <a:noAutofit/>
              </a:bodyPr>
              <a:lstStyle/>
              <a:p>
                <a:endParaRPr lang="en-US"/>
              </a:p>
            </p:txBody>
          </p:sp>
        </p:grp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272264-AC8C-0D0F-CE47-CCCB12492937}"/>
              </a:ext>
            </a:extLst>
          </p:cNvPr>
          <p:cNvSpPr/>
          <p:nvPr/>
        </p:nvSpPr>
        <p:spPr>
          <a:xfrm>
            <a:off x="4252917" y="2416389"/>
            <a:ext cx="2064774" cy="2064774"/>
          </a:xfrm>
          <a:custGeom>
            <a:avLst/>
            <a:gdLst>
              <a:gd name="csX0" fmla="*/ 1032387 w 2064774"/>
              <a:gd name="csY0" fmla="*/ 526157 h 2064774"/>
              <a:gd name="csX1" fmla="*/ 526157 w 2064774"/>
              <a:gd name="csY1" fmla="*/ 1032387 h 2064774"/>
              <a:gd name="csX2" fmla="*/ 1032387 w 2064774"/>
              <a:gd name="csY2" fmla="*/ 1538617 h 2064774"/>
              <a:gd name="csX3" fmla="*/ 1538617 w 2064774"/>
              <a:gd name="csY3" fmla="*/ 1032387 h 2064774"/>
              <a:gd name="csX4" fmla="*/ 1032387 w 2064774"/>
              <a:gd name="csY4" fmla="*/ 526157 h 2064774"/>
              <a:gd name="csX5" fmla="*/ 1032387 w 2064774"/>
              <a:gd name="csY5" fmla="*/ 0 h 2064774"/>
              <a:gd name="csX6" fmla="*/ 2064774 w 2064774"/>
              <a:gd name="csY6" fmla="*/ 1032387 h 2064774"/>
              <a:gd name="csX7" fmla="*/ 1032387 w 2064774"/>
              <a:gd name="csY7" fmla="*/ 2064774 h 2064774"/>
              <a:gd name="csX8" fmla="*/ 0 w 2064774"/>
              <a:gd name="csY8" fmla="*/ 1032387 h 2064774"/>
              <a:gd name="csX9" fmla="*/ 1032387 w 2064774"/>
              <a:gd name="csY9" fmla="*/ 0 h 20647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064774" h="2064774">
                <a:moveTo>
                  <a:pt x="1032387" y="526157"/>
                </a:moveTo>
                <a:cubicBezTo>
                  <a:pt x="752804" y="526157"/>
                  <a:pt x="526157" y="752804"/>
                  <a:pt x="526157" y="1032387"/>
                </a:cubicBezTo>
                <a:cubicBezTo>
                  <a:pt x="526157" y="1311970"/>
                  <a:pt x="752804" y="1538617"/>
                  <a:pt x="1032387" y="1538617"/>
                </a:cubicBezTo>
                <a:cubicBezTo>
                  <a:pt x="1311970" y="1538617"/>
                  <a:pt x="1538617" y="1311970"/>
                  <a:pt x="1538617" y="1032387"/>
                </a:cubicBezTo>
                <a:cubicBezTo>
                  <a:pt x="1538617" y="752804"/>
                  <a:pt x="1311970" y="526157"/>
                  <a:pt x="1032387" y="526157"/>
                </a:cubicBezTo>
                <a:close/>
                <a:moveTo>
                  <a:pt x="1032387" y="0"/>
                </a:moveTo>
                <a:cubicBezTo>
                  <a:pt x="1602559" y="0"/>
                  <a:pt x="2064774" y="462215"/>
                  <a:pt x="2064774" y="1032387"/>
                </a:cubicBezTo>
                <a:cubicBezTo>
                  <a:pt x="2064774" y="1602559"/>
                  <a:pt x="1602559" y="2064774"/>
                  <a:pt x="1032387" y="2064774"/>
                </a:cubicBezTo>
                <a:cubicBezTo>
                  <a:pt x="462215" y="2064774"/>
                  <a:pt x="0" y="1602559"/>
                  <a:pt x="0" y="1032387"/>
                </a:cubicBezTo>
                <a:cubicBezTo>
                  <a:pt x="0" y="462215"/>
                  <a:pt x="462215" y="0"/>
                  <a:pt x="1032387" y="0"/>
                </a:cubicBezTo>
                <a:close/>
              </a:path>
            </a:pathLst>
          </a:custGeom>
          <a:solidFill>
            <a:schemeClr val="accent2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4552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F767D-E504-4E73-774A-A6F636FDB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E7A35B2-FB03-32CC-72BD-A510820F8712}"/>
              </a:ext>
            </a:extLst>
          </p:cNvPr>
          <p:cNvSpPr/>
          <p:nvPr/>
        </p:nvSpPr>
        <p:spPr>
          <a:xfrm>
            <a:off x="3156575" y="1682943"/>
            <a:ext cx="5063914" cy="3544741"/>
          </a:xfrm>
          <a:custGeom>
            <a:avLst/>
            <a:gdLst>
              <a:gd name="csX0" fmla="*/ 2128729 w 5063914"/>
              <a:gd name="csY0" fmla="*/ 1259603 h 3544741"/>
              <a:gd name="csX1" fmla="*/ 2634959 w 5063914"/>
              <a:gd name="csY1" fmla="*/ 1765833 h 3544741"/>
              <a:gd name="csX2" fmla="*/ 2128729 w 5063914"/>
              <a:gd name="csY2" fmla="*/ 2272063 h 3544741"/>
              <a:gd name="csX3" fmla="*/ 1622499 w 5063914"/>
              <a:gd name="csY3" fmla="*/ 1765833 h 3544741"/>
              <a:gd name="csX4" fmla="*/ 2128729 w 5063914"/>
              <a:gd name="csY4" fmla="*/ 1259603 h 3544741"/>
              <a:gd name="csX5" fmla="*/ 1753191 w 5063914"/>
              <a:gd name="csY5" fmla="*/ 526173 h 3544741"/>
              <a:gd name="csX6" fmla="*/ 1520612 w 5063914"/>
              <a:gd name="csY6" fmla="*/ 578372 h 3544741"/>
              <a:gd name="csX7" fmla="*/ 1346237 w 5063914"/>
              <a:gd name="csY7" fmla="*/ 727411 h 3544741"/>
              <a:gd name="csX8" fmla="*/ 573185 w 5063914"/>
              <a:gd name="csY8" fmla="*/ 1631884 h 3544741"/>
              <a:gd name="csX9" fmla="*/ 529479 w 5063914"/>
              <a:gd name="csY9" fmla="*/ 1729417 h 3544741"/>
              <a:gd name="csX10" fmla="*/ 529479 w 5063914"/>
              <a:gd name="csY10" fmla="*/ 1814969 h 3544741"/>
              <a:gd name="csX11" fmla="*/ 573522 w 5063914"/>
              <a:gd name="csY11" fmla="*/ 1913255 h 3544741"/>
              <a:gd name="csX12" fmla="*/ 1346226 w 5063914"/>
              <a:gd name="csY12" fmla="*/ 2817321 h 3544741"/>
              <a:gd name="csX13" fmla="*/ 1520047 w 5063914"/>
              <a:gd name="csY13" fmla="*/ 2965886 h 3544741"/>
              <a:gd name="csX14" fmla="*/ 1764218 w 5063914"/>
              <a:gd name="csY14" fmla="*/ 3020687 h 3544741"/>
              <a:gd name="csX15" fmla="*/ 4497258 w 5063914"/>
              <a:gd name="csY15" fmla="*/ 3020687 h 3544741"/>
              <a:gd name="csX16" fmla="*/ 4547283 w 5063914"/>
              <a:gd name="csY16" fmla="*/ 2961648 h 3544741"/>
              <a:gd name="csX17" fmla="*/ 4547283 w 5063914"/>
              <a:gd name="csY17" fmla="*/ 568806 h 3544741"/>
              <a:gd name="csX18" fmla="*/ 4480687 w 5063914"/>
              <a:gd name="csY18" fmla="*/ 526173 h 3544741"/>
              <a:gd name="csX19" fmla="*/ 1650413 w 5063914"/>
              <a:gd name="csY19" fmla="*/ 0 h 3544741"/>
              <a:gd name="csX20" fmla="*/ 4286755 w 5063914"/>
              <a:gd name="csY20" fmla="*/ 0 h 3544741"/>
              <a:gd name="csX21" fmla="*/ 5063914 w 5063914"/>
              <a:gd name="csY21" fmla="*/ 759587 h 3544741"/>
              <a:gd name="csX22" fmla="*/ 5063914 w 5063914"/>
              <a:gd name="csY22" fmla="*/ 2785153 h 3544741"/>
              <a:gd name="csX23" fmla="*/ 4286755 w 5063914"/>
              <a:gd name="csY23" fmla="*/ 3544741 h 3544741"/>
              <a:gd name="csX24" fmla="*/ 1650413 w 5063914"/>
              <a:gd name="csY24" fmla="*/ 3544741 h 3544741"/>
              <a:gd name="csX25" fmla="*/ 1056139 w 5063914"/>
              <a:gd name="csY25" fmla="*/ 3274682 h 3544741"/>
              <a:gd name="csX26" fmla="*/ 182880 w 5063914"/>
              <a:gd name="csY26" fmla="*/ 2261899 h 3544741"/>
              <a:gd name="csX27" fmla="*/ 182880 w 5063914"/>
              <a:gd name="csY27" fmla="*/ 1282842 h 3544741"/>
              <a:gd name="csX28" fmla="*/ 1056139 w 5063914"/>
              <a:gd name="csY28" fmla="*/ 270064 h 3544741"/>
              <a:gd name="csX29" fmla="*/ 1650413 w 5063914"/>
              <a:gd name="csY29" fmla="*/ 0 h 35447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5063914" h="3544741">
                <a:moveTo>
                  <a:pt x="2128729" y="1259603"/>
                </a:moveTo>
                <a:cubicBezTo>
                  <a:pt x="2408312" y="1259603"/>
                  <a:pt x="2634959" y="1486250"/>
                  <a:pt x="2634959" y="1765833"/>
                </a:cubicBezTo>
                <a:cubicBezTo>
                  <a:pt x="2634959" y="2045416"/>
                  <a:pt x="2408312" y="2272063"/>
                  <a:pt x="2128729" y="2272063"/>
                </a:cubicBezTo>
                <a:cubicBezTo>
                  <a:pt x="1849146" y="2272063"/>
                  <a:pt x="1622499" y="2045416"/>
                  <a:pt x="1622499" y="1765833"/>
                </a:cubicBezTo>
                <a:cubicBezTo>
                  <a:pt x="1622499" y="1486250"/>
                  <a:pt x="1849146" y="1259603"/>
                  <a:pt x="2128729" y="1259603"/>
                </a:cubicBezTo>
                <a:close/>
                <a:moveTo>
                  <a:pt x="1753191" y="526173"/>
                </a:moveTo>
                <a:cubicBezTo>
                  <a:pt x="1675665" y="543573"/>
                  <a:pt x="1593376" y="546685"/>
                  <a:pt x="1520612" y="578372"/>
                </a:cubicBezTo>
                <a:cubicBezTo>
                  <a:pt x="1443437" y="628052"/>
                  <a:pt x="1404362" y="677731"/>
                  <a:pt x="1346237" y="727411"/>
                </a:cubicBezTo>
                <a:lnTo>
                  <a:pt x="573185" y="1631884"/>
                </a:lnTo>
                <a:lnTo>
                  <a:pt x="529479" y="1729417"/>
                </a:lnTo>
                <a:lnTo>
                  <a:pt x="529479" y="1814969"/>
                </a:lnTo>
                <a:lnTo>
                  <a:pt x="573522" y="1913255"/>
                </a:lnTo>
                <a:lnTo>
                  <a:pt x="1346226" y="2817321"/>
                </a:lnTo>
                <a:cubicBezTo>
                  <a:pt x="1404166" y="2866843"/>
                  <a:pt x="1438294" y="2916364"/>
                  <a:pt x="1520047" y="2965886"/>
                </a:cubicBezTo>
                <a:cubicBezTo>
                  <a:pt x="1601437" y="2998440"/>
                  <a:pt x="1682828" y="3002420"/>
                  <a:pt x="1764218" y="3020687"/>
                </a:cubicBezTo>
                <a:lnTo>
                  <a:pt x="4497258" y="3020687"/>
                </a:lnTo>
                <a:lnTo>
                  <a:pt x="4547283" y="2961648"/>
                </a:lnTo>
                <a:lnTo>
                  <a:pt x="4547283" y="568806"/>
                </a:lnTo>
                <a:lnTo>
                  <a:pt x="4480687" y="526173"/>
                </a:lnTo>
                <a:close/>
                <a:moveTo>
                  <a:pt x="1650413" y="0"/>
                </a:moveTo>
                <a:lnTo>
                  <a:pt x="4286755" y="0"/>
                </a:lnTo>
                <a:cubicBezTo>
                  <a:pt x="4707768" y="0"/>
                  <a:pt x="5063914" y="332010"/>
                  <a:pt x="5063914" y="759587"/>
                </a:cubicBezTo>
                <a:lnTo>
                  <a:pt x="5063914" y="2785153"/>
                </a:lnTo>
                <a:cubicBezTo>
                  <a:pt x="5063914" y="3212725"/>
                  <a:pt x="4707768" y="3544741"/>
                  <a:pt x="4286755" y="3544741"/>
                </a:cubicBezTo>
                <a:lnTo>
                  <a:pt x="1650413" y="3544741"/>
                </a:lnTo>
                <a:cubicBezTo>
                  <a:pt x="1422952" y="3544741"/>
                  <a:pt x="1204884" y="3447184"/>
                  <a:pt x="1056139" y="3274682"/>
                </a:cubicBezTo>
                <a:lnTo>
                  <a:pt x="182880" y="2261899"/>
                </a:lnTo>
                <a:cubicBezTo>
                  <a:pt x="-60960" y="1979105"/>
                  <a:pt x="-60960" y="1565636"/>
                  <a:pt x="182880" y="1282842"/>
                </a:cubicBezTo>
                <a:lnTo>
                  <a:pt x="1056139" y="270064"/>
                </a:lnTo>
                <a:cubicBezTo>
                  <a:pt x="1204884" y="97556"/>
                  <a:pt x="1422954" y="0"/>
                  <a:pt x="1650413" y="0"/>
                </a:cubicBezTo>
                <a:close/>
              </a:path>
            </a:pathLst>
          </a:custGeom>
          <a:solidFill>
            <a:srgbClr val="000000"/>
          </a:solidFill>
          <a:ln w="2528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69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0562" y="332597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6359" y="332597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4256" y="332597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37940" y="332597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5941" y="332597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5990" y="332597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6814" y="332597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16286" y="332597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30237" y="332597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92765" y="332597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957" y="332597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32052" y="332597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88459" y="332597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1380</TotalTime>
  <Words>15</Words>
  <Application>Microsoft Office PowerPoint</Application>
  <PresentationFormat>Widescreen</PresentationFormat>
  <Paragraphs>12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38</cp:revision>
  <dcterms:created xsi:type="dcterms:W3CDTF">2026-02-24T23:11:14Z</dcterms:created>
  <dcterms:modified xsi:type="dcterms:W3CDTF">2026-07-23T10:28:35Z</dcterms:modified>
</cp:coreProperties>
</file>