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5" r:id="rId3"/>
    <p:sldId id="257" r:id="rId4"/>
    <p:sldId id="256" r:id="rId5"/>
    <p:sldId id="259" r:id="rId6"/>
    <p:sldId id="261" r:id="rId7"/>
    <p:sldId id="264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95F2"/>
    <a:srgbClr val="DFA0F3"/>
    <a:srgbClr val="DE9EF3"/>
    <a:srgbClr val="D182F0"/>
    <a:srgbClr val="E5ACF4"/>
    <a:srgbClr val="E685ED"/>
    <a:srgbClr val="FF3B4D"/>
    <a:srgbClr val="FF556E"/>
    <a:srgbClr val="FF0000"/>
    <a:srgbClr val="FF65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66" d="100"/>
          <a:sy n="66" d="100"/>
        </p:scale>
        <p:origin x="490" y="5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2591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gradFill flip="none" rotWithShape="1">
          <a:gsLst>
            <a:gs pos="0">
              <a:schemeClr val="bg1">
                <a:lumMod val="95000"/>
              </a:schemeClr>
            </a:gs>
            <a:gs pos="97000">
              <a:schemeClr val="accent1">
                <a:lumMod val="40000"/>
                <a:lumOff val="6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172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gradFill flip="none" rotWithShape="1">
          <a:gsLst>
            <a:gs pos="0">
              <a:schemeClr val="bg1">
                <a:lumMod val="95000"/>
              </a:schemeClr>
            </a:gs>
            <a:gs pos="97000">
              <a:schemeClr val="accent2">
                <a:lumMod val="40000"/>
                <a:lumOff val="6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789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gradFill flip="none" rotWithShape="1">
          <a:gsLst>
            <a:gs pos="0">
              <a:schemeClr val="bg1">
                <a:lumMod val="95000"/>
              </a:schemeClr>
            </a:gs>
            <a:gs pos="97000">
              <a:schemeClr val="accent4">
                <a:lumMod val="40000"/>
                <a:lumOff val="6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7282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gradFill flip="none" rotWithShape="1">
          <a:gsLst>
            <a:gs pos="0">
              <a:schemeClr val="bg1">
                <a:lumMod val="95000"/>
              </a:schemeClr>
            </a:gs>
            <a:gs pos="97000">
              <a:schemeClr val="accent6">
                <a:lumMod val="40000"/>
                <a:lumOff val="6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9019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bg>
      <p:bgPr>
        <a:gradFill flip="none" rotWithShape="1">
          <a:gsLst>
            <a:gs pos="0">
              <a:schemeClr val="bg1">
                <a:lumMod val="50000"/>
              </a:schemeClr>
            </a:gs>
            <a:gs pos="97000">
              <a:schemeClr val="tx1">
                <a:lumMod val="75000"/>
                <a:lumOff val="2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95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A9DB6F-C86C-300D-D2D5-E920132438A1}"/>
              </a:ext>
            </a:extLst>
          </p:cNvPr>
          <p:cNvSpPr txBox="1"/>
          <p:nvPr userDrawn="1"/>
        </p:nvSpPr>
        <p:spPr>
          <a:xfrm>
            <a:off x="2967318" y="995082"/>
            <a:ext cx="53711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Modifier le template dans </a:t>
            </a:r>
            <a:r>
              <a:rPr lang="en-US" dirty="0" err="1"/>
              <a:t>ce</a:t>
            </a:r>
            <a:r>
              <a:rPr lang="en-US" dirty="0"/>
              <a:t> dossier:</a:t>
            </a:r>
          </a:p>
          <a:p>
            <a:endParaRPr lang="en-US" dirty="0"/>
          </a:p>
          <a:p>
            <a:r>
              <a:rPr lang="en-US" dirty="0"/>
              <a:t>C:\Users\pierr\AppData\Roaming\Microsoft\Templates</a:t>
            </a:r>
          </a:p>
        </p:txBody>
      </p:sp>
    </p:spTree>
    <p:extLst>
      <p:ext uri="{BB962C8B-B14F-4D97-AF65-F5344CB8AC3E}">
        <p14:creationId xmlns:p14="http://schemas.microsoft.com/office/powerpoint/2010/main" val="1539821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97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6359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4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1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svg"/><Relationship Id="rId14" Type="http://schemas.openxmlformats.org/officeDocument/2006/relationships/image" Target="../media/image2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35.svg"/><Relationship Id="rId3" Type="http://schemas.openxmlformats.org/officeDocument/2006/relationships/image" Target="../media/image26.svg"/><Relationship Id="rId7" Type="http://schemas.openxmlformats.org/officeDocument/2006/relationships/image" Target="../media/image16.svg"/><Relationship Id="rId12" Type="http://schemas.openxmlformats.org/officeDocument/2006/relationships/image" Target="../media/image34.sv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svg"/><Relationship Id="rId11" Type="http://schemas.openxmlformats.org/officeDocument/2006/relationships/image" Target="../media/image33.svg"/><Relationship Id="rId5" Type="http://schemas.openxmlformats.org/officeDocument/2006/relationships/image" Target="../media/image28.svg"/><Relationship Id="rId10" Type="http://schemas.openxmlformats.org/officeDocument/2006/relationships/image" Target="../media/image32.svg"/><Relationship Id="rId4" Type="http://schemas.openxmlformats.org/officeDocument/2006/relationships/image" Target="../media/image27.svg"/><Relationship Id="rId9" Type="http://schemas.openxmlformats.org/officeDocument/2006/relationships/image" Target="../media/image31.svg"/><Relationship Id="rId14" Type="http://schemas.openxmlformats.org/officeDocument/2006/relationships/image" Target="../media/image3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5EAD930-756B-D9F1-C4F3-6B4C9C051D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2827" y="746156"/>
            <a:ext cx="1440000" cy="104046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DFC2D59-AF15-FFE3-B5EB-D19F3410AA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62461" y="546387"/>
            <a:ext cx="1358961" cy="1440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2FFAE92-C5DA-96C4-03CA-25E48AA00A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1056" y="550818"/>
            <a:ext cx="1440000" cy="1431139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3E2A251-19FD-61F0-7453-5E34FE6644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80690" y="546387"/>
            <a:ext cx="1440000" cy="1440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6CC2A570-2385-2863-FE03-5BD02101E8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30323" y="546387"/>
            <a:ext cx="1358960" cy="1440000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337DFBAF-91A8-CC5E-1CB7-682F863891E2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1196" y="2908768"/>
            <a:ext cx="1440000" cy="1040462"/>
          </a:xfrm>
          <a:prstGeom prst="rect">
            <a:avLst/>
          </a:prstGeom>
          <a:effectLst>
            <a:glow rad="368300">
              <a:schemeClr val="bg1"/>
            </a:glow>
          </a:effectLst>
        </p:spPr>
      </p:pic>
      <p:pic>
        <p:nvPicPr>
          <p:cNvPr id="76" name="Graphic 75">
            <a:extLst>
              <a:ext uri="{FF2B5EF4-FFF2-40B4-BE49-F238E27FC236}">
                <a16:creationId xmlns:a16="http://schemas.microsoft.com/office/drawing/2014/main" id="{5BB39FE4-D280-618E-E641-347D42987130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49811" y="2708999"/>
            <a:ext cx="1358961" cy="1440000"/>
          </a:xfrm>
          <a:prstGeom prst="rect">
            <a:avLst/>
          </a:prstGeom>
          <a:effectLst>
            <a:glow rad="368300">
              <a:schemeClr val="bg1"/>
            </a:glow>
          </a:effectLst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0648C269-76BD-0BEC-7F0B-96B390B95BA0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31056" y="2713430"/>
            <a:ext cx="1440000" cy="1431139"/>
          </a:xfrm>
          <a:prstGeom prst="rect">
            <a:avLst/>
          </a:prstGeom>
          <a:effectLst>
            <a:glow rad="368300">
              <a:schemeClr val="bg1"/>
            </a:glow>
          </a:effectLst>
        </p:spPr>
      </p:pic>
      <p:pic>
        <p:nvPicPr>
          <p:cNvPr id="78" name="Graphic 77">
            <a:extLst>
              <a:ext uri="{FF2B5EF4-FFF2-40B4-BE49-F238E27FC236}">
                <a16:creationId xmlns:a16="http://schemas.microsoft.com/office/drawing/2014/main" id="{C3E6FA7E-1389-7514-8A5E-AF2511A4A4F0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76444" y="2708999"/>
            <a:ext cx="1440000" cy="1440000"/>
          </a:xfrm>
          <a:prstGeom prst="rect">
            <a:avLst/>
          </a:prstGeom>
          <a:effectLst>
            <a:glow rad="368300">
              <a:schemeClr val="bg1"/>
            </a:glow>
          </a:effectLst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441A969D-6069-F418-6C9B-1F7C243CCBBE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815059" y="2708999"/>
            <a:ext cx="1358960" cy="1440000"/>
          </a:xfrm>
          <a:prstGeom prst="rect">
            <a:avLst/>
          </a:prstGeom>
          <a:effectLst>
            <a:glow rad="368300">
              <a:schemeClr val="bg1"/>
            </a:glow>
          </a:effectLst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B0FCB388-9DB9-3E5F-309F-A8B1726FF667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1196" y="5071380"/>
            <a:ext cx="1440000" cy="1040462"/>
          </a:xfrm>
          <a:prstGeom prst="rect">
            <a:avLst/>
          </a:prstGeom>
          <a:effectLst>
            <a:glow rad="368300">
              <a:schemeClr val="tx1"/>
            </a:glow>
          </a:effectLst>
        </p:spPr>
      </p:pic>
      <p:pic>
        <p:nvPicPr>
          <p:cNvPr id="81" name="Graphic 80">
            <a:extLst>
              <a:ext uri="{FF2B5EF4-FFF2-40B4-BE49-F238E27FC236}">
                <a16:creationId xmlns:a16="http://schemas.microsoft.com/office/drawing/2014/main" id="{4F5ACCE8-29E9-DC36-2920-EB14B38741C1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49811" y="4871611"/>
            <a:ext cx="1358961" cy="1440000"/>
          </a:xfrm>
          <a:prstGeom prst="rect">
            <a:avLst/>
          </a:prstGeom>
          <a:effectLst>
            <a:glow rad="368300">
              <a:schemeClr val="tx1"/>
            </a:glow>
          </a:effectLst>
        </p:spPr>
      </p:pic>
      <p:pic>
        <p:nvPicPr>
          <p:cNvPr id="82" name="Graphic 81">
            <a:extLst>
              <a:ext uri="{FF2B5EF4-FFF2-40B4-BE49-F238E27FC236}">
                <a16:creationId xmlns:a16="http://schemas.microsoft.com/office/drawing/2014/main" id="{3A2CF5A8-D4A6-C5A8-AA0B-11BB6B2F0FBA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31056" y="4876042"/>
            <a:ext cx="1440000" cy="1431139"/>
          </a:xfrm>
          <a:prstGeom prst="rect">
            <a:avLst/>
          </a:prstGeom>
          <a:effectLst>
            <a:glow rad="368300">
              <a:schemeClr val="tx1"/>
            </a:glow>
          </a:effectLst>
        </p:spPr>
      </p:pic>
      <p:pic>
        <p:nvPicPr>
          <p:cNvPr id="83" name="Graphic 82">
            <a:extLst>
              <a:ext uri="{FF2B5EF4-FFF2-40B4-BE49-F238E27FC236}">
                <a16:creationId xmlns:a16="http://schemas.microsoft.com/office/drawing/2014/main" id="{2A933643-4786-C5B5-77B4-0EEABD319215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76444" y="4871611"/>
            <a:ext cx="1440000" cy="1440000"/>
          </a:xfrm>
          <a:prstGeom prst="rect">
            <a:avLst/>
          </a:prstGeom>
          <a:effectLst>
            <a:glow rad="368300">
              <a:schemeClr val="tx1"/>
            </a:glow>
          </a:effectLst>
        </p:spPr>
      </p:pic>
      <p:pic>
        <p:nvPicPr>
          <p:cNvPr id="84" name="Graphic 83">
            <a:extLst>
              <a:ext uri="{FF2B5EF4-FFF2-40B4-BE49-F238E27FC236}">
                <a16:creationId xmlns:a16="http://schemas.microsoft.com/office/drawing/2014/main" id="{E0861FB2-0FBE-944F-7B7C-7D913AEAF0BC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815059" y="4871611"/>
            <a:ext cx="1358960" cy="1440000"/>
          </a:xfrm>
          <a:prstGeom prst="rect">
            <a:avLst/>
          </a:prstGeom>
          <a:effectLst>
            <a:glow rad="368300">
              <a:schemeClr val="tx1"/>
            </a:glow>
          </a:effectLst>
        </p:spPr>
      </p:pic>
    </p:spTree>
    <p:extLst>
      <p:ext uri="{BB962C8B-B14F-4D97-AF65-F5344CB8AC3E}">
        <p14:creationId xmlns:p14="http://schemas.microsoft.com/office/powerpoint/2010/main" val="2982037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5EAD930-756B-D9F1-C4F3-6B4C9C051D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2827" y="746156"/>
            <a:ext cx="1440000" cy="104046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DFC2D59-AF15-FFE3-B5EB-D19F3410AA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62461" y="546387"/>
            <a:ext cx="1358961" cy="1440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2FFAE92-C5DA-96C4-03CA-25E48AA00A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1056" y="550818"/>
            <a:ext cx="1440000" cy="1431139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3E2A251-19FD-61F0-7453-5E34FE6644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80690" y="546387"/>
            <a:ext cx="1440000" cy="1440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6CC2A570-2385-2863-FE03-5BD02101E8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30323" y="546387"/>
            <a:ext cx="1358960" cy="1440000"/>
          </a:xfrm>
          <a:prstGeom prst="rect">
            <a:avLst/>
          </a:prstGeom>
        </p:spPr>
      </p:pic>
      <p:grpSp>
        <p:nvGrpSpPr>
          <p:cNvPr id="109" name="Group 108">
            <a:extLst>
              <a:ext uri="{FF2B5EF4-FFF2-40B4-BE49-F238E27FC236}">
                <a16:creationId xmlns:a16="http://schemas.microsoft.com/office/drawing/2014/main" id="{282BE899-2A92-C52B-4418-42FD22A82F07}"/>
              </a:ext>
            </a:extLst>
          </p:cNvPr>
          <p:cNvGrpSpPr/>
          <p:nvPr/>
        </p:nvGrpSpPr>
        <p:grpSpPr>
          <a:xfrm>
            <a:off x="7595616" y="3044188"/>
            <a:ext cx="1509935" cy="1506719"/>
            <a:chOff x="7833824" y="3342316"/>
            <a:chExt cx="952499" cy="120529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80FA7BB-47EF-D834-0BA2-3BFE7D19CFA0}"/>
                </a:ext>
              </a:extLst>
            </p:cNvPr>
            <p:cNvSpPr/>
            <p:nvPr/>
          </p:nvSpPr>
          <p:spPr>
            <a:xfrm>
              <a:off x="7833824" y="3342316"/>
              <a:ext cx="952499" cy="1205289"/>
            </a:xfrm>
            <a:custGeom>
              <a:avLst/>
              <a:gdLst>
                <a:gd name="csX0" fmla="*/ 478422 w 1463609"/>
                <a:gd name="csY0" fmla="*/ 0 h 1852047"/>
                <a:gd name="csX1" fmla="*/ 985189 w 1463609"/>
                <a:gd name="csY1" fmla="*/ 0 h 1852047"/>
                <a:gd name="csX2" fmla="*/ 1036911 w 1463609"/>
                <a:gd name="csY2" fmla="*/ 83685 h 1852047"/>
                <a:gd name="csX3" fmla="*/ 987525 w 1463609"/>
                <a:gd name="csY3" fmla="*/ 182462 h 1852047"/>
                <a:gd name="csX4" fmla="*/ 963105 w 1463609"/>
                <a:gd name="csY4" fmla="*/ 285900 h 1852047"/>
                <a:gd name="csX5" fmla="*/ 963105 w 1463609"/>
                <a:gd name="csY5" fmla="*/ 592063 h 1852047"/>
                <a:gd name="csX6" fmla="*/ 976402 w 1463609"/>
                <a:gd name="csY6" fmla="*/ 646417 h 1852047"/>
                <a:gd name="csX7" fmla="*/ 1174163 w 1463609"/>
                <a:gd name="csY7" fmla="*/ 1018804 h 1852047"/>
                <a:gd name="csX8" fmla="*/ 1436105 w 1463609"/>
                <a:gd name="csY8" fmla="*/ 1512043 h 1852047"/>
                <a:gd name="csX9" fmla="*/ 1231987 w 1463609"/>
                <a:gd name="csY9" fmla="*/ 1852047 h 1852047"/>
                <a:gd name="csX10" fmla="*/ 731803 w 1463609"/>
                <a:gd name="csY10" fmla="*/ 1852047 h 1852047"/>
                <a:gd name="csX11" fmla="*/ 231623 w 1463609"/>
                <a:gd name="csY11" fmla="*/ 1852047 h 1852047"/>
                <a:gd name="csX12" fmla="*/ 27506 w 1463609"/>
                <a:gd name="csY12" fmla="*/ 1512043 h 1852047"/>
                <a:gd name="csX13" fmla="*/ 289448 w 1463609"/>
                <a:gd name="csY13" fmla="*/ 1018804 h 1852047"/>
                <a:gd name="csX14" fmla="*/ 487208 w 1463609"/>
                <a:gd name="csY14" fmla="*/ 646417 h 1852047"/>
                <a:gd name="csX15" fmla="*/ 500506 w 1463609"/>
                <a:gd name="csY15" fmla="*/ 592063 h 1852047"/>
                <a:gd name="csX16" fmla="*/ 500506 w 1463609"/>
                <a:gd name="csY16" fmla="*/ 285900 h 1852047"/>
                <a:gd name="csX17" fmla="*/ 476086 w 1463609"/>
                <a:gd name="csY17" fmla="*/ 182462 h 1852047"/>
                <a:gd name="csX18" fmla="*/ 426700 w 1463609"/>
                <a:gd name="csY18" fmla="*/ 83685 h 1852047"/>
                <a:gd name="csX19" fmla="*/ 478422 w 1463609"/>
                <a:gd name="csY19" fmla="*/ 0 h 18520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463609" h="1852047">
                  <a:moveTo>
                    <a:pt x="478422" y="0"/>
                  </a:moveTo>
                  <a:lnTo>
                    <a:pt x="985189" y="0"/>
                  </a:lnTo>
                  <a:cubicBezTo>
                    <a:pt x="1028176" y="0"/>
                    <a:pt x="1056132" y="45238"/>
                    <a:pt x="1036911" y="83685"/>
                  </a:cubicBezTo>
                  <a:lnTo>
                    <a:pt x="987525" y="182462"/>
                  </a:lnTo>
                  <a:cubicBezTo>
                    <a:pt x="971467" y="214581"/>
                    <a:pt x="963105" y="249996"/>
                    <a:pt x="963105" y="285900"/>
                  </a:cubicBezTo>
                  <a:lnTo>
                    <a:pt x="963105" y="592063"/>
                  </a:lnTo>
                  <a:cubicBezTo>
                    <a:pt x="963105" y="611143"/>
                    <a:pt x="967729" y="629649"/>
                    <a:pt x="976402" y="646417"/>
                  </a:cubicBezTo>
                  <a:lnTo>
                    <a:pt x="1174163" y="1018804"/>
                  </a:lnTo>
                  <a:lnTo>
                    <a:pt x="1436105" y="1512043"/>
                  </a:lnTo>
                  <a:cubicBezTo>
                    <a:pt x="1518217" y="1666435"/>
                    <a:pt x="1406614" y="1852047"/>
                    <a:pt x="1231987" y="1852047"/>
                  </a:cubicBezTo>
                  <a:lnTo>
                    <a:pt x="731803" y="1852047"/>
                  </a:lnTo>
                  <a:lnTo>
                    <a:pt x="231623" y="1852047"/>
                  </a:lnTo>
                  <a:cubicBezTo>
                    <a:pt x="56992" y="1852047"/>
                    <a:pt x="-54607" y="1666431"/>
                    <a:pt x="27506" y="1512043"/>
                  </a:cubicBezTo>
                  <a:lnTo>
                    <a:pt x="289448" y="1018804"/>
                  </a:lnTo>
                  <a:lnTo>
                    <a:pt x="487208" y="646417"/>
                  </a:lnTo>
                  <a:cubicBezTo>
                    <a:pt x="495882" y="629649"/>
                    <a:pt x="500506" y="611143"/>
                    <a:pt x="500506" y="592063"/>
                  </a:cubicBezTo>
                  <a:lnTo>
                    <a:pt x="500506" y="285900"/>
                  </a:lnTo>
                  <a:cubicBezTo>
                    <a:pt x="500506" y="249991"/>
                    <a:pt x="492148" y="214576"/>
                    <a:pt x="476086" y="182462"/>
                  </a:cubicBezTo>
                  <a:lnTo>
                    <a:pt x="426700" y="83685"/>
                  </a:lnTo>
                  <a:cubicBezTo>
                    <a:pt x="407479" y="45238"/>
                    <a:pt x="435435" y="0"/>
                    <a:pt x="478422" y="0"/>
                  </a:cubicBezTo>
                  <a:close/>
                </a:path>
              </a:pathLst>
            </a:custGeom>
            <a:solidFill>
              <a:srgbClr val="B6E7FF"/>
            </a:solidFill>
            <a:ln w="470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66958CE-1300-0C61-A2EC-2DE28FD129C5}"/>
                </a:ext>
              </a:extLst>
            </p:cNvPr>
            <p:cNvSpPr/>
            <p:nvPr/>
          </p:nvSpPr>
          <p:spPr>
            <a:xfrm>
              <a:off x="7833824" y="3895834"/>
              <a:ext cx="952496" cy="651772"/>
            </a:xfrm>
            <a:custGeom>
              <a:avLst/>
              <a:gdLst>
                <a:gd name="csX0" fmla="*/ 1084530 w 1463605"/>
                <a:gd name="csY0" fmla="*/ 0 h 1001513"/>
                <a:gd name="csX1" fmla="*/ 379074 w 1463605"/>
                <a:gd name="csY1" fmla="*/ 0 h 1001513"/>
                <a:gd name="csX2" fmla="*/ 289447 w 1463605"/>
                <a:gd name="csY2" fmla="*/ 168269 h 1001513"/>
                <a:gd name="csX3" fmla="*/ 27505 w 1463605"/>
                <a:gd name="csY3" fmla="*/ 661508 h 1001513"/>
                <a:gd name="csX4" fmla="*/ 231623 w 1463605"/>
                <a:gd name="csY4" fmla="*/ 1001513 h 1001513"/>
                <a:gd name="csX5" fmla="*/ 731802 w 1463605"/>
                <a:gd name="csY5" fmla="*/ 1001513 h 1001513"/>
                <a:gd name="csX6" fmla="*/ 1231982 w 1463605"/>
                <a:gd name="csY6" fmla="*/ 1001513 h 1001513"/>
                <a:gd name="csX7" fmla="*/ 1436100 w 1463605"/>
                <a:gd name="csY7" fmla="*/ 661508 h 1001513"/>
                <a:gd name="csX8" fmla="*/ 1174158 w 1463605"/>
                <a:gd name="csY8" fmla="*/ 168269 h 10015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463605" h="1001513">
                  <a:moveTo>
                    <a:pt x="1084530" y="0"/>
                  </a:moveTo>
                  <a:lnTo>
                    <a:pt x="379074" y="0"/>
                  </a:lnTo>
                  <a:lnTo>
                    <a:pt x="289447" y="168269"/>
                  </a:lnTo>
                  <a:lnTo>
                    <a:pt x="27505" y="661508"/>
                  </a:lnTo>
                  <a:cubicBezTo>
                    <a:pt x="-54607" y="815901"/>
                    <a:pt x="56996" y="1001513"/>
                    <a:pt x="231623" y="1001513"/>
                  </a:cubicBezTo>
                  <a:lnTo>
                    <a:pt x="731802" y="1001513"/>
                  </a:lnTo>
                  <a:lnTo>
                    <a:pt x="1231982" y="1001513"/>
                  </a:lnTo>
                  <a:cubicBezTo>
                    <a:pt x="1406613" y="1001513"/>
                    <a:pt x="1518212" y="815896"/>
                    <a:pt x="1436100" y="661508"/>
                  </a:cubicBezTo>
                  <a:lnTo>
                    <a:pt x="1174158" y="168269"/>
                  </a:lnTo>
                  <a:close/>
                </a:path>
              </a:pathLst>
            </a:custGeom>
            <a:solidFill>
              <a:srgbClr val="00CC5C"/>
            </a:solidFill>
            <a:ln w="470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CEF6DCD-D378-2E91-FBF4-698030FE1066}"/>
                </a:ext>
              </a:extLst>
            </p:cNvPr>
            <p:cNvSpPr/>
            <p:nvPr/>
          </p:nvSpPr>
          <p:spPr>
            <a:xfrm>
              <a:off x="8059585" y="4165106"/>
              <a:ext cx="131973" cy="131973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470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F3FB749-F3AD-2A3D-B8FE-FB841E023514}"/>
                </a:ext>
              </a:extLst>
            </p:cNvPr>
            <p:cNvSpPr/>
            <p:nvPr/>
          </p:nvSpPr>
          <p:spPr>
            <a:xfrm>
              <a:off x="8367527" y="4253089"/>
              <a:ext cx="131973" cy="131973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470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8" name="Graphic 17">
            <a:extLst>
              <a:ext uri="{FF2B5EF4-FFF2-40B4-BE49-F238E27FC236}">
                <a16:creationId xmlns:a16="http://schemas.microsoft.com/office/drawing/2014/main" id="{BFF31623-31AD-1FC6-4576-E4510D8254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00528" y="5731641"/>
            <a:ext cx="952499" cy="952499"/>
          </a:xfrm>
          <a:prstGeom prst="rect">
            <a:avLst/>
          </a:prstGeom>
        </p:spPr>
      </p:pic>
      <p:grpSp>
        <p:nvGrpSpPr>
          <p:cNvPr id="110" name="Group 109">
            <a:extLst>
              <a:ext uri="{FF2B5EF4-FFF2-40B4-BE49-F238E27FC236}">
                <a16:creationId xmlns:a16="http://schemas.microsoft.com/office/drawing/2014/main" id="{5CBA997E-22A7-49C7-2711-18797BB10B40}"/>
              </a:ext>
            </a:extLst>
          </p:cNvPr>
          <p:cNvGrpSpPr/>
          <p:nvPr/>
        </p:nvGrpSpPr>
        <p:grpSpPr>
          <a:xfrm>
            <a:off x="9771888" y="3048988"/>
            <a:ext cx="1417395" cy="1501920"/>
            <a:chOff x="9830323" y="3342316"/>
            <a:chExt cx="1358959" cy="1439999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14F513C9-663E-1BE8-A73C-BC4158E2F3CB}"/>
                </a:ext>
              </a:extLst>
            </p:cNvPr>
            <p:cNvSpPr/>
            <p:nvPr/>
          </p:nvSpPr>
          <p:spPr>
            <a:xfrm>
              <a:off x="9830323" y="3423354"/>
              <a:ext cx="1358959" cy="1358961"/>
            </a:xfrm>
            <a:custGeom>
              <a:avLst/>
              <a:gdLst>
                <a:gd name="csX0" fmla="*/ -3626 w 1358959"/>
                <a:gd name="csY0" fmla="*/ 678376 h 1358961"/>
                <a:gd name="csX1" fmla="*/ 675854 w 1358959"/>
                <a:gd name="csY1" fmla="*/ -1105 h 1358961"/>
                <a:gd name="csX2" fmla="*/ 1355334 w 1358959"/>
                <a:gd name="csY2" fmla="*/ 678376 h 1358961"/>
                <a:gd name="csX3" fmla="*/ 675854 w 1358959"/>
                <a:gd name="csY3" fmla="*/ 1357856 h 1358961"/>
                <a:gd name="csX4" fmla="*/ -3626 w 1358959"/>
                <a:gd name="csY4" fmla="*/ 678376 h 13589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58959" h="1358961">
                  <a:moveTo>
                    <a:pt x="-3626" y="678376"/>
                  </a:moveTo>
                  <a:cubicBezTo>
                    <a:pt x="-3626" y="303103"/>
                    <a:pt x="300581" y="-1105"/>
                    <a:pt x="675854" y="-1105"/>
                  </a:cubicBezTo>
                  <a:cubicBezTo>
                    <a:pt x="1051127" y="-1105"/>
                    <a:pt x="1355334" y="303103"/>
                    <a:pt x="1355334" y="678376"/>
                  </a:cubicBezTo>
                  <a:cubicBezTo>
                    <a:pt x="1355334" y="1053648"/>
                    <a:pt x="1051127" y="1357856"/>
                    <a:pt x="675854" y="1357856"/>
                  </a:cubicBezTo>
                  <a:cubicBezTo>
                    <a:pt x="300581" y="1357856"/>
                    <a:pt x="-3626" y="1053648"/>
                    <a:pt x="-3626" y="678376"/>
                  </a:cubicBezTo>
                </a:path>
              </a:pathLst>
            </a:custGeom>
            <a:solidFill>
              <a:srgbClr val="F4900C"/>
            </a:solidFill>
            <a:ln w="2068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ED6DAE1-CAE7-02A9-9E80-CAE1B0851AFE}"/>
                </a:ext>
              </a:extLst>
            </p:cNvPr>
            <p:cNvSpPr/>
            <p:nvPr/>
          </p:nvSpPr>
          <p:spPr>
            <a:xfrm>
              <a:off x="9830323" y="3342316"/>
              <a:ext cx="1358959" cy="1361038"/>
            </a:xfrm>
            <a:custGeom>
              <a:avLst/>
              <a:gdLst>
                <a:gd name="csX0" fmla="*/ -3626 w 1358959"/>
                <a:gd name="csY0" fmla="*/ 679415 h 1361038"/>
                <a:gd name="csX1" fmla="*/ 675854 w 1358959"/>
                <a:gd name="csY1" fmla="*/ -1105 h 1361038"/>
                <a:gd name="csX2" fmla="*/ 1355334 w 1358959"/>
                <a:gd name="csY2" fmla="*/ 679415 h 1361038"/>
                <a:gd name="csX3" fmla="*/ 675854 w 1358959"/>
                <a:gd name="csY3" fmla="*/ 1359934 h 1361038"/>
                <a:gd name="csX4" fmla="*/ -3626 w 1358959"/>
                <a:gd name="csY4" fmla="*/ 679415 h 13610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58959" h="1361038">
                  <a:moveTo>
                    <a:pt x="-3626" y="679415"/>
                  </a:moveTo>
                  <a:cubicBezTo>
                    <a:pt x="-3626" y="303581"/>
                    <a:pt x="300581" y="-1105"/>
                    <a:pt x="675854" y="-1105"/>
                  </a:cubicBezTo>
                  <a:cubicBezTo>
                    <a:pt x="1051127" y="-1105"/>
                    <a:pt x="1355334" y="303581"/>
                    <a:pt x="1355334" y="679415"/>
                  </a:cubicBezTo>
                  <a:cubicBezTo>
                    <a:pt x="1355334" y="1055248"/>
                    <a:pt x="1051127" y="1359934"/>
                    <a:pt x="675854" y="1359934"/>
                  </a:cubicBezTo>
                  <a:cubicBezTo>
                    <a:pt x="300581" y="1359934"/>
                    <a:pt x="-3626" y="1055248"/>
                    <a:pt x="-3626" y="679415"/>
                  </a:cubicBezTo>
                </a:path>
              </a:pathLst>
            </a:custGeom>
            <a:solidFill>
              <a:srgbClr val="FFCC4D"/>
            </a:solidFill>
            <a:ln w="2068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E402B70-5723-3DF8-59D9-F12BEDC27733}"/>
                </a:ext>
              </a:extLst>
            </p:cNvPr>
            <p:cNvSpPr/>
            <p:nvPr/>
          </p:nvSpPr>
          <p:spPr>
            <a:xfrm>
              <a:off x="9948764" y="3462835"/>
              <a:ext cx="1119999" cy="1120000"/>
            </a:xfrm>
            <a:custGeom>
              <a:avLst/>
              <a:gdLst>
                <a:gd name="csX0" fmla="*/ -3626 w 1119999"/>
                <a:gd name="csY0" fmla="*/ 558895 h 1120000"/>
                <a:gd name="csX1" fmla="*/ 556374 w 1119999"/>
                <a:gd name="csY1" fmla="*/ -1105 h 1120000"/>
                <a:gd name="csX2" fmla="*/ 1116373 w 1119999"/>
                <a:gd name="csY2" fmla="*/ 558895 h 1120000"/>
                <a:gd name="csX3" fmla="*/ 556374 w 1119999"/>
                <a:gd name="csY3" fmla="*/ 1118895 h 1120000"/>
                <a:gd name="csX4" fmla="*/ -3626 w 1119999"/>
                <a:gd name="csY4" fmla="*/ 558895 h 112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19999" h="1120000">
                  <a:moveTo>
                    <a:pt x="-3626" y="558895"/>
                  </a:moveTo>
                  <a:cubicBezTo>
                    <a:pt x="-3626" y="249617"/>
                    <a:pt x="247096" y="-1105"/>
                    <a:pt x="556374" y="-1105"/>
                  </a:cubicBezTo>
                  <a:cubicBezTo>
                    <a:pt x="865651" y="-1105"/>
                    <a:pt x="1116373" y="249617"/>
                    <a:pt x="1116373" y="558895"/>
                  </a:cubicBezTo>
                  <a:cubicBezTo>
                    <a:pt x="1116373" y="868173"/>
                    <a:pt x="865651" y="1118895"/>
                    <a:pt x="556374" y="1118895"/>
                  </a:cubicBezTo>
                  <a:cubicBezTo>
                    <a:pt x="247096" y="1118895"/>
                    <a:pt x="-3626" y="868173"/>
                    <a:pt x="-3626" y="558895"/>
                  </a:cubicBezTo>
                </a:path>
              </a:pathLst>
            </a:custGeom>
            <a:solidFill>
              <a:srgbClr val="FFAC33"/>
            </a:solidFill>
            <a:ln w="2068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464E481-E680-7CD7-A526-AE31D6B766CD}"/>
              </a:ext>
            </a:extLst>
          </p:cNvPr>
          <p:cNvGrpSpPr/>
          <p:nvPr/>
        </p:nvGrpSpPr>
        <p:grpSpPr>
          <a:xfrm>
            <a:off x="9209632" y="5443421"/>
            <a:ext cx="1390955" cy="1240719"/>
            <a:chOff x="5232102" y="3662585"/>
            <a:chExt cx="1390955" cy="1240719"/>
          </a:xfrm>
        </p:grpSpPr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02A07E0A-F067-267D-C0CB-868ED41DF75A}"/>
                </a:ext>
              </a:extLst>
            </p:cNvPr>
            <p:cNvSpPr/>
            <p:nvPr/>
          </p:nvSpPr>
          <p:spPr>
            <a:xfrm>
              <a:off x="5270106" y="3759375"/>
              <a:ext cx="1314947" cy="1105923"/>
            </a:xfrm>
            <a:custGeom>
              <a:avLst/>
              <a:gdLst>
                <a:gd name="csX0" fmla="*/ 77340 w 1314947"/>
                <a:gd name="csY0" fmla="*/ 950105 h 1105923"/>
                <a:gd name="csX1" fmla="*/ 1237531 w 1314947"/>
                <a:gd name="csY1" fmla="*/ 950105 h 1105923"/>
                <a:gd name="csX2" fmla="*/ 1314947 w 1314947"/>
                <a:gd name="csY2" fmla="*/ 1028013 h 1105923"/>
                <a:gd name="csX3" fmla="*/ 1237608 w 1314947"/>
                <a:gd name="csY3" fmla="*/ 1105923 h 1105923"/>
                <a:gd name="csX4" fmla="*/ 77340 w 1314947"/>
                <a:gd name="csY4" fmla="*/ 1105923 h 1105923"/>
                <a:gd name="csX5" fmla="*/ 0 w 1314947"/>
                <a:gd name="csY5" fmla="*/ 1028013 h 1105923"/>
                <a:gd name="csX6" fmla="*/ 77340 w 1314947"/>
                <a:gd name="csY6" fmla="*/ 950105 h 1105923"/>
                <a:gd name="csX7" fmla="*/ 657437 w 1314947"/>
                <a:gd name="csY7" fmla="*/ 0 h 1105923"/>
                <a:gd name="csX8" fmla="*/ 1092737 w 1314947"/>
                <a:gd name="csY8" fmla="*/ 202258 h 1105923"/>
                <a:gd name="csX9" fmla="*/ 1098961 w 1314947"/>
                <a:gd name="csY9" fmla="*/ 209024 h 1105923"/>
                <a:gd name="csX10" fmla="*/ 1152747 w 1314947"/>
                <a:gd name="csY10" fmla="*/ 209024 h 1105923"/>
                <a:gd name="csX11" fmla="*/ 1235139 w 1314947"/>
                <a:gd name="csY11" fmla="*/ 286554 h 1105923"/>
                <a:gd name="csX12" fmla="*/ 1196488 w 1314947"/>
                <a:gd name="csY12" fmla="*/ 352034 h 1105923"/>
                <a:gd name="csX13" fmla="*/ 1196488 w 1314947"/>
                <a:gd name="csY13" fmla="*/ 401145 h 1105923"/>
                <a:gd name="csX14" fmla="*/ 114697 w 1314947"/>
                <a:gd name="csY14" fmla="*/ 401145 h 1105923"/>
                <a:gd name="csX15" fmla="*/ 114697 w 1314947"/>
                <a:gd name="csY15" fmla="*/ 354011 h 1105923"/>
                <a:gd name="csX16" fmla="*/ 76009 w 1314947"/>
                <a:gd name="csY16" fmla="*/ 286554 h 1105923"/>
                <a:gd name="csX17" fmla="*/ 153272 w 1314947"/>
                <a:gd name="csY17" fmla="*/ 209024 h 1105923"/>
                <a:gd name="csX18" fmla="*/ 216284 w 1314947"/>
                <a:gd name="csY18" fmla="*/ 209024 h 1105923"/>
                <a:gd name="csX19" fmla="*/ 218945 w 1314947"/>
                <a:gd name="csY19" fmla="*/ 205943 h 1105923"/>
                <a:gd name="csX20" fmla="*/ 657437 w 1314947"/>
                <a:gd name="csY20" fmla="*/ 0 h 11059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314947" h="1105923">
                  <a:moveTo>
                    <a:pt x="77340" y="950105"/>
                  </a:moveTo>
                  <a:lnTo>
                    <a:pt x="1237531" y="950105"/>
                  </a:lnTo>
                  <a:cubicBezTo>
                    <a:pt x="1280248" y="950105"/>
                    <a:pt x="1314947" y="984956"/>
                    <a:pt x="1314947" y="1028013"/>
                  </a:cubicBezTo>
                  <a:cubicBezTo>
                    <a:pt x="1314947" y="1071072"/>
                    <a:pt x="1280325" y="1105923"/>
                    <a:pt x="1237608" y="1105923"/>
                  </a:cubicBezTo>
                  <a:lnTo>
                    <a:pt x="77340" y="1105923"/>
                  </a:lnTo>
                  <a:cubicBezTo>
                    <a:pt x="34623" y="1105923"/>
                    <a:pt x="0" y="1071072"/>
                    <a:pt x="0" y="1028013"/>
                  </a:cubicBezTo>
                  <a:cubicBezTo>
                    <a:pt x="0" y="984956"/>
                    <a:pt x="34623" y="950105"/>
                    <a:pt x="77340" y="950105"/>
                  </a:cubicBezTo>
                  <a:close/>
                  <a:moveTo>
                    <a:pt x="657437" y="0"/>
                  </a:moveTo>
                  <a:cubicBezTo>
                    <a:pt x="657437" y="0"/>
                    <a:pt x="1060129" y="185309"/>
                    <a:pt x="1092737" y="202258"/>
                  </a:cubicBezTo>
                  <a:lnTo>
                    <a:pt x="1098961" y="209024"/>
                  </a:lnTo>
                  <a:lnTo>
                    <a:pt x="1152747" y="209024"/>
                  </a:lnTo>
                  <a:cubicBezTo>
                    <a:pt x="1198236" y="209024"/>
                    <a:pt x="1235139" y="243721"/>
                    <a:pt x="1235139" y="286554"/>
                  </a:cubicBezTo>
                  <a:cubicBezTo>
                    <a:pt x="1235139" y="314107"/>
                    <a:pt x="1219633" y="338238"/>
                    <a:pt x="1196488" y="352034"/>
                  </a:cubicBezTo>
                  <a:lnTo>
                    <a:pt x="1196488" y="401145"/>
                  </a:lnTo>
                  <a:lnTo>
                    <a:pt x="114697" y="401145"/>
                  </a:lnTo>
                  <a:lnTo>
                    <a:pt x="114697" y="354011"/>
                  </a:lnTo>
                  <a:cubicBezTo>
                    <a:pt x="90906" y="340748"/>
                    <a:pt x="76009" y="315665"/>
                    <a:pt x="76009" y="286554"/>
                  </a:cubicBezTo>
                  <a:cubicBezTo>
                    <a:pt x="76009" y="243721"/>
                    <a:pt x="107744" y="209024"/>
                    <a:pt x="153272" y="209024"/>
                  </a:cubicBezTo>
                  <a:lnTo>
                    <a:pt x="216284" y="209024"/>
                  </a:lnTo>
                  <a:lnTo>
                    <a:pt x="218945" y="205943"/>
                  </a:lnTo>
                  <a:cubicBezTo>
                    <a:pt x="258697" y="188881"/>
                    <a:pt x="657437" y="0"/>
                    <a:pt x="657437" y="0"/>
                  </a:cubicBezTo>
                  <a:close/>
                </a:path>
              </a:pathLst>
            </a:custGeom>
            <a:solidFill>
              <a:srgbClr val="F39203"/>
            </a:solidFill>
            <a:ln w="2068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CB688FA-5CC3-CC95-6905-A7335E5E9DA7}"/>
                </a:ext>
              </a:extLst>
            </p:cNvPr>
            <p:cNvSpPr/>
            <p:nvPr/>
          </p:nvSpPr>
          <p:spPr>
            <a:xfrm>
              <a:off x="5232102" y="3662585"/>
              <a:ext cx="1390955" cy="1240719"/>
            </a:xfrm>
            <a:custGeom>
              <a:avLst/>
              <a:gdLst>
                <a:gd name="csX0" fmla="*/ 57956 w 1390955"/>
                <a:gd name="csY0" fmla="*/ 1126705 h 1240719"/>
                <a:gd name="csX1" fmla="*/ 1333074 w 1390955"/>
                <a:gd name="csY1" fmla="*/ 1126705 h 1240719"/>
                <a:gd name="csX2" fmla="*/ 1390955 w 1390955"/>
                <a:gd name="csY2" fmla="*/ 1183712 h 1240719"/>
                <a:gd name="csX3" fmla="*/ 1332999 w 1390955"/>
                <a:gd name="csY3" fmla="*/ 1240719 h 1240719"/>
                <a:gd name="csX4" fmla="*/ 57956 w 1390955"/>
                <a:gd name="csY4" fmla="*/ 1240719 h 1240719"/>
                <a:gd name="csX5" fmla="*/ 0 w 1390955"/>
                <a:gd name="csY5" fmla="*/ 1183712 h 1240719"/>
                <a:gd name="csX6" fmla="*/ 57956 w 1390955"/>
                <a:gd name="csY6" fmla="*/ 1126705 h 1240719"/>
                <a:gd name="csX7" fmla="*/ 152017 w 1390955"/>
                <a:gd name="csY7" fmla="*/ 465726 h 1240719"/>
                <a:gd name="csX8" fmla="*/ 152701 w 1390955"/>
                <a:gd name="csY8" fmla="*/ 465726 h 1240719"/>
                <a:gd name="csX9" fmla="*/ 152701 w 1390955"/>
                <a:gd name="csY9" fmla="*/ 497935 h 1240719"/>
                <a:gd name="csX10" fmla="*/ 306809 w 1390955"/>
                <a:gd name="csY10" fmla="*/ 497935 h 1240719"/>
                <a:gd name="csX11" fmla="*/ 306809 w 1390955"/>
                <a:gd name="csY11" fmla="*/ 972908 h 1240719"/>
                <a:gd name="csX12" fmla="*/ 461486 w 1390955"/>
                <a:gd name="csY12" fmla="*/ 972908 h 1240719"/>
                <a:gd name="csX13" fmla="*/ 461486 w 1390955"/>
                <a:gd name="csY13" fmla="*/ 497935 h 1240719"/>
                <a:gd name="csX14" fmla="*/ 616278 w 1390955"/>
                <a:gd name="csY14" fmla="*/ 497935 h 1240719"/>
                <a:gd name="csX15" fmla="*/ 616278 w 1390955"/>
                <a:gd name="csY15" fmla="*/ 972908 h 1240719"/>
                <a:gd name="csX16" fmla="*/ 770954 w 1390955"/>
                <a:gd name="csY16" fmla="*/ 972908 h 1240719"/>
                <a:gd name="csX17" fmla="*/ 770954 w 1390955"/>
                <a:gd name="csY17" fmla="*/ 497935 h 1240719"/>
                <a:gd name="csX18" fmla="*/ 925669 w 1390955"/>
                <a:gd name="csY18" fmla="*/ 497935 h 1240719"/>
                <a:gd name="csX19" fmla="*/ 925669 w 1390955"/>
                <a:gd name="csY19" fmla="*/ 972908 h 1240719"/>
                <a:gd name="csX20" fmla="*/ 1080347 w 1390955"/>
                <a:gd name="csY20" fmla="*/ 972908 h 1240719"/>
                <a:gd name="csX21" fmla="*/ 1080347 w 1390955"/>
                <a:gd name="csY21" fmla="*/ 497935 h 1240719"/>
                <a:gd name="csX22" fmla="*/ 1234492 w 1390955"/>
                <a:gd name="csY22" fmla="*/ 497935 h 1240719"/>
                <a:gd name="csX23" fmla="*/ 1234492 w 1390955"/>
                <a:gd name="csY23" fmla="*/ 465726 h 1240719"/>
                <a:gd name="csX24" fmla="*/ 1235137 w 1390955"/>
                <a:gd name="csY24" fmla="*/ 465726 h 1240719"/>
                <a:gd name="csX25" fmla="*/ 1235137 w 1390955"/>
                <a:gd name="csY25" fmla="*/ 985001 h 1240719"/>
                <a:gd name="csX26" fmla="*/ 1239050 w 1390955"/>
                <a:gd name="csY26" fmla="*/ 986206 h 1240719"/>
                <a:gd name="csX27" fmla="*/ 1267063 w 1390955"/>
                <a:gd name="csY27" fmla="*/ 1020478 h 1240719"/>
                <a:gd name="csX28" fmla="*/ 1272763 w 1390955"/>
                <a:gd name="csY28" fmla="*/ 1048916 h 1240719"/>
                <a:gd name="csX29" fmla="*/ 115344 w 1390955"/>
                <a:gd name="csY29" fmla="*/ 1048916 h 1240719"/>
                <a:gd name="csX30" fmla="*/ 114354 w 1390955"/>
                <a:gd name="csY30" fmla="*/ 1049118 h 1240719"/>
                <a:gd name="csX31" fmla="*/ 120084 w 1390955"/>
                <a:gd name="csY31" fmla="*/ 1020478 h 1240719"/>
                <a:gd name="csX32" fmla="*/ 148075 w 1390955"/>
                <a:gd name="csY32" fmla="*/ 986206 h 1240719"/>
                <a:gd name="csX33" fmla="*/ 152017 w 1390955"/>
                <a:gd name="csY33" fmla="*/ 984993 h 1240719"/>
                <a:gd name="csX34" fmla="*/ 695441 w 1390955"/>
                <a:gd name="csY34" fmla="*/ 98811 h 1240719"/>
                <a:gd name="csX35" fmla="*/ 256949 w 1390955"/>
                <a:gd name="csY35" fmla="*/ 304755 h 1240719"/>
                <a:gd name="csX36" fmla="*/ 257024 w 1390955"/>
                <a:gd name="csY36" fmla="*/ 349639 h 1240719"/>
                <a:gd name="csX37" fmla="*/ 1131958 w 1390955"/>
                <a:gd name="csY37" fmla="*/ 349639 h 1240719"/>
                <a:gd name="csX38" fmla="*/ 1130741 w 1390955"/>
                <a:gd name="csY38" fmla="*/ 301069 h 1240719"/>
                <a:gd name="csX39" fmla="*/ 695441 w 1390955"/>
                <a:gd name="csY39" fmla="*/ 98811 h 1240719"/>
                <a:gd name="csX40" fmla="*/ 692247 w 1390955"/>
                <a:gd name="csY40" fmla="*/ 0 h 1240719"/>
                <a:gd name="csX41" fmla="*/ 1274814 w 1390955"/>
                <a:gd name="csY41" fmla="*/ 271883 h 1240719"/>
                <a:gd name="csX42" fmla="*/ 1314946 w 1390955"/>
                <a:gd name="csY42" fmla="*/ 328243 h 1240719"/>
                <a:gd name="csX43" fmla="*/ 1314946 w 1390955"/>
                <a:gd name="csY43" fmla="*/ 347739 h 1240719"/>
                <a:gd name="csX44" fmla="*/ 1314946 w 1390955"/>
                <a:gd name="csY44" fmla="*/ 349640 h 1240719"/>
                <a:gd name="csX45" fmla="*/ 1314183 w 1390955"/>
                <a:gd name="csY45" fmla="*/ 349640 h 1240719"/>
                <a:gd name="csX46" fmla="*/ 1303617 w 1390955"/>
                <a:gd name="csY46" fmla="*/ 375957 h 1240719"/>
                <a:gd name="csX47" fmla="*/ 1276182 w 1390955"/>
                <a:gd name="csY47" fmla="*/ 387643 h 1240719"/>
                <a:gd name="csX48" fmla="*/ 114773 w 1390955"/>
                <a:gd name="csY48" fmla="*/ 387643 h 1240719"/>
                <a:gd name="csX49" fmla="*/ 87367 w 1390955"/>
                <a:gd name="csY49" fmla="*/ 375957 h 1240719"/>
                <a:gd name="csX50" fmla="*/ 76773 w 1390955"/>
                <a:gd name="csY50" fmla="*/ 349640 h 1240719"/>
                <a:gd name="csX51" fmla="*/ 76008 w 1390955"/>
                <a:gd name="csY51" fmla="*/ 349640 h 1240719"/>
                <a:gd name="csX52" fmla="*/ 76008 w 1390955"/>
                <a:gd name="csY52" fmla="*/ 347739 h 1240719"/>
                <a:gd name="csX53" fmla="*/ 76008 w 1390955"/>
                <a:gd name="csY53" fmla="*/ 327978 h 1240719"/>
                <a:gd name="csX54" fmla="*/ 115190 w 1390955"/>
                <a:gd name="csY54" fmla="*/ 271883 h 12407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390955" h="1240719">
                  <a:moveTo>
                    <a:pt x="57956" y="1126705"/>
                  </a:moveTo>
                  <a:lnTo>
                    <a:pt x="1333074" y="1126705"/>
                  </a:lnTo>
                  <a:cubicBezTo>
                    <a:pt x="1364999" y="1126705"/>
                    <a:pt x="1390955" y="1152206"/>
                    <a:pt x="1390955" y="1183712"/>
                  </a:cubicBezTo>
                  <a:cubicBezTo>
                    <a:pt x="1390955" y="1215218"/>
                    <a:pt x="1364999" y="1240719"/>
                    <a:pt x="1332999" y="1240719"/>
                  </a:cubicBezTo>
                  <a:lnTo>
                    <a:pt x="57956" y="1240719"/>
                  </a:lnTo>
                  <a:cubicBezTo>
                    <a:pt x="25956" y="1240719"/>
                    <a:pt x="0" y="1215218"/>
                    <a:pt x="0" y="1183712"/>
                  </a:cubicBezTo>
                  <a:cubicBezTo>
                    <a:pt x="0" y="1152206"/>
                    <a:pt x="25956" y="1126705"/>
                    <a:pt x="57956" y="1126705"/>
                  </a:cubicBezTo>
                  <a:close/>
                  <a:moveTo>
                    <a:pt x="152017" y="465726"/>
                  </a:moveTo>
                  <a:lnTo>
                    <a:pt x="152701" y="465726"/>
                  </a:lnTo>
                  <a:lnTo>
                    <a:pt x="152701" y="497935"/>
                  </a:lnTo>
                  <a:lnTo>
                    <a:pt x="306809" y="497935"/>
                  </a:lnTo>
                  <a:lnTo>
                    <a:pt x="306809" y="972908"/>
                  </a:lnTo>
                  <a:lnTo>
                    <a:pt x="461486" y="972908"/>
                  </a:lnTo>
                  <a:lnTo>
                    <a:pt x="461486" y="497935"/>
                  </a:lnTo>
                  <a:lnTo>
                    <a:pt x="616278" y="497935"/>
                  </a:lnTo>
                  <a:lnTo>
                    <a:pt x="616278" y="972908"/>
                  </a:lnTo>
                  <a:lnTo>
                    <a:pt x="770954" y="972908"/>
                  </a:lnTo>
                  <a:lnTo>
                    <a:pt x="770954" y="497935"/>
                  </a:lnTo>
                  <a:lnTo>
                    <a:pt x="925669" y="497935"/>
                  </a:lnTo>
                  <a:lnTo>
                    <a:pt x="925669" y="972908"/>
                  </a:lnTo>
                  <a:lnTo>
                    <a:pt x="1080347" y="972908"/>
                  </a:lnTo>
                  <a:lnTo>
                    <a:pt x="1080347" y="497935"/>
                  </a:lnTo>
                  <a:lnTo>
                    <a:pt x="1234492" y="497935"/>
                  </a:lnTo>
                  <a:lnTo>
                    <a:pt x="1234492" y="465726"/>
                  </a:lnTo>
                  <a:lnTo>
                    <a:pt x="1235137" y="465726"/>
                  </a:lnTo>
                  <a:lnTo>
                    <a:pt x="1235137" y="985001"/>
                  </a:lnTo>
                  <a:lnTo>
                    <a:pt x="1239050" y="986206"/>
                  </a:lnTo>
                  <a:cubicBezTo>
                    <a:pt x="1251383" y="994603"/>
                    <a:pt x="1261191" y="1006495"/>
                    <a:pt x="1267063" y="1020478"/>
                  </a:cubicBezTo>
                  <a:lnTo>
                    <a:pt x="1272763" y="1048916"/>
                  </a:lnTo>
                  <a:lnTo>
                    <a:pt x="115344" y="1048916"/>
                  </a:lnTo>
                  <a:lnTo>
                    <a:pt x="114354" y="1049118"/>
                  </a:lnTo>
                  <a:lnTo>
                    <a:pt x="120084" y="1020478"/>
                  </a:lnTo>
                  <a:cubicBezTo>
                    <a:pt x="125948" y="1006495"/>
                    <a:pt x="135744" y="994603"/>
                    <a:pt x="148075" y="986206"/>
                  </a:cubicBezTo>
                  <a:lnTo>
                    <a:pt x="152017" y="984993"/>
                  </a:lnTo>
                  <a:close/>
                  <a:moveTo>
                    <a:pt x="695441" y="98811"/>
                  </a:moveTo>
                  <a:cubicBezTo>
                    <a:pt x="695441" y="98811"/>
                    <a:pt x="296701" y="287692"/>
                    <a:pt x="256949" y="304755"/>
                  </a:cubicBezTo>
                  <a:cubicBezTo>
                    <a:pt x="217120" y="321705"/>
                    <a:pt x="230420" y="349639"/>
                    <a:pt x="257024" y="349639"/>
                  </a:cubicBezTo>
                  <a:lnTo>
                    <a:pt x="1131958" y="349639"/>
                  </a:lnTo>
                  <a:cubicBezTo>
                    <a:pt x="1173040" y="349639"/>
                    <a:pt x="1163311" y="318133"/>
                    <a:pt x="1130741" y="301069"/>
                  </a:cubicBezTo>
                  <a:cubicBezTo>
                    <a:pt x="1098133" y="284120"/>
                    <a:pt x="695441" y="98811"/>
                    <a:pt x="695441" y="98811"/>
                  </a:cubicBezTo>
                  <a:close/>
                  <a:moveTo>
                    <a:pt x="692247" y="0"/>
                  </a:moveTo>
                  <a:lnTo>
                    <a:pt x="1274814" y="271883"/>
                  </a:lnTo>
                  <a:cubicBezTo>
                    <a:pt x="1274814" y="271883"/>
                    <a:pt x="1314946" y="280853"/>
                    <a:pt x="1314946" y="328243"/>
                  </a:cubicBezTo>
                  <a:lnTo>
                    <a:pt x="1314946" y="347739"/>
                  </a:lnTo>
                  <a:lnTo>
                    <a:pt x="1314946" y="349640"/>
                  </a:lnTo>
                  <a:lnTo>
                    <a:pt x="1314183" y="349640"/>
                  </a:lnTo>
                  <a:lnTo>
                    <a:pt x="1303617" y="375957"/>
                  </a:lnTo>
                  <a:cubicBezTo>
                    <a:pt x="1296610" y="383178"/>
                    <a:pt x="1286918" y="387643"/>
                    <a:pt x="1276182" y="387643"/>
                  </a:cubicBezTo>
                  <a:lnTo>
                    <a:pt x="114773" y="387643"/>
                  </a:lnTo>
                  <a:cubicBezTo>
                    <a:pt x="104075" y="387643"/>
                    <a:pt x="94384" y="383178"/>
                    <a:pt x="87367" y="375957"/>
                  </a:cubicBezTo>
                  <a:lnTo>
                    <a:pt x="76773" y="349640"/>
                  </a:lnTo>
                  <a:lnTo>
                    <a:pt x="76008" y="349640"/>
                  </a:lnTo>
                  <a:lnTo>
                    <a:pt x="76008" y="347739"/>
                  </a:lnTo>
                  <a:lnTo>
                    <a:pt x="76008" y="327978"/>
                  </a:lnTo>
                  <a:cubicBezTo>
                    <a:pt x="76008" y="287920"/>
                    <a:pt x="115190" y="271883"/>
                    <a:pt x="115190" y="271883"/>
                  </a:cubicBezTo>
                  <a:close/>
                </a:path>
              </a:pathLst>
            </a:custGeom>
            <a:solidFill>
              <a:srgbClr val="FF0000"/>
            </a:solidFill>
            <a:ln w="2068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D3DF482F-6B21-4B9A-0421-61EC0826F1DF}"/>
              </a:ext>
            </a:extLst>
          </p:cNvPr>
          <p:cNvGrpSpPr/>
          <p:nvPr/>
        </p:nvGrpSpPr>
        <p:grpSpPr>
          <a:xfrm>
            <a:off x="5014460" y="5234009"/>
            <a:ext cx="1944738" cy="1501200"/>
            <a:chOff x="3198423" y="3453690"/>
            <a:chExt cx="1274303" cy="983672"/>
          </a:xfrm>
        </p:grpSpPr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972F7258-AB1B-2888-6F09-43CE924223F4}"/>
                </a:ext>
              </a:extLst>
            </p:cNvPr>
            <p:cNvSpPr/>
            <p:nvPr/>
          </p:nvSpPr>
          <p:spPr>
            <a:xfrm>
              <a:off x="3198423" y="3497982"/>
              <a:ext cx="640136" cy="939380"/>
            </a:xfrm>
            <a:custGeom>
              <a:avLst/>
              <a:gdLst>
                <a:gd name="csX0" fmla="*/ 27474 w 640136"/>
                <a:gd name="csY0" fmla="*/ 5 h 939380"/>
                <a:gd name="csX1" fmla="*/ 107888 w 640136"/>
                <a:gd name="csY1" fmla="*/ 4350 h 939380"/>
                <a:gd name="csX2" fmla="*/ 107888 w 640136"/>
                <a:gd name="csY2" fmla="*/ 72410 h 939380"/>
                <a:gd name="csX3" fmla="*/ 251230 w 640136"/>
                <a:gd name="csY3" fmla="*/ 72410 h 939380"/>
                <a:gd name="csX4" fmla="*/ 251230 w 640136"/>
                <a:gd name="csY4" fmla="*/ 771379 h 939380"/>
                <a:gd name="csX5" fmla="*/ 254886 w 640136"/>
                <a:gd name="csY5" fmla="*/ 771569 h 939380"/>
                <a:gd name="csX6" fmla="*/ 517863 w 640136"/>
                <a:gd name="csY6" fmla="*/ 854508 h 939380"/>
                <a:gd name="csX7" fmla="*/ 640136 w 640136"/>
                <a:gd name="csY7" fmla="*/ 939380 h 939380"/>
                <a:gd name="csX8" fmla="*/ 27054 w 640136"/>
                <a:gd name="csY8" fmla="*/ 815748 h 939380"/>
                <a:gd name="csX9" fmla="*/ 0 w 640136"/>
                <a:gd name="csY9" fmla="*/ 788679 h 939380"/>
                <a:gd name="csX10" fmla="*/ 0 w 640136"/>
                <a:gd name="csY10" fmla="*/ 27130 h 939380"/>
                <a:gd name="csX11" fmla="*/ 27474 w 640136"/>
                <a:gd name="csY11" fmla="*/ 5 h 939380"/>
                <a:gd name="csX0" fmla="*/ 27474 w 640136"/>
                <a:gd name="csY0" fmla="*/ 5 h 939380"/>
                <a:gd name="csX1" fmla="*/ 107888 w 640136"/>
                <a:gd name="csY1" fmla="*/ 4350 h 939380"/>
                <a:gd name="csX2" fmla="*/ 251230 w 640136"/>
                <a:gd name="csY2" fmla="*/ 72410 h 939380"/>
                <a:gd name="csX3" fmla="*/ 251230 w 640136"/>
                <a:gd name="csY3" fmla="*/ 771379 h 939380"/>
                <a:gd name="csX4" fmla="*/ 254886 w 640136"/>
                <a:gd name="csY4" fmla="*/ 771569 h 939380"/>
                <a:gd name="csX5" fmla="*/ 517863 w 640136"/>
                <a:gd name="csY5" fmla="*/ 854508 h 939380"/>
                <a:gd name="csX6" fmla="*/ 640136 w 640136"/>
                <a:gd name="csY6" fmla="*/ 939380 h 939380"/>
                <a:gd name="csX7" fmla="*/ 27054 w 640136"/>
                <a:gd name="csY7" fmla="*/ 815748 h 939380"/>
                <a:gd name="csX8" fmla="*/ 0 w 640136"/>
                <a:gd name="csY8" fmla="*/ 788679 h 939380"/>
                <a:gd name="csX9" fmla="*/ 0 w 640136"/>
                <a:gd name="csY9" fmla="*/ 27130 h 939380"/>
                <a:gd name="csX10" fmla="*/ 27474 w 640136"/>
                <a:gd name="csY10" fmla="*/ 5 h 939380"/>
                <a:gd name="csX0" fmla="*/ 27474 w 640136"/>
                <a:gd name="csY0" fmla="*/ 5 h 939380"/>
                <a:gd name="csX1" fmla="*/ 107888 w 640136"/>
                <a:gd name="csY1" fmla="*/ 4350 h 939380"/>
                <a:gd name="csX2" fmla="*/ 251230 w 640136"/>
                <a:gd name="csY2" fmla="*/ 72410 h 939380"/>
                <a:gd name="csX3" fmla="*/ 251230 w 640136"/>
                <a:gd name="csY3" fmla="*/ 771379 h 939380"/>
                <a:gd name="csX4" fmla="*/ 254886 w 640136"/>
                <a:gd name="csY4" fmla="*/ 771569 h 939380"/>
                <a:gd name="csX5" fmla="*/ 517863 w 640136"/>
                <a:gd name="csY5" fmla="*/ 854508 h 939380"/>
                <a:gd name="csX6" fmla="*/ 640136 w 640136"/>
                <a:gd name="csY6" fmla="*/ 939380 h 939380"/>
                <a:gd name="csX7" fmla="*/ 27054 w 640136"/>
                <a:gd name="csY7" fmla="*/ 815748 h 939380"/>
                <a:gd name="csX8" fmla="*/ 0 w 640136"/>
                <a:gd name="csY8" fmla="*/ 788679 h 939380"/>
                <a:gd name="csX9" fmla="*/ 0 w 640136"/>
                <a:gd name="csY9" fmla="*/ 27130 h 939380"/>
                <a:gd name="csX10" fmla="*/ 27474 w 640136"/>
                <a:gd name="csY10" fmla="*/ 5 h 9393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640136" h="939380">
                  <a:moveTo>
                    <a:pt x="27474" y="5"/>
                  </a:moveTo>
                  <a:cubicBezTo>
                    <a:pt x="46223" y="332"/>
                    <a:pt x="73813" y="1387"/>
                    <a:pt x="107888" y="4350"/>
                  </a:cubicBezTo>
                  <a:cubicBezTo>
                    <a:pt x="176624" y="27037"/>
                    <a:pt x="203449" y="49723"/>
                    <a:pt x="251230" y="72410"/>
                  </a:cubicBezTo>
                  <a:lnTo>
                    <a:pt x="251230" y="771379"/>
                  </a:lnTo>
                  <a:lnTo>
                    <a:pt x="254886" y="771569"/>
                  </a:lnTo>
                  <a:cubicBezTo>
                    <a:pt x="346591" y="782223"/>
                    <a:pt x="435868" y="810274"/>
                    <a:pt x="517863" y="854508"/>
                  </a:cubicBezTo>
                  <a:cubicBezTo>
                    <a:pt x="556702" y="876086"/>
                    <a:pt x="607050" y="907733"/>
                    <a:pt x="640136" y="939380"/>
                  </a:cubicBezTo>
                  <a:cubicBezTo>
                    <a:pt x="553444" y="900229"/>
                    <a:pt x="337633" y="818944"/>
                    <a:pt x="27054" y="815748"/>
                  </a:cubicBezTo>
                  <a:cubicBezTo>
                    <a:pt x="12127" y="815594"/>
                    <a:pt x="0" y="803607"/>
                    <a:pt x="0" y="788679"/>
                  </a:cubicBezTo>
                  <a:lnTo>
                    <a:pt x="0" y="27130"/>
                  </a:lnTo>
                  <a:cubicBezTo>
                    <a:pt x="0" y="11985"/>
                    <a:pt x="12332" y="-260"/>
                    <a:pt x="27474" y="5"/>
                  </a:cubicBezTo>
                  <a:close/>
                </a:path>
              </a:pathLst>
            </a:custGeom>
            <a:solidFill>
              <a:srgbClr val="84D1FF"/>
            </a:solidFill>
            <a:ln w="14383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B73E461E-EF5A-0BD5-4DF1-6BCBB62FDC7A}"/>
                </a:ext>
              </a:extLst>
            </p:cNvPr>
            <p:cNvSpPr/>
            <p:nvPr/>
          </p:nvSpPr>
          <p:spPr>
            <a:xfrm>
              <a:off x="3342391" y="3453690"/>
              <a:ext cx="494846" cy="983663"/>
            </a:xfrm>
            <a:custGeom>
              <a:avLst/>
              <a:gdLst>
                <a:gd name="csX0" fmla="*/ 27998 w 494846"/>
                <a:gd name="csY0" fmla="*/ 19 h 983663"/>
                <a:gd name="csX1" fmla="*/ 494846 w 494846"/>
                <a:gd name="csY1" fmla="*/ 170906 h 983663"/>
                <a:gd name="csX2" fmla="*/ 494846 w 494846"/>
                <a:gd name="csY2" fmla="*/ 983663 h 983663"/>
                <a:gd name="csX3" fmla="*/ 26823 w 494846"/>
                <a:gd name="csY3" fmla="*/ 814214 h 983663"/>
                <a:gd name="csX4" fmla="*/ 0 w 494846"/>
                <a:gd name="csY4" fmla="*/ 787096 h 983663"/>
                <a:gd name="csX5" fmla="*/ 0 w 494846"/>
                <a:gd name="csY5" fmla="*/ 27137 h 983663"/>
                <a:gd name="csX6" fmla="*/ 27998 w 494846"/>
                <a:gd name="csY6" fmla="*/ 19 h 9836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94846" h="983663">
                  <a:moveTo>
                    <a:pt x="27998" y="19"/>
                  </a:moveTo>
                  <a:cubicBezTo>
                    <a:pt x="103995" y="2827"/>
                    <a:pt x="320162" y="24172"/>
                    <a:pt x="494846" y="170906"/>
                  </a:cubicBezTo>
                  <a:lnTo>
                    <a:pt x="494846" y="983663"/>
                  </a:lnTo>
                  <a:cubicBezTo>
                    <a:pt x="432412" y="933715"/>
                    <a:pt x="266940" y="820875"/>
                    <a:pt x="26823" y="814214"/>
                  </a:cubicBezTo>
                  <a:cubicBezTo>
                    <a:pt x="11967" y="813802"/>
                    <a:pt x="0" y="801958"/>
                    <a:pt x="0" y="787096"/>
                  </a:cubicBezTo>
                  <a:lnTo>
                    <a:pt x="0" y="27137"/>
                  </a:lnTo>
                  <a:cubicBezTo>
                    <a:pt x="0" y="11777"/>
                    <a:pt x="12648" y="-548"/>
                    <a:pt x="27998" y="19"/>
                  </a:cubicBezTo>
                  <a:close/>
                </a:path>
              </a:pathLst>
            </a:custGeom>
            <a:solidFill>
              <a:srgbClr val="6DBEFF"/>
            </a:solidFill>
            <a:ln w="14383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1F2FB3C-402B-AC44-0DF3-11DE8E382AE9}"/>
                </a:ext>
              </a:extLst>
            </p:cNvPr>
            <p:cNvSpPr/>
            <p:nvPr/>
          </p:nvSpPr>
          <p:spPr>
            <a:xfrm flipH="1">
              <a:off x="3832590" y="3497982"/>
              <a:ext cx="640136" cy="939380"/>
            </a:xfrm>
            <a:custGeom>
              <a:avLst/>
              <a:gdLst>
                <a:gd name="csX0" fmla="*/ 27474 w 640136"/>
                <a:gd name="csY0" fmla="*/ 5 h 939380"/>
                <a:gd name="csX1" fmla="*/ 107888 w 640136"/>
                <a:gd name="csY1" fmla="*/ 4350 h 939380"/>
                <a:gd name="csX2" fmla="*/ 107888 w 640136"/>
                <a:gd name="csY2" fmla="*/ 72410 h 939380"/>
                <a:gd name="csX3" fmla="*/ 251230 w 640136"/>
                <a:gd name="csY3" fmla="*/ 72410 h 939380"/>
                <a:gd name="csX4" fmla="*/ 251230 w 640136"/>
                <a:gd name="csY4" fmla="*/ 771379 h 939380"/>
                <a:gd name="csX5" fmla="*/ 254886 w 640136"/>
                <a:gd name="csY5" fmla="*/ 771569 h 939380"/>
                <a:gd name="csX6" fmla="*/ 517863 w 640136"/>
                <a:gd name="csY6" fmla="*/ 854508 h 939380"/>
                <a:gd name="csX7" fmla="*/ 640136 w 640136"/>
                <a:gd name="csY7" fmla="*/ 939380 h 939380"/>
                <a:gd name="csX8" fmla="*/ 27054 w 640136"/>
                <a:gd name="csY8" fmla="*/ 815748 h 939380"/>
                <a:gd name="csX9" fmla="*/ 0 w 640136"/>
                <a:gd name="csY9" fmla="*/ 788679 h 939380"/>
                <a:gd name="csX10" fmla="*/ 0 w 640136"/>
                <a:gd name="csY10" fmla="*/ 27130 h 939380"/>
                <a:gd name="csX11" fmla="*/ 27474 w 640136"/>
                <a:gd name="csY11" fmla="*/ 5 h 939380"/>
                <a:gd name="csX0" fmla="*/ 27474 w 640136"/>
                <a:gd name="csY0" fmla="*/ 5 h 939380"/>
                <a:gd name="csX1" fmla="*/ 107888 w 640136"/>
                <a:gd name="csY1" fmla="*/ 4350 h 939380"/>
                <a:gd name="csX2" fmla="*/ 251230 w 640136"/>
                <a:gd name="csY2" fmla="*/ 72410 h 939380"/>
                <a:gd name="csX3" fmla="*/ 251230 w 640136"/>
                <a:gd name="csY3" fmla="*/ 771379 h 939380"/>
                <a:gd name="csX4" fmla="*/ 254886 w 640136"/>
                <a:gd name="csY4" fmla="*/ 771569 h 939380"/>
                <a:gd name="csX5" fmla="*/ 517863 w 640136"/>
                <a:gd name="csY5" fmla="*/ 854508 h 939380"/>
                <a:gd name="csX6" fmla="*/ 640136 w 640136"/>
                <a:gd name="csY6" fmla="*/ 939380 h 939380"/>
                <a:gd name="csX7" fmla="*/ 27054 w 640136"/>
                <a:gd name="csY7" fmla="*/ 815748 h 939380"/>
                <a:gd name="csX8" fmla="*/ 0 w 640136"/>
                <a:gd name="csY8" fmla="*/ 788679 h 939380"/>
                <a:gd name="csX9" fmla="*/ 0 w 640136"/>
                <a:gd name="csY9" fmla="*/ 27130 h 939380"/>
                <a:gd name="csX10" fmla="*/ 27474 w 640136"/>
                <a:gd name="csY10" fmla="*/ 5 h 939380"/>
                <a:gd name="csX0" fmla="*/ 27474 w 640136"/>
                <a:gd name="csY0" fmla="*/ 5 h 939380"/>
                <a:gd name="csX1" fmla="*/ 107888 w 640136"/>
                <a:gd name="csY1" fmla="*/ 4350 h 939380"/>
                <a:gd name="csX2" fmla="*/ 251230 w 640136"/>
                <a:gd name="csY2" fmla="*/ 72410 h 939380"/>
                <a:gd name="csX3" fmla="*/ 251230 w 640136"/>
                <a:gd name="csY3" fmla="*/ 771379 h 939380"/>
                <a:gd name="csX4" fmla="*/ 254886 w 640136"/>
                <a:gd name="csY4" fmla="*/ 771569 h 939380"/>
                <a:gd name="csX5" fmla="*/ 517863 w 640136"/>
                <a:gd name="csY5" fmla="*/ 854508 h 939380"/>
                <a:gd name="csX6" fmla="*/ 640136 w 640136"/>
                <a:gd name="csY6" fmla="*/ 939380 h 939380"/>
                <a:gd name="csX7" fmla="*/ 27054 w 640136"/>
                <a:gd name="csY7" fmla="*/ 815748 h 939380"/>
                <a:gd name="csX8" fmla="*/ 0 w 640136"/>
                <a:gd name="csY8" fmla="*/ 788679 h 939380"/>
                <a:gd name="csX9" fmla="*/ 0 w 640136"/>
                <a:gd name="csY9" fmla="*/ 27130 h 939380"/>
                <a:gd name="csX10" fmla="*/ 27474 w 640136"/>
                <a:gd name="csY10" fmla="*/ 5 h 9393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640136" h="939380">
                  <a:moveTo>
                    <a:pt x="27474" y="5"/>
                  </a:moveTo>
                  <a:cubicBezTo>
                    <a:pt x="46223" y="332"/>
                    <a:pt x="73813" y="1387"/>
                    <a:pt x="107888" y="4350"/>
                  </a:cubicBezTo>
                  <a:cubicBezTo>
                    <a:pt x="176624" y="27037"/>
                    <a:pt x="203449" y="49723"/>
                    <a:pt x="251230" y="72410"/>
                  </a:cubicBezTo>
                  <a:lnTo>
                    <a:pt x="251230" y="771379"/>
                  </a:lnTo>
                  <a:lnTo>
                    <a:pt x="254886" y="771569"/>
                  </a:lnTo>
                  <a:cubicBezTo>
                    <a:pt x="346591" y="782223"/>
                    <a:pt x="435868" y="810274"/>
                    <a:pt x="517863" y="854508"/>
                  </a:cubicBezTo>
                  <a:cubicBezTo>
                    <a:pt x="556702" y="876086"/>
                    <a:pt x="607050" y="907733"/>
                    <a:pt x="640136" y="939380"/>
                  </a:cubicBezTo>
                  <a:cubicBezTo>
                    <a:pt x="553444" y="900229"/>
                    <a:pt x="337633" y="818944"/>
                    <a:pt x="27054" y="815748"/>
                  </a:cubicBezTo>
                  <a:cubicBezTo>
                    <a:pt x="12127" y="815594"/>
                    <a:pt x="0" y="803607"/>
                    <a:pt x="0" y="788679"/>
                  </a:cubicBezTo>
                  <a:lnTo>
                    <a:pt x="0" y="27130"/>
                  </a:lnTo>
                  <a:cubicBezTo>
                    <a:pt x="0" y="11985"/>
                    <a:pt x="12332" y="-260"/>
                    <a:pt x="27474" y="5"/>
                  </a:cubicBezTo>
                  <a:close/>
                </a:path>
              </a:pathLst>
            </a:custGeom>
            <a:solidFill>
              <a:srgbClr val="1D7FFF"/>
            </a:solidFill>
            <a:ln w="14383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068BBFCA-24ED-985C-F2B6-493BA389E053}"/>
                </a:ext>
              </a:extLst>
            </p:cNvPr>
            <p:cNvSpPr/>
            <p:nvPr/>
          </p:nvSpPr>
          <p:spPr>
            <a:xfrm flipH="1">
              <a:off x="3833912" y="3453690"/>
              <a:ext cx="494846" cy="983663"/>
            </a:xfrm>
            <a:custGeom>
              <a:avLst/>
              <a:gdLst>
                <a:gd name="csX0" fmla="*/ 27998 w 494846"/>
                <a:gd name="csY0" fmla="*/ 19 h 983663"/>
                <a:gd name="csX1" fmla="*/ 494846 w 494846"/>
                <a:gd name="csY1" fmla="*/ 170906 h 983663"/>
                <a:gd name="csX2" fmla="*/ 494846 w 494846"/>
                <a:gd name="csY2" fmla="*/ 983663 h 983663"/>
                <a:gd name="csX3" fmla="*/ 26823 w 494846"/>
                <a:gd name="csY3" fmla="*/ 814214 h 983663"/>
                <a:gd name="csX4" fmla="*/ 0 w 494846"/>
                <a:gd name="csY4" fmla="*/ 787096 h 983663"/>
                <a:gd name="csX5" fmla="*/ 0 w 494846"/>
                <a:gd name="csY5" fmla="*/ 27137 h 983663"/>
                <a:gd name="csX6" fmla="*/ 27998 w 494846"/>
                <a:gd name="csY6" fmla="*/ 19 h 9836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94846" h="983663">
                  <a:moveTo>
                    <a:pt x="27998" y="19"/>
                  </a:moveTo>
                  <a:cubicBezTo>
                    <a:pt x="103995" y="2827"/>
                    <a:pt x="320162" y="24172"/>
                    <a:pt x="494846" y="170906"/>
                  </a:cubicBezTo>
                  <a:lnTo>
                    <a:pt x="494846" y="983663"/>
                  </a:lnTo>
                  <a:cubicBezTo>
                    <a:pt x="432412" y="933715"/>
                    <a:pt x="266940" y="820875"/>
                    <a:pt x="26823" y="814214"/>
                  </a:cubicBezTo>
                  <a:cubicBezTo>
                    <a:pt x="11967" y="813802"/>
                    <a:pt x="0" y="801958"/>
                    <a:pt x="0" y="787096"/>
                  </a:cubicBezTo>
                  <a:lnTo>
                    <a:pt x="0" y="27137"/>
                  </a:lnTo>
                  <a:cubicBezTo>
                    <a:pt x="0" y="11777"/>
                    <a:pt x="12648" y="-548"/>
                    <a:pt x="27998" y="19"/>
                  </a:cubicBezTo>
                  <a:close/>
                </a:path>
              </a:pathLst>
            </a:custGeom>
            <a:solidFill>
              <a:srgbClr val="5AAFFF"/>
            </a:solidFill>
            <a:ln w="14383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6A0EEC93-3F1A-389A-074F-60DDE7D005A2}"/>
              </a:ext>
            </a:extLst>
          </p:cNvPr>
          <p:cNvGrpSpPr/>
          <p:nvPr/>
        </p:nvGrpSpPr>
        <p:grpSpPr>
          <a:xfrm>
            <a:off x="7572918" y="5585003"/>
            <a:ext cx="1390955" cy="1240719"/>
            <a:chOff x="5232102" y="3662585"/>
            <a:chExt cx="1390955" cy="1240719"/>
          </a:xfrm>
        </p:grpSpPr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72C6136A-842E-5FAE-6CA5-476D637D535D}"/>
                </a:ext>
              </a:extLst>
            </p:cNvPr>
            <p:cNvSpPr/>
            <p:nvPr/>
          </p:nvSpPr>
          <p:spPr>
            <a:xfrm>
              <a:off x="5270106" y="3759375"/>
              <a:ext cx="1314947" cy="1105923"/>
            </a:xfrm>
            <a:custGeom>
              <a:avLst/>
              <a:gdLst>
                <a:gd name="csX0" fmla="*/ 77340 w 1314947"/>
                <a:gd name="csY0" fmla="*/ 950105 h 1105923"/>
                <a:gd name="csX1" fmla="*/ 1237531 w 1314947"/>
                <a:gd name="csY1" fmla="*/ 950105 h 1105923"/>
                <a:gd name="csX2" fmla="*/ 1314947 w 1314947"/>
                <a:gd name="csY2" fmla="*/ 1028013 h 1105923"/>
                <a:gd name="csX3" fmla="*/ 1237608 w 1314947"/>
                <a:gd name="csY3" fmla="*/ 1105923 h 1105923"/>
                <a:gd name="csX4" fmla="*/ 77340 w 1314947"/>
                <a:gd name="csY4" fmla="*/ 1105923 h 1105923"/>
                <a:gd name="csX5" fmla="*/ 0 w 1314947"/>
                <a:gd name="csY5" fmla="*/ 1028013 h 1105923"/>
                <a:gd name="csX6" fmla="*/ 77340 w 1314947"/>
                <a:gd name="csY6" fmla="*/ 950105 h 1105923"/>
                <a:gd name="csX7" fmla="*/ 657437 w 1314947"/>
                <a:gd name="csY7" fmla="*/ 0 h 1105923"/>
                <a:gd name="csX8" fmla="*/ 1092737 w 1314947"/>
                <a:gd name="csY8" fmla="*/ 202258 h 1105923"/>
                <a:gd name="csX9" fmla="*/ 1098961 w 1314947"/>
                <a:gd name="csY9" fmla="*/ 209024 h 1105923"/>
                <a:gd name="csX10" fmla="*/ 1152747 w 1314947"/>
                <a:gd name="csY10" fmla="*/ 209024 h 1105923"/>
                <a:gd name="csX11" fmla="*/ 1235139 w 1314947"/>
                <a:gd name="csY11" fmla="*/ 286554 h 1105923"/>
                <a:gd name="csX12" fmla="*/ 1196488 w 1314947"/>
                <a:gd name="csY12" fmla="*/ 352034 h 1105923"/>
                <a:gd name="csX13" fmla="*/ 1196488 w 1314947"/>
                <a:gd name="csY13" fmla="*/ 401145 h 1105923"/>
                <a:gd name="csX14" fmla="*/ 114697 w 1314947"/>
                <a:gd name="csY14" fmla="*/ 401145 h 1105923"/>
                <a:gd name="csX15" fmla="*/ 114697 w 1314947"/>
                <a:gd name="csY15" fmla="*/ 354011 h 1105923"/>
                <a:gd name="csX16" fmla="*/ 76009 w 1314947"/>
                <a:gd name="csY16" fmla="*/ 286554 h 1105923"/>
                <a:gd name="csX17" fmla="*/ 153272 w 1314947"/>
                <a:gd name="csY17" fmla="*/ 209024 h 1105923"/>
                <a:gd name="csX18" fmla="*/ 216284 w 1314947"/>
                <a:gd name="csY18" fmla="*/ 209024 h 1105923"/>
                <a:gd name="csX19" fmla="*/ 218945 w 1314947"/>
                <a:gd name="csY19" fmla="*/ 205943 h 1105923"/>
                <a:gd name="csX20" fmla="*/ 657437 w 1314947"/>
                <a:gd name="csY20" fmla="*/ 0 h 11059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314947" h="1105923">
                  <a:moveTo>
                    <a:pt x="77340" y="950105"/>
                  </a:moveTo>
                  <a:lnTo>
                    <a:pt x="1237531" y="950105"/>
                  </a:lnTo>
                  <a:cubicBezTo>
                    <a:pt x="1280248" y="950105"/>
                    <a:pt x="1314947" y="984956"/>
                    <a:pt x="1314947" y="1028013"/>
                  </a:cubicBezTo>
                  <a:cubicBezTo>
                    <a:pt x="1314947" y="1071072"/>
                    <a:pt x="1280325" y="1105923"/>
                    <a:pt x="1237608" y="1105923"/>
                  </a:cubicBezTo>
                  <a:lnTo>
                    <a:pt x="77340" y="1105923"/>
                  </a:lnTo>
                  <a:cubicBezTo>
                    <a:pt x="34623" y="1105923"/>
                    <a:pt x="0" y="1071072"/>
                    <a:pt x="0" y="1028013"/>
                  </a:cubicBezTo>
                  <a:cubicBezTo>
                    <a:pt x="0" y="984956"/>
                    <a:pt x="34623" y="950105"/>
                    <a:pt x="77340" y="950105"/>
                  </a:cubicBezTo>
                  <a:close/>
                  <a:moveTo>
                    <a:pt x="657437" y="0"/>
                  </a:moveTo>
                  <a:cubicBezTo>
                    <a:pt x="657437" y="0"/>
                    <a:pt x="1060129" y="185309"/>
                    <a:pt x="1092737" y="202258"/>
                  </a:cubicBezTo>
                  <a:lnTo>
                    <a:pt x="1098961" y="209024"/>
                  </a:lnTo>
                  <a:lnTo>
                    <a:pt x="1152747" y="209024"/>
                  </a:lnTo>
                  <a:cubicBezTo>
                    <a:pt x="1198236" y="209024"/>
                    <a:pt x="1235139" y="243721"/>
                    <a:pt x="1235139" y="286554"/>
                  </a:cubicBezTo>
                  <a:cubicBezTo>
                    <a:pt x="1235139" y="314107"/>
                    <a:pt x="1219633" y="338238"/>
                    <a:pt x="1196488" y="352034"/>
                  </a:cubicBezTo>
                  <a:lnTo>
                    <a:pt x="1196488" y="401145"/>
                  </a:lnTo>
                  <a:lnTo>
                    <a:pt x="114697" y="401145"/>
                  </a:lnTo>
                  <a:lnTo>
                    <a:pt x="114697" y="354011"/>
                  </a:lnTo>
                  <a:cubicBezTo>
                    <a:pt x="90906" y="340748"/>
                    <a:pt x="76009" y="315665"/>
                    <a:pt x="76009" y="286554"/>
                  </a:cubicBezTo>
                  <a:cubicBezTo>
                    <a:pt x="76009" y="243721"/>
                    <a:pt x="107744" y="209024"/>
                    <a:pt x="153272" y="209024"/>
                  </a:cubicBezTo>
                  <a:lnTo>
                    <a:pt x="216284" y="209024"/>
                  </a:lnTo>
                  <a:lnTo>
                    <a:pt x="218945" y="205943"/>
                  </a:lnTo>
                  <a:cubicBezTo>
                    <a:pt x="258697" y="188881"/>
                    <a:pt x="657437" y="0"/>
                    <a:pt x="657437" y="0"/>
                  </a:cubicBezTo>
                  <a:close/>
                </a:path>
              </a:pathLst>
            </a:custGeom>
            <a:solidFill>
              <a:srgbClr val="FF6583"/>
            </a:solidFill>
            <a:ln w="2068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BA7A8C29-0070-69A9-D33B-B61138D8615D}"/>
                </a:ext>
              </a:extLst>
            </p:cNvPr>
            <p:cNvSpPr/>
            <p:nvPr/>
          </p:nvSpPr>
          <p:spPr>
            <a:xfrm>
              <a:off x="5232102" y="3662585"/>
              <a:ext cx="1390955" cy="1240719"/>
            </a:xfrm>
            <a:custGeom>
              <a:avLst/>
              <a:gdLst>
                <a:gd name="csX0" fmla="*/ 57956 w 1390955"/>
                <a:gd name="csY0" fmla="*/ 1126705 h 1240719"/>
                <a:gd name="csX1" fmla="*/ 1333074 w 1390955"/>
                <a:gd name="csY1" fmla="*/ 1126705 h 1240719"/>
                <a:gd name="csX2" fmla="*/ 1390955 w 1390955"/>
                <a:gd name="csY2" fmla="*/ 1183712 h 1240719"/>
                <a:gd name="csX3" fmla="*/ 1332999 w 1390955"/>
                <a:gd name="csY3" fmla="*/ 1240719 h 1240719"/>
                <a:gd name="csX4" fmla="*/ 57956 w 1390955"/>
                <a:gd name="csY4" fmla="*/ 1240719 h 1240719"/>
                <a:gd name="csX5" fmla="*/ 0 w 1390955"/>
                <a:gd name="csY5" fmla="*/ 1183712 h 1240719"/>
                <a:gd name="csX6" fmla="*/ 57956 w 1390955"/>
                <a:gd name="csY6" fmla="*/ 1126705 h 1240719"/>
                <a:gd name="csX7" fmla="*/ 152017 w 1390955"/>
                <a:gd name="csY7" fmla="*/ 465726 h 1240719"/>
                <a:gd name="csX8" fmla="*/ 152701 w 1390955"/>
                <a:gd name="csY8" fmla="*/ 465726 h 1240719"/>
                <a:gd name="csX9" fmla="*/ 152701 w 1390955"/>
                <a:gd name="csY9" fmla="*/ 497935 h 1240719"/>
                <a:gd name="csX10" fmla="*/ 306809 w 1390955"/>
                <a:gd name="csY10" fmla="*/ 497935 h 1240719"/>
                <a:gd name="csX11" fmla="*/ 306809 w 1390955"/>
                <a:gd name="csY11" fmla="*/ 972908 h 1240719"/>
                <a:gd name="csX12" fmla="*/ 461486 w 1390955"/>
                <a:gd name="csY12" fmla="*/ 972908 h 1240719"/>
                <a:gd name="csX13" fmla="*/ 461486 w 1390955"/>
                <a:gd name="csY13" fmla="*/ 497935 h 1240719"/>
                <a:gd name="csX14" fmla="*/ 616278 w 1390955"/>
                <a:gd name="csY14" fmla="*/ 497935 h 1240719"/>
                <a:gd name="csX15" fmla="*/ 616278 w 1390955"/>
                <a:gd name="csY15" fmla="*/ 972908 h 1240719"/>
                <a:gd name="csX16" fmla="*/ 770954 w 1390955"/>
                <a:gd name="csY16" fmla="*/ 972908 h 1240719"/>
                <a:gd name="csX17" fmla="*/ 770954 w 1390955"/>
                <a:gd name="csY17" fmla="*/ 497935 h 1240719"/>
                <a:gd name="csX18" fmla="*/ 925669 w 1390955"/>
                <a:gd name="csY18" fmla="*/ 497935 h 1240719"/>
                <a:gd name="csX19" fmla="*/ 925669 w 1390955"/>
                <a:gd name="csY19" fmla="*/ 972908 h 1240719"/>
                <a:gd name="csX20" fmla="*/ 1080347 w 1390955"/>
                <a:gd name="csY20" fmla="*/ 972908 h 1240719"/>
                <a:gd name="csX21" fmla="*/ 1080347 w 1390955"/>
                <a:gd name="csY21" fmla="*/ 497935 h 1240719"/>
                <a:gd name="csX22" fmla="*/ 1234492 w 1390955"/>
                <a:gd name="csY22" fmla="*/ 497935 h 1240719"/>
                <a:gd name="csX23" fmla="*/ 1234492 w 1390955"/>
                <a:gd name="csY23" fmla="*/ 465726 h 1240719"/>
                <a:gd name="csX24" fmla="*/ 1235137 w 1390955"/>
                <a:gd name="csY24" fmla="*/ 465726 h 1240719"/>
                <a:gd name="csX25" fmla="*/ 1235137 w 1390955"/>
                <a:gd name="csY25" fmla="*/ 985001 h 1240719"/>
                <a:gd name="csX26" fmla="*/ 1239050 w 1390955"/>
                <a:gd name="csY26" fmla="*/ 986206 h 1240719"/>
                <a:gd name="csX27" fmla="*/ 1267063 w 1390955"/>
                <a:gd name="csY27" fmla="*/ 1020478 h 1240719"/>
                <a:gd name="csX28" fmla="*/ 1272763 w 1390955"/>
                <a:gd name="csY28" fmla="*/ 1048916 h 1240719"/>
                <a:gd name="csX29" fmla="*/ 115344 w 1390955"/>
                <a:gd name="csY29" fmla="*/ 1048916 h 1240719"/>
                <a:gd name="csX30" fmla="*/ 114354 w 1390955"/>
                <a:gd name="csY30" fmla="*/ 1049118 h 1240719"/>
                <a:gd name="csX31" fmla="*/ 120084 w 1390955"/>
                <a:gd name="csY31" fmla="*/ 1020478 h 1240719"/>
                <a:gd name="csX32" fmla="*/ 148075 w 1390955"/>
                <a:gd name="csY32" fmla="*/ 986206 h 1240719"/>
                <a:gd name="csX33" fmla="*/ 152017 w 1390955"/>
                <a:gd name="csY33" fmla="*/ 984993 h 1240719"/>
                <a:gd name="csX34" fmla="*/ 695441 w 1390955"/>
                <a:gd name="csY34" fmla="*/ 98811 h 1240719"/>
                <a:gd name="csX35" fmla="*/ 256949 w 1390955"/>
                <a:gd name="csY35" fmla="*/ 304755 h 1240719"/>
                <a:gd name="csX36" fmla="*/ 257024 w 1390955"/>
                <a:gd name="csY36" fmla="*/ 349639 h 1240719"/>
                <a:gd name="csX37" fmla="*/ 1131958 w 1390955"/>
                <a:gd name="csY37" fmla="*/ 349639 h 1240719"/>
                <a:gd name="csX38" fmla="*/ 1130741 w 1390955"/>
                <a:gd name="csY38" fmla="*/ 301069 h 1240719"/>
                <a:gd name="csX39" fmla="*/ 695441 w 1390955"/>
                <a:gd name="csY39" fmla="*/ 98811 h 1240719"/>
                <a:gd name="csX40" fmla="*/ 692247 w 1390955"/>
                <a:gd name="csY40" fmla="*/ 0 h 1240719"/>
                <a:gd name="csX41" fmla="*/ 1274814 w 1390955"/>
                <a:gd name="csY41" fmla="*/ 271883 h 1240719"/>
                <a:gd name="csX42" fmla="*/ 1314946 w 1390955"/>
                <a:gd name="csY42" fmla="*/ 328243 h 1240719"/>
                <a:gd name="csX43" fmla="*/ 1314946 w 1390955"/>
                <a:gd name="csY43" fmla="*/ 347739 h 1240719"/>
                <a:gd name="csX44" fmla="*/ 1314946 w 1390955"/>
                <a:gd name="csY44" fmla="*/ 349640 h 1240719"/>
                <a:gd name="csX45" fmla="*/ 1314183 w 1390955"/>
                <a:gd name="csY45" fmla="*/ 349640 h 1240719"/>
                <a:gd name="csX46" fmla="*/ 1303617 w 1390955"/>
                <a:gd name="csY46" fmla="*/ 375957 h 1240719"/>
                <a:gd name="csX47" fmla="*/ 1276182 w 1390955"/>
                <a:gd name="csY47" fmla="*/ 387643 h 1240719"/>
                <a:gd name="csX48" fmla="*/ 114773 w 1390955"/>
                <a:gd name="csY48" fmla="*/ 387643 h 1240719"/>
                <a:gd name="csX49" fmla="*/ 87367 w 1390955"/>
                <a:gd name="csY49" fmla="*/ 375957 h 1240719"/>
                <a:gd name="csX50" fmla="*/ 76773 w 1390955"/>
                <a:gd name="csY50" fmla="*/ 349640 h 1240719"/>
                <a:gd name="csX51" fmla="*/ 76008 w 1390955"/>
                <a:gd name="csY51" fmla="*/ 349640 h 1240719"/>
                <a:gd name="csX52" fmla="*/ 76008 w 1390955"/>
                <a:gd name="csY52" fmla="*/ 347739 h 1240719"/>
                <a:gd name="csX53" fmla="*/ 76008 w 1390955"/>
                <a:gd name="csY53" fmla="*/ 327978 h 1240719"/>
                <a:gd name="csX54" fmla="*/ 115190 w 1390955"/>
                <a:gd name="csY54" fmla="*/ 271883 h 12407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390955" h="1240719">
                  <a:moveTo>
                    <a:pt x="57956" y="1126705"/>
                  </a:moveTo>
                  <a:lnTo>
                    <a:pt x="1333074" y="1126705"/>
                  </a:lnTo>
                  <a:cubicBezTo>
                    <a:pt x="1364999" y="1126705"/>
                    <a:pt x="1390955" y="1152206"/>
                    <a:pt x="1390955" y="1183712"/>
                  </a:cubicBezTo>
                  <a:cubicBezTo>
                    <a:pt x="1390955" y="1215218"/>
                    <a:pt x="1364999" y="1240719"/>
                    <a:pt x="1332999" y="1240719"/>
                  </a:cubicBezTo>
                  <a:lnTo>
                    <a:pt x="57956" y="1240719"/>
                  </a:lnTo>
                  <a:cubicBezTo>
                    <a:pt x="25956" y="1240719"/>
                    <a:pt x="0" y="1215218"/>
                    <a:pt x="0" y="1183712"/>
                  </a:cubicBezTo>
                  <a:cubicBezTo>
                    <a:pt x="0" y="1152206"/>
                    <a:pt x="25956" y="1126705"/>
                    <a:pt x="57956" y="1126705"/>
                  </a:cubicBezTo>
                  <a:close/>
                  <a:moveTo>
                    <a:pt x="152017" y="465726"/>
                  </a:moveTo>
                  <a:lnTo>
                    <a:pt x="152701" y="465726"/>
                  </a:lnTo>
                  <a:lnTo>
                    <a:pt x="152701" y="497935"/>
                  </a:lnTo>
                  <a:lnTo>
                    <a:pt x="306809" y="497935"/>
                  </a:lnTo>
                  <a:lnTo>
                    <a:pt x="306809" y="972908"/>
                  </a:lnTo>
                  <a:lnTo>
                    <a:pt x="461486" y="972908"/>
                  </a:lnTo>
                  <a:lnTo>
                    <a:pt x="461486" y="497935"/>
                  </a:lnTo>
                  <a:lnTo>
                    <a:pt x="616278" y="497935"/>
                  </a:lnTo>
                  <a:lnTo>
                    <a:pt x="616278" y="972908"/>
                  </a:lnTo>
                  <a:lnTo>
                    <a:pt x="770954" y="972908"/>
                  </a:lnTo>
                  <a:lnTo>
                    <a:pt x="770954" y="497935"/>
                  </a:lnTo>
                  <a:lnTo>
                    <a:pt x="925669" y="497935"/>
                  </a:lnTo>
                  <a:lnTo>
                    <a:pt x="925669" y="972908"/>
                  </a:lnTo>
                  <a:lnTo>
                    <a:pt x="1080347" y="972908"/>
                  </a:lnTo>
                  <a:lnTo>
                    <a:pt x="1080347" y="497935"/>
                  </a:lnTo>
                  <a:lnTo>
                    <a:pt x="1234492" y="497935"/>
                  </a:lnTo>
                  <a:lnTo>
                    <a:pt x="1234492" y="465726"/>
                  </a:lnTo>
                  <a:lnTo>
                    <a:pt x="1235137" y="465726"/>
                  </a:lnTo>
                  <a:lnTo>
                    <a:pt x="1235137" y="985001"/>
                  </a:lnTo>
                  <a:lnTo>
                    <a:pt x="1239050" y="986206"/>
                  </a:lnTo>
                  <a:cubicBezTo>
                    <a:pt x="1251383" y="994603"/>
                    <a:pt x="1261191" y="1006495"/>
                    <a:pt x="1267063" y="1020478"/>
                  </a:cubicBezTo>
                  <a:lnTo>
                    <a:pt x="1272763" y="1048916"/>
                  </a:lnTo>
                  <a:lnTo>
                    <a:pt x="115344" y="1048916"/>
                  </a:lnTo>
                  <a:lnTo>
                    <a:pt x="114354" y="1049118"/>
                  </a:lnTo>
                  <a:lnTo>
                    <a:pt x="120084" y="1020478"/>
                  </a:lnTo>
                  <a:cubicBezTo>
                    <a:pt x="125948" y="1006495"/>
                    <a:pt x="135744" y="994603"/>
                    <a:pt x="148075" y="986206"/>
                  </a:cubicBezTo>
                  <a:lnTo>
                    <a:pt x="152017" y="984993"/>
                  </a:lnTo>
                  <a:close/>
                  <a:moveTo>
                    <a:pt x="695441" y="98811"/>
                  </a:moveTo>
                  <a:cubicBezTo>
                    <a:pt x="695441" y="98811"/>
                    <a:pt x="296701" y="287692"/>
                    <a:pt x="256949" y="304755"/>
                  </a:cubicBezTo>
                  <a:cubicBezTo>
                    <a:pt x="217120" y="321705"/>
                    <a:pt x="230420" y="349639"/>
                    <a:pt x="257024" y="349639"/>
                  </a:cubicBezTo>
                  <a:lnTo>
                    <a:pt x="1131958" y="349639"/>
                  </a:lnTo>
                  <a:cubicBezTo>
                    <a:pt x="1173040" y="349639"/>
                    <a:pt x="1163311" y="318133"/>
                    <a:pt x="1130741" y="301069"/>
                  </a:cubicBezTo>
                  <a:cubicBezTo>
                    <a:pt x="1098133" y="284120"/>
                    <a:pt x="695441" y="98811"/>
                    <a:pt x="695441" y="98811"/>
                  </a:cubicBezTo>
                  <a:close/>
                  <a:moveTo>
                    <a:pt x="692247" y="0"/>
                  </a:moveTo>
                  <a:lnTo>
                    <a:pt x="1274814" y="271883"/>
                  </a:lnTo>
                  <a:cubicBezTo>
                    <a:pt x="1274814" y="271883"/>
                    <a:pt x="1314946" y="280853"/>
                    <a:pt x="1314946" y="328243"/>
                  </a:cubicBezTo>
                  <a:lnTo>
                    <a:pt x="1314946" y="347739"/>
                  </a:lnTo>
                  <a:lnTo>
                    <a:pt x="1314946" y="349640"/>
                  </a:lnTo>
                  <a:lnTo>
                    <a:pt x="1314183" y="349640"/>
                  </a:lnTo>
                  <a:lnTo>
                    <a:pt x="1303617" y="375957"/>
                  </a:lnTo>
                  <a:cubicBezTo>
                    <a:pt x="1296610" y="383178"/>
                    <a:pt x="1286918" y="387643"/>
                    <a:pt x="1276182" y="387643"/>
                  </a:cubicBezTo>
                  <a:lnTo>
                    <a:pt x="114773" y="387643"/>
                  </a:lnTo>
                  <a:cubicBezTo>
                    <a:pt x="104075" y="387643"/>
                    <a:pt x="94384" y="383178"/>
                    <a:pt x="87367" y="375957"/>
                  </a:cubicBezTo>
                  <a:lnTo>
                    <a:pt x="76773" y="349640"/>
                  </a:lnTo>
                  <a:lnTo>
                    <a:pt x="76008" y="349640"/>
                  </a:lnTo>
                  <a:lnTo>
                    <a:pt x="76008" y="347739"/>
                  </a:lnTo>
                  <a:lnTo>
                    <a:pt x="76008" y="327978"/>
                  </a:lnTo>
                  <a:cubicBezTo>
                    <a:pt x="76008" y="287920"/>
                    <a:pt x="115190" y="271883"/>
                    <a:pt x="115190" y="271883"/>
                  </a:cubicBezTo>
                  <a:close/>
                </a:path>
              </a:pathLst>
            </a:custGeom>
            <a:solidFill>
              <a:srgbClr val="FF0000"/>
            </a:solidFill>
            <a:ln w="2068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28DD627C-2B82-4F8D-6259-368DF7AC6303}"/>
              </a:ext>
            </a:extLst>
          </p:cNvPr>
          <p:cNvGrpSpPr/>
          <p:nvPr/>
        </p:nvGrpSpPr>
        <p:grpSpPr>
          <a:xfrm>
            <a:off x="4974336" y="3055720"/>
            <a:ext cx="1559293" cy="1495188"/>
            <a:chOff x="5246369" y="2955148"/>
            <a:chExt cx="1287260" cy="1234339"/>
          </a:xfrm>
        </p:grpSpPr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B77FFAF6-1AFD-1224-D459-A455BFB15CCC}"/>
                </a:ext>
              </a:extLst>
            </p:cNvPr>
            <p:cNvSpPr/>
            <p:nvPr/>
          </p:nvSpPr>
          <p:spPr>
            <a:xfrm>
              <a:off x="5375403" y="3426844"/>
              <a:ext cx="150264" cy="604088"/>
            </a:xfrm>
            <a:prstGeom prst="rect">
              <a:avLst/>
            </a:prstGeom>
            <a:solidFill>
              <a:srgbClr val="FF6583"/>
            </a:solidFill>
            <a:ln w="2068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1ADEB0DD-5448-1F0D-63E2-606D2C941FFB}"/>
                </a:ext>
              </a:extLst>
            </p:cNvPr>
            <p:cNvSpPr/>
            <p:nvPr/>
          </p:nvSpPr>
          <p:spPr>
            <a:xfrm>
              <a:off x="6254332" y="3426844"/>
              <a:ext cx="150264" cy="604088"/>
            </a:xfrm>
            <a:prstGeom prst="rect">
              <a:avLst/>
            </a:prstGeom>
            <a:solidFill>
              <a:srgbClr val="FF0000"/>
            </a:solidFill>
            <a:ln w="2068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B2788B68-78A6-A01F-802D-0C1E65C4BE3B}"/>
                </a:ext>
              </a:extLst>
            </p:cNvPr>
            <p:cNvSpPr/>
            <p:nvPr/>
          </p:nvSpPr>
          <p:spPr>
            <a:xfrm>
              <a:off x="5961355" y="3426844"/>
              <a:ext cx="150264" cy="604088"/>
            </a:xfrm>
            <a:prstGeom prst="rect">
              <a:avLst/>
            </a:prstGeom>
            <a:solidFill>
              <a:srgbClr val="FF3B4D"/>
            </a:solidFill>
            <a:ln w="2068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FCB03FC7-BD59-AC3A-4EC0-8BC5D6768EA9}"/>
                </a:ext>
              </a:extLst>
            </p:cNvPr>
            <p:cNvSpPr/>
            <p:nvPr/>
          </p:nvSpPr>
          <p:spPr>
            <a:xfrm>
              <a:off x="5668379" y="3426844"/>
              <a:ext cx="150264" cy="604088"/>
            </a:xfrm>
            <a:prstGeom prst="rect">
              <a:avLst/>
            </a:prstGeom>
            <a:solidFill>
              <a:srgbClr val="FF556E"/>
            </a:solidFill>
            <a:ln w="2068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2C16F97-4F3F-FC01-5938-02E0CD202A98}"/>
                </a:ext>
              </a:extLst>
            </p:cNvPr>
            <p:cNvSpPr/>
            <p:nvPr/>
          </p:nvSpPr>
          <p:spPr>
            <a:xfrm>
              <a:off x="5266743" y="2955148"/>
              <a:ext cx="1246513" cy="473852"/>
            </a:xfrm>
            <a:custGeom>
              <a:avLst/>
              <a:gdLst>
                <a:gd name="csX0" fmla="*/ 624211 w 1246493"/>
                <a:gd name="csY0" fmla="*/ 0 h 473852"/>
                <a:gd name="csX1" fmla="*/ 1211234 w 1246493"/>
                <a:gd name="csY1" fmla="*/ 360826 h 473852"/>
                <a:gd name="csX2" fmla="*/ 1246493 w 1246493"/>
                <a:gd name="csY2" fmla="*/ 360826 h 473852"/>
                <a:gd name="csX3" fmla="*/ 1246493 w 1246493"/>
                <a:gd name="csY3" fmla="*/ 382499 h 473852"/>
                <a:gd name="csX4" fmla="*/ 1246493 w 1246493"/>
                <a:gd name="csY4" fmla="*/ 407387 h 473852"/>
                <a:gd name="csX5" fmla="*/ 1180028 w 1246493"/>
                <a:gd name="csY5" fmla="*/ 473852 h 473852"/>
                <a:gd name="csX6" fmla="*/ 66465 w 1246493"/>
                <a:gd name="csY6" fmla="*/ 473852 h 473852"/>
                <a:gd name="csX7" fmla="*/ 0 w 1246493"/>
                <a:gd name="csY7" fmla="*/ 407387 h 473852"/>
                <a:gd name="csX8" fmla="*/ 0 w 1246493"/>
                <a:gd name="csY8" fmla="*/ 360826 h 473852"/>
                <a:gd name="csX9" fmla="*/ 37188 w 1246493"/>
                <a:gd name="csY9" fmla="*/ 360826 h 473852"/>
                <a:gd name="csX0" fmla="*/ 624211 w 1246493"/>
                <a:gd name="csY0" fmla="*/ 0 h 473852"/>
                <a:gd name="csX1" fmla="*/ 1211234 w 1246493"/>
                <a:gd name="csY1" fmla="*/ 360826 h 473852"/>
                <a:gd name="csX2" fmla="*/ 1246493 w 1246493"/>
                <a:gd name="csY2" fmla="*/ 382499 h 473852"/>
                <a:gd name="csX3" fmla="*/ 1246493 w 1246493"/>
                <a:gd name="csY3" fmla="*/ 407387 h 473852"/>
                <a:gd name="csX4" fmla="*/ 1180028 w 1246493"/>
                <a:gd name="csY4" fmla="*/ 473852 h 473852"/>
                <a:gd name="csX5" fmla="*/ 66465 w 1246493"/>
                <a:gd name="csY5" fmla="*/ 473852 h 473852"/>
                <a:gd name="csX6" fmla="*/ 0 w 1246493"/>
                <a:gd name="csY6" fmla="*/ 407387 h 473852"/>
                <a:gd name="csX7" fmla="*/ 0 w 1246493"/>
                <a:gd name="csY7" fmla="*/ 360826 h 473852"/>
                <a:gd name="csX8" fmla="*/ 37188 w 1246493"/>
                <a:gd name="csY8" fmla="*/ 360826 h 473852"/>
                <a:gd name="csX9" fmla="*/ 624211 w 1246493"/>
                <a:gd name="csY9" fmla="*/ 0 h 473852"/>
                <a:gd name="csX0" fmla="*/ 624211 w 1246493"/>
                <a:gd name="csY0" fmla="*/ 0 h 473852"/>
                <a:gd name="csX1" fmla="*/ 1211234 w 1246493"/>
                <a:gd name="csY1" fmla="*/ 360826 h 473852"/>
                <a:gd name="csX2" fmla="*/ 1246493 w 1246493"/>
                <a:gd name="csY2" fmla="*/ 382499 h 473852"/>
                <a:gd name="csX3" fmla="*/ 1246493 w 1246493"/>
                <a:gd name="csY3" fmla="*/ 407387 h 473852"/>
                <a:gd name="csX4" fmla="*/ 1180028 w 1246493"/>
                <a:gd name="csY4" fmla="*/ 473852 h 473852"/>
                <a:gd name="csX5" fmla="*/ 66465 w 1246493"/>
                <a:gd name="csY5" fmla="*/ 473852 h 473852"/>
                <a:gd name="csX6" fmla="*/ 0 w 1246493"/>
                <a:gd name="csY6" fmla="*/ 407387 h 473852"/>
                <a:gd name="csX7" fmla="*/ 37188 w 1246493"/>
                <a:gd name="csY7" fmla="*/ 360826 h 473852"/>
                <a:gd name="csX8" fmla="*/ 624211 w 1246493"/>
                <a:gd name="csY8" fmla="*/ 0 h 473852"/>
                <a:gd name="csX0" fmla="*/ 624211 w 1246493"/>
                <a:gd name="csY0" fmla="*/ 0 h 473852"/>
                <a:gd name="csX1" fmla="*/ 1211234 w 1246493"/>
                <a:gd name="csY1" fmla="*/ 360826 h 473852"/>
                <a:gd name="csX2" fmla="*/ 1246493 w 1246493"/>
                <a:gd name="csY2" fmla="*/ 407387 h 473852"/>
                <a:gd name="csX3" fmla="*/ 1180028 w 1246493"/>
                <a:gd name="csY3" fmla="*/ 473852 h 473852"/>
                <a:gd name="csX4" fmla="*/ 66465 w 1246493"/>
                <a:gd name="csY4" fmla="*/ 473852 h 473852"/>
                <a:gd name="csX5" fmla="*/ 0 w 1246493"/>
                <a:gd name="csY5" fmla="*/ 407387 h 473852"/>
                <a:gd name="csX6" fmla="*/ 37188 w 1246493"/>
                <a:gd name="csY6" fmla="*/ 360826 h 473852"/>
                <a:gd name="csX7" fmla="*/ 624211 w 1246493"/>
                <a:gd name="csY7" fmla="*/ 0 h 473852"/>
                <a:gd name="csX0" fmla="*/ 624211 w 1246493"/>
                <a:gd name="csY0" fmla="*/ 0 h 473852"/>
                <a:gd name="csX1" fmla="*/ 1211234 w 1246493"/>
                <a:gd name="csY1" fmla="*/ 360826 h 473852"/>
                <a:gd name="csX2" fmla="*/ 1246493 w 1246493"/>
                <a:gd name="csY2" fmla="*/ 407387 h 473852"/>
                <a:gd name="csX3" fmla="*/ 1180028 w 1246493"/>
                <a:gd name="csY3" fmla="*/ 473852 h 473852"/>
                <a:gd name="csX4" fmla="*/ 66465 w 1246493"/>
                <a:gd name="csY4" fmla="*/ 473852 h 473852"/>
                <a:gd name="csX5" fmla="*/ 0 w 1246493"/>
                <a:gd name="csY5" fmla="*/ 407387 h 473852"/>
                <a:gd name="csX6" fmla="*/ 624211 w 1246493"/>
                <a:gd name="csY6" fmla="*/ 0 h 473852"/>
                <a:gd name="csX0" fmla="*/ 624211 w 1246493"/>
                <a:gd name="csY0" fmla="*/ 0 h 473852"/>
                <a:gd name="csX1" fmla="*/ 1246493 w 1246493"/>
                <a:gd name="csY1" fmla="*/ 407387 h 473852"/>
                <a:gd name="csX2" fmla="*/ 1180028 w 1246493"/>
                <a:gd name="csY2" fmla="*/ 473852 h 473852"/>
                <a:gd name="csX3" fmla="*/ 66465 w 1246493"/>
                <a:gd name="csY3" fmla="*/ 473852 h 473852"/>
                <a:gd name="csX4" fmla="*/ 0 w 1246493"/>
                <a:gd name="csY4" fmla="*/ 407387 h 473852"/>
                <a:gd name="csX5" fmla="*/ 624211 w 1246493"/>
                <a:gd name="csY5" fmla="*/ 0 h 473852"/>
                <a:gd name="csX0" fmla="*/ 624231 w 1246513"/>
                <a:gd name="csY0" fmla="*/ 0 h 473852"/>
                <a:gd name="csX1" fmla="*/ 1246513 w 1246513"/>
                <a:gd name="csY1" fmla="*/ 407387 h 473852"/>
                <a:gd name="csX2" fmla="*/ 1180048 w 1246513"/>
                <a:gd name="csY2" fmla="*/ 473852 h 473852"/>
                <a:gd name="csX3" fmla="*/ 66485 w 1246513"/>
                <a:gd name="csY3" fmla="*/ 473852 h 473852"/>
                <a:gd name="csX4" fmla="*/ 20 w 1246513"/>
                <a:gd name="csY4" fmla="*/ 407387 h 473852"/>
                <a:gd name="csX5" fmla="*/ 624231 w 1246513"/>
                <a:gd name="csY5" fmla="*/ 0 h 473852"/>
                <a:gd name="csX0" fmla="*/ 624231 w 1246513"/>
                <a:gd name="csY0" fmla="*/ 0 h 473852"/>
                <a:gd name="csX1" fmla="*/ 1246513 w 1246513"/>
                <a:gd name="csY1" fmla="*/ 407387 h 473852"/>
                <a:gd name="csX2" fmla="*/ 1180048 w 1246513"/>
                <a:gd name="csY2" fmla="*/ 473852 h 473852"/>
                <a:gd name="csX3" fmla="*/ 66485 w 1246513"/>
                <a:gd name="csY3" fmla="*/ 473852 h 473852"/>
                <a:gd name="csX4" fmla="*/ 20 w 1246513"/>
                <a:gd name="csY4" fmla="*/ 407387 h 473852"/>
                <a:gd name="csX5" fmla="*/ 624231 w 1246513"/>
                <a:gd name="csY5" fmla="*/ 0 h 4738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46513" h="473852">
                  <a:moveTo>
                    <a:pt x="624231" y="0"/>
                  </a:moveTo>
                  <a:cubicBezTo>
                    <a:pt x="831658" y="135796"/>
                    <a:pt x="1244826" y="366841"/>
                    <a:pt x="1246513" y="407387"/>
                  </a:cubicBezTo>
                  <a:cubicBezTo>
                    <a:pt x="1246513" y="444095"/>
                    <a:pt x="1216756" y="473852"/>
                    <a:pt x="1180048" y="473852"/>
                  </a:cubicBezTo>
                  <a:lnTo>
                    <a:pt x="66485" y="473852"/>
                  </a:lnTo>
                  <a:cubicBezTo>
                    <a:pt x="29777" y="473852"/>
                    <a:pt x="20" y="444095"/>
                    <a:pt x="20" y="407387"/>
                  </a:cubicBezTo>
                  <a:cubicBezTo>
                    <a:pt x="-3365" y="368746"/>
                    <a:pt x="416161" y="135796"/>
                    <a:pt x="624231" y="0"/>
                  </a:cubicBezTo>
                  <a:close/>
                </a:path>
              </a:pathLst>
            </a:custGeom>
            <a:solidFill>
              <a:srgbClr val="FF0000"/>
            </a:solidFill>
            <a:ln w="2068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512F6539-3BD6-A187-2791-2B148BFF1970}"/>
                </a:ext>
              </a:extLst>
            </p:cNvPr>
            <p:cNvSpPr/>
            <p:nvPr/>
          </p:nvSpPr>
          <p:spPr>
            <a:xfrm>
              <a:off x="5246369" y="4075473"/>
              <a:ext cx="1287260" cy="114014"/>
            </a:xfrm>
            <a:custGeom>
              <a:avLst/>
              <a:gdLst>
                <a:gd name="csX0" fmla="*/ 57956 w 1390955"/>
                <a:gd name="csY0" fmla="*/ 0 h 114014"/>
                <a:gd name="csX1" fmla="*/ 1333074 w 1390955"/>
                <a:gd name="csY1" fmla="*/ 0 h 114014"/>
                <a:gd name="csX2" fmla="*/ 1390955 w 1390955"/>
                <a:gd name="csY2" fmla="*/ 57007 h 114014"/>
                <a:gd name="csX3" fmla="*/ 1332999 w 1390955"/>
                <a:gd name="csY3" fmla="*/ 114014 h 114014"/>
                <a:gd name="csX4" fmla="*/ 57956 w 1390955"/>
                <a:gd name="csY4" fmla="*/ 114014 h 114014"/>
                <a:gd name="csX5" fmla="*/ 0 w 1390955"/>
                <a:gd name="csY5" fmla="*/ 57007 h 114014"/>
                <a:gd name="csX6" fmla="*/ 57956 w 1390955"/>
                <a:gd name="csY6" fmla="*/ 0 h 1140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390955" h="114014">
                  <a:moveTo>
                    <a:pt x="57956" y="0"/>
                  </a:moveTo>
                  <a:lnTo>
                    <a:pt x="1333074" y="0"/>
                  </a:lnTo>
                  <a:cubicBezTo>
                    <a:pt x="1364999" y="0"/>
                    <a:pt x="1390955" y="25501"/>
                    <a:pt x="1390955" y="57007"/>
                  </a:cubicBezTo>
                  <a:cubicBezTo>
                    <a:pt x="1390955" y="88513"/>
                    <a:pt x="1364999" y="114014"/>
                    <a:pt x="1332999" y="114014"/>
                  </a:cubicBezTo>
                  <a:lnTo>
                    <a:pt x="57956" y="114014"/>
                  </a:lnTo>
                  <a:cubicBezTo>
                    <a:pt x="25956" y="114014"/>
                    <a:pt x="0" y="88513"/>
                    <a:pt x="0" y="57007"/>
                  </a:cubicBezTo>
                  <a:cubicBezTo>
                    <a:pt x="0" y="25501"/>
                    <a:pt x="25956" y="0"/>
                    <a:pt x="57956" y="0"/>
                  </a:cubicBezTo>
                  <a:close/>
                </a:path>
              </a:pathLst>
            </a:custGeom>
            <a:solidFill>
              <a:srgbClr val="FF0000"/>
            </a:solidFill>
            <a:ln w="2068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0A71385D-AC67-04FB-3AD2-3C0FF66FC4A3}"/>
                </a:ext>
              </a:extLst>
            </p:cNvPr>
            <p:cNvSpPr/>
            <p:nvPr/>
          </p:nvSpPr>
          <p:spPr>
            <a:xfrm>
              <a:off x="5300959" y="3992928"/>
              <a:ext cx="1178080" cy="114014"/>
            </a:xfrm>
            <a:custGeom>
              <a:avLst/>
              <a:gdLst>
                <a:gd name="csX0" fmla="*/ 57956 w 1390955"/>
                <a:gd name="csY0" fmla="*/ 0 h 114014"/>
                <a:gd name="csX1" fmla="*/ 1333074 w 1390955"/>
                <a:gd name="csY1" fmla="*/ 0 h 114014"/>
                <a:gd name="csX2" fmla="*/ 1390955 w 1390955"/>
                <a:gd name="csY2" fmla="*/ 57007 h 114014"/>
                <a:gd name="csX3" fmla="*/ 1332999 w 1390955"/>
                <a:gd name="csY3" fmla="*/ 114014 h 114014"/>
                <a:gd name="csX4" fmla="*/ 57956 w 1390955"/>
                <a:gd name="csY4" fmla="*/ 114014 h 114014"/>
                <a:gd name="csX5" fmla="*/ 0 w 1390955"/>
                <a:gd name="csY5" fmla="*/ 57007 h 114014"/>
                <a:gd name="csX6" fmla="*/ 57956 w 1390955"/>
                <a:gd name="csY6" fmla="*/ 0 h 1140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390955" h="114014">
                  <a:moveTo>
                    <a:pt x="57956" y="0"/>
                  </a:moveTo>
                  <a:lnTo>
                    <a:pt x="1333074" y="0"/>
                  </a:lnTo>
                  <a:cubicBezTo>
                    <a:pt x="1364999" y="0"/>
                    <a:pt x="1390955" y="25501"/>
                    <a:pt x="1390955" y="57007"/>
                  </a:cubicBezTo>
                  <a:cubicBezTo>
                    <a:pt x="1390955" y="88513"/>
                    <a:pt x="1364999" y="114014"/>
                    <a:pt x="1332999" y="114014"/>
                  </a:cubicBezTo>
                  <a:lnTo>
                    <a:pt x="57956" y="114014"/>
                  </a:lnTo>
                  <a:cubicBezTo>
                    <a:pt x="25956" y="114014"/>
                    <a:pt x="0" y="88513"/>
                    <a:pt x="0" y="57007"/>
                  </a:cubicBezTo>
                  <a:cubicBezTo>
                    <a:pt x="0" y="25501"/>
                    <a:pt x="25956" y="0"/>
                    <a:pt x="57956" y="0"/>
                  </a:cubicBezTo>
                  <a:close/>
                </a:path>
              </a:pathLst>
            </a:custGeom>
            <a:solidFill>
              <a:srgbClr val="FF6583"/>
            </a:solidFill>
            <a:ln w="2068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9DC8B029-0CD3-95ED-6887-E02AC34F065F}"/>
                </a:ext>
              </a:extLst>
            </p:cNvPr>
            <p:cNvSpPr/>
            <p:nvPr/>
          </p:nvSpPr>
          <p:spPr>
            <a:xfrm>
              <a:off x="5300959" y="3380014"/>
              <a:ext cx="1178080" cy="114014"/>
            </a:xfrm>
            <a:custGeom>
              <a:avLst/>
              <a:gdLst>
                <a:gd name="csX0" fmla="*/ 57956 w 1390955"/>
                <a:gd name="csY0" fmla="*/ 0 h 114014"/>
                <a:gd name="csX1" fmla="*/ 1333074 w 1390955"/>
                <a:gd name="csY1" fmla="*/ 0 h 114014"/>
                <a:gd name="csX2" fmla="*/ 1390955 w 1390955"/>
                <a:gd name="csY2" fmla="*/ 57007 h 114014"/>
                <a:gd name="csX3" fmla="*/ 1332999 w 1390955"/>
                <a:gd name="csY3" fmla="*/ 114014 h 114014"/>
                <a:gd name="csX4" fmla="*/ 57956 w 1390955"/>
                <a:gd name="csY4" fmla="*/ 114014 h 114014"/>
                <a:gd name="csX5" fmla="*/ 0 w 1390955"/>
                <a:gd name="csY5" fmla="*/ 57007 h 114014"/>
                <a:gd name="csX6" fmla="*/ 57956 w 1390955"/>
                <a:gd name="csY6" fmla="*/ 0 h 1140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390955" h="114014">
                  <a:moveTo>
                    <a:pt x="57956" y="0"/>
                  </a:moveTo>
                  <a:lnTo>
                    <a:pt x="1333074" y="0"/>
                  </a:lnTo>
                  <a:cubicBezTo>
                    <a:pt x="1364999" y="0"/>
                    <a:pt x="1390955" y="25501"/>
                    <a:pt x="1390955" y="57007"/>
                  </a:cubicBezTo>
                  <a:cubicBezTo>
                    <a:pt x="1390955" y="88513"/>
                    <a:pt x="1364999" y="114014"/>
                    <a:pt x="1332999" y="114014"/>
                  </a:cubicBezTo>
                  <a:lnTo>
                    <a:pt x="57956" y="114014"/>
                  </a:lnTo>
                  <a:cubicBezTo>
                    <a:pt x="25956" y="114014"/>
                    <a:pt x="0" y="88513"/>
                    <a:pt x="0" y="57007"/>
                  </a:cubicBezTo>
                  <a:cubicBezTo>
                    <a:pt x="0" y="25501"/>
                    <a:pt x="25956" y="0"/>
                    <a:pt x="57956" y="0"/>
                  </a:cubicBezTo>
                  <a:close/>
                </a:path>
              </a:pathLst>
            </a:custGeom>
            <a:solidFill>
              <a:srgbClr val="FF6583"/>
            </a:solidFill>
            <a:ln w="2068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3C9A75B8-4055-59E3-C465-7FC4ACCB36FE}"/>
              </a:ext>
            </a:extLst>
          </p:cNvPr>
          <p:cNvGrpSpPr/>
          <p:nvPr/>
        </p:nvGrpSpPr>
        <p:grpSpPr>
          <a:xfrm>
            <a:off x="160020" y="3049707"/>
            <a:ext cx="11871960" cy="1501200"/>
            <a:chOff x="320040" y="2292972"/>
            <a:chExt cx="11871960" cy="1501200"/>
          </a:xfrm>
        </p:grpSpPr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C454CA97-0641-FA52-94CF-9EB1D10C8F07}"/>
                </a:ext>
              </a:extLst>
            </p:cNvPr>
            <p:cNvCxnSpPr>
              <a:cxnSpLocks/>
            </p:cNvCxnSpPr>
            <p:nvPr/>
          </p:nvCxnSpPr>
          <p:spPr>
            <a:xfrm>
              <a:off x="320040" y="3794172"/>
              <a:ext cx="118719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18079F06-2D79-3BF8-F617-31ABF1EF729F}"/>
                </a:ext>
              </a:extLst>
            </p:cNvPr>
            <p:cNvCxnSpPr>
              <a:cxnSpLocks/>
            </p:cNvCxnSpPr>
            <p:nvPr/>
          </p:nvCxnSpPr>
          <p:spPr>
            <a:xfrm>
              <a:off x="320040" y="2292972"/>
              <a:ext cx="118719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5E94BCFC-63C5-C1CB-75A6-554F337942A6}"/>
              </a:ext>
            </a:extLst>
          </p:cNvPr>
          <p:cNvGrpSpPr/>
          <p:nvPr/>
        </p:nvGrpSpPr>
        <p:grpSpPr>
          <a:xfrm>
            <a:off x="3003813" y="3055720"/>
            <a:ext cx="1293143" cy="1501200"/>
            <a:chOff x="2927789" y="5058986"/>
            <a:chExt cx="1116924" cy="1501200"/>
          </a:xfrm>
        </p:grpSpPr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3B04AEEE-8191-53BF-0987-5FA135CF7176}"/>
                </a:ext>
              </a:extLst>
            </p:cNvPr>
            <p:cNvSpPr/>
            <p:nvPr/>
          </p:nvSpPr>
          <p:spPr>
            <a:xfrm>
              <a:off x="2954655" y="5232571"/>
              <a:ext cx="1090058" cy="1306326"/>
            </a:xfrm>
            <a:custGeom>
              <a:avLst/>
              <a:gdLst>
                <a:gd name="csX0" fmla="*/ 501015 w 1090058"/>
                <a:gd name="csY0" fmla="*/ 352432 h 1306326"/>
                <a:gd name="csX1" fmla="*/ 573405 w 1090058"/>
                <a:gd name="csY1" fmla="*/ 352432 h 1306326"/>
                <a:gd name="csX2" fmla="*/ 573405 w 1090058"/>
                <a:gd name="csY2" fmla="*/ 449222 h 1306326"/>
                <a:gd name="csX3" fmla="*/ 501015 w 1090058"/>
                <a:gd name="csY3" fmla="*/ 449222 h 1306326"/>
                <a:gd name="csX4" fmla="*/ 1048129 w 1090058"/>
                <a:gd name="csY4" fmla="*/ 6 h 1306326"/>
                <a:gd name="csX5" fmla="*/ 1090058 w 1090058"/>
                <a:gd name="csY5" fmla="*/ 41402 h 1306326"/>
                <a:gd name="csX6" fmla="*/ 1090057 w 1090058"/>
                <a:gd name="csY6" fmla="*/ 1203616 h 1306326"/>
                <a:gd name="csX7" fmla="*/ 1083610 w 1090058"/>
                <a:gd name="csY7" fmla="*/ 1219128 h 1306326"/>
                <a:gd name="csX8" fmla="*/ 1083609 w 1090058"/>
                <a:gd name="csY8" fmla="*/ 1222623 h 1306326"/>
                <a:gd name="csX9" fmla="*/ 1079076 w 1090058"/>
                <a:gd name="csY9" fmla="*/ 1230031 h 1306326"/>
                <a:gd name="csX10" fmla="*/ 1077956 w 1090058"/>
                <a:gd name="csY10" fmla="*/ 1232726 h 1306326"/>
                <a:gd name="csX11" fmla="*/ 1068706 w 1090058"/>
                <a:gd name="csY11" fmla="*/ 1236593 h 1306326"/>
                <a:gd name="csX12" fmla="*/ 1068705 w 1090058"/>
                <a:gd name="csY12" fmla="*/ 1234582 h 1306326"/>
                <a:gd name="csX13" fmla="*/ 1042807 w 1090058"/>
                <a:gd name="csY13" fmla="*/ 1241089 h 1306326"/>
                <a:gd name="csX14" fmla="*/ 15655 w 1090058"/>
                <a:gd name="csY14" fmla="*/ 1302284 h 1306326"/>
                <a:gd name="csX15" fmla="*/ 0 w 1090058"/>
                <a:gd name="csY15" fmla="*/ 1306326 h 1306326"/>
                <a:gd name="csX16" fmla="*/ 0 w 1090058"/>
                <a:gd name="csY16" fmla="*/ 1288305 h 1306326"/>
                <a:gd name="csX17" fmla="*/ 56236 w 1090058"/>
                <a:gd name="csY17" fmla="*/ 1260671 h 1306326"/>
                <a:gd name="csX18" fmla="*/ 173480 w 1090058"/>
                <a:gd name="csY18" fmla="*/ 1213159 h 1306326"/>
                <a:gd name="csX19" fmla="*/ 648757 w 1090058"/>
                <a:gd name="csY19" fmla="*/ 1133719 h 1306326"/>
                <a:gd name="csX20" fmla="*/ 655218 w 1090058"/>
                <a:gd name="csY20" fmla="*/ 1134077 h 1306326"/>
                <a:gd name="csX21" fmla="*/ 664423 w 1090058"/>
                <a:gd name="csY21" fmla="*/ 1042500 h 1306326"/>
                <a:gd name="csX22" fmla="*/ 706650 w 1090058"/>
                <a:gd name="csY22" fmla="*/ 1042501 h 1306326"/>
                <a:gd name="csX23" fmla="*/ 706651 w 1090058"/>
                <a:gd name="csY23" fmla="*/ 110504 h 1306326"/>
                <a:gd name="csX24" fmla="*/ 925407 w 1090058"/>
                <a:gd name="csY24" fmla="*/ 6637 h 1306326"/>
                <a:gd name="csX25" fmla="*/ 1048129 w 1090058"/>
                <a:gd name="csY25" fmla="*/ 6 h 1306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090058" h="1306326">
                  <a:moveTo>
                    <a:pt x="501015" y="352432"/>
                  </a:moveTo>
                  <a:lnTo>
                    <a:pt x="573405" y="352432"/>
                  </a:lnTo>
                  <a:lnTo>
                    <a:pt x="573405" y="449222"/>
                  </a:lnTo>
                  <a:lnTo>
                    <a:pt x="501015" y="449222"/>
                  </a:lnTo>
                  <a:close/>
                  <a:moveTo>
                    <a:pt x="1048129" y="6"/>
                  </a:moveTo>
                  <a:cubicBezTo>
                    <a:pt x="1071237" y="-400"/>
                    <a:pt x="1090058" y="18289"/>
                    <a:pt x="1090058" y="41402"/>
                  </a:cubicBezTo>
                  <a:lnTo>
                    <a:pt x="1090057" y="1203616"/>
                  </a:lnTo>
                  <a:lnTo>
                    <a:pt x="1083610" y="1219128"/>
                  </a:lnTo>
                  <a:lnTo>
                    <a:pt x="1083609" y="1222623"/>
                  </a:lnTo>
                  <a:lnTo>
                    <a:pt x="1079076" y="1230031"/>
                  </a:lnTo>
                  <a:lnTo>
                    <a:pt x="1077956" y="1232726"/>
                  </a:lnTo>
                  <a:lnTo>
                    <a:pt x="1068706" y="1236593"/>
                  </a:lnTo>
                  <a:lnTo>
                    <a:pt x="1068705" y="1234582"/>
                  </a:lnTo>
                  <a:lnTo>
                    <a:pt x="1042807" y="1241089"/>
                  </a:lnTo>
                  <a:cubicBezTo>
                    <a:pt x="564318" y="1197282"/>
                    <a:pt x="204341" y="1257091"/>
                    <a:pt x="15655" y="1302284"/>
                  </a:cubicBezTo>
                  <a:lnTo>
                    <a:pt x="0" y="1306326"/>
                  </a:lnTo>
                  <a:lnTo>
                    <a:pt x="0" y="1288305"/>
                  </a:lnTo>
                  <a:lnTo>
                    <a:pt x="56236" y="1260671"/>
                  </a:lnTo>
                  <a:cubicBezTo>
                    <a:pt x="96418" y="1242370"/>
                    <a:pt x="137672" y="1226108"/>
                    <a:pt x="173480" y="1213159"/>
                  </a:cubicBezTo>
                  <a:cubicBezTo>
                    <a:pt x="324474" y="1160490"/>
                    <a:pt x="485808" y="1133681"/>
                    <a:pt x="648757" y="1133719"/>
                  </a:cubicBezTo>
                  <a:lnTo>
                    <a:pt x="655218" y="1134077"/>
                  </a:lnTo>
                  <a:lnTo>
                    <a:pt x="664423" y="1042500"/>
                  </a:lnTo>
                  <a:lnTo>
                    <a:pt x="706650" y="1042501"/>
                  </a:lnTo>
                  <a:lnTo>
                    <a:pt x="706651" y="110504"/>
                  </a:lnTo>
                  <a:cubicBezTo>
                    <a:pt x="779570" y="75881"/>
                    <a:pt x="820509" y="41259"/>
                    <a:pt x="925407" y="6637"/>
                  </a:cubicBezTo>
                  <a:cubicBezTo>
                    <a:pt x="977409" y="2115"/>
                    <a:pt x="1019516" y="505"/>
                    <a:pt x="1048129" y="6"/>
                  </a:cubicBezTo>
                  <a:close/>
                </a:path>
              </a:pathLst>
            </a:custGeom>
            <a:solidFill>
              <a:srgbClr val="1D7FFF"/>
            </a:solidFill>
            <a:ln w="14383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3180B047-3D70-8561-975E-D0266548A66F}"/>
                </a:ext>
              </a:extLst>
            </p:cNvPr>
            <p:cNvSpPr/>
            <p:nvPr/>
          </p:nvSpPr>
          <p:spPr>
            <a:xfrm flipH="1">
              <a:off x="2927789" y="5126581"/>
              <a:ext cx="976924" cy="1433605"/>
            </a:xfrm>
            <a:custGeom>
              <a:avLst/>
              <a:gdLst>
                <a:gd name="csX0" fmla="*/ 27474 w 640136"/>
                <a:gd name="csY0" fmla="*/ 5 h 939380"/>
                <a:gd name="csX1" fmla="*/ 107888 w 640136"/>
                <a:gd name="csY1" fmla="*/ 4350 h 939380"/>
                <a:gd name="csX2" fmla="*/ 107888 w 640136"/>
                <a:gd name="csY2" fmla="*/ 72410 h 939380"/>
                <a:gd name="csX3" fmla="*/ 251230 w 640136"/>
                <a:gd name="csY3" fmla="*/ 72410 h 939380"/>
                <a:gd name="csX4" fmla="*/ 251230 w 640136"/>
                <a:gd name="csY4" fmla="*/ 771379 h 939380"/>
                <a:gd name="csX5" fmla="*/ 254886 w 640136"/>
                <a:gd name="csY5" fmla="*/ 771569 h 939380"/>
                <a:gd name="csX6" fmla="*/ 517863 w 640136"/>
                <a:gd name="csY6" fmla="*/ 854508 h 939380"/>
                <a:gd name="csX7" fmla="*/ 640136 w 640136"/>
                <a:gd name="csY7" fmla="*/ 939380 h 939380"/>
                <a:gd name="csX8" fmla="*/ 27054 w 640136"/>
                <a:gd name="csY8" fmla="*/ 815748 h 939380"/>
                <a:gd name="csX9" fmla="*/ 0 w 640136"/>
                <a:gd name="csY9" fmla="*/ 788679 h 939380"/>
                <a:gd name="csX10" fmla="*/ 0 w 640136"/>
                <a:gd name="csY10" fmla="*/ 27130 h 939380"/>
                <a:gd name="csX11" fmla="*/ 27474 w 640136"/>
                <a:gd name="csY11" fmla="*/ 5 h 939380"/>
                <a:gd name="csX0" fmla="*/ 27474 w 640136"/>
                <a:gd name="csY0" fmla="*/ 5 h 939380"/>
                <a:gd name="csX1" fmla="*/ 107888 w 640136"/>
                <a:gd name="csY1" fmla="*/ 4350 h 939380"/>
                <a:gd name="csX2" fmla="*/ 251230 w 640136"/>
                <a:gd name="csY2" fmla="*/ 72410 h 939380"/>
                <a:gd name="csX3" fmla="*/ 251230 w 640136"/>
                <a:gd name="csY3" fmla="*/ 771379 h 939380"/>
                <a:gd name="csX4" fmla="*/ 254886 w 640136"/>
                <a:gd name="csY4" fmla="*/ 771569 h 939380"/>
                <a:gd name="csX5" fmla="*/ 517863 w 640136"/>
                <a:gd name="csY5" fmla="*/ 854508 h 939380"/>
                <a:gd name="csX6" fmla="*/ 640136 w 640136"/>
                <a:gd name="csY6" fmla="*/ 939380 h 939380"/>
                <a:gd name="csX7" fmla="*/ 27054 w 640136"/>
                <a:gd name="csY7" fmla="*/ 815748 h 939380"/>
                <a:gd name="csX8" fmla="*/ 0 w 640136"/>
                <a:gd name="csY8" fmla="*/ 788679 h 939380"/>
                <a:gd name="csX9" fmla="*/ 0 w 640136"/>
                <a:gd name="csY9" fmla="*/ 27130 h 939380"/>
                <a:gd name="csX10" fmla="*/ 27474 w 640136"/>
                <a:gd name="csY10" fmla="*/ 5 h 939380"/>
                <a:gd name="csX0" fmla="*/ 27474 w 640136"/>
                <a:gd name="csY0" fmla="*/ 5 h 939380"/>
                <a:gd name="csX1" fmla="*/ 107888 w 640136"/>
                <a:gd name="csY1" fmla="*/ 4350 h 939380"/>
                <a:gd name="csX2" fmla="*/ 251230 w 640136"/>
                <a:gd name="csY2" fmla="*/ 72410 h 939380"/>
                <a:gd name="csX3" fmla="*/ 251230 w 640136"/>
                <a:gd name="csY3" fmla="*/ 771379 h 939380"/>
                <a:gd name="csX4" fmla="*/ 254886 w 640136"/>
                <a:gd name="csY4" fmla="*/ 771569 h 939380"/>
                <a:gd name="csX5" fmla="*/ 517863 w 640136"/>
                <a:gd name="csY5" fmla="*/ 854508 h 939380"/>
                <a:gd name="csX6" fmla="*/ 640136 w 640136"/>
                <a:gd name="csY6" fmla="*/ 939380 h 939380"/>
                <a:gd name="csX7" fmla="*/ 27054 w 640136"/>
                <a:gd name="csY7" fmla="*/ 815748 h 939380"/>
                <a:gd name="csX8" fmla="*/ 0 w 640136"/>
                <a:gd name="csY8" fmla="*/ 788679 h 939380"/>
                <a:gd name="csX9" fmla="*/ 0 w 640136"/>
                <a:gd name="csY9" fmla="*/ 27130 h 939380"/>
                <a:gd name="csX10" fmla="*/ 27474 w 640136"/>
                <a:gd name="csY10" fmla="*/ 5 h 9393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640136" h="939380">
                  <a:moveTo>
                    <a:pt x="27474" y="5"/>
                  </a:moveTo>
                  <a:cubicBezTo>
                    <a:pt x="46223" y="332"/>
                    <a:pt x="73813" y="1387"/>
                    <a:pt x="107888" y="4350"/>
                  </a:cubicBezTo>
                  <a:cubicBezTo>
                    <a:pt x="176624" y="27037"/>
                    <a:pt x="203449" y="49723"/>
                    <a:pt x="251230" y="72410"/>
                  </a:cubicBezTo>
                  <a:lnTo>
                    <a:pt x="251230" y="771379"/>
                  </a:lnTo>
                  <a:lnTo>
                    <a:pt x="254886" y="771569"/>
                  </a:lnTo>
                  <a:cubicBezTo>
                    <a:pt x="346591" y="782223"/>
                    <a:pt x="435868" y="810274"/>
                    <a:pt x="517863" y="854508"/>
                  </a:cubicBezTo>
                  <a:cubicBezTo>
                    <a:pt x="556702" y="876086"/>
                    <a:pt x="607050" y="907733"/>
                    <a:pt x="640136" y="939380"/>
                  </a:cubicBezTo>
                  <a:cubicBezTo>
                    <a:pt x="553444" y="900229"/>
                    <a:pt x="337633" y="818944"/>
                    <a:pt x="27054" y="815748"/>
                  </a:cubicBezTo>
                  <a:cubicBezTo>
                    <a:pt x="12127" y="815594"/>
                    <a:pt x="0" y="803607"/>
                    <a:pt x="0" y="788679"/>
                  </a:cubicBezTo>
                  <a:lnTo>
                    <a:pt x="0" y="27130"/>
                  </a:lnTo>
                  <a:cubicBezTo>
                    <a:pt x="0" y="11985"/>
                    <a:pt x="12332" y="-260"/>
                    <a:pt x="27474" y="5"/>
                  </a:cubicBezTo>
                  <a:close/>
                </a:path>
              </a:pathLst>
            </a:custGeom>
            <a:solidFill>
              <a:srgbClr val="5AAFFF"/>
            </a:solidFill>
            <a:ln w="14383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16B057D7-54DA-BEE4-419A-69BC27AD1B69}"/>
                </a:ext>
              </a:extLst>
            </p:cNvPr>
            <p:cNvSpPr/>
            <p:nvPr/>
          </p:nvSpPr>
          <p:spPr>
            <a:xfrm flipH="1">
              <a:off x="2929807" y="5058986"/>
              <a:ext cx="755194" cy="1501186"/>
            </a:xfrm>
            <a:custGeom>
              <a:avLst/>
              <a:gdLst>
                <a:gd name="csX0" fmla="*/ 27998 w 494846"/>
                <a:gd name="csY0" fmla="*/ 19 h 983663"/>
                <a:gd name="csX1" fmla="*/ 494846 w 494846"/>
                <a:gd name="csY1" fmla="*/ 170906 h 983663"/>
                <a:gd name="csX2" fmla="*/ 494846 w 494846"/>
                <a:gd name="csY2" fmla="*/ 983663 h 983663"/>
                <a:gd name="csX3" fmla="*/ 26823 w 494846"/>
                <a:gd name="csY3" fmla="*/ 814214 h 983663"/>
                <a:gd name="csX4" fmla="*/ 0 w 494846"/>
                <a:gd name="csY4" fmla="*/ 787096 h 983663"/>
                <a:gd name="csX5" fmla="*/ 0 w 494846"/>
                <a:gd name="csY5" fmla="*/ 27137 h 983663"/>
                <a:gd name="csX6" fmla="*/ 27998 w 494846"/>
                <a:gd name="csY6" fmla="*/ 19 h 9836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94846" h="983663">
                  <a:moveTo>
                    <a:pt x="27998" y="19"/>
                  </a:moveTo>
                  <a:cubicBezTo>
                    <a:pt x="103995" y="2827"/>
                    <a:pt x="320162" y="24172"/>
                    <a:pt x="494846" y="170906"/>
                  </a:cubicBezTo>
                  <a:lnTo>
                    <a:pt x="494846" y="983663"/>
                  </a:lnTo>
                  <a:cubicBezTo>
                    <a:pt x="432412" y="933715"/>
                    <a:pt x="266940" y="820875"/>
                    <a:pt x="26823" y="814214"/>
                  </a:cubicBezTo>
                  <a:cubicBezTo>
                    <a:pt x="11967" y="813802"/>
                    <a:pt x="0" y="801958"/>
                    <a:pt x="0" y="787096"/>
                  </a:cubicBezTo>
                  <a:lnTo>
                    <a:pt x="0" y="27137"/>
                  </a:lnTo>
                  <a:cubicBezTo>
                    <a:pt x="0" y="11777"/>
                    <a:pt x="12648" y="-548"/>
                    <a:pt x="27998" y="19"/>
                  </a:cubicBezTo>
                  <a:close/>
                </a:path>
              </a:pathLst>
            </a:custGeom>
            <a:solidFill>
              <a:srgbClr val="6DBEFF"/>
            </a:solidFill>
            <a:ln w="14383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A8DEE489-4B30-0540-A83A-1D7F317AE8D4}"/>
                </a:ext>
              </a:extLst>
            </p:cNvPr>
            <p:cNvSpPr/>
            <p:nvPr/>
          </p:nvSpPr>
          <p:spPr>
            <a:xfrm flipH="1">
              <a:off x="2929165" y="5058986"/>
              <a:ext cx="321399" cy="1501186"/>
            </a:xfrm>
            <a:custGeom>
              <a:avLst/>
              <a:gdLst>
                <a:gd name="csX0" fmla="*/ 27998 w 494846"/>
                <a:gd name="csY0" fmla="*/ 19 h 983663"/>
                <a:gd name="csX1" fmla="*/ 494846 w 494846"/>
                <a:gd name="csY1" fmla="*/ 170906 h 983663"/>
                <a:gd name="csX2" fmla="*/ 494846 w 494846"/>
                <a:gd name="csY2" fmla="*/ 983663 h 983663"/>
                <a:gd name="csX3" fmla="*/ 26823 w 494846"/>
                <a:gd name="csY3" fmla="*/ 814214 h 983663"/>
                <a:gd name="csX4" fmla="*/ 0 w 494846"/>
                <a:gd name="csY4" fmla="*/ 787096 h 983663"/>
                <a:gd name="csX5" fmla="*/ 0 w 494846"/>
                <a:gd name="csY5" fmla="*/ 27137 h 983663"/>
                <a:gd name="csX6" fmla="*/ 27998 w 494846"/>
                <a:gd name="csY6" fmla="*/ 19 h 9836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94846" h="983663">
                  <a:moveTo>
                    <a:pt x="27998" y="19"/>
                  </a:moveTo>
                  <a:cubicBezTo>
                    <a:pt x="103995" y="2827"/>
                    <a:pt x="320162" y="24172"/>
                    <a:pt x="494846" y="170906"/>
                  </a:cubicBezTo>
                  <a:lnTo>
                    <a:pt x="494846" y="983663"/>
                  </a:lnTo>
                  <a:cubicBezTo>
                    <a:pt x="432412" y="933715"/>
                    <a:pt x="266940" y="820875"/>
                    <a:pt x="26823" y="814214"/>
                  </a:cubicBezTo>
                  <a:cubicBezTo>
                    <a:pt x="11967" y="813802"/>
                    <a:pt x="0" y="801958"/>
                    <a:pt x="0" y="787096"/>
                  </a:cubicBezTo>
                  <a:lnTo>
                    <a:pt x="0" y="27137"/>
                  </a:lnTo>
                  <a:cubicBezTo>
                    <a:pt x="0" y="11777"/>
                    <a:pt x="12648" y="-548"/>
                    <a:pt x="27998" y="19"/>
                  </a:cubicBezTo>
                  <a:close/>
                </a:path>
              </a:pathLst>
            </a:custGeom>
            <a:solidFill>
              <a:srgbClr val="84D1FF"/>
            </a:solidFill>
            <a:ln w="14383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E0BA350-8548-64C1-CA81-C8DCE642259A}"/>
              </a:ext>
            </a:extLst>
          </p:cNvPr>
          <p:cNvGrpSpPr/>
          <p:nvPr/>
        </p:nvGrpSpPr>
        <p:grpSpPr>
          <a:xfrm>
            <a:off x="1432775" y="5234009"/>
            <a:ext cx="1944738" cy="1501200"/>
            <a:chOff x="3198423" y="3453690"/>
            <a:chExt cx="1274303" cy="983672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2840C1D6-DDE6-B35F-4922-93A177A5E993}"/>
                </a:ext>
              </a:extLst>
            </p:cNvPr>
            <p:cNvSpPr/>
            <p:nvPr/>
          </p:nvSpPr>
          <p:spPr>
            <a:xfrm>
              <a:off x="3198423" y="3497982"/>
              <a:ext cx="640136" cy="939380"/>
            </a:xfrm>
            <a:custGeom>
              <a:avLst/>
              <a:gdLst>
                <a:gd name="csX0" fmla="*/ 27474 w 640136"/>
                <a:gd name="csY0" fmla="*/ 5 h 939380"/>
                <a:gd name="csX1" fmla="*/ 107888 w 640136"/>
                <a:gd name="csY1" fmla="*/ 4350 h 939380"/>
                <a:gd name="csX2" fmla="*/ 107888 w 640136"/>
                <a:gd name="csY2" fmla="*/ 72410 h 939380"/>
                <a:gd name="csX3" fmla="*/ 251230 w 640136"/>
                <a:gd name="csY3" fmla="*/ 72410 h 939380"/>
                <a:gd name="csX4" fmla="*/ 251230 w 640136"/>
                <a:gd name="csY4" fmla="*/ 771379 h 939380"/>
                <a:gd name="csX5" fmla="*/ 254886 w 640136"/>
                <a:gd name="csY5" fmla="*/ 771569 h 939380"/>
                <a:gd name="csX6" fmla="*/ 517863 w 640136"/>
                <a:gd name="csY6" fmla="*/ 854508 h 939380"/>
                <a:gd name="csX7" fmla="*/ 640136 w 640136"/>
                <a:gd name="csY7" fmla="*/ 939380 h 939380"/>
                <a:gd name="csX8" fmla="*/ 27054 w 640136"/>
                <a:gd name="csY8" fmla="*/ 815748 h 939380"/>
                <a:gd name="csX9" fmla="*/ 0 w 640136"/>
                <a:gd name="csY9" fmla="*/ 788679 h 939380"/>
                <a:gd name="csX10" fmla="*/ 0 w 640136"/>
                <a:gd name="csY10" fmla="*/ 27130 h 939380"/>
                <a:gd name="csX11" fmla="*/ 27474 w 640136"/>
                <a:gd name="csY11" fmla="*/ 5 h 939380"/>
                <a:gd name="csX0" fmla="*/ 27474 w 640136"/>
                <a:gd name="csY0" fmla="*/ 5 h 939380"/>
                <a:gd name="csX1" fmla="*/ 107888 w 640136"/>
                <a:gd name="csY1" fmla="*/ 4350 h 939380"/>
                <a:gd name="csX2" fmla="*/ 251230 w 640136"/>
                <a:gd name="csY2" fmla="*/ 72410 h 939380"/>
                <a:gd name="csX3" fmla="*/ 251230 w 640136"/>
                <a:gd name="csY3" fmla="*/ 771379 h 939380"/>
                <a:gd name="csX4" fmla="*/ 254886 w 640136"/>
                <a:gd name="csY4" fmla="*/ 771569 h 939380"/>
                <a:gd name="csX5" fmla="*/ 517863 w 640136"/>
                <a:gd name="csY5" fmla="*/ 854508 h 939380"/>
                <a:gd name="csX6" fmla="*/ 640136 w 640136"/>
                <a:gd name="csY6" fmla="*/ 939380 h 939380"/>
                <a:gd name="csX7" fmla="*/ 27054 w 640136"/>
                <a:gd name="csY7" fmla="*/ 815748 h 939380"/>
                <a:gd name="csX8" fmla="*/ 0 w 640136"/>
                <a:gd name="csY8" fmla="*/ 788679 h 939380"/>
                <a:gd name="csX9" fmla="*/ 0 w 640136"/>
                <a:gd name="csY9" fmla="*/ 27130 h 939380"/>
                <a:gd name="csX10" fmla="*/ 27474 w 640136"/>
                <a:gd name="csY10" fmla="*/ 5 h 939380"/>
                <a:gd name="csX0" fmla="*/ 27474 w 640136"/>
                <a:gd name="csY0" fmla="*/ 5 h 939380"/>
                <a:gd name="csX1" fmla="*/ 107888 w 640136"/>
                <a:gd name="csY1" fmla="*/ 4350 h 939380"/>
                <a:gd name="csX2" fmla="*/ 251230 w 640136"/>
                <a:gd name="csY2" fmla="*/ 72410 h 939380"/>
                <a:gd name="csX3" fmla="*/ 251230 w 640136"/>
                <a:gd name="csY3" fmla="*/ 771379 h 939380"/>
                <a:gd name="csX4" fmla="*/ 254886 w 640136"/>
                <a:gd name="csY4" fmla="*/ 771569 h 939380"/>
                <a:gd name="csX5" fmla="*/ 517863 w 640136"/>
                <a:gd name="csY5" fmla="*/ 854508 h 939380"/>
                <a:gd name="csX6" fmla="*/ 640136 w 640136"/>
                <a:gd name="csY6" fmla="*/ 939380 h 939380"/>
                <a:gd name="csX7" fmla="*/ 27054 w 640136"/>
                <a:gd name="csY7" fmla="*/ 815748 h 939380"/>
                <a:gd name="csX8" fmla="*/ 0 w 640136"/>
                <a:gd name="csY8" fmla="*/ 788679 h 939380"/>
                <a:gd name="csX9" fmla="*/ 0 w 640136"/>
                <a:gd name="csY9" fmla="*/ 27130 h 939380"/>
                <a:gd name="csX10" fmla="*/ 27474 w 640136"/>
                <a:gd name="csY10" fmla="*/ 5 h 9393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640136" h="939380">
                  <a:moveTo>
                    <a:pt x="27474" y="5"/>
                  </a:moveTo>
                  <a:cubicBezTo>
                    <a:pt x="46223" y="332"/>
                    <a:pt x="73813" y="1387"/>
                    <a:pt x="107888" y="4350"/>
                  </a:cubicBezTo>
                  <a:cubicBezTo>
                    <a:pt x="176624" y="27037"/>
                    <a:pt x="203449" y="49723"/>
                    <a:pt x="251230" y="72410"/>
                  </a:cubicBezTo>
                  <a:lnTo>
                    <a:pt x="251230" y="771379"/>
                  </a:lnTo>
                  <a:lnTo>
                    <a:pt x="254886" y="771569"/>
                  </a:lnTo>
                  <a:cubicBezTo>
                    <a:pt x="346591" y="782223"/>
                    <a:pt x="435868" y="810274"/>
                    <a:pt x="517863" y="854508"/>
                  </a:cubicBezTo>
                  <a:cubicBezTo>
                    <a:pt x="556702" y="876086"/>
                    <a:pt x="607050" y="907733"/>
                    <a:pt x="640136" y="939380"/>
                  </a:cubicBezTo>
                  <a:cubicBezTo>
                    <a:pt x="553444" y="900229"/>
                    <a:pt x="337633" y="818944"/>
                    <a:pt x="27054" y="815748"/>
                  </a:cubicBezTo>
                  <a:cubicBezTo>
                    <a:pt x="12127" y="815594"/>
                    <a:pt x="0" y="803607"/>
                    <a:pt x="0" y="788679"/>
                  </a:cubicBezTo>
                  <a:lnTo>
                    <a:pt x="0" y="27130"/>
                  </a:lnTo>
                  <a:cubicBezTo>
                    <a:pt x="0" y="11985"/>
                    <a:pt x="12332" y="-260"/>
                    <a:pt x="27474" y="5"/>
                  </a:cubicBezTo>
                  <a:close/>
                </a:path>
              </a:pathLst>
            </a:custGeom>
            <a:solidFill>
              <a:srgbClr val="1D7FFF"/>
            </a:solidFill>
            <a:ln w="14383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BAEF622E-C97D-6A18-915F-470C10BC3559}"/>
                </a:ext>
              </a:extLst>
            </p:cNvPr>
            <p:cNvSpPr/>
            <p:nvPr/>
          </p:nvSpPr>
          <p:spPr>
            <a:xfrm>
              <a:off x="3342391" y="3453690"/>
              <a:ext cx="494846" cy="983663"/>
            </a:xfrm>
            <a:custGeom>
              <a:avLst/>
              <a:gdLst>
                <a:gd name="csX0" fmla="*/ 27998 w 494846"/>
                <a:gd name="csY0" fmla="*/ 19 h 983663"/>
                <a:gd name="csX1" fmla="*/ 494846 w 494846"/>
                <a:gd name="csY1" fmla="*/ 170906 h 983663"/>
                <a:gd name="csX2" fmla="*/ 494846 w 494846"/>
                <a:gd name="csY2" fmla="*/ 983663 h 983663"/>
                <a:gd name="csX3" fmla="*/ 26823 w 494846"/>
                <a:gd name="csY3" fmla="*/ 814214 h 983663"/>
                <a:gd name="csX4" fmla="*/ 0 w 494846"/>
                <a:gd name="csY4" fmla="*/ 787096 h 983663"/>
                <a:gd name="csX5" fmla="*/ 0 w 494846"/>
                <a:gd name="csY5" fmla="*/ 27137 h 983663"/>
                <a:gd name="csX6" fmla="*/ 27998 w 494846"/>
                <a:gd name="csY6" fmla="*/ 19 h 9836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94846" h="983663">
                  <a:moveTo>
                    <a:pt x="27998" y="19"/>
                  </a:moveTo>
                  <a:cubicBezTo>
                    <a:pt x="103995" y="2827"/>
                    <a:pt x="320162" y="24172"/>
                    <a:pt x="494846" y="170906"/>
                  </a:cubicBezTo>
                  <a:lnTo>
                    <a:pt x="494846" y="983663"/>
                  </a:lnTo>
                  <a:cubicBezTo>
                    <a:pt x="432412" y="933715"/>
                    <a:pt x="266940" y="820875"/>
                    <a:pt x="26823" y="814214"/>
                  </a:cubicBezTo>
                  <a:cubicBezTo>
                    <a:pt x="11967" y="813802"/>
                    <a:pt x="0" y="801958"/>
                    <a:pt x="0" y="787096"/>
                  </a:cubicBezTo>
                  <a:lnTo>
                    <a:pt x="0" y="27137"/>
                  </a:lnTo>
                  <a:cubicBezTo>
                    <a:pt x="0" y="11777"/>
                    <a:pt x="12648" y="-548"/>
                    <a:pt x="27998" y="19"/>
                  </a:cubicBezTo>
                  <a:close/>
                </a:path>
              </a:pathLst>
            </a:custGeom>
            <a:solidFill>
              <a:srgbClr val="6DBEFF"/>
            </a:solidFill>
            <a:ln w="14383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21AAD1E0-1F49-C672-0E06-DF398838FB37}"/>
                </a:ext>
              </a:extLst>
            </p:cNvPr>
            <p:cNvSpPr/>
            <p:nvPr/>
          </p:nvSpPr>
          <p:spPr>
            <a:xfrm flipH="1">
              <a:off x="3832590" y="3497982"/>
              <a:ext cx="640136" cy="939380"/>
            </a:xfrm>
            <a:custGeom>
              <a:avLst/>
              <a:gdLst>
                <a:gd name="csX0" fmla="*/ 27474 w 640136"/>
                <a:gd name="csY0" fmla="*/ 5 h 939380"/>
                <a:gd name="csX1" fmla="*/ 107888 w 640136"/>
                <a:gd name="csY1" fmla="*/ 4350 h 939380"/>
                <a:gd name="csX2" fmla="*/ 107888 w 640136"/>
                <a:gd name="csY2" fmla="*/ 72410 h 939380"/>
                <a:gd name="csX3" fmla="*/ 251230 w 640136"/>
                <a:gd name="csY3" fmla="*/ 72410 h 939380"/>
                <a:gd name="csX4" fmla="*/ 251230 w 640136"/>
                <a:gd name="csY4" fmla="*/ 771379 h 939380"/>
                <a:gd name="csX5" fmla="*/ 254886 w 640136"/>
                <a:gd name="csY5" fmla="*/ 771569 h 939380"/>
                <a:gd name="csX6" fmla="*/ 517863 w 640136"/>
                <a:gd name="csY6" fmla="*/ 854508 h 939380"/>
                <a:gd name="csX7" fmla="*/ 640136 w 640136"/>
                <a:gd name="csY7" fmla="*/ 939380 h 939380"/>
                <a:gd name="csX8" fmla="*/ 27054 w 640136"/>
                <a:gd name="csY8" fmla="*/ 815748 h 939380"/>
                <a:gd name="csX9" fmla="*/ 0 w 640136"/>
                <a:gd name="csY9" fmla="*/ 788679 h 939380"/>
                <a:gd name="csX10" fmla="*/ 0 w 640136"/>
                <a:gd name="csY10" fmla="*/ 27130 h 939380"/>
                <a:gd name="csX11" fmla="*/ 27474 w 640136"/>
                <a:gd name="csY11" fmla="*/ 5 h 939380"/>
                <a:gd name="csX0" fmla="*/ 27474 w 640136"/>
                <a:gd name="csY0" fmla="*/ 5 h 939380"/>
                <a:gd name="csX1" fmla="*/ 107888 w 640136"/>
                <a:gd name="csY1" fmla="*/ 4350 h 939380"/>
                <a:gd name="csX2" fmla="*/ 251230 w 640136"/>
                <a:gd name="csY2" fmla="*/ 72410 h 939380"/>
                <a:gd name="csX3" fmla="*/ 251230 w 640136"/>
                <a:gd name="csY3" fmla="*/ 771379 h 939380"/>
                <a:gd name="csX4" fmla="*/ 254886 w 640136"/>
                <a:gd name="csY4" fmla="*/ 771569 h 939380"/>
                <a:gd name="csX5" fmla="*/ 517863 w 640136"/>
                <a:gd name="csY5" fmla="*/ 854508 h 939380"/>
                <a:gd name="csX6" fmla="*/ 640136 w 640136"/>
                <a:gd name="csY6" fmla="*/ 939380 h 939380"/>
                <a:gd name="csX7" fmla="*/ 27054 w 640136"/>
                <a:gd name="csY7" fmla="*/ 815748 h 939380"/>
                <a:gd name="csX8" fmla="*/ 0 w 640136"/>
                <a:gd name="csY8" fmla="*/ 788679 h 939380"/>
                <a:gd name="csX9" fmla="*/ 0 w 640136"/>
                <a:gd name="csY9" fmla="*/ 27130 h 939380"/>
                <a:gd name="csX10" fmla="*/ 27474 w 640136"/>
                <a:gd name="csY10" fmla="*/ 5 h 939380"/>
                <a:gd name="csX0" fmla="*/ 27474 w 640136"/>
                <a:gd name="csY0" fmla="*/ 5 h 939380"/>
                <a:gd name="csX1" fmla="*/ 107888 w 640136"/>
                <a:gd name="csY1" fmla="*/ 4350 h 939380"/>
                <a:gd name="csX2" fmla="*/ 251230 w 640136"/>
                <a:gd name="csY2" fmla="*/ 72410 h 939380"/>
                <a:gd name="csX3" fmla="*/ 251230 w 640136"/>
                <a:gd name="csY3" fmla="*/ 771379 h 939380"/>
                <a:gd name="csX4" fmla="*/ 254886 w 640136"/>
                <a:gd name="csY4" fmla="*/ 771569 h 939380"/>
                <a:gd name="csX5" fmla="*/ 517863 w 640136"/>
                <a:gd name="csY5" fmla="*/ 854508 h 939380"/>
                <a:gd name="csX6" fmla="*/ 640136 w 640136"/>
                <a:gd name="csY6" fmla="*/ 939380 h 939380"/>
                <a:gd name="csX7" fmla="*/ 27054 w 640136"/>
                <a:gd name="csY7" fmla="*/ 815748 h 939380"/>
                <a:gd name="csX8" fmla="*/ 0 w 640136"/>
                <a:gd name="csY8" fmla="*/ 788679 h 939380"/>
                <a:gd name="csX9" fmla="*/ 0 w 640136"/>
                <a:gd name="csY9" fmla="*/ 27130 h 939380"/>
                <a:gd name="csX10" fmla="*/ 27474 w 640136"/>
                <a:gd name="csY10" fmla="*/ 5 h 9393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640136" h="939380">
                  <a:moveTo>
                    <a:pt x="27474" y="5"/>
                  </a:moveTo>
                  <a:cubicBezTo>
                    <a:pt x="46223" y="332"/>
                    <a:pt x="73813" y="1387"/>
                    <a:pt x="107888" y="4350"/>
                  </a:cubicBezTo>
                  <a:cubicBezTo>
                    <a:pt x="176624" y="27037"/>
                    <a:pt x="203449" y="49723"/>
                    <a:pt x="251230" y="72410"/>
                  </a:cubicBezTo>
                  <a:lnTo>
                    <a:pt x="251230" y="771379"/>
                  </a:lnTo>
                  <a:lnTo>
                    <a:pt x="254886" y="771569"/>
                  </a:lnTo>
                  <a:cubicBezTo>
                    <a:pt x="346591" y="782223"/>
                    <a:pt x="435868" y="810274"/>
                    <a:pt x="517863" y="854508"/>
                  </a:cubicBezTo>
                  <a:cubicBezTo>
                    <a:pt x="556702" y="876086"/>
                    <a:pt x="607050" y="907733"/>
                    <a:pt x="640136" y="939380"/>
                  </a:cubicBezTo>
                  <a:cubicBezTo>
                    <a:pt x="553444" y="900229"/>
                    <a:pt x="337633" y="818944"/>
                    <a:pt x="27054" y="815748"/>
                  </a:cubicBezTo>
                  <a:cubicBezTo>
                    <a:pt x="12127" y="815594"/>
                    <a:pt x="0" y="803607"/>
                    <a:pt x="0" y="788679"/>
                  </a:cubicBezTo>
                  <a:lnTo>
                    <a:pt x="0" y="27130"/>
                  </a:lnTo>
                  <a:cubicBezTo>
                    <a:pt x="0" y="11985"/>
                    <a:pt x="12332" y="-260"/>
                    <a:pt x="27474" y="5"/>
                  </a:cubicBezTo>
                  <a:close/>
                </a:path>
              </a:pathLst>
            </a:custGeom>
            <a:solidFill>
              <a:srgbClr val="1D7FFF"/>
            </a:solidFill>
            <a:ln w="14383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E4B1901-FAC3-DB05-36BD-431EE1A82A4F}"/>
                </a:ext>
              </a:extLst>
            </p:cNvPr>
            <p:cNvSpPr/>
            <p:nvPr/>
          </p:nvSpPr>
          <p:spPr>
            <a:xfrm flipH="1">
              <a:off x="3833912" y="3453690"/>
              <a:ext cx="494846" cy="983663"/>
            </a:xfrm>
            <a:custGeom>
              <a:avLst/>
              <a:gdLst>
                <a:gd name="csX0" fmla="*/ 27998 w 494846"/>
                <a:gd name="csY0" fmla="*/ 19 h 983663"/>
                <a:gd name="csX1" fmla="*/ 494846 w 494846"/>
                <a:gd name="csY1" fmla="*/ 170906 h 983663"/>
                <a:gd name="csX2" fmla="*/ 494846 w 494846"/>
                <a:gd name="csY2" fmla="*/ 983663 h 983663"/>
                <a:gd name="csX3" fmla="*/ 26823 w 494846"/>
                <a:gd name="csY3" fmla="*/ 814214 h 983663"/>
                <a:gd name="csX4" fmla="*/ 0 w 494846"/>
                <a:gd name="csY4" fmla="*/ 787096 h 983663"/>
                <a:gd name="csX5" fmla="*/ 0 w 494846"/>
                <a:gd name="csY5" fmla="*/ 27137 h 983663"/>
                <a:gd name="csX6" fmla="*/ 27998 w 494846"/>
                <a:gd name="csY6" fmla="*/ 19 h 9836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94846" h="983663">
                  <a:moveTo>
                    <a:pt x="27998" y="19"/>
                  </a:moveTo>
                  <a:cubicBezTo>
                    <a:pt x="103995" y="2827"/>
                    <a:pt x="320162" y="24172"/>
                    <a:pt x="494846" y="170906"/>
                  </a:cubicBezTo>
                  <a:lnTo>
                    <a:pt x="494846" y="983663"/>
                  </a:lnTo>
                  <a:cubicBezTo>
                    <a:pt x="432412" y="933715"/>
                    <a:pt x="266940" y="820875"/>
                    <a:pt x="26823" y="814214"/>
                  </a:cubicBezTo>
                  <a:cubicBezTo>
                    <a:pt x="11967" y="813802"/>
                    <a:pt x="0" y="801958"/>
                    <a:pt x="0" y="787096"/>
                  </a:cubicBezTo>
                  <a:lnTo>
                    <a:pt x="0" y="27137"/>
                  </a:lnTo>
                  <a:cubicBezTo>
                    <a:pt x="0" y="11777"/>
                    <a:pt x="12648" y="-548"/>
                    <a:pt x="27998" y="19"/>
                  </a:cubicBezTo>
                  <a:close/>
                </a:path>
              </a:pathLst>
            </a:custGeom>
            <a:solidFill>
              <a:srgbClr val="5AAFFF"/>
            </a:solidFill>
            <a:ln w="14383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B01116D-B368-0F93-8233-F58676C6B789}"/>
              </a:ext>
            </a:extLst>
          </p:cNvPr>
          <p:cNvGrpSpPr/>
          <p:nvPr/>
        </p:nvGrpSpPr>
        <p:grpSpPr>
          <a:xfrm>
            <a:off x="681327" y="3049707"/>
            <a:ext cx="1934882" cy="1501200"/>
            <a:chOff x="681327" y="3049707"/>
            <a:chExt cx="1934882" cy="1501200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EF254E8-D049-29DF-EDF9-9D2900F3C43B}"/>
                </a:ext>
              </a:extLst>
            </p:cNvPr>
            <p:cNvSpPr/>
            <p:nvPr/>
          </p:nvSpPr>
          <p:spPr>
            <a:xfrm>
              <a:off x="683180" y="3807032"/>
              <a:ext cx="1931180" cy="276636"/>
            </a:xfrm>
            <a:custGeom>
              <a:avLst/>
              <a:gdLst>
                <a:gd name="csX0" fmla="*/ 481868 w 1931180"/>
                <a:gd name="csY0" fmla="*/ 0 h 276636"/>
                <a:gd name="csX1" fmla="*/ 1449308 w 1931180"/>
                <a:gd name="csY1" fmla="*/ 0 h 276636"/>
                <a:gd name="csX2" fmla="*/ 1887656 w 1931180"/>
                <a:gd name="csY2" fmla="*/ 208818 h 276636"/>
                <a:gd name="csX3" fmla="*/ 1931180 w 1931180"/>
                <a:gd name="csY3" fmla="*/ 276636 h 276636"/>
                <a:gd name="csX4" fmla="*/ 0 w 1931180"/>
                <a:gd name="csY4" fmla="*/ 276636 h 276636"/>
                <a:gd name="csX5" fmla="*/ 43521 w 1931180"/>
                <a:gd name="csY5" fmla="*/ 208824 h 276636"/>
                <a:gd name="csX6" fmla="*/ 481868 w 1931180"/>
                <a:gd name="csY6" fmla="*/ 0 h 276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931180" h="276636">
                  <a:moveTo>
                    <a:pt x="481868" y="0"/>
                  </a:moveTo>
                  <a:lnTo>
                    <a:pt x="1449308" y="0"/>
                  </a:lnTo>
                  <a:cubicBezTo>
                    <a:pt x="1620555" y="0"/>
                    <a:pt x="1775495" y="57501"/>
                    <a:pt x="1887656" y="208818"/>
                  </a:cubicBezTo>
                  <a:lnTo>
                    <a:pt x="1931180" y="276636"/>
                  </a:lnTo>
                  <a:lnTo>
                    <a:pt x="0" y="276636"/>
                  </a:lnTo>
                  <a:lnTo>
                    <a:pt x="43521" y="208824"/>
                  </a:lnTo>
                  <a:cubicBezTo>
                    <a:pt x="155685" y="57505"/>
                    <a:pt x="310624" y="0"/>
                    <a:pt x="481868" y="0"/>
                  </a:cubicBezTo>
                  <a:close/>
                </a:path>
              </a:pathLst>
            </a:custGeom>
            <a:solidFill>
              <a:srgbClr val="E5ACF4"/>
            </a:solidFill>
            <a:ln w="2078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D0E7AB2-0483-7888-BC85-CD9A5609FAF6}"/>
                </a:ext>
              </a:extLst>
            </p:cNvPr>
            <p:cNvSpPr/>
            <p:nvPr/>
          </p:nvSpPr>
          <p:spPr>
            <a:xfrm>
              <a:off x="1381886" y="4117225"/>
              <a:ext cx="533763" cy="433682"/>
            </a:xfrm>
            <a:custGeom>
              <a:avLst/>
              <a:gdLst>
                <a:gd name="csX0" fmla="*/ 14691 w 519906"/>
                <a:gd name="csY0" fmla="*/ 129978 h 422423"/>
                <a:gd name="csX1" fmla="*/ 0 w 519906"/>
                <a:gd name="csY1" fmla="*/ 189831 h 422423"/>
                <a:gd name="csX2" fmla="*/ 259953 w 519906"/>
                <a:gd name="csY2" fmla="*/ 422423 h 422423"/>
                <a:gd name="csX3" fmla="*/ 519906 w 519906"/>
                <a:gd name="csY3" fmla="*/ 189831 h 422423"/>
                <a:gd name="csX4" fmla="*/ 506080 w 519906"/>
                <a:gd name="csY4" fmla="*/ 131856 h 422423"/>
                <a:gd name="csX5" fmla="*/ 259938 w 519906"/>
                <a:gd name="csY5" fmla="*/ 0 h 422423"/>
                <a:gd name="csX6" fmla="*/ 14691 w 519906"/>
                <a:gd name="csY6" fmla="*/ 129978 h 4224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19906" h="422423">
                  <a:moveTo>
                    <a:pt x="14691" y="129978"/>
                  </a:moveTo>
                  <a:cubicBezTo>
                    <a:pt x="5411" y="149333"/>
                    <a:pt x="0" y="169291"/>
                    <a:pt x="0" y="189831"/>
                  </a:cubicBezTo>
                  <a:cubicBezTo>
                    <a:pt x="0" y="283935"/>
                    <a:pt x="101536" y="367798"/>
                    <a:pt x="259953" y="422423"/>
                  </a:cubicBezTo>
                  <a:cubicBezTo>
                    <a:pt x="418370" y="367798"/>
                    <a:pt x="519906" y="283935"/>
                    <a:pt x="519906" y="189831"/>
                  </a:cubicBezTo>
                  <a:cubicBezTo>
                    <a:pt x="519906" y="169954"/>
                    <a:pt x="514793" y="150625"/>
                    <a:pt x="506080" y="131856"/>
                  </a:cubicBezTo>
                  <a:lnTo>
                    <a:pt x="259938" y="0"/>
                  </a:lnTo>
                  <a:lnTo>
                    <a:pt x="14691" y="129978"/>
                  </a:lnTo>
                  <a:close/>
                </a:path>
              </a:pathLst>
            </a:custGeom>
            <a:solidFill>
              <a:srgbClr val="D182F0"/>
            </a:solidFill>
            <a:ln w="2078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E74A4A60-F939-1CFD-BB3E-B77B1354BF9B}"/>
                </a:ext>
              </a:extLst>
            </p:cNvPr>
            <p:cNvSpPr/>
            <p:nvPr/>
          </p:nvSpPr>
          <p:spPr>
            <a:xfrm>
              <a:off x="681327" y="3917071"/>
              <a:ext cx="1934882" cy="366958"/>
            </a:xfrm>
            <a:custGeom>
              <a:avLst/>
              <a:gdLst>
                <a:gd name="csX0" fmla="*/ 1413488 w 1884651"/>
                <a:gd name="csY0" fmla="*/ 0 h 357432"/>
                <a:gd name="csX1" fmla="*/ 471163 w 1884651"/>
                <a:gd name="csY1" fmla="*/ 0 h 357432"/>
                <a:gd name="csX2" fmla="*/ 0 w 1884651"/>
                <a:gd name="csY2" fmla="*/ 162470 h 357432"/>
                <a:gd name="csX3" fmla="*/ 471163 w 1884651"/>
                <a:gd name="csY3" fmla="*/ 357432 h 357432"/>
                <a:gd name="csX4" fmla="*/ 942326 w 1884651"/>
                <a:gd name="csY4" fmla="*/ 194962 h 357432"/>
                <a:gd name="csX5" fmla="*/ 1413488 w 1884651"/>
                <a:gd name="csY5" fmla="*/ 357432 h 357432"/>
                <a:gd name="csX6" fmla="*/ 1884651 w 1884651"/>
                <a:gd name="csY6" fmla="*/ 162466 h 357432"/>
                <a:gd name="csX7" fmla="*/ 1413488 w 1884651"/>
                <a:gd name="csY7" fmla="*/ 0 h 3574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884651" h="357432">
                  <a:moveTo>
                    <a:pt x="1413488" y="0"/>
                  </a:moveTo>
                  <a:lnTo>
                    <a:pt x="471163" y="0"/>
                  </a:lnTo>
                  <a:cubicBezTo>
                    <a:pt x="280537" y="0"/>
                    <a:pt x="110653" y="43656"/>
                    <a:pt x="0" y="162470"/>
                  </a:cubicBezTo>
                  <a:cubicBezTo>
                    <a:pt x="110653" y="281277"/>
                    <a:pt x="280537" y="357432"/>
                    <a:pt x="471163" y="357432"/>
                  </a:cubicBezTo>
                  <a:cubicBezTo>
                    <a:pt x="661789" y="357432"/>
                    <a:pt x="831672" y="313772"/>
                    <a:pt x="942326" y="194962"/>
                  </a:cubicBezTo>
                  <a:cubicBezTo>
                    <a:pt x="1052979" y="313772"/>
                    <a:pt x="1222863" y="357432"/>
                    <a:pt x="1413488" y="357432"/>
                  </a:cubicBezTo>
                  <a:cubicBezTo>
                    <a:pt x="1604114" y="357432"/>
                    <a:pt x="1773998" y="281277"/>
                    <a:pt x="1884651" y="162466"/>
                  </a:cubicBezTo>
                  <a:cubicBezTo>
                    <a:pt x="1774001" y="43653"/>
                    <a:pt x="1604118" y="0"/>
                    <a:pt x="1413488" y="0"/>
                  </a:cubicBezTo>
                  <a:close/>
                </a:path>
              </a:pathLst>
            </a:custGeom>
            <a:solidFill>
              <a:srgbClr val="E685ED"/>
            </a:solidFill>
            <a:ln w="2078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8E68C160-CDC2-CFA2-5C56-3A6441C4E539}"/>
                </a:ext>
              </a:extLst>
            </p:cNvPr>
            <p:cNvSpPr/>
            <p:nvPr/>
          </p:nvSpPr>
          <p:spPr>
            <a:xfrm>
              <a:off x="1327150" y="3049707"/>
              <a:ext cx="643236" cy="683213"/>
            </a:xfrm>
            <a:custGeom>
              <a:avLst/>
              <a:gdLst>
                <a:gd name="csX0" fmla="*/ 227458 w 454914"/>
                <a:gd name="csY0" fmla="*/ 0 h 665476"/>
                <a:gd name="csX1" fmla="*/ 0 w 454914"/>
                <a:gd name="csY1" fmla="*/ 519902 h 665476"/>
                <a:gd name="csX2" fmla="*/ 14698 w 454914"/>
                <a:gd name="csY2" fmla="*/ 665477 h 665476"/>
                <a:gd name="csX3" fmla="*/ 440221 w 454914"/>
                <a:gd name="csY3" fmla="*/ 665477 h 665476"/>
                <a:gd name="csX4" fmla="*/ 454915 w 454914"/>
                <a:gd name="csY4" fmla="*/ 519902 h 665476"/>
                <a:gd name="csX5" fmla="*/ 227458 w 454914"/>
                <a:gd name="csY5" fmla="*/ 0 h 6654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54914" h="665476">
                  <a:moveTo>
                    <a:pt x="227458" y="0"/>
                  </a:moveTo>
                  <a:cubicBezTo>
                    <a:pt x="88844" y="122101"/>
                    <a:pt x="0" y="309554"/>
                    <a:pt x="0" y="519902"/>
                  </a:cubicBezTo>
                  <a:cubicBezTo>
                    <a:pt x="0" y="569930"/>
                    <a:pt x="5172" y="618607"/>
                    <a:pt x="14698" y="665477"/>
                  </a:cubicBezTo>
                  <a:lnTo>
                    <a:pt x="440221" y="665477"/>
                  </a:lnTo>
                  <a:cubicBezTo>
                    <a:pt x="449747" y="618607"/>
                    <a:pt x="454915" y="569938"/>
                    <a:pt x="454915" y="519902"/>
                  </a:cubicBezTo>
                  <a:cubicBezTo>
                    <a:pt x="454915" y="309558"/>
                    <a:pt x="366071" y="122101"/>
                    <a:pt x="227458" y="0"/>
                  </a:cubicBezTo>
                  <a:close/>
                </a:path>
              </a:pathLst>
            </a:custGeom>
            <a:solidFill>
              <a:srgbClr val="E5ACF4"/>
            </a:solidFill>
            <a:ln w="2078" cap="flat">
              <a:noFill/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3C72A204-DC10-A843-8800-F0406637C0FC}"/>
                </a:ext>
              </a:extLst>
            </p:cNvPr>
            <p:cNvSpPr/>
            <p:nvPr/>
          </p:nvSpPr>
          <p:spPr>
            <a:xfrm>
              <a:off x="881487" y="3450051"/>
              <a:ext cx="767280" cy="667278"/>
            </a:xfrm>
            <a:custGeom>
              <a:avLst/>
              <a:gdLst>
                <a:gd name="csX0" fmla="*/ 519904 w 747361"/>
                <a:gd name="csY0" fmla="*/ 194942 h 649955"/>
                <a:gd name="csX1" fmla="*/ 105 w 747361"/>
                <a:gd name="csY1" fmla="*/ 69 h 649955"/>
                <a:gd name="csX2" fmla="*/ 224282 w 747361"/>
                <a:gd name="csY2" fmla="*/ 454925 h 649955"/>
                <a:gd name="csX3" fmla="*/ 747361 w 747361"/>
                <a:gd name="csY3" fmla="*/ 649865 h 6499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47361" h="649955">
                  <a:moveTo>
                    <a:pt x="519904" y="194942"/>
                  </a:moveTo>
                  <a:cubicBezTo>
                    <a:pt x="372710" y="77060"/>
                    <a:pt x="169410" y="-2674"/>
                    <a:pt x="105" y="69"/>
                  </a:cubicBezTo>
                  <a:cubicBezTo>
                    <a:pt x="-3227" y="155567"/>
                    <a:pt x="73113" y="323478"/>
                    <a:pt x="224282" y="454925"/>
                  </a:cubicBezTo>
                  <a:cubicBezTo>
                    <a:pt x="375452" y="586372"/>
                    <a:pt x="568540" y="652762"/>
                    <a:pt x="747361" y="649865"/>
                  </a:cubicBezTo>
                </a:path>
              </a:pathLst>
            </a:custGeom>
            <a:solidFill>
              <a:srgbClr val="E5ACF4"/>
            </a:solidFill>
            <a:ln w="2078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DAA536D4-D458-54D8-C40A-9DF2D9800D17}"/>
                </a:ext>
              </a:extLst>
            </p:cNvPr>
            <p:cNvSpPr/>
            <p:nvPr/>
          </p:nvSpPr>
          <p:spPr>
            <a:xfrm>
              <a:off x="1648767" y="3450056"/>
              <a:ext cx="767280" cy="667274"/>
            </a:xfrm>
            <a:custGeom>
              <a:avLst/>
              <a:gdLst>
                <a:gd name="csX0" fmla="*/ 0 w 747361"/>
                <a:gd name="csY0" fmla="*/ 649860 h 649951"/>
                <a:gd name="csX1" fmla="*/ 523079 w 747361"/>
                <a:gd name="csY1" fmla="*/ 454920 h 649951"/>
                <a:gd name="csX2" fmla="*/ 747257 w 747361"/>
                <a:gd name="csY2" fmla="*/ 64 h 649951"/>
                <a:gd name="csX3" fmla="*/ 227458 w 747361"/>
                <a:gd name="csY3" fmla="*/ 194934 h 6499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47361" h="649951">
                  <a:moveTo>
                    <a:pt x="0" y="649860"/>
                  </a:moveTo>
                  <a:cubicBezTo>
                    <a:pt x="178821" y="652757"/>
                    <a:pt x="371913" y="586371"/>
                    <a:pt x="523079" y="454920"/>
                  </a:cubicBezTo>
                  <a:cubicBezTo>
                    <a:pt x="674245" y="323470"/>
                    <a:pt x="750584" y="155566"/>
                    <a:pt x="747257" y="64"/>
                  </a:cubicBezTo>
                  <a:cubicBezTo>
                    <a:pt x="580274" y="-2641"/>
                    <a:pt x="373573" y="80247"/>
                    <a:pt x="227458" y="194934"/>
                  </a:cubicBezTo>
                </a:path>
              </a:pathLst>
            </a:custGeom>
            <a:solidFill>
              <a:srgbClr val="E5ACF4"/>
            </a:solidFill>
            <a:ln w="2078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D846E9E-AAC0-65E8-6443-8E1985E5A3AC}"/>
                </a:ext>
              </a:extLst>
            </p:cNvPr>
            <p:cNvSpPr/>
            <p:nvPr/>
          </p:nvSpPr>
          <p:spPr>
            <a:xfrm>
              <a:off x="995781" y="3571262"/>
              <a:ext cx="652986" cy="583975"/>
            </a:xfrm>
            <a:custGeom>
              <a:avLst/>
              <a:gdLst>
                <a:gd name="csX0" fmla="*/ 77 w 552397"/>
                <a:gd name="csY0" fmla="*/ 54 h 455006"/>
                <a:gd name="csX1" fmla="*/ 165772 w 552397"/>
                <a:gd name="csY1" fmla="*/ 318476 h 455006"/>
                <a:gd name="csX2" fmla="*/ 552398 w 552397"/>
                <a:gd name="csY2" fmla="*/ 454943 h 455006"/>
                <a:gd name="csX3" fmla="*/ 357436 w 552397"/>
                <a:gd name="csY3" fmla="*/ 129966 h 455006"/>
                <a:gd name="csX4" fmla="*/ 77 w 552397"/>
                <a:gd name="csY4" fmla="*/ 54 h 4550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52397" h="455006">
                  <a:moveTo>
                    <a:pt x="77" y="54"/>
                  </a:moveTo>
                  <a:cubicBezTo>
                    <a:pt x="-2385" y="108907"/>
                    <a:pt x="54040" y="226452"/>
                    <a:pt x="165772" y="318476"/>
                  </a:cubicBezTo>
                  <a:cubicBezTo>
                    <a:pt x="277504" y="410496"/>
                    <a:pt x="420226" y="456968"/>
                    <a:pt x="552398" y="454943"/>
                  </a:cubicBezTo>
                  <a:lnTo>
                    <a:pt x="357436" y="129966"/>
                  </a:lnTo>
                  <a:cubicBezTo>
                    <a:pt x="248641" y="47435"/>
                    <a:pt x="125215" y="-1867"/>
                    <a:pt x="77" y="54"/>
                  </a:cubicBezTo>
                  <a:close/>
                </a:path>
              </a:pathLst>
            </a:custGeom>
            <a:solidFill>
              <a:srgbClr val="DA95F2"/>
            </a:solidFill>
            <a:ln w="2078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6246738-5C36-DB35-B142-9FB4AD23B93D}"/>
                </a:ext>
              </a:extLst>
            </p:cNvPr>
            <p:cNvSpPr/>
            <p:nvPr/>
          </p:nvSpPr>
          <p:spPr>
            <a:xfrm>
              <a:off x="1648767" y="3571257"/>
              <a:ext cx="652986" cy="583972"/>
            </a:xfrm>
            <a:custGeom>
              <a:avLst/>
              <a:gdLst>
                <a:gd name="csX0" fmla="*/ 194966 w 552397"/>
                <a:gd name="csY0" fmla="*/ 129966 h 455003"/>
                <a:gd name="csX1" fmla="*/ 0 w 552397"/>
                <a:gd name="csY1" fmla="*/ 454939 h 455003"/>
                <a:gd name="csX2" fmla="*/ 386626 w 552397"/>
                <a:gd name="csY2" fmla="*/ 318472 h 455003"/>
                <a:gd name="csX3" fmla="*/ 552321 w 552397"/>
                <a:gd name="csY3" fmla="*/ 50 h 455003"/>
                <a:gd name="csX4" fmla="*/ 194966 w 552397"/>
                <a:gd name="csY4" fmla="*/ 129966 h 4550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52397" h="455003">
                  <a:moveTo>
                    <a:pt x="194966" y="129966"/>
                  </a:moveTo>
                  <a:lnTo>
                    <a:pt x="0" y="454939"/>
                  </a:lnTo>
                  <a:cubicBezTo>
                    <a:pt x="132172" y="456971"/>
                    <a:pt x="274894" y="410496"/>
                    <a:pt x="386626" y="318472"/>
                  </a:cubicBezTo>
                  <a:cubicBezTo>
                    <a:pt x="498358" y="226451"/>
                    <a:pt x="554783" y="108911"/>
                    <a:pt x="552321" y="50"/>
                  </a:cubicBezTo>
                  <a:cubicBezTo>
                    <a:pt x="428902" y="-1838"/>
                    <a:pt x="302961" y="49681"/>
                    <a:pt x="194966" y="129966"/>
                  </a:cubicBezTo>
                  <a:close/>
                </a:path>
              </a:pathLst>
            </a:custGeom>
            <a:solidFill>
              <a:srgbClr val="DA95F2"/>
            </a:solidFill>
            <a:ln w="2078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96B023C-ED98-BDBB-DD8C-C9A827558CB8}"/>
                </a:ext>
              </a:extLst>
            </p:cNvPr>
            <p:cNvSpPr/>
            <p:nvPr/>
          </p:nvSpPr>
          <p:spPr>
            <a:xfrm>
              <a:off x="1379892" y="3304379"/>
              <a:ext cx="537752" cy="850725"/>
            </a:xfrm>
            <a:custGeom>
              <a:avLst/>
              <a:gdLst>
                <a:gd name="csX0" fmla="*/ 0 w 454914"/>
                <a:gd name="csY0" fmla="*/ 292445 h 584889"/>
                <a:gd name="csX1" fmla="*/ 227458 w 454914"/>
                <a:gd name="csY1" fmla="*/ 584890 h 584889"/>
                <a:gd name="csX2" fmla="*/ 454915 w 454914"/>
                <a:gd name="csY2" fmla="*/ 292445 h 584889"/>
                <a:gd name="csX3" fmla="*/ 227458 w 454914"/>
                <a:gd name="csY3" fmla="*/ 0 h 584889"/>
                <a:gd name="csX4" fmla="*/ 0 w 454914"/>
                <a:gd name="csY4" fmla="*/ 292445 h 5848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4914" h="584889">
                  <a:moveTo>
                    <a:pt x="0" y="292445"/>
                  </a:moveTo>
                  <a:cubicBezTo>
                    <a:pt x="0" y="410762"/>
                    <a:pt x="88844" y="516210"/>
                    <a:pt x="227458" y="584890"/>
                  </a:cubicBezTo>
                  <a:cubicBezTo>
                    <a:pt x="366071" y="516210"/>
                    <a:pt x="454915" y="410762"/>
                    <a:pt x="454915" y="292445"/>
                  </a:cubicBezTo>
                  <a:cubicBezTo>
                    <a:pt x="454915" y="174128"/>
                    <a:pt x="366071" y="68679"/>
                    <a:pt x="227458" y="0"/>
                  </a:cubicBezTo>
                  <a:cubicBezTo>
                    <a:pt x="88844" y="68679"/>
                    <a:pt x="0" y="174124"/>
                    <a:pt x="0" y="292445"/>
                  </a:cubicBezTo>
                  <a:close/>
                </a:path>
              </a:pathLst>
            </a:custGeom>
            <a:solidFill>
              <a:srgbClr val="D182F0"/>
            </a:solidFill>
            <a:ln w="2078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93855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roup 187">
            <a:extLst>
              <a:ext uri="{FF2B5EF4-FFF2-40B4-BE49-F238E27FC236}">
                <a16:creationId xmlns:a16="http://schemas.microsoft.com/office/drawing/2014/main" id="{2E7B2A0B-8E46-5B14-ABBD-C5A6ABCE9635}"/>
              </a:ext>
            </a:extLst>
          </p:cNvPr>
          <p:cNvGrpSpPr/>
          <p:nvPr/>
        </p:nvGrpSpPr>
        <p:grpSpPr>
          <a:xfrm>
            <a:off x="3731686" y="79873"/>
            <a:ext cx="4708840" cy="369332"/>
            <a:chOff x="487789" y="165598"/>
            <a:chExt cx="4708840" cy="36933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97A0BF1-A07E-C291-06DB-390F9668E87D}"/>
                </a:ext>
              </a:extLst>
            </p:cNvPr>
            <p:cNvSpPr txBox="1"/>
            <p:nvPr/>
          </p:nvSpPr>
          <p:spPr>
            <a:xfrm>
              <a:off x="487789" y="16559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6FE4204-BEDE-AB1A-FDC6-CE2BC2D0C466}"/>
                </a:ext>
              </a:extLst>
            </p:cNvPr>
            <p:cNvSpPr txBox="1"/>
            <p:nvPr/>
          </p:nvSpPr>
          <p:spPr>
            <a:xfrm>
              <a:off x="4935019" y="165598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3758F67-FC8D-E4E6-B3F8-C0E6FDBC9C48}"/>
                </a:ext>
              </a:extLst>
            </p:cNvPr>
            <p:cNvSpPr txBox="1"/>
            <p:nvPr/>
          </p:nvSpPr>
          <p:spPr>
            <a:xfrm>
              <a:off x="3824399" y="165598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4D6A337-A633-B877-B90D-71E3502CAC70}"/>
                </a:ext>
              </a:extLst>
            </p:cNvPr>
            <p:cNvSpPr txBox="1"/>
            <p:nvPr/>
          </p:nvSpPr>
          <p:spPr>
            <a:xfrm>
              <a:off x="1606671" y="165598"/>
              <a:ext cx="282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B02AB71-560D-B89E-5DE4-34FAB3B4358B}"/>
                </a:ext>
              </a:extLst>
            </p:cNvPr>
            <p:cNvSpPr txBox="1"/>
            <p:nvPr/>
          </p:nvSpPr>
          <p:spPr>
            <a:xfrm>
              <a:off x="2701509" y="16559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A2FF7DB0-CB97-70D1-934C-873635A6D180}"/>
              </a:ext>
            </a:extLst>
          </p:cNvPr>
          <p:cNvGrpSpPr/>
          <p:nvPr/>
        </p:nvGrpSpPr>
        <p:grpSpPr>
          <a:xfrm>
            <a:off x="3325000" y="5917455"/>
            <a:ext cx="5542000" cy="779228"/>
            <a:chOff x="81103" y="6003180"/>
            <a:chExt cx="5542000" cy="779228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C258499-7BFA-B668-638C-EF67C217B11B}"/>
                </a:ext>
              </a:extLst>
            </p:cNvPr>
            <p:cNvSpPr/>
            <p:nvPr/>
          </p:nvSpPr>
          <p:spPr>
            <a:xfrm>
              <a:off x="81103" y="6003180"/>
              <a:ext cx="1119866" cy="779228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D6E2E98-8500-C887-096F-88AC402AC551}"/>
                </a:ext>
              </a:extLst>
            </p:cNvPr>
            <p:cNvSpPr/>
            <p:nvPr/>
          </p:nvSpPr>
          <p:spPr>
            <a:xfrm>
              <a:off x="4508545" y="6003183"/>
              <a:ext cx="1114558" cy="779224"/>
            </a:xfrm>
            <a:custGeom>
              <a:avLst/>
              <a:gdLst>
                <a:gd name="csX0" fmla="*/ 0 w 1761688"/>
                <a:gd name="csY0" fmla="*/ 0 h 1291904"/>
                <a:gd name="csX1" fmla="*/ 75501 w 1761688"/>
                <a:gd name="csY1" fmla="*/ 0 h 1291904"/>
                <a:gd name="csX2" fmla="*/ 1686187 w 1761688"/>
                <a:gd name="csY2" fmla="*/ 0 h 1291904"/>
                <a:gd name="csX3" fmla="*/ 1761688 w 1761688"/>
                <a:gd name="csY3" fmla="*/ 0 h 1291904"/>
                <a:gd name="csX4" fmla="*/ 1761688 w 1761688"/>
                <a:gd name="csY4" fmla="*/ 102765 h 1291904"/>
                <a:gd name="csX5" fmla="*/ 1686187 w 1761688"/>
                <a:gd name="csY5" fmla="*/ 102765 h 1291904"/>
                <a:gd name="csX6" fmla="*/ 1686187 w 1761688"/>
                <a:gd name="csY6" fmla="*/ 1189139 h 1291904"/>
                <a:gd name="csX7" fmla="*/ 1761688 w 1761688"/>
                <a:gd name="csY7" fmla="*/ 1189139 h 1291904"/>
                <a:gd name="csX8" fmla="*/ 1761688 w 1761688"/>
                <a:gd name="csY8" fmla="*/ 1291904 h 1291904"/>
                <a:gd name="csX9" fmla="*/ 1686187 w 1761688"/>
                <a:gd name="csY9" fmla="*/ 1291904 h 1291904"/>
                <a:gd name="csX10" fmla="*/ 75501 w 1761688"/>
                <a:gd name="csY10" fmla="*/ 1291904 h 1291904"/>
                <a:gd name="csX11" fmla="*/ 0 w 1761688"/>
                <a:gd name="csY11" fmla="*/ 1291904 h 1291904"/>
                <a:gd name="csX12" fmla="*/ 0 w 1761688"/>
                <a:gd name="csY12" fmla="*/ 1189139 h 1291904"/>
                <a:gd name="csX13" fmla="*/ 75501 w 1761688"/>
                <a:gd name="csY13" fmla="*/ 1189139 h 1291904"/>
                <a:gd name="csX14" fmla="*/ 75501 w 1761688"/>
                <a:gd name="csY14" fmla="*/ 102765 h 1291904"/>
                <a:gd name="csX15" fmla="*/ 0 w 1761688"/>
                <a:gd name="csY15" fmla="*/ 102765 h 1291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761688" h="1291904">
                  <a:moveTo>
                    <a:pt x="0" y="0"/>
                  </a:moveTo>
                  <a:lnTo>
                    <a:pt x="75501" y="0"/>
                  </a:lnTo>
                  <a:lnTo>
                    <a:pt x="1686187" y="0"/>
                  </a:lnTo>
                  <a:lnTo>
                    <a:pt x="1761688" y="0"/>
                  </a:lnTo>
                  <a:lnTo>
                    <a:pt x="1761688" y="102765"/>
                  </a:lnTo>
                  <a:lnTo>
                    <a:pt x="1686187" y="102765"/>
                  </a:lnTo>
                  <a:lnTo>
                    <a:pt x="1686187" y="1189139"/>
                  </a:lnTo>
                  <a:lnTo>
                    <a:pt x="1761688" y="1189139"/>
                  </a:lnTo>
                  <a:lnTo>
                    <a:pt x="1761688" y="1291904"/>
                  </a:lnTo>
                  <a:lnTo>
                    <a:pt x="1686187" y="1291904"/>
                  </a:lnTo>
                  <a:lnTo>
                    <a:pt x="75501" y="1291904"/>
                  </a:lnTo>
                  <a:lnTo>
                    <a:pt x="0" y="1291904"/>
                  </a:lnTo>
                  <a:lnTo>
                    <a:pt x="0" y="1189139"/>
                  </a:lnTo>
                  <a:lnTo>
                    <a:pt x="75501" y="1189139"/>
                  </a:lnTo>
                  <a:lnTo>
                    <a:pt x="75501" y="102765"/>
                  </a:lnTo>
                  <a:lnTo>
                    <a:pt x="0" y="102765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A0BF110-1D3A-A1BE-7C60-69C6793DB6E7}"/>
                </a:ext>
              </a:extLst>
            </p:cNvPr>
            <p:cNvSpPr/>
            <p:nvPr/>
          </p:nvSpPr>
          <p:spPr>
            <a:xfrm>
              <a:off x="3401683" y="6003183"/>
              <a:ext cx="1119866" cy="779224"/>
            </a:xfrm>
            <a:custGeom>
              <a:avLst/>
              <a:gdLst>
                <a:gd name="csX0" fmla="*/ 0 w 937260"/>
                <a:gd name="csY0" fmla="*/ 0 h 652165"/>
                <a:gd name="csX1" fmla="*/ 179 w 937260"/>
                <a:gd name="csY1" fmla="*/ 0 h 652165"/>
                <a:gd name="csX2" fmla="*/ 116373 w 937260"/>
                <a:gd name="csY2" fmla="*/ 31552 h 652165"/>
                <a:gd name="csX3" fmla="*/ 468630 w 937260"/>
                <a:gd name="csY3" fmla="*/ 67131 h 652165"/>
                <a:gd name="csX4" fmla="*/ 820887 w 937260"/>
                <a:gd name="csY4" fmla="*/ 31552 h 652165"/>
                <a:gd name="csX5" fmla="*/ 937081 w 937260"/>
                <a:gd name="csY5" fmla="*/ 0 h 652165"/>
                <a:gd name="csX6" fmla="*/ 937260 w 937260"/>
                <a:gd name="csY6" fmla="*/ 0 h 652165"/>
                <a:gd name="csX7" fmla="*/ 937260 w 937260"/>
                <a:gd name="csY7" fmla="*/ 652165 h 652165"/>
                <a:gd name="csX8" fmla="*/ 937078 w 937260"/>
                <a:gd name="csY8" fmla="*/ 652165 h 652165"/>
                <a:gd name="csX9" fmla="*/ 820887 w 937260"/>
                <a:gd name="csY9" fmla="*/ 620614 h 652165"/>
                <a:gd name="csX10" fmla="*/ 468630 w 937260"/>
                <a:gd name="csY10" fmla="*/ 585035 h 652165"/>
                <a:gd name="csX11" fmla="*/ 116373 w 937260"/>
                <a:gd name="csY11" fmla="*/ 620614 h 652165"/>
                <a:gd name="csX12" fmla="*/ 183 w 937260"/>
                <a:gd name="csY12" fmla="*/ 652165 h 652165"/>
                <a:gd name="csX13" fmla="*/ 0 w 937260"/>
                <a:gd name="csY13" fmla="*/ 652165 h 6521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37260" h="652165">
                  <a:moveTo>
                    <a:pt x="0" y="0"/>
                  </a:moveTo>
                  <a:lnTo>
                    <a:pt x="179" y="0"/>
                  </a:lnTo>
                  <a:lnTo>
                    <a:pt x="116373" y="31552"/>
                  </a:lnTo>
                  <a:cubicBezTo>
                    <a:pt x="224643" y="54462"/>
                    <a:pt x="343679" y="67131"/>
                    <a:pt x="468630" y="67131"/>
                  </a:cubicBezTo>
                  <a:cubicBezTo>
                    <a:pt x="593581" y="67131"/>
                    <a:pt x="712618" y="54462"/>
                    <a:pt x="820887" y="31552"/>
                  </a:cubicBezTo>
                  <a:lnTo>
                    <a:pt x="937081" y="0"/>
                  </a:lnTo>
                  <a:lnTo>
                    <a:pt x="937260" y="0"/>
                  </a:lnTo>
                  <a:lnTo>
                    <a:pt x="937260" y="652165"/>
                  </a:lnTo>
                  <a:lnTo>
                    <a:pt x="937078" y="652165"/>
                  </a:lnTo>
                  <a:lnTo>
                    <a:pt x="820887" y="620614"/>
                  </a:lnTo>
                  <a:cubicBezTo>
                    <a:pt x="712618" y="597704"/>
                    <a:pt x="593581" y="585035"/>
                    <a:pt x="468630" y="585035"/>
                  </a:cubicBezTo>
                  <a:cubicBezTo>
                    <a:pt x="343679" y="585035"/>
                    <a:pt x="224643" y="597704"/>
                    <a:pt x="116373" y="620614"/>
                  </a:cubicBezTo>
                  <a:lnTo>
                    <a:pt x="183" y="652165"/>
                  </a:lnTo>
                  <a:lnTo>
                    <a:pt x="0" y="652165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29B2D5B-76F2-6081-B812-1673044E4E65}"/>
                </a:ext>
              </a:extLst>
            </p:cNvPr>
            <p:cNvSpPr/>
            <p:nvPr/>
          </p:nvSpPr>
          <p:spPr>
            <a:xfrm>
              <a:off x="1187963" y="6003182"/>
              <a:ext cx="1119866" cy="779224"/>
            </a:xfrm>
            <a:custGeom>
              <a:avLst/>
              <a:gdLst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0 w 1770078"/>
                <a:gd name="csY8" fmla="*/ 378854 h 1291903"/>
                <a:gd name="csX9" fmla="*/ 13692 w 1770078"/>
                <a:gd name="csY9" fmla="*/ 378854 h 1291903"/>
                <a:gd name="csX10" fmla="*/ 17981 w 1770078"/>
                <a:gd name="csY10" fmla="*/ 364364 h 1291903"/>
                <a:gd name="csX11" fmla="*/ 885039 w 1770078"/>
                <a:gd name="csY11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3692 w 1770078"/>
                <a:gd name="csY8" fmla="*/ 378854 h 1291903"/>
                <a:gd name="csX9" fmla="*/ 17981 w 1770078"/>
                <a:gd name="csY9" fmla="*/ 364364 h 1291903"/>
                <a:gd name="csX10" fmla="*/ 885039 w 1770078"/>
                <a:gd name="csY10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7981 w 1770078"/>
                <a:gd name="csY8" fmla="*/ 364364 h 1291903"/>
                <a:gd name="csX9" fmla="*/ 885039 w 1770078"/>
                <a:gd name="csY9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456330 h 1291903"/>
                <a:gd name="csX4" fmla="*/ 1770078 w 1770078"/>
                <a:gd name="csY4" fmla="*/ 1291903 h 1291903"/>
                <a:gd name="csX5" fmla="*/ 0 w 1770078"/>
                <a:gd name="csY5" fmla="*/ 1291903 h 1291903"/>
                <a:gd name="csX6" fmla="*/ 0 w 1770078"/>
                <a:gd name="csY6" fmla="*/ 456330 h 1291903"/>
                <a:gd name="csX7" fmla="*/ 17981 w 1770078"/>
                <a:gd name="csY7" fmla="*/ 364364 h 1291903"/>
                <a:gd name="csX8" fmla="*/ 885039 w 1770078"/>
                <a:gd name="csY8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70078 w 1770078"/>
                <a:gd name="csY2" fmla="*/ 456330 h 1291903"/>
                <a:gd name="csX3" fmla="*/ 1770078 w 1770078"/>
                <a:gd name="csY3" fmla="*/ 1291903 h 1291903"/>
                <a:gd name="csX4" fmla="*/ 0 w 1770078"/>
                <a:gd name="csY4" fmla="*/ 1291903 h 1291903"/>
                <a:gd name="csX5" fmla="*/ 0 w 1770078"/>
                <a:gd name="csY5" fmla="*/ 456330 h 1291903"/>
                <a:gd name="csX6" fmla="*/ 17981 w 1770078"/>
                <a:gd name="csY6" fmla="*/ 364364 h 1291903"/>
                <a:gd name="csX7" fmla="*/ 885039 w 1770078"/>
                <a:gd name="csY7" fmla="*/ 0 h 12919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770078" h="1291903">
                  <a:moveTo>
                    <a:pt x="885039" y="0"/>
                  </a:moveTo>
                  <a:cubicBezTo>
                    <a:pt x="1312734" y="0"/>
                    <a:pt x="1669571" y="156422"/>
                    <a:pt x="1752097" y="364364"/>
                  </a:cubicBezTo>
                  <a:lnTo>
                    <a:pt x="1770078" y="456330"/>
                  </a:lnTo>
                  <a:lnTo>
                    <a:pt x="1770078" y="1291903"/>
                  </a:lnTo>
                  <a:lnTo>
                    <a:pt x="0" y="1291903"/>
                  </a:lnTo>
                  <a:lnTo>
                    <a:pt x="0" y="456330"/>
                  </a:lnTo>
                  <a:lnTo>
                    <a:pt x="17981" y="364364"/>
                  </a:lnTo>
                  <a:cubicBezTo>
                    <a:pt x="100507" y="156422"/>
                    <a:pt x="457344" y="0"/>
                    <a:pt x="885039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DBA04C-4415-6DCC-31D0-1F5B0CBE4CEC}"/>
                </a:ext>
              </a:extLst>
            </p:cNvPr>
            <p:cNvSpPr/>
            <p:nvPr/>
          </p:nvSpPr>
          <p:spPr>
            <a:xfrm rot="16200000" flipH="1">
              <a:off x="2465144" y="5832861"/>
              <a:ext cx="779224" cy="1119866"/>
            </a:xfrm>
            <a:custGeom>
              <a:avLst/>
              <a:gdLst>
                <a:gd name="csX0" fmla="*/ 0 w 1291905"/>
                <a:gd name="csY0" fmla="*/ 0 h 1770078"/>
                <a:gd name="csX1" fmla="*/ 0 w 1291905"/>
                <a:gd name="csY1" fmla="*/ 478173 h 1770078"/>
                <a:gd name="csX2" fmla="*/ 0 w 1291905"/>
                <a:gd name="csY2" fmla="*/ 1291905 h 1770078"/>
                <a:gd name="csX3" fmla="*/ 0 w 1291905"/>
                <a:gd name="csY3" fmla="*/ 1770078 h 1770078"/>
                <a:gd name="csX4" fmla="*/ 6123 w 1291905"/>
                <a:gd name="csY4" fmla="*/ 1770078 h 1770078"/>
                <a:gd name="csX5" fmla="*/ 109381 w 1291905"/>
                <a:gd name="csY5" fmla="*/ 1658008 h 1770078"/>
                <a:gd name="csX6" fmla="*/ 212639 w 1291905"/>
                <a:gd name="csY6" fmla="*/ 1770078 h 1770078"/>
                <a:gd name="csX7" fmla="*/ 221976 w 1291905"/>
                <a:gd name="csY7" fmla="*/ 1770078 h 1770078"/>
                <a:gd name="csX8" fmla="*/ 325234 w 1291905"/>
                <a:gd name="csY8" fmla="*/ 1658008 h 1770078"/>
                <a:gd name="csX9" fmla="*/ 428492 w 1291905"/>
                <a:gd name="csY9" fmla="*/ 1770078 h 1770078"/>
                <a:gd name="csX10" fmla="*/ 437829 w 1291905"/>
                <a:gd name="csY10" fmla="*/ 1770078 h 1770078"/>
                <a:gd name="csX11" fmla="*/ 541087 w 1291905"/>
                <a:gd name="csY11" fmla="*/ 1658008 h 1770078"/>
                <a:gd name="csX12" fmla="*/ 644346 w 1291905"/>
                <a:gd name="csY12" fmla="*/ 1770078 h 1770078"/>
                <a:gd name="csX13" fmla="*/ 653683 w 1291905"/>
                <a:gd name="csY13" fmla="*/ 1770078 h 1770078"/>
                <a:gd name="csX14" fmla="*/ 756941 w 1291905"/>
                <a:gd name="csY14" fmla="*/ 1658008 h 1770078"/>
                <a:gd name="csX15" fmla="*/ 860199 w 1291905"/>
                <a:gd name="csY15" fmla="*/ 1770078 h 1770078"/>
                <a:gd name="csX16" fmla="*/ 869536 w 1291905"/>
                <a:gd name="csY16" fmla="*/ 1770078 h 1770078"/>
                <a:gd name="csX17" fmla="*/ 972794 w 1291905"/>
                <a:gd name="csY17" fmla="*/ 1658008 h 1770078"/>
                <a:gd name="csX18" fmla="*/ 1076052 w 1291905"/>
                <a:gd name="csY18" fmla="*/ 1770078 h 1770078"/>
                <a:gd name="csX19" fmla="*/ 1085389 w 1291905"/>
                <a:gd name="csY19" fmla="*/ 1770078 h 1770078"/>
                <a:gd name="csX20" fmla="*/ 1188647 w 1291905"/>
                <a:gd name="csY20" fmla="*/ 1658008 h 1770078"/>
                <a:gd name="csX21" fmla="*/ 1291905 w 1291905"/>
                <a:gd name="csY21" fmla="*/ 1770078 h 1770078"/>
                <a:gd name="csX22" fmla="*/ 1291905 w 1291905"/>
                <a:gd name="csY22" fmla="*/ 1291905 h 1770078"/>
                <a:gd name="csX23" fmla="*/ 1291905 w 1291905"/>
                <a:gd name="csY23" fmla="*/ 478173 h 1770078"/>
                <a:gd name="csX24" fmla="*/ 1291905 w 1291905"/>
                <a:gd name="csY24" fmla="*/ 0 h 1770078"/>
                <a:gd name="csX25" fmla="*/ 1188647 w 1291905"/>
                <a:gd name="csY25" fmla="*/ 112070 h 1770078"/>
                <a:gd name="csX26" fmla="*/ 1085389 w 1291905"/>
                <a:gd name="csY26" fmla="*/ 0 h 1770078"/>
                <a:gd name="csX27" fmla="*/ 1076052 w 1291905"/>
                <a:gd name="csY27" fmla="*/ 0 h 1770078"/>
                <a:gd name="csX28" fmla="*/ 972794 w 1291905"/>
                <a:gd name="csY28" fmla="*/ 112070 h 1770078"/>
                <a:gd name="csX29" fmla="*/ 869536 w 1291905"/>
                <a:gd name="csY29" fmla="*/ 0 h 1770078"/>
                <a:gd name="csX30" fmla="*/ 860199 w 1291905"/>
                <a:gd name="csY30" fmla="*/ 0 h 1770078"/>
                <a:gd name="csX31" fmla="*/ 756941 w 1291905"/>
                <a:gd name="csY31" fmla="*/ 112070 h 1770078"/>
                <a:gd name="csX32" fmla="*/ 653683 w 1291905"/>
                <a:gd name="csY32" fmla="*/ 0 h 1770078"/>
                <a:gd name="csX33" fmla="*/ 644346 w 1291905"/>
                <a:gd name="csY33" fmla="*/ 0 h 1770078"/>
                <a:gd name="csX34" fmla="*/ 541087 w 1291905"/>
                <a:gd name="csY34" fmla="*/ 112070 h 1770078"/>
                <a:gd name="csX35" fmla="*/ 437829 w 1291905"/>
                <a:gd name="csY35" fmla="*/ 0 h 1770078"/>
                <a:gd name="csX36" fmla="*/ 428492 w 1291905"/>
                <a:gd name="csY36" fmla="*/ 0 h 1770078"/>
                <a:gd name="csX37" fmla="*/ 325234 w 1291905"/>
                <a:gd name="csY37" fmla="*/ 112070 h 1770078"/>
                <a:gd name="csX38" fmla="*/ 221976 w 1291905"/>
                <a:gd name="csY38" fmla="*/ 0 h 1770078"/>
                <a:gd name="csX39" fmla="*/ 212639 w 1291905"/>
                <a:gd name="csY39" fmla="*/ 0 h 1770078"/>
                <a:gd name="csX40" fmla="*/ 109381 w 1291905"/>
                <a:gd name="csY40" fmla="*/ 112070 h 1770078"/>
                <a:gd name="csX41" fmla="*/ 6123 w 1291905"/>
                <a:gd name="csY41" fmla="*/ 0 h 17700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1291905" h="1770078">
                  <a:moveTo>
                    <a:pt x="0" y="0"/>
                  </a:moveTo>
                  <a:lnTo>
                    <a:pt x="0" y="478173"/>
                  </a:lnTo>
                  <a:lnTo>
                    <a:pt x="0" y="1291905"/>
                  </a:lnTo>
                  <a:lnTo>
                    <a:pt x="0" y="1770078"/>
                  </a:lnTo>
                  <a:lnTo>
                    <a:pt x="6123" y="1770078"/>
                  </a:lnTo>
                  <a:lnTo>
                    <a:pt x="109381" y="1658008"/>
                  </a:lnTo>
                  <a:lnTo>
                    <a:pt x="212639" y="1770078"/>
                  </a:lnTo>
                  <a:lnTo>
                    <a:pt x="221976" y="1770078"/>
                  </a:lnTo>
                  <a:lnTo>
                    <a:pt x="325234" y="1658008"/>
                  </a:lnTo>
                  <a:lnTo>
                    <a:pt x="428492" y="1770078"/>
                  </a:lnTo>
                  <a:lnTo>
                    <a:pt x="437829" y="1770078"/>
                  </a:lnTo>
                  <a:lnTo>
                    <a:pt x="541087" y="1658008"/>
                  </a:lnTo>
                  <a:lnTo>
                    <a:pt x="644346" y="1770078"/>
                  </a:lnTo>
                  <a:lnTo>
                    <a:pt x="653683" y="1770078"/>
                  </a:lnTo>
                  <a:lnTo>
                    <a:pt x="756941" y="1658008"/>
                  </a:lnTo>
                  <a:lnTo>
                    <a:pt x="860199" y="1770078"/>
                  </a:lnTo>
                  <a:lnTo>
                    <a:pt x="869536" y="1770078"/>
                  </a:lnTo>
                  <a:lnTo>
                    <a:pt x="972794" y="1658008"/>
                  </a:lnTo>
                  <a:lnTo>
                    <a:pt x="1076052" y="1770078"/>
                  </a:lnTo>
                  <a:lnTo>
                    <a:pt x="1085389" y="1770078"/>
                  </a:lnTo>
                  <a:lnTo>
                    <a:pt x="1188647" y="1658008"/>
                  </a:lnTo>
                  <a:lnTo>
                    <a:pt x="1291905" y="1770078"/>
                  </a:lnTo>
                  <a:lnTo>
                    <a:pt x="1291905" y="1291905"/>
                  </a:lnTo>
                  <a:lnTo>
                    <a:pt x="1291905" y="478173"/>
                  </a:lnTo>
                  <a:lnTo>
                    <a:pt x="1291905" y="0"/>
                  </a:lnTo>
                  <a:lnTo>
                    <a:pt x="1188647" y="112070"/>
                  </a:lnTo>
                  <a:lnTo>
                    <a:pt x="1085389" y="0"/>
                  </a:lnTo>
                  <a:lnTo>
                    <a:pt x="1076052" y="0"/>
                  </a:lnTo>
                  <a:lnTo>
                    <a:pt x="972794" y="112070"/>
                  </a:lnTo>
                  <a:lnTo>
                    <a:pt x="869536" y="0"/>
                  </a:lnTo>
                  <a:lnTo>
                    <a:pt x="860199" y="0"/>
                  </a:lnTo>
                  <a:lnTo>
                    <a:pt x="756941" y="112070"/>
                  </a:lnTo>
                  <a:lnTo>
                    <a:pt x="653683" y="0"/>
                  </a:lnTo>
                  <a:lnTo>
                    <a:pt x="644346" y="0"/>
                  </a:lnTo>
                  <a:lnTo>
                    <a:pt x="541087" y="112070"/>
                  </a:lnTo>
                  <a:lnTo>
                    <a:pt x="437829" y="0"/>
                  </a:lnTo>
                  <a:lnTo>
                    <a:pt x="428492" y="0"/>
                  </a:lnTo>
                  <a:lnTo>
                    <a:pt x="325234" y="112070"/>
                  </a:lnTo>
                  <a:lnTo>
                    <a:pt x="221976" y="0"/>
                  </a:lnTo>
                  <a:lnTo>
                    <a:pt x="212639" y="0"/>
                  </a:lnTo>
                  <a:lnTo>
                    <a:pt x="109381" y="112070"/>
                  </a:lnTo>
                  <a:lnTo>
                    <a:pt x="6123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D918A5B-26F9-FECE-9F35-ACD138E793B7}"/>
              </a:ext>
            </a:extLst>
          </p:cNvPr>
          <p:cNvSpPr/>
          <p:nvPr/>
        </p:nvSpPr>
        <p:spPr>
          <a:xfrm>
            <a:off x="3416303" y="504932"/>
            <a:ext cx="937260" cy="652166"/>
          </a:xfrm>
          <a:prstGeom prst="roundRect">
            <a:avLst/>
          </a:prstGeom>
          <a:solidFill>
            <a:srgbClr val="C775E7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E3356123-EF77-05C1-9FB9-FBBBCDC59944}"/>
              </a:ext>
            </a:extLst>
          </p:cNvPr>
          <p:cNvSpPr/>
          <p:nvPr/>
        </p:nvSpPr>
        <p:spPr>
          <a:xfrm>
            <a:off x="7843312" y="504933"/>
            <a:ext cx="932818" cy="652165"/>
          </a:xfrm>
          <a:custGeom>
            <a:avLst/>
            <a:gdLst>
              <a:gd name="csX0" fmla="*/ 0 w 1761688"/>
              <a:gd name="csY0" fmla="*/ 0 h 1291904"/>
              <a:gd name="csX1" fmla="*/ 75501 w 1761688"/>
              <a:gd name="csY1" fmla="*/ 0 h 1291904"/>
              <a:gd name="csX2" fmla="*/ 1686187 w 1761688"/>
              <a:gd name="csY2" fmla="*/ 0 h 1291904"/>
              <a:gd name="csX3" fmla="*/ 1761688 w 1761688"/>
              <a:gd name="csY3" fmla="*/ 0 h 1291904"/>
              <a:gd name="csX4" fmla="*/ 1761688 w 1761688"/>
              <a:gd name="csY4" fmla="*/ 102765 h 1291904"/>
              <a:gd name="csX5" fmla="*/ 1686187 w 1761688"/>
              <a:gd name="csY5" fmla="*/ 102765 h 1291904"/>
              <a:gd name="csX6" fmla="*/ 1686187 w 1761688"/>
              <a:gd name="csY6" fmla="*/ 1189139 h 1291904"/>
              <a:gd name="csX7" fmla="*/ 1761688 w 1761688"/>
              <a:gd name="csY7" fmla="*/ 1189139 h 1291904"/>
              <a:gd name="csX8" fmla="*/ 1761688 w 1761688"/>
              <a:gd name="csY8" fmla="*/ 1291904 h 1291904"/>
              <a:gd name="csX9" fmla="*/ 1686187 w 1761688"/>
              <a:gd name="csY9" fmla="*/ 1291904 h 1291904"/>
              <a:gd name="csX10" fmla="*/ 75501 w 1761688"/>
              <a:gd name="csY10" fmla="*/ 1291904 h 1291904"/>
              <a:gd name="csX11" fmla="*/ 0 w 1761688"/>
              <a:gd name="csY11" fmla="*/ 1291904 h 1291904"/>
              <a:gd name="csX12" fmla="*/ 0 w 1761688"/>
              <a:gd name="csY12" fmla="*/ 1189139 h 1291904"/>
              <a:gd name="csX13" fmla="*/ 75501 w 1761688"/>
              <a:gd name="csY13" fmla="*/ 1189139 h 1291904"/>
              <a:gd name="csX14" fmla="*/ 75501 w 1761688"/>
              <a:gd name="csY14" fmla="*/ 102765 h 1291904"/>
              <a:gd name="csX15" fmla="*/ 0 w 1761688"/>
              <a:gd name="csY15" fmla="*/ 102765 h 12919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761688" h="1291904">
                <a:moveTo>
                  <a:pt x="0" y="0"/>
                </a:moveTo>
                <a:lnTo>
                  <a:pt x="75501" y="0"/>
                </a:lnTo>
                <a:lnTo>
                  <a:pt x="1686187" y="0"/>
                </a:lnTo>
                <a:lnTo>
                  <a:pt x="1761688" y="0"/>
                </a:lnTo>
                <a:lnTo>
                  <a:pt x="1761688" y="102765"/>
                </a:lnTo>
                <a:lnTo>
                  <a:pt x="1686187" y="102765"/>
                </a:lnTo>
                <a:lnTo>
                  <a:pt x="1686187" y="1189139"/>
                </a:lnTo>
                <a:lnTo>
                  <a:pt x="1761688" y="1189139"/>
                </a:lnTo>
                <a:lnTo>
                  <a:pt x="1761688" y="1291904"/>
                </a:lnTo>
                <a:lnTo>
                  <a:pt x="1686187" y="1291904"/>
                </a:lnTo>
                <a:lnTo>
                  <a:pt x="75501" y="1291904"/>
                </a:lnTo>
                <a:lnTo>
                  <a:pt x="0" y="1291904"/>
                </a:lnTo>
                <a:lnTo>
                  <a:pt x="0" y="1189139"/>
                </a:lnTo>
                <a:lnTo>
                  <a:pt x="75501" y="1189139"/>
                </a:lnTo>
                <a:lnTo>
                  <a:pt x="75501" y="102765"/>
                </a:lnTo>
                <a:lnTo>
                  <a:pt x="0" y="102765"/>
                </a:lnTo>
                <a:close/>
              </a:path>
            </a:pathLst>
          </a:custGeom>
          <a:solidFill>
            <a:srgbClr val="F3DB4B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B1522247-39E1-0236-035B-92292FC34695}"/>
              </a:ext>
            </a:extLst>
          </p:cNvPr>
          <p:cNvSpPr/>
          <p:nvPr/>
        </p:nvSpPr>
        <p:spPr>
          <a:xfrm>
            <a:off x="6736883" y="504933"/>
            <a:ext cx="937260" cy="652165"/>
          </a:xfrm>
          <a:custGeom>
            <a:avLst/>
            <a:gdLst>
              <a:gd name="csX0" fmla="*/ 0 w 937260"/>
              <a:gd name="csY0" fmla="*/ 0 h 652165"/>
              <a:gd name="csX1" fmla="*/ 179 w 937260"/>
              <a:gd name="csY1" fmla="*/ 0 h 652165"/>
              <a:gd name="csX2" fmla="*/ 116373 w 937260"/>
              <a:gd name="csY2" fmla="*/ 31552 h 652165"/>
              <a:gd name="csX3" fmla="*/ 468630 w 937260"/>
              <a:gd name="csY3" fmla="*/ 67131 h 652165"/>
              <a:gd name="csX4" fmla="*/ 820887 w 937260"/>
              <a:gd name="csY4" fmla="*/ 31552 h 652165"/>
              <a:gd name="csX5" fmla="*/ 937081 w 937260"/>
              <a:gd name="csY5" fmla="*/ 0 h 652165"/>
              <a:gd name="csX6" fmla="*/ 937260 w 937260"/>
              <a:gd name="csY6" fmla="*/ 0 h 652165"/>
              <a:gd name="csX7" fmla="*/ 937260 w 937260"/>
              <a:gd name="csY7" fmla="*/ 652165 h 652165"/>
              <a:gd name="csX8" fmla="*/ 937078 w 937260"/>
              <a:gd name="csY8" fmla="*/ 652165 h 652165"/>
              <a:gd name="csX9" fmla="*/ 820887 w 937260"/>
              <a:gd name="csY9" fmla="*/ 620614 h 652165"/>
              <a:gd name="csX10" fmla="*/ 468630 w 937260"/>
              <a:gd name="csY10" fmla="*/ 585035 h 652165"/>
              <a:gd name="csX11" fmla="*/ 116373 w 937260"/>
              <a:gd name="csY11" fmla="*/ 620614 h 652165"/>
              <a:gd name="csX12" fmla="*/ 183 w 937260"/>
              <a:gd name="csY12" fmla="*/ 652165 h 652165"/>
              <a:gd name="csX13" fmla="*/ 0 w 937260"/>
              <a:gd name="csY13" fmla="*/ 652165 h 6521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937260" h="652165">
                <a:moveTo>
                  <a:pt x="0" y="0"/>
                </a:moveTo>
                <a:lnTo>
                  <a:pt x="179" y="0"/>
                </a:lnTo>
                <a:lnTo>
                  <a:pt x="116373" y="31552"/>
                </a:lnTo>
                <a:cubicBezTo>
                  <a:pt x="224643" y="54462"/>
                  <a:pt x="343679" y="67131"/>
                  <a:pt x="468630" y="67131"/>
                </a:cubicBezTo>
                <a:cubicBezTo>
                  <a:pt x="593581" y="67131"/>
                  <a:pt x="712618" y="54462"/>
                  <a:pt x="820887" y="31552"/>
                </a:cubicBezTo>
                <a:lnTo>
                  <a:pt x="937081" y="0"/>
                </a:lnTo>
                <a:lnTo>
                  <a:pt x="937260" y="0"/>
                </a:lnTo>
                <a:lnTo>
                  <a:pt x="937260" y="652165"/>
                </a:lnTo>
                <a:lnTo>
                  <a:pt x="937078" y="652165"/>
                </a:lnTo>
                <a:lnTo>
                  <a:pt x="820887" y="620614"/>
                </a:lnTo>
                <a:cubicBezTo>
                  <a:pt x="712618" y="597704"/>
                  <a:pt x="593581" y="585035"/>
                  <a:pt x="468630" y="585035"/>
                </a:cubicBezTo>
                <a:cubicBezTo>
                  <a:pt x="343679" y="585035"/>
                  <a:pt x="224643" y="597704"/>
                  <a:pt x="116373" y="620614"/>
                </a:cubicBezTo>
                <a:lnTo>
                  <a:pt x="183" y="652165"/>
                </a:lnTo>
                <a:lnTo>
                  <a:pt x="0" y="652165"/>
                </a:lnTo>
                <a:close/>
              </a:path>
            </a:pathLst>
          </a:custGeom>
          <a:solidFill>
            <a:srgbClr val="36E67F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06F50C49-06DF-2E1E-0A79-45B0D2B6A06A}"/>
              </a:ext>
            </a:extLst>
          </p:cNvPr>
          <p:cNvSpPr/>
          <p:nvPr/>
        </p:nvSpPr>
        <p:spPr>
          <a:xfrm>
            <a:off x="4523163" y="504933"/>
            <a:ext cx="937260" cy="652164"/>
          </a:xfrm>
          <a:custGeom>
            <a:avLst/>
            <a:gdLst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378854 h 1291903"/>
              <a:gd name="csX4" fmla="*/ 1770078 w 1770078"/>
              <a:gd name="csY4" fmla="*/ 456330 h 1291903"/>
              <a:gd name="csX5" fmla="*/ 1770078 w 1770078"/>
              <a:gd name="csY5" fmla="*/ 1291903 h 1291903"/>
              <a:gd name="csX6" fmla="*/ 0 w 1770078"/>
              <a:gd name="csY6" fmla="*/ 1291903 h 1291903"/>
              <a:gd name="csX7" fmla="*/ 0 w 1770078"/>
              <a:gd name="csY7" fmla="*/ 456330 h 1291903"/>
              <a:gd name="csX8" fmla="*/ 0 w 1770078"/>
              <a:gd name="csY8" fmla="*/ 378854 h 1291903"/>
              <a:gd name="csX9" fmla="*/ 13692 w 1770078"/>
              <a:gd name="csY9" fmla="*/ 378854 h 1291903"/>
              <a:gd name="csX10" fmla="*/ 17981 w 1770078"/>
              <a:gd name="csY10" fmla="*/ 364364 h 1291903"/>
              <a:gd name="csX11" fmla="*/ 885039 w 1770078"/>
              <a:gd name="csY11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378854 h 1291903"/>
              <a:gd name="csX4" fmla="*/ 1770078 w 1770078"/>
              <a:gd name="csY4" fmla="*/ 456330 h 1291903"/>
              <a:gd name="csX5" fmla="*/ 1770078 w 1770078"/>
              <a:gd name="csY5" fmla="*/ 1291903 h 1291903"/>
              <a:gd name="csX6" fmla="*/ 0 w 1770078"/>
              <a:gd name="csY6" fmla="*/ 1291903 h 1291903"/>
              <a:gd name="csX7" fmla="*/ 0 w 1770078"/>
              <a:gd name="csY7" fmla="*/ 456330 h 1291903"/>
              <a:gd name="csX8" fmla="*/ 13692 w 1770078"/>
              <a:gd name="csY8" fmla="*/ 378854 h 1291903"/>
              <a:gd name="csX9" fmla="*/ 17981 w 1770078"/>
              <a:gd name="csY9" fmla="*/ 364364 h 1291903"/>
              <a:gd name="csX10" fmla="*/ 885039 w 1770078"/>
              <a:gd name="csY10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378854 h 1291903"/>
              <a:gd name="csX4" fmla="*/ 1770078 w 1770078"/>
              <a:gd name="csY4" fmla="*/ 456330 h 1291903"/>
              <a:gd name="csX5" fmla="*/ 1770078 w 1770078"/>
              <a:gd name="csY5" fmla="*/ 1291903 h 1291903"/>
              <a:gd name="csX6" fmla="*/ 0 w 1770078"/>
              <a:gd name="csY6" fmla="*/ 1291903 h 1291903"/>
              <a:gd name="csX7" fmla="*/ 0 w 1770078"/>
              <a:gd name="csY7" fmla="*/ 456330 h 1291903"/>
              <a:gd name="csX8" fmla="*/ 17981 w 1770078"/>
              <a:gd name="csY8" fmla="*/ 364364 h 1291903"/>
              <a:gd name="csX9" fmla="*/ 885039 w 1770078"/>
              <a:gd name="csY9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456330 h 1291903"/>
              <a:gd name="csX4" fmla="*/ 1770078 w 1770078"/>
              <a:gd name="csY4" fmla="*/ 1291903 h 1291903"/>
              <a:gd name="csX5" fmla="*/ 0 w 1770078"/>
              <a:gd name="csY5" fmla="*/ 1291903 h 1291903"/>
              <a:gd name="csX6" fmla="*/ 0 w 1770078"/>
              <a:gd name="csY6" fmla="*/ 456330 h 1291903"/>
              <a:gd name="csX7" fmla="*/ 17981 w 1770078"/>
              <a:gd name="csY7" fmla="*/ 364364 h 1291903"/>
              <a:gd name="csX8" fmla="*/ 885039 w 1770078"/>
              <a:gd name="csY8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70078 w 1770078"/>
              <a:gd name="csY2" fmla="*/ 456330 h 1291903"/>
              <a:gd name="csX3" fmla="*/ 1770078 w 1770078"/>
              <a:gd name="csY3" fmla="*/ 1291903 h 1291903"/>
              <a:gd name="csX4" fmla="*/ 0 w 1770078"/>
              <a:gd name="csY4" fmla="*/ 1291903 h 1291903"/>
              <a:gd name="csX5" fmla="*/ 0 w 1770078"/>
              <a:gd name="csY5" fmla="*/ 456330 h 1291903"/>
              <a:gd name="csX6" fmla="*/ 17981 w 1770078"/>
              <a:gd name="csY6" fmla="*/ 364364 h 1291903"/>
              <a:gd name="csX7" fmla="*/ 885039 w 1770078"/>
              <a:gd name="csY7" fmla="*/ 0 h 12919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770078" h="1291903">
                <a:moveTo>
                  <a:pt x="885039" y="0"/>
                </a:moveTo>
                <a:cubicBezTo>
                  <a:pt x="1312734" y="0"/>
                  <a:pt x="1669571" y="156422"/>
                  <a:pt x="1752097" y="364364"/>
                </a:cubicBezTo>
                <a:lnTo>
                  <a:pt x="1770078" y="456330"/>
                </a:lnTo>
                <a:lnTo>
                  <a:pt x="1770078" y="1291903"/>
                </a:lnTo>
                <a:lnTo>
                  <a:pt x="0" y="1291903"/>
                </a:lnTo>
                <a:lnTo>
                  <a:pt x="0" y="456330"/>
                </a:lnTo>
                <a:lnTo>
                  <a:pt x="17981" y="364364"/>
                </a:lnTo>
                <a:cubicBezTo>
                  <a:pt x="100507" y="156422"/>
                  <a:pt x="457344" y="0"/>
                  <a:pt x="885039" y="0"/>
                </a:cubicBezTo>
                <a:close/>
              </a:path>
            </a:pathLst>
          </a:custGeom>
          <a:solidFill>
            <a:srgbClr val="68BBF4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7140ADF6-FE78-3E11-CF9E-1E928B2E7AEE}"/>
              </a:ext>
            </a:extLst>
          </p:cNvPr>
          <p:cNvSpPr/>
          <p:nvPr/>
        </p:nvSpPr>
        <p:spPr>
          <a:xfrm rot="16200000" flipH="1">
            <a:off x="5772571" y="362385"/>
            <a:ext cx="652164" cy="937260"/>
          </a:xfrm>
          <a:custGeom>
            <a:avLst/>
            <a:gdLst>
              <a:gd name="csX0" fmla="*/ 0 w 1291905"/>
              <a:gd name="csY0" fmla="*/ 0 h 1770078"/>
              <a:gd name="csX1" fmla="*/ 0 w 1291905"/>
              <a:gd name="csY1" fmla="*/ 478173 h 1770078"/>
              <a:gd name="csX2" fmla="*/ 0 w 1291905"/>
              <a:gd name="csY2" fmla="*/ 1291905 h 1770078"/>
              <a:gd name="csX3" fmla="*/ 0 w 1291905"/>
              <a:gd name="csY3" fmla="*/ 1770078 h 1770078"/>
              <a:gd name="csX4" fmla="*/ 6123 w 1291905"/>
              <a:gd name="csY4" fmla="*/ 1770078 h 1770078"/>
              <a:gd name="csX5" fmla="*/ 109381 w 1291905"/>
              <a:gd name="csY5" fmla="*/ 1658008 h 1770078"/>
              <a:gd name="csX6" fmla="*/ 212639 w 1291905"/>
              <a:gd name="csY6" fmla="*/ 1770078 h 1770078"/>
              <a:gd name="csX7" fmla="*/ 221976 w 1291905"/>
              <a:gd name="csY7" fmla="*/ 1770078 h 1770078"/>
              <a:gd name="csX8" fmla="*/ 325234 w 1291905"/>
              <a:gd name="csY8" fmla="*/ 1658008 h 1770078"/>
              <a:gd name="csX9" fmla="*/ 428492 w 1291905"/>
              <a:gd name="csY9" fmla="*/ 1770078 h 1770078"/>
              <a:gd name="csX10" fmla="*/ 437829 w 1291905"/>
              <a:gd name="csY10" fmla="*/ 1770078 h 1770078"/>
              <a:gd name="csX11" fmla="*/ 541087 w 1291905"/>
              <a:gd name="csY11" fmla="*/ 1658008 h 1770078"/>
              <a:gd name="csX12" fmla="*/ 644346 w 1291905"/>
              <a:gd name="csY12" fmla="*/ 1770078 h 1770078"/>
              <a:gd name="csX13" fmla="*/ 653683 w 1291905"/>
              <a:gd name="csY13" fmla="*/ 1770078 h 1770078"/>
              <a:gd name="csX14" fmla="*/ 756941 w 1291905"/>
              <a:gd name="csY14" fmla="*/ 1658008 h 1770078"/>
              <a:gd name="csX15" fmla="*/ 860199 w 1291905"/>
              <a:gd name="csY15" fmla="*/ 1770078 h 1770078"/>
              <a:gd name="csX16" fmla="*/ 869536 w 1291905"/>
              <a:gd name="csY16" fmla="*/ 1770078 h 1770078"/>
              <a:gd name="csX17" fmla="*/ 972794 w 1291905"/>
              <a:gd name="csY17" fmla="*/ 1658008 h 1770078"/>
              <a:gd name="csX18" fmla="*/ 1076052 w 1291905"/>
              <a:gd name="csY18" fmla="*/ 1770078 h 1770078"/>
              <a:gd name="csX19" fmla="*/ 1085389 w 1291905"/>
              <a:gd name="csY19" fmla="*/ 1770078 h 1770078"/>
              <a:gd name="csX20" fmla="*/ 1188647 w 1291905"/>
              <a:gd name="csY20" fmla="*/ 1658008 h 1770078"/>
              <a:gd name="csX21" fmla="*/ 1291905 w 1291905"/>
              <a:gd name="csY21" fmla="*/ 1770078 h 1770078"/>
              <a:gd name="csX22" fmla="*/ 1291905 w 1291905"/>
              <a:gd name="csY22" fmla="*/ 1291905 h 1770078"/>
              <a:gd name="csX23" fmla="*/ 1291905 w 1291905"/>
              <a:gd name="csY23" fmla="*/ 478173 h 1770078"/>
              <a:gd name="csX24" fmla="*/ 1291905 w 1291905"/>
              <a:gd name="csY24" fmla="*/ 0 h 1770078"/>
              <a:gd name="csX25" fmla="*/ 1188647 w 1291905"/>
              <a:gd name="csY25" fmla="*/ 112070 h 1770078"/>
              <a:gd name="csX26" fmla="*/ 1085389 w 1291905"/>
              <a:gd name="csY26" fmla="*/ 0 h 1770078"/>
              <a:gd name="csX27" fmla="*/ 1076052 w 1291905"/>
              <a:gd name="csY27" fmla="*/ 0 h 1770078"/>
              <a:gd name="csX28" fmla="*/ 972794 w 1291905"/>
              <a:gd name="csY28" fmla="*/ 112070 h 1770078"/>
              <a:gd name="csX29" fmla="*/ 869536 w 1291905"/>
              <a:gd name="csY29" fmla="*/ 0 h 1770078"/>
              <a:gd name="csX30" fmla="*/ 860199 w 1291905"/>
              <a:gd name="csY30" fmla="*/ 0 h 1770078"/>
              <a:gd name="csX31" fmla="*/ 756941 w 1291905"/>
              <a:gd name="csY31" fmla="*/ 112070 h 1770078"/>
              <a:gd name="csX32" fmla="*/ 653683 w 1291905"/>
              <a:gd name="csY32" fmla="*/ 0 h 1770078"/>
              <a:gd name="csX33" fmla="*/ 644346 w 1291905"/>
              <a:gd name="csY33" fmla="*/ 0 h 1770078"/>
              <a:gd name="csX34" fmla="*/ 541087 w 1291905"/>
              <a:gd name="csY34" fmla="*/ 112070 h 1770078"/>
              <a:gd name="csX35" fmla="*/ 437829 w 1291905"/>
              <a:gd name="csY35" fmla="*/ 0 h 1770078"/>
              <a:gd name="csX36" fmla="*/ 428492 w 1291905"/>
              <a:gd name="csY36" fmla="*/ 0 h 1770078"/>
              <a:gd name="csX37" fmla="*/ 325234 w 1291905"/>
              <a:gd name="csY37" fmla="*/ 112070 h 1770078"/>
              <a:gd name="csX38" fmla="*/ 221976 w 1291905"/>
              <a:gd name="csY38" fmla="*/ 0 h 1770078"/>
              <a:gd name="csX39" fmla="*/ 212639 w 1291905"/>
              <a:gd name="csY39" fmla="*/ 0 h 1770078"/>
              <a:gd name="csX40" fmla="*/ 109381 w 1291905"/>
              <a:gd name="csY40" fmla="*/ 112070 h 1770078"/>
              <a:gd name="csX41" fmla="*/ 6123 w 1291905"/>
              <a:gd name="csY41" fmla="*/ 0 h 17700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291905" h="1770078">
                <a:moveTo>
                  <a:pt x="0" y="0"/>
                </a:moveTo>
                <a:lnTo>
                  <a:pt x="0" y="478173"/>
                </a:lnTo>
                <a:lnTo>
                  <a:pt x="0" y="1291905"/>
                </a:lnTo>
                <a:lnTo>
                  <a:pt x="0" y="1770078"/>
                </a:lnTo>
                <a:lnTo>
                  <a:pt x="6123" y="1770078"/>
                </a:lnTo>
                <a:lnTo>
                  <a:pt x="109381" y="1658008"/>
                </a:lnTo>
                <a:lnTo>
                  <a:pt x="212639" y="1770078"/>
                </a:lnTo>
                <a:lnTo>
                  <a:pt x="221976" y="1770078"/>
                </a:lnTo>
                <a:lnTo>
                  <a:pt x="325234" y="1658008"/>
                </a:lnTo>
                <a:lnTo>
                  <a:pt x="428492" y="1770078"/>
                </a:lnTo>
                <a:lnTo>
                  <a:pt x="437829" y="1770078"/>
                </a:lnTo>
                <a:lnTo>
                  <a:pt x="541087" y="1658008"/>
                </a:lnTo>
                <a:lnTo>
                  <a:pt x="644346" y="1770078"/>
                </a:lnTo>
                <a:lnTo>
                  <a:pt x="653683" y="1770078"/>
                </a:lnTo>
                <a:lnTo>
                  <a:pt x="756941" y="1658008"/>
                </a:lnTo>
                <a:lnTo>
                  <a:pt x="860199" y="1770078"/>
                </a:lnTo>
                <a:lnTo>
                  <a:pt x="869536" y="1770078"/>
                </a:lnTo>
                <a:lnTo>
                  <a:pt x="972794" y="1658008"/>
                </a:lnTo>
                <a:lnTo>
                  <a:pt x="1076052" y="1770078"/>
                </a:lnTo>
                <a:lnTo>
                  <a:pt x="1085389" y="1770078"/>
                </a:lnTo>
                <a:lnTo>
                  <a:pt x="1188647" y="1658008"/>
                </a:lnTo>
                <a:lnTo>
                  <a:pt x="1291905" y="1770078"/>
                </a:lnTo>
                <a:lnTo>
                  <a:pt x="1291905" y="1291905"/>
                </a:lnTo>
                <a:lnTo>
                  <a:pt x="1291905" y="478173"/>
                </a:lnTo>
                <a:lnTo>
                  <a:pt x="1291905" y="0"/>
                </a:lnTo>
                <a:lnTo>
                  <a:pt x="1188647" y="112070"/>
                </a:lnTo>
                <a:lnTo>
                  <a:pt x="1085389" y="0"/>
                </a:lnTo>
                <a:lnTo>
                  <a:pt x="1076052" y="0"/>
                </a:lnTo>
                <a:lnTo>
                  <a:pt x="972794" y="112070"/>
                </a:lnTo>
                <a:lnTo>
                  <a:pt x="869536" y="0"/>
                </a:lnTo>
                <a:lnTo>
                  <a:pt x="860199" y="0"/>
                </a:lnTo>
                <a:lnTo>
                  <a:pt x="756941" y="112070"/>
                </a:lnTo>
                <a:lnTo>
                  <a:pt x="653683" y="0"/>
                </a:lnTo>
                <a:lnTo>
                  <a:pt x="644346" y="0"/>
                </a:lnTo>
                <a:lnTo>
                  <a:pt x="541087" y="112070"/>
                </a:lnTo>
                <a:lnTo>
                  <a:pt x="437829" y="0"/>
                </a:lnTo>
                <a:lnTo>
                  <a:pt x="428492" y="0"/>
                </a:lnTo>
                <a:lnTo>
                  <a:pt x="325234" y="112070"/>
                </a:lnTo>
                <a:lnTo>
                  <a:pt x="221976" y="0"/>
                </a:lnTo>
                <a:lnTo>
                  <a:pt x="212639" y="0"/>
                </a:lnTo>
                <a:lnTo>
                  <a:pt x="109381" y="112070"/>
                </a:lnTo>
                <a:lnTo>
                  <a:pt x="6123" y="0"/>
                </a:lnTo>
                <a:close/>
              </a:path>
            </a:pathLst>
          </a:custGeom>
          <a:solidFill>
            <a:srgbClr val="F8604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36FE9D68-BA4D-6DB3-5A06-0678AC7BD17B}"/>
              </a:ext>
            </a:extLst>
          </p:cNvPr>
          <p:cNvGrpSpPr/>
          <p:nvPr/>
        </p:nvGrpSpPr>
        <p:grpSpPr>
          <a:xfrm>
            <a:off x="3416303" y="1212825"/>
            <a:ext cx="5359827" cy="652166"/>
            <a:chOff x="172406" y="2006443"/>
            <a:chExt cx="5359827" cy="65216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7AF6779-4F34-5962-5E22-E7DABD566F5D}"/>
                </a:ext>
              </a:extLst>
            </p:cNvPr>
            <p:cNvSpPr/>
            <p:nvPr/>
          </p:nvSpPr>
          <p:spPr>
            <a:xfrm>
              <a:off x="172406" y="2006443"/>
              <a:ext cx="937260" cy="652166"/>
            </a:xfrm>
            <a:prstGeom prst="roundRect">
              <a:avLst/>
            </a:prstGeom>
            <a:gradFill flip="none" rotWithShape="1">
              <a:gsLst>
                <a:gs pos="100000">
                  <a:schemeClr val="bg1">
                    <a:alpha val="46000"/>
                  </a:schemeClr>
                </a:gs>
                <a:gs pos="3800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38BF728-E7E6-8421-8840-6E3ECD9A75DD}"/>
                </a:ext>
              </a:extLst>
            </p:cNvPr>
            <p:cNvSpPr/>
            <p:nvPr/>
          </p:nvSpPr>
          <p:spPr>
            <a:xfrm>
              <a:off x="4599415" y="2006444"/>
              <a:ext cx="932818" cy="652165"/>
            </a:xfrm>
            <a:custGeom>
              <a:avLst/>
              <a:gdLst>
                <a:gd name="csX0" fmla="*/ 0 w 1761688"/>
                <a:gd name="csY0" fmla="*/ 0 h 1291904"/>
                <a:gd name="csX1" fmla="*/ 75501 w 1761688"/>
                <a:gd name="csY1" fmla="*/ 0 h 1291904"/>
                <a:gd name="csX2" fmla="*/ 1686187 w 1761688"/>
                <a:gd name="csY2" fmla="*/ 0 h 1291904"/>
                <a:gd name="csX3" fmla="*/ 1761688 w 1761688"/>
                <a:gd name="csY3" fmla="*/ 0 h 1291904"/>
                <a:gd name="csX4" fmla="*/ 1761688 w 1761688"/>
                <a:gd name="csY4" fmla="*/ 102765 h 1291904"/>
                <a:gd name="csX5" fmla="*/ 1686187 w 1761688"/>
                <a:gd name="csY5" fmla="*/ 102765 h 1291904"/>
                <a:gd name="csX6" fmla="*/ 1686187 w 1761688"/>
                <a:gd name="csY6" fmla="*/ 1189139 h 1291904"/>
                <a:gd name="csX7" fmla="*/ 1761688 w 1761688"/>
                <a:gd name="csY7" fmla="*/ 1189139 h 1291904"/>
                <a:gd name="csX8" fmla="*/ 1761688 w 1761688"/>
                <a:gd name="csY8" fmla="*/ 1291904 h 1291904"/>
                <a:gd name="csX9" fmla="*/ 1686187 w 1761688"/>
                <a:gd name="csY9" fmla="*/ 1291904 h 1291904"/>
                <a:gd name="csX10" fmla="*/ 75501 w 1761688"/>
                <a:gd name="csY10" fmla="*/ 1291904 h 1291904"/>
                <a:gd name="csX11" fmla="*/ 0 w 1761688"/>
                <a:gd name="csY11" fmla="*/ 1291904 h 1291904"/>
                <a:gd name="csX12" fmla="*/ 0 w 1761688"/>
                <a:gd name="csY12" fmla="*/ 1189139 h 1291904"/>
                <a:gd name="csX13" fmla="*/ 75501 w 1761688"/>
                <a:gd name="csY13" fmla="*/ 1189139 h 1291904"/>
                <a:gd name="csX14" fmla="*/ 75501 w 1761688"/>
                <a:gd name="csY14" fmla="*/ 102765 h 1291904"/>
                <a:gd name="csX15" fmla="*/ 0 w 1761688"/>
                <a:gd name="csY15" fmla="*/ 102765 h 1291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761688" h="1291904">
                  <a:moveTo>
                    <a:pt x="0" y="0"/>
                  </a:moveTo>
                  <a:lnTo>
                    <a:pt x="75501" y="0"/>
                  </a:lnTo>
                  <a:lnTo>
                    <a:pt x="1686187" y="0"/>
                  </a:lnTo>
                  <a:lnTo>
                    <a:pt x="1761688" y="0"/>
                  </a:lnTo>
                  <a:lnTo>
                    <a:pt x="1761688" y="102765"/>
                  </a:lnTo>
                  <a:lnTo>
                    <a:pt x="1686187" y="102765"/>
                  </a:lnTo>
                  <a:lnTo>
                    <a:pt x="1686187" y="1189139"/>
                  </a:lnTo>
                  <a:lnTo>
                    <a:pt x="1761688" y="1189139"/>
                  </a:lnTo>
                  <a:lnTo>
                    <a:pt x="1761688" y="1291904"/>
                  </a:lnTo>
                  <a:lnTo>
                    <a:pt x="1686187" y="1291904"/>
                  </a:lnTo>
                  <a:lnTo>
                    <a:pt x="75501" y="1291904"/>
                  </a:lnTo>
                  <a:lnTo>
                    <a:pt x="0" y="1291904"/>
                  </a:lnTo>
                  <a:lnTo>
                    <a:pt x="0" y="1189139"/>
                  </a:lnTo>
                  <a:lnTo>
                    <a:pt x="75501" y="1189139"/>
                  </a:lnTo>
                  <a:lnTo>
                    <a:pt x="75501" y="102765"/>
                  </a:lnTo>
                  <a:lnTo>
                    <a:pt x="0" y="102765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46000"/>
                  </a:schemeClr>
                </a:gs>
                <a:gs pos="3200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C539027-E51B-BF43-E640-102FDFA8D418}"/>
                </a:ext>
              </a:extLst>
            </p:cNvPr>
            <p:cNvSpPr/>
            <p:nvPr/>
          </p:nvSpPr>
          <p:spPr>
            <a:xfrm>
              <a:off x="3492986" y="2006444"/>
              <a:ext cx="937260" cy="652165"/>
            </a:xfrm>
            <a:custGeom>
              <a:avLst/>
              <a:gdLst>
                <a:gd name="csX0" fmla="*/ 0 w 937260"/>
                <a:gd name="csY0" fmla="*/ 0 h 652165"/>
                <a:gd name="csX1" fmla="*/ 179 w 937260"/>
                <a:gd name="csY1" fmla="*/ 0 h 652165"/>
                <a:gd name="csX2" fmla="*/ 116373 w 937260"/>
                <a:gd name="csY2" fmla="*/ 31552 h 652165"/>
                <a:gd name="csX3" fmla="*/ 468630 w 937260"/>
                <a:gd name="csY3" fmla="*/ 67131 h 652165"/>
                <a:gd name="csX4" fmla="*/ 820887 w 937260"/>
                <a:gd name="csY4" fmla="*/ 31552 h 652165"/>
                <a:gd name="csX5" fmla="*/ 937081 w 937260"/>
                <a:gd name="csY5" fmla="*/ 0 h 652165"/>
                <a:gd name="csX6" fmla="*/ 937260 w 937260"/>
                <a:gd name="csY6" fmla="*/ 0 h 652165"/>
                <a:gd name="csX7" fmla="*/ 937260 w 937260"/>
                <a:gd name="csY7" fmla="*/ 652165 h 652165"/>
                <a:gd name="csX8" fmla="*/ 937078 w 937260"/>
                <a:gd name="csY8" fmla="*/ 652165 h 652165"/>
                <a:gd name="csX9" fmla="*/ 820887 w 937260"/>
                <a:gd name="csY9" fmla="*/ 620614 h 652165"/>
                <a:gd name="csX10" fmla="*/ 468630 w 937260"/>
                <a:gd name="csY10" fmla="*/ 585035 h 652165"/>
                <a:gd name="csX11" fmla="*/ 116373 w 937260"/>
                <a:gd name="csY11" fmla="*/ 620614 h 652165"/>
                <a:gd name="csX12" fmla="*/ 183 w 937260"/>
                <a:gd name="csY12" fmla="*/ 652165 h 652165"/>
                <a:gd name="csX13" fmla="*/ 0 w 937260"/>
                <a:gd name="csY13" fmla="*/ 652165 h 6521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37260" h="652165">
                  <a:moveTo>
                    <a:pt x="0" y="0"/>
                  </a:moveTo>
                  <a:lnTo>
                    <a:pt x="179" y="0"/>
                  </a:lnTo>
                  <a:lnTo>
                    <a:pt x="116373" y="31552"/>
                  </a:lnTo>
                  <a:cubicBezTo>
                    <a:pt x="224643" y="54462"/>
                    <a:pt x="343679" y="67131"/>
                    <a:pt x="468630" y="67131"/>
                  </a:cubicBezTo>
                  <a:cubicBezTo>
                    <a:pt x="593581" y="67131"/>
                    <a:pt x="712618" y="54462"/>
                    <a:pt x="820887" y="31552"/>
                  </a:cubicBezTo>
                  <a:lnTo>
                    <a:pt x="937081" y="0"/>
                  </a:lnTo>
                  <a:lnTo>
                    <a:pt x="937260" y="0"/>
                  </a:lnTo>
                  <a:lnTo>
                    <a:pt x="937260" y="652165"/>
                  </a:lnTo>
                  <a:lnTo>
                    <a:pt x="937078" y="652165"/>
                  </a:lnTo>
                  <a:lnTo>
                    <a:pt x="820887" y="620614"/>
                  </a:lnTo>
                  <a:cubicBezTo>
                    <a:pt x="712618" y="597704"/>
                    <a:pt x="593581" y="585035"/>
                    <a:pt x="468630" y="585035"/>
                  </a:cubicBezTo>
                  <a:cubicBezTo>
                    <a:pt x="343679" y="585035"/>
                    <a:pt x="224643" y="597704"/>
                    <a:pt x="116373" y="620614"/>
                  </a:cubicBezTo>
                  <a:lnTo>
                    <a:pt x="183" y="652165"/>
                  </a:lnTo>
                  <a:lnTo>
                    <a:pt x="0" y="652165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46000"/>
                  </a:schemeClr>
                </a:gs>
                <a:gs pos="3100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163783E-ABBA-32CC-CDE3-A5BD115DA911}"/>
                </a:ext>
              </a:extLst>
            </p:cNvPr>
            <p:cNvSpPr/>
            <p:nvPr/>
          </p:nvSpPr>
          <p:spPr>
            <a:xfrm>
              <a:off x="1279266" y="2006444"/>
              <a:ext cx="937260" cy="652164"/>
            </a:xfrm>
            <a:custGeom>
              <a:avLst/>
              <a:gdLst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0 w 1770078"/>
                <a:gd name="csY8" fmla="*/ 378854 h 1291903"/>
                <a:gd name="csX9" fmla="*/ 13692 w 1770078"/>
                <a:gd name="csY9" fmla="*/ 378854 h 1291903"/>
                <a:gd name="csX10" fmla="*/ 17981 w 1770078"/>
                <a:gd name="csY10" fmla="*/ 364364 h 1291903"/>
                <a:gd name="csX11" fmla="*/ 885039 w 1770078"/>
                <a:gd name="csY11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3692 w 1770078"/>
                <a:gd name="csY8" fmla="*/ 378854 h 1291903"/>
                <a:gd name="csX9" fmla="*/ 17981 w 1770078"/>
                <a:gd name="csY9" fmla="*/ 364364 h 1291903"/>
                <a:gd name="csX10" fmla="*/ 885039 w 1770078"/>
                <a:gd name="csY10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7981 w 1770078"/>
                <a:gd name="csY8" fmla="*/ 364364 h 1291903"/>
                <a:gd name="csX9" fmla="*/ 885039 w 1770078"/>
                <a:gd name="csY9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456330 h 1291903"/>
                <a:gd name="csX4" fmla="*/ 1770078 w 1770078"/>
                <a:gd name="csY4" fmla="*/ 1291903 h 1291903"/>
                <a:gd name="csX5" fmla="*/ 0 w 1770078"/>
                <a:gd name="csY5" fmla="*/ 1291903 h 1291903"/>
                <a:gd name="csX6" fmla="*/ 0 w 1770078"/>
                <a:gd name="csY6" fmla="*/ 456330 h 1291903"/>
                <a:gd name="csX7" fmla="*/ 17981 w 1770078"/>
                <a:gd name="csY7" fmla="*/ 364364 h 1291903"/>
                <a:gd name="csX8" fmla="*/ 885039 w 1770078"/>
                <a:gd name="csY8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70078 w 1770078"/>
                <a:gd name="csY2" fmla="*/ 456330 h 1291903"/>
                <a:gd name="csX3" fmla="*/ 1770078 w 1770078"/>
                <a:gd name="csY3" fmla="*/ 1291903 h 1291903"/>
                <a:gd name="csX4" fmla="*/ 0 w 1770078"/>
                <a:gd name="csY4" fmla="*/ 1291903 h 1291903"/>
                <a:gd name="csX5" fmla="*/ 0 w 1770078"/>
                <a:gd name="csY5" fmla="*/ 456330 h 1291903"/>
                <a:gd name="csX6" fmla="*/ 17981 w 1770078"/>
                <a:gd name="csY6" fmla="*/ 364364 h 1291903"/>
                <a:gd name="csX7" fmla="*/ 885039 w 1770078"/>
                <a:gd name="csY7" fmla="*/ 0 h 12919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770078" h="1291903">
                  <a:moveTo>
                    <a:pt x="885039" y="0"/>
                  </a:moveTo>
                  <a:cubicBezTo>
                    <a:pt x="1312734" y="0"/>
                    <a:pt x="1669571" y="156422"/>
                    <a:pt x="1752097" y="364364"/>
                  </a:cubicBezTo>
                  <a:lnTo>
                    <a:pt x="1770078" y="456330"/>
                  </a:lnTo>
                  <a:lnTo>
                    <a:pt x="1770078" y="1291903"/>
                  </a:lnTo>
                  <a:lnTo>
                    <a:pt x="0" y="1291903"/>
                  </a:lnTo>
                  <a:lnTo>
                    <a:pt x="0" y="456330"/>
                  </a:lnTo>
                  <a:lnTo>
                    <a:pt x="17981" y="364364"/>
                  </a:lnTo>
                  <a:cubicBezTo>
                    <a:pt x="100507" y="156422"/>
                    <a:pt x="457344" y="0"/>
                    <a:pt x="885039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46000"/>
                  </a:schemeClr>
                </a:gs>
                <a:gs pos="4000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3960F27-E2A1-DEAE-24C4-DEF281EA1B1B}"/>
                </a:ext>
              </a:extLst>
            </p:cNvPr>
            <p:cNvSpPr/>
            <p:nvPr/>
          </p:nvSpPr>
          <p:spPr>
            <a:xfrm rot="16200000" flipH="1">
              <a:off x="2528674" y="1863896"/>
              <a:ext cx="652164" cy="937260"/>
            </a:xfrm>
            <a:custGeom>
              <a:avLst/>
              <a:gdLst>
                <a:gd name="csX0" fmla="*/ 0 w 1291905"/>
                <a:gd name="csY0" fmla="*/ 0 h 1770078"/>
                <a:gd name="csX1" fmla="*/ 0 w 1291905"/>
                <a:gd name="csY1" fmla="*/ 478173 h 1770078"/>
                <a:gd name="csX2" fmla="*/ 0 w 1291905"/>
                <a:gd name="csY2" fmla="*/ 1291905 h 1770078"/>
                <a:gd name="csX3" fmla="*/ 0 w 1291905"/>
                <a:gd name="csY3" fmla="*/ 1770078 h 1770078"/>
                <a:gd name="csX4" fmla="*/ 6123 w 1291905"/>
                <a:gd name="csY4" fmla="*/ 1770078 h 1770078"/>
                <a:gd name="csX5" fmla="*/ 109381 w 1291905"/>
                <a:gd name="csY5" fmla="*/ 1658008 h 1770078"/>
                <a:gd name="csX6" fmla="*/ 212639 w 1291905"/>
                <a:gd name="csY6" fmla="*/ 1770078 h 1770078"/>
                <a:gd name="csX7" fmla="*/ 221976 w 1291905"/>
                <a:gd name="csY7" fmla="*/ 1770078 h 1770078"/>
                <a:gd name="csX8" fmla="*/ 325234 w 1291905"/>
                <a:gd name="csY8" fmla="*/ 1658008 h 1770078"/>
                <a:gd name="csX9" fmla="*/ 428492 w 1291905"/>
                <a:gd name="csY9" fmla="*/ 1770078 h 1770078"/>
                <a:gd name="csX10" fmla="*/ 437829 w 1291905"/>
                <a:gd name="csY10" fmla="*/ 1770078 h 1770078"/>
                <a:gd name="csX11" fmla="*/ 541087 w 1291905"/>
                <a:gd name="csY11" fmla="*/ 1658008 h 1770078"/>
                <a:gd name="csX12" fmla="*/ 644346 w 1291905"/>
                <a:gd name="csY12" fmla="*/ 1770078 h 1770078"/>
                <a:gd name="csX13" fmla="*/ 653683 w 1291905"/>
                <a:gd name="csY13" fmla="*/ 1770078 h 1770078"/>
                <a:gd name="csX14" fmla="*/ 756941 w 1291905"/>
                <a:gd name="csY14" fmla="*/ 1658008 h 1770078"/>
                <a:gd name="csX15" fmla="*/ 860199 w 1291905"/>
                <a:gd name="csY15" fmla="*/ 1770078 h 1770078"/>
                <a:gd name="csX16" fmla="*/ 869536 w 1291905"/>
                <a:gd name="csY16" fmla="*/ 1770078 h 1770078"/>
                <a:gd name="csX17" fmla="*/ 972794 w 1291905"/>
                <a:gd name="csY17" fmla="*/ 1658008 h 1770078"/>
                <a:gd name="csX18" fmla="*/ 1076052 w 1291905"/>
                <a:gd name="csY18" fmla="*/ 1770078 h 1770078"/>
                <a:gd name="csX19" fmla="*/ 1085389 w 1291905"/>
                <a:gd name="csY19" fmla="*/ 1770078 h 1770078"/>
                <a:gd name="csX20" fmla="*/ 1188647 w 1291905"/>
                <a:gd name="csY20" fmla="*/ 1658008 h 1770078"/>
                <a:gd name="csX21" fmla="*/ 1291905 w 1291905"/>
                <a:gd name="csY21" fmla="*/ 1770078 h 1770078"/>
                <a:gd name="csX22" fmla="*/ 1291905 w 1291905"/>
                <a:gd name="csY22" fmla="*/ 1291905 h 1770078"/>
                <a:gd name="csX23" fmla="*/ 1291905 w 1291905"/>
                <a:gd name="csY23" fmla="*/ 478173 h 1770078"/>
                <a:gd name="csX24" fmla="*/ 1291905 w 1291905"/>
                <a:gd name="csY24" fmla="*/ 0 h 1770078"/>
                <a:gd name="csX25" fmla="*/ 1188647 w 1291905"/>
                <a:gd name="csY25" fmla="*/ 112070 h 1770078"/>
                <a:gd name="csX26" fmla="*/ 1085389 w 1291905"/>
                <a:gd name="csY26" fmla="*/ 0 h 1770078"/>
                <a:gd name="csX27" fmla="*/ 1076052 w 1291905"/>
                <a:gd name="csY27" fmla="*/ 0 h 1770078"/>
                <a:gd name="csX28" fmla="*/ 972794 w 1291905"/>
                <a:gd name="csY28" fmla="*/ 112070 h 1770078"/>
                <a:gd name="csX29" fmla="*/ 869536 w 1291905"/>
                <a:gd name="csY29" fmla="*/ 0 h 1770078"/>
                <a:gd name="csX30" fmla="*/ 860199 w 1291905"/>
                <a:gd name="csY30" fmla="*/ 0 h 1770078"/>
                <a:gd name="csX31" fmla="*/ 756941 w 1291905"/>
                <a:gd name="csY31" fmla="*/ 112070 h 1770078"/>
                <a:gd name="csX32" fmla="*/ 653683 w 1291905"/>
                <a:gd name="csY32" fmla="*/ 0 h 1770078"/>
                <a:gd name="csX33" fmla="*/ 644346 w 1291905"/>
                <a:gd name="csY33" fmla="*/ 0 h 1770078"/>
                <a:gd name="csX34" fmla="*/ 541087 w 1291905"/>
                <a:gd name="csY34" fmla="*/ 112070 h 1770078"/>
                <a:gd name="csX35" fmla="*/ 437829 w 1291905"/>
                <a:gd name="csY35" fmla="*/ 0 h 1770078"/>
                <a:gd name="csX36" fmla="*/ 428492 w 1291905"/>
                <a:gd name="csY36" fmla="*/ 0 h 1770078"/>
                <a:gd name="csX37" fmla="*/ 325234 w 1291905"/>
                <a:gd name="csY37" fmla="*/ 112070 h 1770078"/>
                <a:gd name="csX38" fmla="*/ 221976 w 1291905"/>
                <a:gd name="csY38" fmla="*/ 0 h 1770078"/>
                <a:gd name="csX39" fmla="*/ 212639 w 1291905"/>
                <a:gd name="csY39" fmla="*/ 0 h 1770078"/>
                <a:gd name="csX40" fmla="*/ 109381 w 1291905"/>
                <a:gd name="csY40" fmla="*/ 112070 h 1770078"/>
                <a:gd name="csX41" fmla="*/ 6123 w 1291905"/>
                <a:gd name="csY41" fmla="*/ 0 h 17700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1291905" h="1770078">
                  <a:moveTo>
                    <a:pt x="0" y="0"/>
                  </a:moveTo>
                  <a:lnTo>
                    <a:pt x="0" y="478173"/>
                  </a:lnTo>
                  <a:lnTo>
                    <a:pt x="0" y="1291905"/>
                  </a:lnTo>
                  <a:lnTo>
                    <a:pt x="0" y="1770078"/>
                  </a:lnTo>
                  <a:lnTo>
                    <a:pt x="6123" y="1770078"/>
                  </a:lnTo>
                  <a:lnTo>
                    <a:pt x="109381" y="1658008"/>
                  </a:lnTo>
                  <a:lnTo>
                    <a:pt x="212639" y="1770078"/>
                  </a:lnTo>
                  <a:lnTo>
                    <a:pt x="221976" y="1770078"/>
                  </a:lnTo>
                  <a:lnTo>
                    <a:pt x="325234" y="1658008"/>
                  </a:lnTo>
                  <a:lnTo>
                    <a:pt x="428492" y="1770078"/>
                  </a:lnTo>
                  <a:lnTo>
                    <a:pt x="437829" y="1770078"/>
                  </a:lnTo>
                  <a:lnTo>
                    <a:pt x="541087" y="1658008"/>
                  </a:lnTo>
                  <a:lnTo>
                    <a:pt x="644346" y="1770078"/>
                  </a:lnTo>
                  <a:lnTo>
                    <a:pt x="653683" y="1770078"/>
                  </a:lnTo>
                  <a:lnTo>
                    <a:pt x="756941" y="1658008"/>
                  </a:lnTo>
                  <a:lnTo>
                    <a:pt x="860199" y="1770078"/>
                  </a:lnTo>
                  <a:lnTo>
                    <a:pt x="869536" y="1770078"/>
                  </a:lnTo>
                  <a:lnTo>
                    <a:pt x="972794" y="1658008"/>
                  </a:lnTo>
                  <a:lnTo>
                    <a:pt x="1076052" y="1770078"/>
                  </a:lnTo>
                  <a:lnTo>
                    <a:pt x="1085389" y="1770078"/>
                  </a:lnTo>
                  <a:lnTo>
                    <a:pt x="1188647" y="1658008"/>
                  </a:lnTo>
                  <a:lnTo>
                    <a:pt x="1291905" y="1770078"/>
                  </a:lnTo>
                  <a:lnTo>
                    <a:pt x="1291905" y="1291905"/>
                  </a:lnTo>
                  <a:lnTo>
                    <a:pt x="1291905" y="478173"/>
                  </a:lnTo>
                  <a:lnTo>
                    <a:pt x="1291905" y="0"/>
                  </a:lnTo>
                  <a:lnTo>
                    <a:pt x="1188647" y="112070"/>
                  </a:lnTo>
                  <a:lnTo>
                    <a:pt x="1085389" y="0"/>
                  </a:lnTo>
                  <a:lnTo>
                    <a:pt x="1076052" y="0"/>
                  </a:lnTo>
                  <a:lnTo>
                    <a:pt x="972794" y="112070"/>
                  </a:lnTo>
                  <a:lnTo>
                    <a:pt x="869536" y="0"/>
                  </a:lnTo>
                  <a:lnTo>
                    <a:pt x="860199" y="0"/>
                  </a:lnTo>
                  <a:lnTo>
                    <a:pt x="756941" y="112070"/>
                  </a:lnTo>
                  <a:lnTo>
                    <a:pt x="653683" y="0"/>
                  </a:lnTo>
                  <a:lnTo>
                    <a:pt x="644346" y="0"/>
                  </a:lnTo>
                  <a:lnTo>
                    <a:pt x="541087" y="112070"/>
                  </a:lnTo>
                  <a:lnTo>
                    <a:pt x="437829" y="0"/>
                  </a:lnTo>
                  <a:lnTo>
                    <a:pt x="428492" y="0"/>
                  </a:lnTo>
                  <a:lnTo>
                    <a:pt x="325234" y="112070"/>
                  </a:lnTo>
                  <a:lnTo>
                    <a:pt x="221976" y="0"/>
                  </a:lnTo>
                  <a:lnTo>
                    <a:pt x="212639" y="0"/>
                  </a:lnTo>
                  <a:lnTo>
                    <a:pt x="109381" y="112070"/>
                  </a:lnTo>
                  <a:lnTo>
                    <a:pt x="6123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46000"/>
                  </a:schemeClr>
                </a:gs>
                <a:gs pos="3500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5D43E7B1-04F5-DD56-A3A7-44836E849CA9}"/>
              </a:ext>
            </a:extLst>
          </p:cNvPr>
          <p:cNvGrpSpPr/>
          <p:nvPr/>
        </p:nvGrpSpPr>
        <p:grpSpPr>
          <a:xfrm>
            <a:off x="3409509" y="1920718"/>
            <a:ext cx="5366621" cy="652166"/>
            <a:chOff x="165612" y="1298550"/>
            <a:chExt cx="5366621" cy="652166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3E6B6F7E-A514-E5E8-31C1-DF5093167C09}"/>
                </a:ext>
              </a:extLst>
            </p:cNvPr>
            <p:cNvSpPr/>
            <p:nvPr/>
          </p:nvSpPr>
          <p:spPr>
            <a:xfrm>
              <a:off x="165612" y="1298550"/>
              <a:ext cx="937260" cy="652166"/>
            </a:xfrm>
            <a:prstGeom prst="roundRect">
              <a:avLst/>
            </a:prstGeom>
            <a:gradFill flip="none" rotWithShape="1">
              <a:gsLst>
                <a:gs pos="36000">
                  <a:srgbClr val="C775E7">
                    <a:alpha val="0"/>
                  </a:srgbClr>
                </a:gs>
                <a:gs pos="100000">
                  <a:srgbClr val="C269E5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8B0B0D2A-022E-8F5E-8411-714433AD4B8F}"/>
                </a:ext>
              </a:extLst>
            </p:cNvPr>
            <p:cNvSpPr/>
            <p:nvPr/>
          </p:nvSpPr>
          <p:spPr>
            <a:xfrm>
              <a:off x="4599415" y="1298551"/>
              <a:ext cx="932818" cy="652165"/>
            </a:xfrm>
            <a:custGeom>
              <a:avLst/>
              <a:gdLst>
                <a:gd name="csX0" fmla="*/ 0 w 1761688"/>
                <a:gd name="csY0" fmla="*/ 0 h 1291904"/>
                <a:gd name="csX1" fmla="*/ 75501 w 1761688"/>
                <a:gd name="csY1" fmla="*/ 0 h 1291904"/>
                <a:gd name="csX2" fmla="*/ 1686187 w 1761688"/>
                <a:gd name="csY2" fmla="*/ 0 h 1291904"/>
                <a:gd name="csX3" fmla="*/ 1761688 w 1761688"/>
                <a:gd name="csY3" fmla="*/ 0 h 1291904"/>
                <a:gd name="csX4" fmla="*/ 1761688 w 1761688"/>
                <a:gd name="csY4" fmla="*/ 102765 h 1291904"/>
                <a:gd name="csX5" fmla="*/ 1686187 w 1761688"/>
                <a:gd name="csY5" fmla="*/ 102765 h 1291904"/>
                <a:gd name="csX6" fmla="*/ 1686187 w 1761688"/>
                <a:gd name="csY6" fmla="*/ 1189139 h 1291904"/>
                <a:gd name="csX7" fmla="*/ 1761688 w 1761688"/>
                <a:gd name="csY7" fmla="*/ 1189139 h 1291904"/>
                <a:gd name="csX8" fmla="*/ 1761688 w 1761688"/>
                <a:gd name="csY8" fmla="*/ 1291904 h 1291904"/>
                <a:gd name="csX9" fmla="*/ 1686187 w 1761688"/>
                <a:gd name="csY9" fmla="*/ 1291904 h 1291904"/>
                <a:gd name="csX10" fmla="*/ 75501 w 1761688"/>
                <a:gd name="csY10" fmla="*/ 1291904 h 1291904"/>
                <a:gd name="csX11" fmla="*/ 0 w 1761688"/>
                <a:gd name="csY11" fmla="*/ 1291904 h 1291904"/>
                <a:gd name="csX12" fmla="*/ 0 w 1761688"/>
                <a:gd name="csY12" fmla="*/ 1189139 h 1291904"/>
                <a:gd name="csX13" fmla="*/ 75501 w 1761688"/>
                <a:gd name="csY13" fmla="*/ 1189139 h 1291904"/>
                <a:gd name="csX14" fmla="*/ 75501 w 1761688"/>
                <a:gd name="csY14" fmla="*/ 102765 h 1291904"/>
                <a:gd name="csX15" fmla="*/ 0 w 1761688"/>
                <a:gd name="csY15" fmla="*/ 102765 h 1291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761688" h="1291904">
                  <a:moveTo>
                    <a:pt x="0" y="0"/>
                  </a:moveTo>
                  <a:lnTo>
                    <a:pt x="75501" y="0"/>
                  </a:lnTo>
                  <a:lnTo>
                    <a:pt x="1686187" y="0"/>
                  </a:lnTo>
                  <a:lnTo>
                    <a:pt x="1761688" y="0"/>
                  </a:lnTo>
                  <a:lnTo>
                    <a:pt x="1761688" y="102765"/>
                  </a:lnTo>
                  <a:lnTo>
                    <a:pt x="1686187" y="102765"/>
                  </a:lnTo>
                  <a:lnTo>
                    <a:pt x="1686187" y="1189139"/>
                  </a:lnTo>
                  <a:lnTo>
                    <a:pt x="1761688" y="1189139"/>
                  </a:lnTo>
                  <a:lnTo>
                    <a:pt x="1761688" y="1291904"/>
                  </a:lnTo>
                  <a:lnTo>
                    <a:pt x="1686187" y="1291904"/>
                  </a:lnTo>
                  <a:lnTo>
                    <a:pt x="75501" y="1291904"/>
                  </a:lnTo>
                  <a:lnTo>
                    <a:pt x="0" y="1291904"/>
                  </a:lnTo>
                  <a:lnTo>
                    <a:pt x="0" y="1189139"/>
                  </a:lnTo>
                  <a:lnTo>
                    <a:pt x="75501" y="1189139"/>
                  </a:lnTo>
                  <a:lnTo>
                    <a:pt x="75501" y="102765"/>
                  </a:lnTo>
                  <a:lnTo>
                    <a:pt x="0" y="102765"/>
                  </a:lnTo>
                  <a:close/>
                </a:path>
              </a:pathLst>
            </a:custGeom>
            <a:gradFill flip="none" rotWithShape="1">
              <a:gsLst>
                <a:gs pos="35000">
                  <a:srgbClr val="FFC000">
                    <a:alpha val="0"/>
                  </a:srgbClr>
                </a:gs>
                <a:gs pos="100000">
                  <a:srgbClr val="FFC000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3B97C30A-AA16-3450-7EA7-DC6675872577}"/>
                </a:ext>
              </a:extLst>
            </p:cNvPr>
            <p:cNvSpPr/>
            <p:nvPr/>
          </p:nvSpPr>
          <p:spPr>
            <a:xfrm>
              <a:off x="3492986" y="1298551"/>
              <a:ext cx="937260" cy="652165"/>
            </a:xfrm>
            <a:custGeom>
              <a:avLst/>
              <a:gdLst>
                <a:gd name="csX0" fmla="*/ 0 w 937260"/>
                <a:gd name="csY0" fmla="*/ 0 h 652165"/>
                <a:gd name="csX1" fmla="*/ 179 w 937260"/>
                <a:gd name="csY1" fmla="*/ 0 h 652165"/>
                <a:gd name="csX2" fmla="*/ 116373 w 937260"/>
                <a:gd name="csY2" fmla="*/ 31552 h 652165"/>
                <a:gd name="csX3" fmla="*/ 468630 w 937260"/>
                <a:gd name="csY3" fmla="*/ 67131 h 652165"/>
                <a:gd name="csX4" fmla="*/ 820887 w 937260"/>
                <a:gd name="csY4" fmla="*/ 31552 h 652165"/>
                <a:gd name="csX5" fmla="*/ 937081 w 937260"/>
                <a:gd name="csY5" fmla="*/ 0 h 652165"/>
                <a:gd name="csX6" fmla="*/ 937260 w 937260"/>
                <a:gd name="csY6" fmla="*/ 0 h 652165"/>
                <a:gd name="csX7" fmla="*/ 937260 w 937260"/>
                <a:gd name="csY7" fmla="*/ 652165 h 652165"/>
                <a:gd name="csX8" fmla="*/ 937078 w 937260"/>
                <a:gd name="csY8" fmla="*/ 652165 h 652165"/>
                <a:gd name="csX9" fmla="*/ 820887 w 937260"/>
                <a:gd name="csY9" fmla="*/ 620614 h 652165"/>
                <a:gd name="csX10" fmla="*/ 468630 w 937260"/>
                <a:gd name="csY10" fmla="*/ 585035 h 652165"/>
                <a:gd name="csX11" fmla="*/ 116373 w 937260"/>
                <a:gd name="csY11" fmla="*/ 620614 h 652165"/>
                <a:gd name="csX12" fmla="*/ 183 w 937260"/>
                <a:gd name="csY12" fmla="*/ 652165 h 652165"/>
                <a:gd name="csX13" fmla="*/ 0 w 937260"/>
                <a:gd name="csY13" fmla="*/ 652165 h 6521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37260" h="652165">
                  <a:moveTo>
                    <a:pt x="0" y="0"/>
                  </a:moveTo>
                  <a:lnTo>
                    <a:pt x="179" y="0"/>
                  </a:lnTo>
                  <a:lnTo>
                    <a:pt x="116373" y="31552"/>
                  </a:lnTo>
                  <a:cubicBezTo>
                    <a:pt x="224643" y="54462"/>
                    <a:pt x="343679" y="67131"/>
                    <a:pt x="468630" y="67131"/>
                  </a:cubicBezTo>
                  <a:cubicBezTo>
                    <a:pt x="593581" y="67131"/>
                    <a:pt x="712618" y="54462"/>
                    <a:pt x="820887" y="31552"/>
                  </a:cubicBezTo>
                  <a:lnTo>
                    <a:pt x="937081" y="0"/>
                  </a:lnTo>
                  <a:lnTo>
                    <a:pt x="937260" y="0"/>
                  </a:lnTo>
                  <a:lnTo>
                    <a:pt x="937260" y="652165"/>
                  </a:lnTo>
                  <a:lnTo>
                    <a:pt x="937078" y="652165"/>
                  </a:lnTo>
                  <a:lnTo>
                    <a:pt x="820887" y="620614"/>
                  </a:lnTo>
                  <a:cubicBezTo>
                    <a:pt x="712618" y="597704"/>
                    <a:pt x="593581" y="585035"/>
                    <a:pt x="468630" y="585035"/>
                  </a:cubicBezTo>
                  <a:cubicBezTo>
                    <a:pt x="343679" y="585035"/>
                    <a:pt x="224643" y="597704"/>
                    <a:pt x="116373" y="620614"/>
                  </a:cubicBezTo>
                  <a:lnTo>
                    <a:pt x="183" y="652165"/>
                  </a:lnTo>
                  <a:lnTo>
                    <a:pt x="0" y="652165"/>
                  </a:lnTo>
                  <a:close/>
                </a:path>
              </a:pathLst>
            </a:custGeom>
            <a:gradFill flip="none" rotWithShape="1">
              <a:gsLst>
                <a:gs pos="41000">
                  <a:srgbClr val="00CC5C">
                    <a:alpha val="0"/>
                  </a:srgbClr>
                </a:gs>
                <a:gs pos="100000">
                  <a:srgbClr val="00CC5C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C64584AC-A76D-2A91-4EE9-E4EC8579A03C}"/>
                </a:ext>
              </a:extLst>
            </p:cNvPr>
            <p:cNvSpPr/>
            <p:nvPr/>
          </p:nvSpPr>
          <p:spPr>
            <a:xfrm>
              <a:off x="1279266" y="1298551"/>
              <a:ext cx="937260" cy="652164"/>
            </a:xfrm>
            <a:custGeom>
              <a:avLst/>
              <a:gdLst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0 w 1770078"/>
                <a:gd name="csY8" fmla="*/ 378854 h 1291903"/>
                <a:gd name="csX9" fmla="*/ 13692 w 1770078"/>
                <a:gd name="csY9" fmla="*/ 378854 h 1291903"/>
                <a:gd name="csX10" fmla="*/ 17981 w 1770078"/>
                <a:gd name="csY10" fmla="*/ 364364 h 1291903"/>
                <a:gd name="csX11" fmla="*/ 885039 w 1770078"/>
                <a:gd name="csY11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3692 w 1770078"/>
                <a:gd name="csY8" fmla="*/ 378854 h 1291903"/>
                <a:gd name="csX9" fmla="*/ 17981 w 1770078"/>
                <a:gd name="csY9" fmla="*/ 364364 h 1291903"/>
                <a:gd name="csX10" fmla="*/ 885039 w 1770078"/>
                <a:gd name="csY10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7981 w 1770078"/>
                <a:gd name="csY8" fmla="*/ 364364 h 1291903"/>
                <a:gd name="csX9" fmla="*/ 885039 w 1770078"/>
                <a:gd name="csY9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456330 h 1291903"/>
                <a:gd name="csX4" fmla="*/ 1770078 w 1770078"/>
                <a:gd name="csY4" fmla="*/ 1291903 h 1291903"/>
                <a:gd name="csX5" fmla="*/ 0 w 1770078"/>
                <a:gd name="csY5" fmla="*/ 1291903 h 1291903"/>
                <a:gd name="csX6" fmla="*/ 0 w 1770078"/>
                <a:gd name="csY6" fmla="*/ 456330 h 1291903"/>
                <a:gd name="csX7" fmla="*/ 17981 w 1770078"/>
                <a:gd name="csY7" fmla="*/ 364364 h 1291903"/>
                <a:gd name="csX8" fmla="*/ 885039 w 1770078"/>
                <a:gd name="csY8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70078 w 1770078"/>
                <a:gd name="csY2" fmla="*/ 456330 h 1291903"/>
                <a:gd name="csX3" fmla="*/ 1770078 w 1770078"/>
                <a:gd name="csY3" fmla="*/ 1291903 h 1291903"/>
                <a:gd name="csX4" fmla="*/ 0 w 1770078"/>
                <a:gd name="csY4" fmla="*/ 1291903 h 1291903"/>
                <a:gd name="csX5" fmla="*/ 0 w 1770078"/>
                <a:gd name="csY5" fmla="*/ 456330 h 1291903"/>
                <a:gd name="csX6" fmla="*/ 17981 w 1770078"/>
                <a:gd name="csY6" fmla="*/ 364364 h 1291903"/>
                <a:gd name="csX7" fmla="*/ 885039 w 1770078"/>
                <a:gd name="csY7" fmla="*/ 0 h 12919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770078" h="1291903">
                  <a:moveTo>
                    <a:pt x="885039" y="0"/>
                  </a:moveTo>
                  <a:cubicBezTo>
                    <a:pt x="1312734" y="0"/>
                    <a:pt x="1669571" y="156422"/>
                    <a:pt x="1752097" y="364364"/>
                  </a:cubicBezTo>
                  <a:lnTo>
                    <a:pt x="1770078" y="456330"/>
                  </a:lnTo>
                  <a:lnTo>
                    <a:pt x="1770078" y="1291903"/>
                  </a:lnTo>
                  <a:lnTo>
                    <a:pt x="0" y="1291903"/>
                  </a:lnTo>
                  <a:lnTo>
                    <a:pt x="0" y="456330"/>
                  </a:lnTo>
                  <a:lnTo>
                    <a:pt x="17981" y="364364"/>
                  </a:lnTo>
                  <a:cubicBezTo>
                    <a:pt x="100507" y="156422"/>
                    <a:pt x="457344" y="0"/>
                    <a:pt x="885039" y="0"/>
                  </a:cubicBezTo>
                  <a:close/>
                </a:path>
              </a:pathLst>
            </a:custGeom>
            <a:gradFill flip="none" rotWithShape="1">
              <a:gsLst>
                <a:gs pos="37000">
                  <a:srgbClr val="229BEE">
                    <a:alpha val="0"/>
                  </a:srgbClr>
                </a:gs>
                <a:gs pos="100000">
                  <a:srgbClr val="229BEE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0BFC28F2-7FCE-1D1F-214C-9AAE3371FC83}"/>
                </a:ext>
              </a:extLst>
            </p:cNvPr>
            <p:cNvSpPr/>
            <p:nvPr/>
          </p:nvSpPr>
          <p:spPr>
            <a:xfrm rot="16200000" flipV="1">
              <a:off x="2528674" y="1156004"/>
              <a:ext cx="652164" cy="937260"/>
            </a:xfrm>
            <a:custGeom>
              <a:avLst/>
              <a:gdLst>
                <a:gd name="csX0" fmla="*/ 0 w 1291905"/>
                <a:gd name="csY0" fmla="*/ 0 h 1770078"/>
                <a:gd name="csX1" fmla="*/ 0 w 1291905"/>
                <a:gd name="csY1" fmla="*/ 478173 h 1770078"/>
                <a:gd name="csX2" fmla="*/ 0 w 1291905"/>
                <a:gd name="csY2" fmla="*/ 1291905 h 1770078"/>
                <a:gd name="csX3" fmla="*/ 0 w 1291905"/>
                <a:gd name="csY3" fmla="*/ 1770078 h 1770078"/>
                <a:gd name="csX4" fmla="*/ 6123 w 1291905"/>
                <a:gd name="csY4" fmla="*/ 1770078 h 1770078"/>
                <a:gd name="csX5" fmla="*/ 109381 w 1291905"/>
                <a:gd name="csY5" fmla="*/ 1658008 h 1770078"/>
                <a:gd name="csX6" fmla="*/ 212639 w 1291905"/>
                <a:gd name="csY6" fmla="*/ 1770078 h 1770078"/>
                <a:gd name="csX7" fmla="*/ 221976 w 1291905"/>
                <a:gd name="csY7" fmla="*/ 1770078 h 1770078"/>
                <a:gd name="csX8" fmla="*/ 325234 w 1291905"/>
                <a:gd name="csY8" fmla="*/ 1658008 h 1770078"/>
                <a:gd name="csX9" fmla="*/ 428492 w 1291905"/>
                <a:gd name="csY9" fmla="*/ 1770078 h 1770078"/>
                <a:gd name="csX10" fmla="*/ 437829 w 1291905"/>
                <a:gd name="csY10" fmla="*/ 1770078 h 1770078"/>
                <a:gd name="csX11" fmla="*/ 541087 w 1291905"/>
                <a:gd name="csY11" fmla="*/ 1658008 h 1770078"/>
                <a:gd name="csX12" fmla="*/ 644346 w 1291905"/>
                <a:gd name="csY12" fmla="*/ 1770078 h 1770078"/>
                <a:gd name="csX13" fmla="*/ 653683 w 1291905"/>
                <a:gd name="csY13" fmla="*/ 1770078 h 1770078"/>
                <a:gd name="csX14" fmla="*/ 756941 w 1291905"/>
                <a:gd name="csY14" fmla="*/ 1658008 h 1770078"/>
                <a:gd name="csX15" fmla="*/ 860199 w 1291905"/>
                <a:gd name="csY15" fmla="*/ 1770078 h 1770078"/>
                <a:gd name="csX16" fmla="*/ 869536 w 1291905"/>
                <a:gd name="csY16" fmla="*/ 1770078 h 1770078"/>
                <a:gd name="csX17" fmla="*/ 972794 w 1291905"/>
                <a:gd name="csY17" fmla="*/ 1658008 h 1770078"/>
                <a:gd name="csX18" fmla="*/ 1076052 w 1291905"/>
                <a:gd name="csY18" fmla="*/ 1770078 h 1770078"/>
                <a:gd name="csX19" fmla="*/ 1085389 w 1291905"/>
                <a:gd name="csY19" fmla="*/ 1770078 h 1770078"/>
                <a:gd name="csX20" fmla="*/ 1188647 w 1291905"/>
                <a:gd name="csY20" fmla="*/ 1658008 h 1770078"/>
                <a:gd name="csX21" fmla="*/ 1291905 w 1291905"/>
                <a:gd name="csY21" fmla="*/ 1770078 h 1770078"/>
                <a:gd name="csX22" fmla="*/ 1291905 w 1291905"/>
                <a:gd name="csY22" fmla="*/ 1291905 h 1770078"/>
                <a:gd name="csX23" fmla="*/ 1291905 w 1291905"/>
                <a:gd name="csY23" fmla="*/ 478173 h 1770078"/>
                <a:gd name="csX24" fmla="*/ 1291905 w 1291905"/>
                <a:gd name="csY24" fmla="*/ 0 h 1770078"/>
                <a:gd name="csX25" fmla="*/ 1188647 w 1291905"/>
                <a:gd name="csY25" fmla="*/ 112070 h 1770078"/>
                <a:gd name="csX26" fmla="*/ 1085389 w 1291905"/>
                <a:gd name="csY26" fmla="*/ 0 h 1770078"/>
                <a:gd name="csX27" fmla="*/ 1076052 w 1291905"/>
                <a:gd name="csY27" fmla="*/ 0 h 1770078"/>
                <a:gd name="csX28" fmla="*/ 972794 w 1291905"/>
                <a:gd name="csY28" fmla="*/ 112070 h 1770078"/>
                <a:gd name="csX29" fmla="*/ 869536 w 1291905"/>
                <a:gd name="csY29" fmla="*/ 0 h 1770078"/>
                <a:gd name="csX30" fmla="*/ 860199 w 1291905"/>
                <a:gd name="csY30" fmla="*/ 0 h 1770078"/>
                <a:gd name="csX31" fmla="*/ 756941 w 1291905"/>
                <a:gd name="csY31" fmla="*/ 112070 h 1770078"/>
                <a:gd name="csX32" fmla="*/ 653683 w 1291905"/>
                <a:gd name="csY32" fmla="*/ 0 h 1770078"/>
                <a:gd name="csX33" fmla="*/ 644346 w 1291905"/>
                <a:gd name="csY33" fmla="*/ 0 h 1770078"/>
                <a:gd name="csX34" fmla="*/ 541087 w 1291905"/>
                <a:gd name="csY34" fmla="*/ 112070 h 1770078"/>
                <a:gd name="csX35" fmla="*/ 437829 w 1291905"/>
                <a:gd name="csY35" fmla="*/ 0 h 1770078"/>
                <a:gd name="csX36" fmla="*/ 428492 w 1291905"/>
                <a:gd name="csY36" fmla="*/ 0 h 1770078"/>
                <a:gd name="csX37" fmla="*/ 325234 w 1291905"/>
                <a:gd name="csY37" fmla="*/ 112070 h 1770078"/>
                <a:gd name="csX38" fmla="*/ 221976 w 1291905"/>
                <a:gd name="csY38" fmla="*/ 0 h 1770078"/>
                <a:gd name="csX39" fmla="*/ 212639 w 1291905"/>
                <a:gd name="csY39" fmla="*/ 0 h 1770078"/>
                <a:gd name="csX40" fmla="*/ 109381 w 1291905"/>
                <a:gd name="csY40" fmla="*/ 112070 h 1770078"/>
                <a:gd name="csX41" fmla="*/ 6123 w 1291905"/>
                <a:gd name="csY41" fmla="*/ 0 h 17700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1291905" h="1770078">
                  <a:moveTo>
                    <a:pt x="0" y="0"/>
                  </a:moveTo>
                  <a:lnTo>
                    <a:pt x="0" y="478173"/>
                  </a:lnTo>
                  <a:lnTo>
                    <a:pt x="0" y="1291905"/>
                  </a:lnTo>
                  <a:lnTo>
                    <a:pt x="0" y="1770078"/>
                  </a:lnTo>
                  <a:lnTo>
                    <a:pt x="6123" y="1770078"/>
                  </a:lnTo>
                  <a:lnTo>
                    <a:pt x="109381" y="1658008"/>
                  </a:lnTo>
                  <a:lnTo>
                    <a:pt x="212639" y="1770078"/>
                  </a:lnTo>
                  <a:lnTo>
                    <a:pt x="221976" y="1770078"/>
                  </a:lnTo>
                  <a:lnTo>
                    <a:pt x="325234" y="1658008"/>
                  </a:lnTo>
                  <a:lnTo>
                    <a:pt x="428492" y="1770078"/>
                  </a:lnTo>
                  <a:lnTo>
                    <a:pt x="437829" y="1770078"/>
                  </a:lnTo>
                  <a:lnTo>
                    <a:pt x="541087" y="1658008"/>
                  </a:lnTo>
                  <a:lnTo>
                    <a:pt x="644346" y="1770078"/>
                  </a:lnTo>
                  <a:lnTo>
                    <a:pt x="653683" y="1770078"/>
                  </a:lnTo>
                  <a:lnTo>
                    <a:pt x="756941" y="1658008"/>
                  </a:lnTo>
                  <a:lnTo>
                    <a:pt x="860199" y="1770078"/>
                  </a:lnTo>
                  <a:lnTo>
                    <a:pt x="869536" y="1770078"/>
                  </a:lnTo>
                  <a:lnTo>
                    <a:pt x="972794" y="1658008"/>
                  </a:lnTo>
                  <a:lnTo>
                    <a:pt x="1076052" y="1770078"/>
                  </a:lnTo>
                  <a:lnTo>
                    <a:pt x="1085389" y="1770078"/>
                  </a:lnTo>
                  <a:lnTo>
                    <a:pt x="1188647" y="1658008"/>
                  </a:lnTo>
                  <a:lnTo>
                    <a:pt x="1291905" y="1770078"/>
                  </a:lnTo>
                  <a:lnTo>
                    <a:pt x="1291905" y="1291905"/>
                  </a:lnTo>
                  <a:lnTo>
                    <a:pt x="1291905" y="478173"/>
                  </a:lnTo>
                  <a:lnTo>
                    <a:pt x="1291905" y="0"/>
                  </a:lnTo>
                  <a:lnTo>
                    <a:pt x="1188647" y="112070"/>
                  </a:lnTo>
                  <a:lnTo>
                    <a:pt x="1085389" y="0"/>
                  </a:lnTo>
                  <a:lnTo>
                    <a:pt x="1076052" y="0"/>
                  </a:lnTo>
                  <a:lnTo>
                    <a:pt x="972794" y="112070"/>
                  </a:lnTo>
                  <a:lnTo>
                    <a:pt x="869536" y="0"/>
                  </a:lnTo>
                  <a:lnTo>
                    <a:pt x="860199" y="0"/>
                  </a:lnTo>
                  <a:lnTo>
                    <a:pt x="756941" y="112070"/>
                  </a:lnTo>
                  <a:lnTo>
                    <a:pt x="653683" y="0"/>
                  </a:lnTo>
                  <a:lnTo>
                    <a:pt x="644346" y="0"/>
                  </a:lnTo>
                  <a:lnTo>
                    <a:pt x="541087" y="112070"/>
                  </a:lnTo>
                  <a:lnTo>
                    <a:pt x="437829" y="0"/>
                  </a:lnTo>
                  <a:lnTo>
                    <a:pt x="428492" y="0"/>
                  </a:lnTo>
                  <a:lnTo>
                    <a:pt x="325234" y="112070"/>
                  </a:lnTo>
                  <a:lnTo>
                    <a:pt x="221976" y="0"/>
                  </a:lnTo>
                  <a:lnTo>
                    <a:pt x="212639" y="0"/>
                  </a:lnTo>
                  <a:lnTo>
                    <a:pt x="109381" y="112070"/>
                  </a:lnTo>
                  <a:lnTo>
                    <a:pt x="6123" y="0"/>
                  </a:lnTo>
                  <a:close/>
                </a:path>
              </a:pathLst>
            </a:custGeom>
            <a:gradFill flip="none" rotWithShape="1">
              <a:gsLst>
                <a:gs pos="41000">
                  <a:srgbClr val="FF4747">
                    <a:alpha val="0"/>
                  </a:srgbClr>
                </a:gs>
                <a:gs pos="100000">
                  <a:srgbClr val="FF4747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60F01C77-54CA-92D8-3381-5289EF316187}"/>
              </a:ext>
            </a:extLst>
          </p:cNvPr>
          <p:cNvSpPr/>
          <p:nvPr/>
        </p:nvSpPr>
        <p:spPr>
          <a:xfrm>
            <a:off x="3416303" y="2628611"/>
            <a:ext cx="937260" cy="652166"/>
          </a:xfrm>
          <a:prstGeom prst="roundRect">
            <a:avLst/>
          </a:prstGeom>
          <a:gradFill flip="none" rotWithShape="1">
            <a:gsLst>
              <a:gs pos="100000">
                <a:srgbClr val="3FCDFF">
                  <a:alpha val="16000"/>
                </a:srgbClr>
              </a:gs>
              <a:gs pos="56000">
                <a:srgbClr val="00B0F0">
                  <a:alpha val="0"/>
                </a:srgbClr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Freeform: Shape 120">
            <a:extLst>
              <a:ext uri="{FF2B5EF4-FFF2-40B4-BE49-F238E27FC236}">
                <a16:creationId xmlns:a16="http://schemas.microsoft.com/office/drawing/2014/main" id="{05948047-C4B8-D6B9-DD83-C0F046BCE0AF}"/>
              </a:ext>
            </a:extLst>
          </p:cNvPr>
          <p:cNvSpPr/>
          <p:nvPr/>
        </p:nvSpPr>
        <p:spPr>
          <a:xfrm>
            <a:off x="7843312" y="2628612"/>
            <a:ext cx="932818" cy="652165"/>
          </a:xfrm>
          <a:custGeom>
            <a:avLst/>
            <a:gdLst>
              <a:gd name="csX0" fmla="*/ 0 w 1761688"/>
              <a:gd name="csY0" fmla="*/ 0 h 1291904"/>
              <a:gd name="csX1" fmla="*/ 75501 w 1761688"/>
              <a:gd name="csY1" fmla="*/ 0 h 1291904"/>
              <a:gd name="csX2" fmla="*/ 1686187 w 1761688"/>
              <a:gd name="csY2" fmla="*/ 0 h 1291904"/>
              <a:gd name="csX3" fmla="*/ 1761688 w 1761688"/>
              <a:gd name="csY3" fmla="*/ 0 h 1291904"/>
              <a:gd name="csX4" fmla="*/ 1761688 w 1761688"/>
              <a:gd name="csY4" fmla="*/ 102765 h 1291904"/>
              <a:gd name="csX5" fmla="*/ 1686187 w 1761688"/>
              <a:gd name="csY5" fmla="*/ 102765 h 1291904"/>
              <a:gd name="csX6" fmla="*/ 1686187 w 1761688"/>
              <a:gd name="csY6" fmla="*/ 1189139 h 1291904"/>
              <a:gd name="csX7" fmla="*/ 1761688 w 1761688"/>
              <a:gd name="csY7" fmla="*/ 1189139 h 1291904"/>
              <a:gd name="csX8" fmla="*/ 1761688 w 1761688"/>
              <a:gd name="csY8" fmla="*/ 1291904 h 1291904"/>
              <a:gd name="csX9" fmla="*/ 1686187 w 1761688"/>
              <a:gd name="csY9" fmla="*/ 1291904 h 1291904"/>
              <a:gd name="csX10" fmla="*/ 75501 w 1761688"/>
              <a:gd name="csY10" fmla="*/ 1291904 h 1291904"/>
              <a:gd name="csX11" fmla="*/ 0 w 1761688"/>
              <a:gd name="csY11" fmla="*/ 1291904 h 1291904"/>
              <a:gd name="csX12" fmla="*/ 0 w 1761688"/>
              <a:gd name="csY12" fmla="*/ 1189139 h 1291904"/>
              <a:gd name="csX13" fmla="*/ 75501 w 1761688"/>
              <a:gd name="csY13" fmla="*/ 1189139 h 1291904"/>
              <a:gd name="csX14" fmla="*/ 75501 w 1761688"/>
              <a:gd name="csY14" fmla="*/ 102765 h 1291904"/>
              <a:gd name="csX15" fmla="*/ 0 w 1761688"/>
              <a:gd name="csY15" fmla="*/ 102765 h 12919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761688" h="1291904">
                <a:moveTo>
                  <a:pt x="0" y="0"/>
                </a:moveTo>
                <a:lnTo>
                  <a:pt x="75501" y="0"/>
                </a:lnTo>
                <a:lnTo>
                  <a:pt x="1686187" y="0"/>
                </a:lnTo>
                <a:lnTo>
                  <a:pt x="1761688" y="0"/>
                </a:lnTo>
                <a:lnTo>
                  <a:pt x="1761688" y="102765"/>
                </a:lnTo>
                <a:lnTo>
                  <a:pt x="1686187" y="102765"/>
                </a:lnTo>
                <a:lnTo>
                  <a:pt x="1686187" y="1189139"/>
                </a:lnTo>
                <a:lnTo>
                  <a:pt x="1761688" y="1189139"/>
                </a:lnTo>
                <a:lnTo>
                  <a:pt x="1761688" y="1291904"/>
                </a:lnTo>
                <a:lnTo>
                  <a:pt x="1686187" y="1291904"/>
                </a:lnTo>
                <a:lnTo>
                  <a:pt x="75501" y="1291904"/>
                </a:lnTo>
                <a:lnTo>
                  <a:pt x="0" y="1291904"/>
                </a:lnTo>
                <a:lnTo>
                  <a:pt x="0" y="1189139"/>
                </a:lnTo>
                <a:lnTo>
                  <a:pt x="75501" y="1189139"/>
                </a:lnTo>
                <a:lnTo>
                  <a:pt x="75501" y="102765"/>
                </a:lnTo>
                <a:lnTo>
                  <a:pt x="0" y="102765"/>
                </a:lnTo>
                <a:close/>
              </a:path>
            </a:pathLst>
          </a:custGeom>
          <a:gradFill flip="none" rotWithShape="1">
            <a:gsLst>
              <a:gs pos="95000">
                <a:srgbClr val="F74B29">
                  <a:alpha val="25000"/>
                </a:srgbClr>
              </a:gs>
              <a:gs pos="52000">
                <a:srgbClr val="F74B29">
                  <a:alpha val="0"/>
                </a:srgbClr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Freeform: Shape 124">
            <a:extLst>
              <a:ext uri="{FF2B5EF4-FFF2-40B4-BE49-F238E27FC236}">
                <a16:creationId xmlns:a16="http://schemas.microsoft.com/office/drawing/2014/main" id="{2F462E7A-4D7E-FA9D-59EB-E3678288C5BE}"/>
              </a:ext>
            </a:extLst>
          </p:cNvPr>
          <p:cNvSpPr/>
          <p:nvPr/>
        </p:nvSpPr>
        <p:spPr>
          <a:xfrm>
            <a:off x="4523163" y="2628612"/>
            <a:ext cx="937260" cy="652164"/>
          </a:xfrm>
          <a:custGeom>
            <a:avLst/>
            <a:gdLst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378854 h 1291903"/>
              <a:gd name="csX4" fmla="*/ 1770078 w 1770078"/>
              <a:gd name="csY4" fmla="*/ 456330 h 1291903"/>
              <a:gd name="csX5" fmla="*/ 1770078 w 1770078"/>
              <a:gd name="csY5" fmla="*/ 1291903 h 1291903"/>
              <a:gd name="csX6" fmla="*/ 0 w 1770078"/>
              <a:gd name="csY6" fmla="*/ 1291903 h 1291903"/>
              <a:gd name="csX7" fmla="*/ 0 w 1770078"/>
              <a:gd name="csY7" fmla="*/ 456330 h 1291903"/>
              <a:gd name="csX8" fmla="*/ 0 w 1770078"/>
              <a:gd name="csY8" fmla="*/ 378854 h 1291903"/>
              <a:gd name="csX9" fmla="*/ 13692 w 1770078"/>
              <a:gd name="csY9" fmla="*/ 378854 h 1291903"/>
              <a:gd name="csX10" fmla="*/ 17981 w 1770078"/>
              <a:gd name="csY10" fmla="*/ 364364 h 1291903"/>
              <a:gd name="csX11" fmla="*/ 885039 w 1770078"/>
              <a:gd name="csY11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378854 h 1291903"/>
              <a:gd name="csX4" fmla="*/ 1770078 w 1770078"/>
              <a:gd name="csY4" fmla="*/ 456330 h 1291903"/>
              <a:gd name="csX5" fmla="*/ 1770078 w 1770078"/>
              <a:gd name="csY5" fmla="*/ 1291903 h 1291903"/>
              <a:gd name="csX6" fmla="*/ 0 w 1770078"/>
              <a:gd name="csY6" fmla="*/ 1291903 h 1291903"/>
              <a:gd name="csX7" fmla="*/ 0 w 1770078"/>
              <a:gd name="csY7" fmla="*/ 456330 h 1291903"/>
              <a:gd name="csX8" fmla="*/ 13692 w 1770078"/>
              <a:gd name="csY8" fmla="*/ 378854 h 1291903"/>
              <a:gd name="csX9" fmla="*/ 17981 w 1770078"/>
              <a:gd name="csY9" fmla="*/ 364364 h 1291903"/>
              <a:gd name="csX10" fmla="*/ 885039 w 1770078"/>
              <a:gd name="csY10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378854 h 1291903"/>
              <a:gd name="csX4" fmla="*/ 1770078 w 1770078"/>
              <a:gd name="csY4" fmla="*/ 456330 h 1291903"/>
              <a:gd name="csX5" fmla="*/ 1770078 w 1770078"/>
              <a:gd name="csY5" fmla="*/ 1291903 h 1291903"/>
              <a:gd name="csX6" fmla="*/ 0 w 1770078"/>
              <a:gd name="csY6" fmla="*/ 1291903 h 1291903"/>
              <a:gd name="csX7" fmla="*/ 0 w 1770078"/>
              <a:gd name="csY7" fmla="*/ 456330 h 1291903"/>
              <a:gd name="csX8" fmla="*/ 17981 w 1770078"/>
              <a:gd name="csY8" fmla="*/ 364364 h 1291903"/>
              <a:gd name="csX9" fmla="*/ 885039 w 1770078"/>
              <a:gd name="csY9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456330 h 1291903"/>
              <a:gd name="csX4" fmla="*/ 1770078 w 1770078"/>
              <a:gd name="csY4" fmla="*/ 1291903 h 1291903"/>
              <a:gd name="csX5" fmla="*/ 0 w 1770078"/>
              <a:gd name="csY5" fmla="*/ 1291903 h 1291903"/>
              <a:gd name="csX6" fmla="*/ 0 w 1770078"/>
              <a:gd name="csY6" fmla="*/ 456330 h 1291903"/>
              <a:gd name="csX7" fmla="*/ 17981 w 1770078"/>
              <a:gd name="csY7" fmla="*/ 364364 h 1291903"/>
              <a:gd name="csX8" fmla="*/ 885039 w 1770078"/>
              <a:gd name="csY8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70078 w 1770078"/>
              <a:gd name="csY2" fmla="*/ 456330 h 1291903"/>
              <a:gd name="csX3" fmla="*/ 1770078 w 1770078"/>
              <a:gd name="csY3" fmla="*/ 1291903 h 1291903"/>
              <a:gd name="csX4" fmla="*/ 0 w 1770078"/>
              <a:gd name="csY4" fmla="*/ 1291903 h 1291903"/>
              <a:gd name="csX5" fmla="*/ 0 w 1770078"/>
              <a:gd name="csY5" fmla="*/ 456330 h 1291903"/>
              <a:gd name="csX6" fmla="*/ 17981 w 1770078"/>
              <a:gd name="csY6" fmla="*/ 364364 h 1291903"/>
              <a:gd name="csX7" fmla="*/ 885039 w 1770078"/>
              <a:gd name="csY7" fmla="*/ 0 h 12919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770078" h="1291903">
                <a:moveTo>
                  <a:pt x="885039" y="0"/>
                </a:moveTo>
                <a:cubicBezTo>
                  <a:pt x="1312734" y="0"/>
                  <a:pt x="1669571" y="156422"/>
                  <a:pt x="1752097" y="364364"/>
                </a:cubicBezTo>
                <a:lnTo>
                  <a:pt x="1770078" y="456330"/>
                </a:lnTo>
                <a:lnTo>
                  <a:pt x="1770078" y="1291903"/>
                </a:lnTo>
                <a:lnTo>
                  <a:pt x="0" y="1291903"/>
                </a:lnTo>
                <a:lnTo>
                  <a:pt x="0" y="456330"/>
                </a:lnTo>
                <a:lnTo>
                  <a:pt x="17981" y="364364"/>
                </a:lnTo>
                <a:cubicBezTo>
                  <a:pt x="100507" y="156422"/>
                  <a:pt x="457344" y="0"/>
                  <a:pt x="885039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65BDFF">
                  <a:alpha val="66667"/>
                </a:srgbClr>
              </a:gs>
              <a:gs pos="56000">
                <a:srgbClr val="65BDFF">
                  <a:alpha val="0"/>
                </a:srgbClr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Freeform: Shape 125">
            <a:extLst>
              <a:ext uri="{FF2B5EF4-FFF2-40B4-BE49-F238E27FC236}">
                <a16:creationId xmlns:a16="http://schemas.microsoft.com/office/drawing/2014/main" id="{D5CD0701-60E1-9FE1-480F-EE450A4A51A9}"/>
              </a:ext>
            </a:extLst>
          </p:cNvPr>
          <p:cNvSpPr/>
          <p:nvPr/>
        </p:nvSpPr>
        <p:spPr>
          <a:xfrm rot="16200000" flipH="1">
            <a:off x="5772571" y="2486065"/>
            <a:ext cx="652164" cy="937260"/>
          </a:xfrm>
          <a:custGeom>
            <a:avLst/>
            <a:gdLst>
              <a:gd name="csX0" fmla="*/ 0 w 1291905"/>
              <a:gd name="csY0" fmla="*/ 0 h 1770078"/>
              <a:gd name="csX1" fmla="*/ 0 w 1291905"/>
              <a:gd name="csY1" fmla="*/ 478173 h 1770078"/>
              <a:gd name="csX2" fmla="*/ 0 w 1291905"/>
              <a:gd name="csY2" fmla="*/ 1291905 h 1770078"/>
              <a:gd name="csX3" fmla="*/ 0 w 1291905"/>
              <a:gd name="csY3" fmla="*/ 1770078 h 1770078"/>
              <a:gd name="csX4" fmla="*/ 6123 w 1291905"/>
              <a:gd name="csY4" fmla="*/ 1770078 h 1770078"/>
              <a:gd name="csX5" fmla="*/ 109381 w 1291905"/>
              <a:gd name="csY5" fmla="*/ 1658008 h 1770078"/>
              <a:gd name="csX6" fmla="*/ 212639 w 1291905"/>
              <a:gd name="csY6" fmla="*/ 1770078 h 1770078"/>
              <a:gd name="csX7" fmla="*/ 221976 w 1291905"/>
              <a:gd name="csY7" fmla="*/ 1770078 h 1770078"/>
              <a:gd name="csX8" fmla="*/ 325234 w 1291905"/>
              <a:gd name="csY8" fmla="*/ 1658008 h 1770078"/>
              <a:gd name="csX9" fmla="*/ 428492 w 1291905"/>
              <a:gd name="csY9" fmla="*/ 1770078 h 1770078"/>
              <a:gd name="csX10" fmla="*/ 437829 w 1291905"/>
              <a:gd name="csY10" fmla="*/ 1770078 h 1770078"/>
              <a:gd name="csX11" fmla="*/ 541087 w 1291905"/>
              <a:gd name="csY11" fmla="*/ 1658008 h 1770078"/>
              <a:gd name="csX12" fmla="*/ 644346 w 1291905"/>
              <a:gd name="csY12" fmla="*/ 1770078 h 1770078"/>
              <a:gd name="csX13" fmla="*/ 653683 w 1291905"/>
              <a:gd name="csY13" fmla="*/ 1770078 h 1770078"/>
              <a:gd name="csX14" fmla="*/ 756941 w 1291905"/>
              <a:gd name="csY14" fmla="*/ 1658008 h 1770078"/>
              <a:gd name="csX15" fmla="*/ 860199 w 1291905"/>
              <a:gd name="csY15" fmla="*/ 1770078 h 1770078"/>
              <a:gd name="csX16" fmla="*/ 869536 w 1291905"/>
              <a:gd name="csY16" fmla="*/ 1770078 h 1770078"/>
              <a:gd name="csX17" fmla="*/ 972794 w 1291905"/>
              <a:gd name="csY17" fmla="*/ 1658008 h 1770078"/>
              <a:gd name="csX18" fmla="*/ 1076052 w 1291905"/>
              <a:gd name="csY18" fmla="*/ 1770078 h 1770078"/>
              <a:gd name="csX19" fmla="*/ 1085389 w 1291905"/>
              <a:gd name="csY19" fmla="*/ 1770078 h 1770078"/>
              <a:gd name="csX20" fmla="*/ 1188647 w 1291905"/>
              <a:gd name="csY20" fmla="*/ 1658008 h 1770078"/>
              <a:gd name="csX21" fmla="*/ 1291905 w 1291905"/>
              <a:gd name="csY21" fmla="*/ 1770078 h 1770078"/>
              <a:gd name="csX22" fmla="*/ 1291905 w 1291905"/>
              <a:gd name="csY22" fmla="*/ 1291905 h 1770078"/>
              <a:gd name="csX23" fmla="*/ 1291905 w 1291905"/>
              <a:gd name="csY23" fmla="*/ 478173 h 1770078"/>
              <a:gd name="csX24" fmla="*/ 1291905 w 1291905"/>
              <a:gd name="csY24" fmla="*/ 0 h 1770078"/>
              <a:gd name="csX25" fmla="*/ 1188647 w 1291905"/>
              <a:gd name="csY25" fmla="*/ 112070 h 1770078"/>
              <a:gd name="csX26" fmla="*/ 1085389 w 1291905"/>
              <a:gd name="csY26" fmla="*/ 0 h 1770078"/>
              <a:gd name="csX27" fmla="*/ 1076052 w 1291905"/>
              <a:gd name="csY27" fmla="*/ 0 h 1770078"/>
              <a:gd name="csX28" fmla="*/ 972794 w 1291905"/>
              <a:gd name="csY28" fmla="*/ 112070 h 1770078"/>
              <a:gd name="csX29" fmla="*/ 869536 w 1291905"/>
              <a:gd name="csY29" fmla="*/ 0 h 1770078"/>
              <a:gd name="csX30" fmla="*/ 860199 w 1291905"/>
              <a:gd name="csY30" fmla="*/ 0 h 1770078"/>
              <a:gd name="csX31" fmla="*/ 756941 w 1291905"/>
              <a:gd name="csY31" fmla="*/ 112070 h 1770078"/>
              <a:gd name="csX32" fmla="*/ 653683 w 1291905"/>
              <a:gd name="csY32" fmla="*/ 0 h 1770078"/>
              <a:gd name="csX33" fmla="*/ 644346 w 1291905"/>
              <a:gd name="csY33" fmla="*/ 0 h 1770078"/>
              <a:gd name="csX34" fmla="*/ 541087 w 1291905"/>
              <a:gd name="csY34" fmla="*/ 112070 h 1770078"/>
              <a:gd name="csX35" fmla="*/ 437829 w 1291905"/>
              <a:gd name="csY35" fmla="*/ 0 h 1770078"/>
              <a:gd name="csX36" fmla="*/ 428492 w 1291905"/>
              <a:gd name="csY36" fmla="*/ 0 h 1770078"/>
              <a:gd name="csX37" fmla="*/ 325234 w 1291905"/>
              <a:gd name="csY37" fmla="*/ 112070 h 1770078"/>
              <a:gd name="csX38" fmla="*/ 221976 w 1291905"/>
              <a:gd name="csY38" fmla="*/ 0 h 1770078"/>
              <a:gd name="csX39" fmla="*/ 212639 w 1291905"/>
              <a:gd name="csY39" fmla="*/ 0 h 1770078"/>
              <a:gd name="csX40" fmla="*/ 109381 w 1291905"/>
              <a:gd name="csY40" fmla="*/ 112070 h 1770078"/>
              <a:gd name="csX41" fmla="*/ 6123 w 1291905"/>
              <a:gd name="csY41" fmla="*/ 0 h 17700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291905" h="1770078">
                <a:moveTo>
                  <a:pt x="0" y="0"/>
                </a:moveTo>
                <a:lnTo>
                  <a:pt x="0" y="478173"/>
                </a:lnTo>
                <a:lnTo>
                  <a:pt x="0" y="1291905"/>
                </a:lnTo>
                <a:lnTo>
                  <a:pt x="0" y="1770078"/>
                </a:lnTo>
                <a:lnTo>
                  <a:pt x="6123" y="1770078"/>
                </a:lnTo>
                <a:lnTo>
                  <a:pt x="109381" y="1658008"/>
                </a:lnTo>
                <a:lnTo>
                  <a:pt x="212639" y="1770078"/>
                </a:lnTo>
                <a:lnTo>
                  <a:pt x="221976" y="1770078"/>
                </a:lnTo>
                <a:lnTo>
                  <a:pt x="325234" y="1658008"/>
                </a:lnTo>
                <a:lnTo>
                  <a:pt x="428492" y="1770078"/>
                </a:lnTo>
                <a:lnTo>
                  <a:pt x="437829" y="1770078"/>
                </a:lnTo>
                <a:lnTo>
                  <a:pt x="541087" y="1658008"/>
                </a:lnTo>
                <a:lnTo>
                  <a:pt x="644346" y="1770078"/>
                </a:lnTo>
                <a:lnTo>
                  <a:pt x="653683" y="1770078"/>
                </a:lnTo>
                <a:lnTo>
                  <a:pt x="756941" y="1658008"/>
                </a:lnTo>
                <a:lnTo>
                  <a:pt x="860199" y="1770078"/>
                </a:lnTo>
                <a:lnTo>
                  <a:pt x="869536" y="1770078"/>
                </a:lnTo>
                <a:lnTo>
                  <a:pt x="972794" y="1658008"/>
                </a:lnTo>
                <a:lnTo>
                  <a:pt x="1076052" y="1770078"/>
                </a:lnTo>
                <a:lnTo>
                  <a:pt x="1085389" y="1770078"/>
                </a:lnTo>
                <a:lnTo>
                  <a:pt x="1188647" y="1658008"/>
                </a:lnTo>
                <a:lnTo>
                  <a:pt x="1291905" y="1770078"/>
                </a:lnTo>
                <a:lnTo>
                  <a:pt x="1291905" y="1291905"/>
                </a:lnTo>
                <a:lnTo>
                  <a:pt x="1291905" y="478173"/>
                </a:lnTo>
                <a:lnTo>
                  <a:pt x="1291905" y="0"/>
                </a:lnTo>
                <a:lnTo>
                  <a:pt x="1188647" y="112070"/>
                </a:lnTo>
                <a:lnTo>
                  <a:pt x="1085389" y="0"/>
                </a:lnTo>
                <a:lnTo>
                  <a:pt x="1076052" y="0"/>
                </a:lnTo>
                <a:lnTo>
                  <a:pt x="972794" y="112070"/>
                </a:lnTo>
                <a:lnTo>
                  <a:pt x="869536" y="0"/>
                </a:lnTo>
                <a:lnTo>
                  <a:pt x="860199" y="0"/>
                </a:lnTo>
                <a:lnTo>
                  <a:pt x="756941" y="112070"/>
                </a:lnTo>
                <a:lnTo>
                  <a:pt x="653683" y="0"/>
                </a:lnTo>
                <a:lnTo>
                  <a:pt x="644346" y="0"/>
                </a:lnTo>
                <a:lnTo>
                  <a:pt x="541087" y="112070"/>
                </a:lnTo>
                <a:lnTo>
                  <a:pt x="437829" y="0"/>
                </a:lnTo>
                <a:lnTo>
                  <a:pt x="428492" y="0"/>
                </a:lnTo>
                <a:lnTo>
                  <a:pt x="325234" y="112070"/>
                </a:lnTo>
                <a:lnTo>
                  <a:pt x="221976" y="0"/>
                </a:lnTo>
                <a:lnTo>
                  <a:pt x="212639" y="0"/>
                </a:lnTo>
                <a:lnTo>
                  <a:pt x="109381" y="112070"/>
                </a:lnTo>
                <a:lnTo>
                  <a:pt x="6123" y="0"/>
                </a:lnTo>
                <a:close/>
              </a:path>
            </a:pathLst>
          </a:custGeom>
          <a:gradFill flip="none" rotWithShape="1">
            <a:gsLst>
              <a:gs pos="100000">
                <a:srgbClr val="FF2D2D">
                  <a:alpha val="51765"/>
                </a:srgbClr>
              </a:gs>
              <a:gs pos="56000">
                <a:srgbClr val="FF2D2D">
                  <a:alpha val="0"/>
                </a:srgb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0" name="Rectangle: Rounded Corners 369">
            <a:extLst>
              <a:ext uri="{FF2B5EF4-FFF2-40B4-BE49-F238E27FC236}">
                <a16:creationId xmlns:a16="http://schemas.microsoft.com/office/drawing/2014/main" id="{A6B9C1BF-F644-83F3-17A5-5C0B56DA4962}"/>
              </a:ext>
            </a:extLst>
          </p:cNvPr>
          <p:cNvSpPr/>
          <p:nvPr/>
        </p:nvSpPr>
        <p:spPr>
          <a:xfrm>
            <a:off x="3416303" y="4061267"/>
            <a:ext cx="937260" cy="652166"/>
          </a:xfrm>
          <a:prstGeom prst="roundRect">
            <a:avLst/>
          </a:prstGeom>
          <a:solidFill>
            <a:srgbClr val="C775E7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6" name="Rectangle: Rounded Corners 375">
            <a:extLst>
              <a:ext uri="{FF2B5EF4-FFF2-40B4-BE49-F238E27FC236}">
                <a16:creationId xmlns:a16="http://schemas.microsoft.com/office/drawing/2014/main" id="{F3804E2B-2901-0CDE-8E0F-F7741192D75C}"/>
              </a:ext>
            </a:extLst>
          </p:cNvPr>
          <p:cNvSpPr/>
          <p:nvPr/>
        </p:nvSpPr>
        <p:spPr>
          <a:xfrm>
            <a:off x="3416303" y="4061267"/>
            <a:ext cx="937260" cy="652166"/>
          </a:xfrm>
          <a:prstGeom prst="roundRect">
            <a:avLst/>
          </a:prstGeom>
          <a:gradFill flip="none" rotWithShape="1">
            <a:gsLst>
              <a:gs pos="100000">
                <a:schemeClr val="bg1">
                  <a:alpha val="46000"/>
                </a:schemeClr>
              </a:gs>
              <a:gs pos="38000">
                <a:schemeClr val="accent1">
                  <a:tint val="23500"/>
                  <a:satMod val="16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2" name="Rectangle: Rounded Corners 381">
            <a:extLst>
              <a:ext uri="{FF2B5EF4-FFF2-40B4-BE49-F238E27FC236}">
                <a16:creationId xmlns:a16="http://schemas.microsoft.com/office/drawing/2014/main" id="{8614116D-99AE-6F24-502F-D2A00BD24662}"/>
              </a:ext>
            </a:extLst>
          </p:cNvPr>
          <p:cNvSpPr/>
          <p:nvPr/>
        </p:nvSpPr>
        <p:spPr>
          <a:xfrm>
            <a:off x="3409509" y="4061267"/>
            <a:ext cx="937260" cy="652166"/>
          </a:xfrm>
          <a:prstGeom prst="roundRect">
            <a:avLst/>
          </a:prstGeom>
          <a:gradFill flip="none" rotWithShape="1">
            <a:gsLst>
              <a:gs pos="36000">
                <a:srgbClr val="C775E7">
                  <a:alpha val="0"/>
                </a:srgbClr>
              </a:gs>
              <a:gs pos="100000">
                <a:srgbClr val="C269E5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1" name="Freeform: Shape 370">
            <a:extLst>
              <a:ext uri="{FF2B5EF4-FFF2-40B4-BE49-F238E27FC236}">
                <a16:creationId xmlns:a16="http://schemas.microsoft.com/office/drawing/2014/main" id="{59276464-9B79-527E-5AAB-C3277963B384}"/>
              </a:ext>
            </a:extLst>
          </p:cNvPr>
          <p:cNvSpPr/>
          <p:nvPr/>
        </p:nvSpPr>
        <p:spPr>
          <a:xfrm>
            <a:off x="7843312" y="4061268"/>
            <a:ext cx="932818" cy="652165"/>
          </a:xfrm>
          <a:custGeom>
            <a:avLst/>
            <a:gdLst>
              <a:gd name="csX0" fmla="*/ 0 w 1761688"/>
              <a:gd name="csY0" fmla="*/ 0 h 1291904"/>
              <a:gd name="csX1" fmla="*/ 75501 w 1761688"/>
              <a:gd name="csY1" fmla="*/ 0 h 1291904"/>
              <a:gd name="csX2" fmla="*/ 1686187 w 1761688"/>
              <a:gd name="csY2" fmla="*/ 0 h 1291904"/>
              <a:gd name="csX3" fmla="*/ 1761688 w 1761688"/>
              <a:gd name="csY3" fmla="*/ 0 h 1291904"/>
              <a:gd name="csX4" fmla="*/ 1761688 w 1761688"/>
              <a:gd name="csY4" fmla="*/ 102765 h 1291904"/>
              <a:gd name="csX5" fmla="*/ 1686187 w 1761688"/>
              <a:gd name="csY5" fmla="*/ 102765 h 1291904"/>
              <a:gd name="csX6" fmla="*/ 1686187 w 1761688"/>
              <a:gd name="csY6" fmla="*/ 1189139 h 1291904"/>
              <a:gd name="csX7" fmla="*/ 1761688 w 1761688"/>
              <a:gd name="csY7" fmla="*/ 1189139 h 1291904"/>
              <a:gd name="csX8" fmla="*/ 1761688 w 1761688"/>
              <a:gd name="csY8" fmla="*/ 1291904 h 1291904"/>
              <a:gd name="csX9" fmla="*/ 1686187 w 1761688"/>
              <a:gd name="csY9" fmla="*/ 1291904 h 1291904"/>
              <a:gd name="csX10" fmla="*/ 75501 w 1761688"/>
              <a:gd name="csY10" fmla="*/ 1291904 h 1291904"/>
              <a:gd name="csX11" fmla="*/ 0 w 1761688"/>
              <a:gd name="csY11" fmla="*/ 1291904 h 1291904"/>
              <a:gd name="csX12" fmla="*/ 0 w 1761688"/>
              <a:gd name="csY12" fmla="*/ 1189139 h 1291904"/>
              <a:gd name="csX13" fmla="*/ 75501 w 1761688"/>
              <a:gd name="csY13" fmla="*/ 1189139 h 1291904"/>
              <a:gd name="csX14" fmla="*/ 75501 w 1761688"/>
              <a:gd name="csY14" fmla="*/ 102765 h 1291904"/>
              <a:gd name="csX15" fmla="*/ 0 w 1761688"/>
              <a:gd name="csY15" fmla="*/ 102765 h 12919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761688" h="1291904">
                <a:moveTo>
                  <a:pt x="0" y="0"/>
                </a:moveTo>
                <a:lnTo>
                  <a:pt x="75501" y="0"/>
                </a:lnTo>
                <a:lnTo>
                  <a:pt x="1686187" y="0"/>
                </a:lnTo>
                <a:lnTo>
                  <a:pt x="1761688" y="0"/>
                </a:lnTo>
                <a:lnTo>
                  <a:pt x="1761688" y="102765"/>
                </a:lnTo>
                <a:lnTo>
                  <a:pt x="1686187" y="102765"/>
                </a:lnTo>
                <a:lnTo>
                  <a:pt x="1686187" y="1189139"/>
                </a:lnTo>
                <a:lnTo>
                  <a:pt x="1761688" y="1189139"/>
                </a:lnTo>
                <a:lnTo>
                  <a:pt x="1761688" y="1291904"/>
                </a:lnTo>
                <a:lnTo>
                  <a:pt x="1686187" y="1291904"/>
                </a:lnTo>
                <a:lnTo>
                  <a:pt x="75501" y="1291904"/>
                </a:lnTo>
                <a:lnTo>
                  <a:pt x="0" y="1291904"/>
                </a:lnTo>
                <a:lnTo>
                  <a:pt x="0" y="1189139"/>
                </a:lnTo>
                <a:lnTo>
                  <a:pt x="75501" y="1189139"/>
                </a:lnTo>
                <a:lnTo>
                  <a:pt x="75501" y="102765"/>
                </a:lnTo>
                <a:lnTo>
                  <a:pt x="0" y="102765"/>
                </a:lnTo>
                <a:close/>
              </a:path>
            </a:pathLst>
          </a:custGeom>
          <a:solidFill>
            <a:srgbClr val="F3DB4B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7" name="Freeform: Shape 376">
            <a:extLst>
              <a:ext uri="{FF2B5EF4-FFF2-40B4-BE49-F238E27FC236}">
                <a16:creationId xmlns:a16="http://schemas.microsoft.com/office/drawing/2014/main" id="{D0B4D892-E91F-2462-7086-0D3804084EC6}"/>
              </a:ext>
            </a:extLst>
          </p:cNvPr>
          <p:cNvSpPr/>
          <p:nvPr/>
        </p:nvSpPr>
        <p:spPr>
          <a:xfrm>
            <a:off x="7843312" y="4061268"/>
            <a:ext cx="932818" cy="652165"/>
          </a:xfrm>
          <a:custGeom>
            <a:avLst/>
            <a:gdLst>
              <a:gd name="csX0" fmla="*/ 0 w 1761688"/>
              <a:gd name="csY0" fmla="*/ 0 h 1291904"/>
              <a:gd name="csX1" fmla="*/ 75501 w 1761688"/>
              <a:gd name="csY1" fmla="*/ 0 h 1291904"/>
              <a:gd name="csX2" fmla="*/ 1686187 w 1761688"/>
              <a:gd name="csY2" fmla="*/ 0 h 1291904"/>
              <a:gd name="csX3" fmla="*/ 1761688 w 1761688"/>
              <a:gd name="csY3" fmla="*/ 0 h 1291904"/>
              <a:gd name="csX4" fmla="*/ 1761688 w 1761688"/>
              <a:gd name="csY4" fmla="*/ 102765 h 1291904"/>
              <a:gd name="csX5" fmla="*/ 1686187 w 1761688"/>
              <a:gd name="csY5" fmla="*/ 102765 h 1291904"/>
              <a:gd name="csX6" fmla="*/ 1686187 w 1761688"/>
              <a:gd name="csY6" fmla="*/ 1189139 h 1291904"/>
              <a:gd name="csX7" fmla="*/ 1761688 w 1761688"/>
              <a:gd name="csY7" fmla="*/ 1189139 h 1291904"/>
              <a:gd name="csX8" fmla="*/ 1761688 w 1761688"/>
              <a:gd name="csY8" fmla="*/ 1291904 h 1291904"/>
              <a:gd name="csX9" fmla="*/ 1686187 w 1761688"/>
              <a:gd name="csY9" fmla="*/ 1291904 h 1291904"/>
              <a:gd name="csX10" fmla="*/ 75501 w 1761688"/>
              <a:gd name="csY10" fmla="*/ 1291904 h 1291904"/>
              <a:gd name="csX11" fmla="*/ 0 w 1761688"/>
              <a:gd name="csY11" fmla="*/ 1291904 h 1291904"/>
              <a:gd name="csX12" fmla="*/ 0 w 1761688"/>
              <a:gd name="csY12" fmla="*/ 1189139 h 1291904"/>
              <a:gd name="csX13" fmla="*/ 75501 w 1761688"/>
              <a:gd name="csY13" fmla="*/ 1189139 h 1291904"/>
              <a:gd name="csX14" fmla="*/ 75501 w 1761688"/>
              <a:gd name="csY14" fmla="*/ 102765 h 1291904"/>
              <a:gd name="csX15" fmla="*/ 0 w 1761688"/>
              <a:gd name="csY15" fmla="*/ 102765 h 12919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761688" h="1291904">
                <a:moveTo>
                  <a:pt x="0" y="0"/>
                </a:moveTo>
                <a:lnTo>
                  <a:pt x="75501" y="0"/>
                </a:lnTo>
                <a:lnTo>
                  <a:pt x="1686187" y="0"/>
                </a:lnTo>
                <a:lnTo>
                  <a:pt x="1761688" y="0"/>
                </a:lnTo>
                <a:lnTo>
                  <a:pt x="1761688" y="102765"/>
                </a:lnTo>
                <a:lnTo>
                  <a:pt x="1686187" y="102765"/>
                </a:lnTo>
                <a:lnTo>
                  <a:pt x="1686187" y="1189139"/>
                </a:lnTo>
                <a:lnTo>
                  <a:pt x="1761688" y="1189139"/>
                </a:lnTo>
                <a:lnTo>
                  <a:pt x="1761688" y="1291904"/>
                </a:lnTo>
                <a:lnTo>
                  <a:pt x="1686187" y="1291904"/>
                </a:lnTo>
                <a:lnTo>
                  <a:pt x="75501" y="1291904"/>
                </a:lnTo>
                <a:lnTo>
                  <a:pt x="0" y="1291904"/>
                </a:lnTo>
                <a:lnTo>
                  <a:pt x="0" y="1189139"/>
                </a:lnTo>
                <a:lnTo>
                  <a:pt x="75501" y="1189139"/>
                </a:lnTo>
                <a:lnTo>
                  <a:pt x="75501" y="102765"/>
                </a:lnTo>
                <a:lnTo>
                  <a:pt x="0" y="102765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alpha val="46000"/>
                </a:schemeClr>
              </a:gs>
              <a:gs pos="32000">
                <a:schemeClr val="accent1">
                  <a:tint val="23500"/>
                  <a:satMod val="16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3" name="Freeform: Shape 382">
            <a:extLst>
              <a:ext uri="{FF2B5EF4-FFF2-40B4-BE49-F238E27FC236}">
                <a16:creationId xmlns:a16="http://schemas.microsoft.com/office/drawing/2014/main" id="{159D3982-00BC-A35D-67B0-6F397C0C5400}"/>
              </a:ext>
            </a:extLst>
          </p:cNvPr>
          <p:cNvSpPr/>
          <p:nvPr/>
        </p:nvSpPr>
        <p:spPr>
          <a:xfrm>
            <a:off x="7843312" y="4061268"/>
            <a:ext cx="932818" cy="652165"/>
          </a:xfrm>
          <a:custGeom>
            <a:avLst/>
            <a:gdLst>
              <a:gd name="csX0" fmla="*/ 0 w 1761688"/>
              <a:gd name="csY0" fmla="*/ 0 h 1291904"/>
              <a:gd name="csX1" fmla="*/ 75501 w 1761688"/>
              <a:gd name="csY1" fmla="*/ 0 h 1291904"/>
              <a:gd name="csX2" fmla="*/ 1686187 w 1761688"/>
              <a:gd name="csY2" fmla="*/ 0 h 1291904"/>
              <a:gd name="csX3" fmla="*/ 1761688 w 1761688"/>
              <a:gd name="csY3" fmla="*/ 0 h 1291904"/>
              <a:gd name="csX4" fmla="*/ 1761688 w 1761688"/>
              <a:gd name="csY4" fmla="*/ 102765 h 1291904"/>
              <a:gd name="csX5" fmla="*/ 1686187 w 1761688"/>
              <a:gd name="csY5" fmla="*/ 102765 h 1291904"/>
              <a:gd name="csX6" fmla="*/ 1686187 w 1761688"/>
              <a:gd name="csY6" fmla="*/ 1189139 h 1291904"/>
              <a:gd name="csX7" fmla="*/ 1761688 w 1761688"/>
              <a:gd name="csY7" fmla="*/ 1189139 h 1291904"/>
              <a:gd name="csX8" fmla="*/ 1761688 w 1761688"/>
              <a:gd name="csY8" fmla="*/ 1291904 h 1291904"/>
              <a:gd name="csX9" fmla="*/ 1686187 w 1761688"/>
              <a:gd name="csY9" fmla="*/ 1291904 h 1291904"/>
              <a:gd name="csX10" fmla="*/ 75501 w 1761688"/>
              <a:gd name="csY10" fmla="*/ 1291904 h 1291904"/>
              <a:gd name="csX11" fmla="*/ 0 w 1761688"/>
              <a:gd name="csY11" fmla="*/ 1291904 h 1291904"/>
              <a:gd name="csX12" fmla="*/ 0 w 1761688"/>
              <a:gd name="csY12" fmla="*/ 1189139 h 1291904"/>
              <a:gd name="csX13" fmla="*/ 75501 w 1761688"/>
              <a:gd name="csY13" fmla="*/ 1189139 h 1291904"/>
              <a:gd name="csX14" fmla="*/ 75501 w 1761688"/>
              <a:gd name="csY14" fmla="*/ 102765 h 1291904"/>
              <a:gd name="csX15" fmla="*/ 0 w 1761688"/>
              <a:gd name="csY15" fmla="*/ 102765 h 12919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761688" h="1291904">
                <a:moveTo>
                  <a:pt x="0" y="0"/>
                </a:moveTo>
                <a:lnTo>
                  <a:pt x="75501" y="0"/>
                </a:lnTo>
                <a:lnTo>
                  <a:pt x="1686187" y="0"/>
                </a:lnTo>
                <a:lnTo>
                  <a:pt x="1761688" y="0"/>
                </a:lnTo>
                <a:lnTo>
                  <a:pt x="1761688" y="102765"/>
                </a:lnTo>
                <a:lnTo>
                  <a:pt x="1686187" y="102765"/>
                </a:lnTo>
                <a:lnTo>
                  <a:pt x="1686187" y="1189139"/>
                </a:lnTo>
                <a:lnTo>
                  <a:pt x="1761688" y="1189139"/>
                </a:lnTo>
                <a:lnTo>
                  <a:pt x="1761688" y="1291904"/>
                </a:lnTo>
                <a:lnTo>
                  <a:pt x="1686187" y="1291904"/>
                </a:lnTo>
                <a:lnTo>
                  <a:pt x="75501" y="1291904"/>
                </a:lnTo>
                <a:lnTo>
                  <a:pt x="0" y="1291904"/>
                </a:lnTo>
                <a:lnTo>
                  <a:pt x="0" y="1189139"/>
                </a:lnTo>
                <a:lnTo>
                  <a:pt x="75501" y="1189139"/>
                </a:lnTo>
                <a:lnTo>
                  <a:pt x="75501" y="102765"/>
                </a:lnTo>
                <a:lnTo>
                  <a:pt x="0" y="102765"/>
                </a:lnTo>
                <a:close/>
              </a:path>
            </a:pathLst>
          </a:custGeom>
          <a:gradFill flip="none" rotWithShape="1">
            <a:gsLst>
              <a:gs pos="35000">
                <a:srgbClr val="FFC000">
                  <a:alpha val="0"/>
                </a:srgbClr>
              </a:gs>
              <a:gs pos="100000">
                <a:srgbClr val="FFC000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2" name="Freeform: Shape 371">
            <a:extLst>
              <a:ext uri="{FF2B5EF4-FFF2-40B4-BE49-F238E27FC236}">
                <a16:creationId xmlns:a16="http://schemas.microsoft.com/office/drawing/2014/main" id="{15B2EB45-C718-27FC-9BD9-DB40C575D1DF}"/>
              </a:ext>
            </a:extLst>
          </p:cNvPr>
          <p:cNvSpPr/>
          <p:nvPr/>
        </p:nvSpPr>
        <p:spPr>
          <a:xfrm>
            <a:off x="6736883" y="4061268"/>
            <a:ext cx="937260" cy="652165"/>
          </a:xfrm>
          <a:custGeom>
            <a:avLst/>
            <a:gdLst>
              <a:gd name="csX0" fmla="*/ 0 w 937260"/>
              <a:gd name="csY0" fmla="*/ 0 h 652165"/>
              <a:gd name="csX1" fmla="*/ 179 w 937260"/>
              <a:gd name="csY1" fmla="*/ 0 h 652165"/>
              <a:gd name="csX2" fmla="*/ 116373 w 937260"/>
              <a:gd name="csY2" fmla="*/ 31552 h 652165"/>
              <a:gd name="csX3" fmla="*/ 468630 w 937260"/>
              <a:gd name="csY3" fmla="*/ 67131 h 652165"/>
              <a:gd name="csX4" fmla="*/ 820887 w 937260"/>
              <a:gd name="csY4" fmla="*/ 31552 h 652165"/>
              <a:gd name="csX5" fmla="*/ 937081 w 937260"/>
              <a:gd name="csY5" fmla="*/ 0 h 652165"/>
              <a:gd name="csX6" fmla="*/ 937260 w 937260"/>
              <a:gd name="csY6" fmla="*/ 0 h 652165"/>
              <a:gd name="csX7" fmla="*/ 937260 w 937260"/>
              <a:gd name="csY7" fmla="*/ 652165 h 652165"/>
              <a:gd name="csX8" fmla="*/ 937078 w 937260"/>
              <a:gd name="csY8" fmla="*/ 652165 h 652165"/>
              <a:gd name="csX9" fmla="*/ 820887 w 937260"/>
              <a:gd name="csY9" fmla="*/ 620614 h 652165"/>
              <a:gd name="csX10" fmla="*/ 468630 w 937260"/>
              <a:gd name="csY10" fmla="*/ 585035 h 652165"/>
              <a:gd name="csX11" fmla="*/ 116373 w 937260"/>
              <a:gd name="csY11" fmla="*/ 620614 h 652165"/>
              <a:gd name="csX12" fmla="*/ 183 w 937260"/>
              <a:gd name="csY12" fmla="*/ 652165 h 652165"/>
              <a:gd name="csX13" fmla="*/ 0 w 937260"/>
              <a:gd name="csY13" fmla="*/ 652165 h 6521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937260" h="652165">
                <a:moveTo>
                  <a:pt x="0" y="0"/>
                </a:moveTo>
                <a:lnTo>
                  <a:pt x="179" y="0"/>
                </a:lnTo>
                <a:lnTo>
                  <a:pt x="116373" y="31552"/>
                </a:lnTo>
                <a:cubicBezTo>
                  <a:pt x="224643" y="54462"/>
                  <a:pt x="343679" y="67131"/>
                  <a:pt x="468630" y="67131"/>
                </a:cubicBezTo>
                <a:cubicBezTo>
                  <a:pt x="593581" y="67131"/>
                  <a:pt x="712618" y="54462"/>
                  <a:pt x="820887" y="31552"/>
                </a:cubicBezTo>
                <a:lnTo>
                  <a:pt x="937081" y="0"/>
                </a:lnTo>
                <a:lnTo>
                  <a:pt x="937260" y="0"/>
                </a:lnTo>
                <a:lnTo>
                  <a:pt x="937260" y="652165"/>
                </a:lnTo>
                <a:lnTo>
                  <a:pt x="937078" y="652165"/>
                </a:lnTo>
                <a:lnTo>
                  <a:pt x="820887" y="620614"/>
                </a:lnTo>
                <a:cubicBezTo>
                  <a:pt x="712618" y="597704"/>
                  <a:pt x="593581" y="585035"/>
                  <a:pt x="468630" y="585035"/>
                </a:cubicBezTo>
                <a:cubicBezTo>
                  <a:pt x="343679" y="585035"/>
                  <a:pt x="224643" y="597704"/>
                  <a:pt x="116373" y="620614"/>
                </a:cubicBezTo>
                <a:lnTo>
                  <a:pt x="183" y="652165"/>
                </a:lnTo>
                <a:lnTo>
                  <a:pt x="0" y="652165"/>
                </a:lnTo>
                <a:close/>
              </a:path>
            </a:pathLst>
          </a:custGeom>
          <a:solidFill>
            <a:srgbClr val="36E67F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8" name="Freeform: Shape 377">
            <a:extLst>
              <a:ext uri="{FF2B5EF4-FFF2-40B4-BE49-F238E27FC236}">
                <a16:creationId xmlns:a16="http://schemas.microsoft.com/office/drawing/2014/main" id="{95B86A62-56C5-7E39-49DA-2A8B8476931F}"/>
              </a:ext>
            </a:extLst>
          </p:cNvPr>
          <p:cNvSpPr/>
          <p:nvPr/>
        </p:nvSpPr>
        <p:spPr>
          <a:xfrm>
            <a:off x="6736883" y="4061268"/>
            <a:ext cx="937260" cy="652165"/>
          </a:xfrm>
          <a:custGeom>
            <a:avLst/>
            <a:gdLst>
              <a:gd name="csX0" fmla="*/ 0 w 937260"/>
              <a:gd name="csY0" fmla="*/ 0 h 652165"/>
              <a:gd name="csX1" fmla="*/ 179 w 937260"/>
              <a:gd name="csY1" fmla="*/ 0 h 652165"/>
              <a:gd name="csX2" fmla="*/ 116373 w 937260"/>
              <a:gd name="csY2" fmla="*/ 31552 h 652165"/>
              <a:gd name="csX3" fmla="*/ 468630 w 937260"/>
              <a:gd name="csY3" fmla="*/ 67131 h 652165"/>
              <a:gd name="csX4" fmla="*/ 820887 w 937260"/>
              <a:gd name="csY4" fmla="*/ 31552 h 652165"/>
              <a:gd name="csX5" fmla="*/ 937081 w 937260"/>
              <a:gd name="csY5" fmla="*/ 0 h 652165"/>
              <a:gd name="csX6" fmla="*/ 937260 w 937260"/>
              <a:gd name="csY6" fmla="*/ 0 h 652165"/>
              <a:gd name="csX7" fmla="*/ 937260 w 937260"/>
              <a:gd name="csY7" fmla="*/ 652165 h 652165"/>
              <a:gd name="csX8" fmla="*/ 937078 w 937260"/>
              <a:gd name="csY8" fmla="*/ 652165 h 652165"/>
              <a:gd name="csX9" fmla="*/ 820887 w 937260"/>
              <a:gd name="csY9" fmla="*/ 620614 h 652165"/>
              <a:gd name="csX10" fmla="*/ 468630 w 937260"/>
              <a:gd name="csY10" fmla="*/ 585035 h 652165"/>
              <a:gd name="csX11" fmla="*/ 116373 w 937260"/>
              <a:gd name="csY11" fmla="*/ 620614 h 652165"/>
              <a:gd name="csX12" fmla="*/ 183 w 937260"/>
              <a:gd name="csY12" fmla="*/ 652165 h 652165"/>
              <a:gd name="csX13" fmla="*/ 0 w 937260"/>
              <a:gd name="csY13" fmla="*/ 652165 h 6521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937260" h="652165">
                <a:moveTo>
                  <a:pt x="0" y="0"/>
                </a:moveTo>
                <a:lnTo>
                  <a:pt x="179" y="0"/>
                </a:lnTo>
                <a:lnTo>
                  <a:pt x="116373" y="31552"/>
                </a:lnTo>
                <a:cubicBezTo>
                  <a:pt x="224643" y="54462"/>
                  <a:pt x="343679" y="67131"/>
                  <a:pt x="468630" y="67131"/>
                </a:cubicBezTo>
                <a:cubicBezTo>
                  <a:pt x="593581" y="67131"/>
                  <a:pt x="712618" y="54462"/>
                  <a:pt x="820887" y="31552"/>
                </a:cubicBezTo>
                <a:lnTo>
                  <a:pt x="937081" y="0"/>
                </a:lnTo>
                <a:lnTo>
                  <a:pt x="937260" y="0"/>
                </a:lnTo>
                <a:lnTo>
                  <a:pt x="937260" y="652165"/>
                </a:lnTo>
                <a:lnTo>
                  <a:pt x="937078" y="652165"/>
                </a:lnTo>
                <a:lnTo>
                  <a:pt x="820887" y="620614"/>
                </a:lnTo>
                <a:cubicBezTo>
                  <a:pt x="712618" y="597704"/>
                  <a:pt x="593581" y="585035"/>
                  <a:pt x="468630" y="585035"/>
                </a:cubicBezTo>
                <a:cubicBezTo>
                  <a:pt x="343679" y="585035"/>
                  <a:pt x="224643" y="597704"/>
                  <a:pt x="116373" y="620614"/>
                </a:cubicBezTo>
                <a:lnTo>
                  <a:pt x="183" y="652165"/>
                </a:lnTo>
                <a:lnTo>
                  <a:pt x="0" y="652165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alpha val="46000"/>
                </a:schemeClr>
              </a:gs>
              <a:gs pos="31000">
                <a:schemeClr val="accent1">
                  <a:tint val="23500"/>
                  <a:satMod val="16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4" name="Freeform: Shape 383">
            <a:extLst>
              <a:ext uri="{FF2B5EF4-FFF2-40B4-BE49-F238E27FC236}">
                <a16:creationId xmlns:a16="http://schemas.microsoft.com/office/drawing/2014/main" id="{D13259C3-6F29-EA99-E506-F44CFE698053}"/>
              </a:ext>
            </a:extLst>
          </p:cNvPr>
          <p:cNvSpPr/>
          <p:nvPr/>
        </p:nvSpPr>
        <p:spPr>
          <a:xfrm>
            <a:off x="6736883" y="4061268"/>
            <a:ext cx="937260" cy="652165"/>
          </a:xfrm>
          <a:custGeom>
            <a:avLst/>
            <a:gdLst>
              <a:gd name="csX0" fmla="*/ 0 w 937260"/>
              <a:gd name="csY0" fmla="*/ 0 h 652165"/>
              <a:gd name="csX1" fmla="*/ 179 w 937260"/>
              <a:gd name="csY1" fmla="*/ 0 h 652165"/>
              <a:gd name="csX2" fmla="*/ 116373 w 937260"/>
              <a:gd name="csY2" fmla="*/ 31552 h 652165"/>
              <a:gd name="csX3" fmla="*/ 468630 w 937260"/>
              <a:gd name="csY3" fmla="*/ 67131 h 652165"/>
              <a:gd name="csX4" fmla="*/ 820887 w 937260"/>
              <a:gd name="csY4" fmla="*/ 31552 h 652165"/>
              <a:gd name="csX5" fmla="*/ 937081 w 937260"/>
              <a:gd name="csY5" fmla="*/ 0 h 652165"/>
              <a:gd name="csX6" fmla="*/ 937260 w 937260"/>
              <a:gd name="csY6" fmla="*/ 0 h 652165"/>
              <a:gd name="csX7" fmla="*/ 937260 w 937260"/>
              <a:gd name="csY7" fmla="*/ 652165 h 652165"/>
              <a:gd name="csX8" fmla="*/ 937078 w 937260"/>
              <a:gd name="csY8" fmla="*/ 652165 h 652165"/>
              <a:gd name="csX9" fmla="*/ 820887 w 937260"/>
              <a:gd name="csY9" fmla="*/ 620614 h 652165"/>
              <a:gd name="csX10" fmla="*/ 468630 w 937260"/>
              <a:gd name="csY10" fmla="*/ 585035 h 652165"/>
              <a:gd name="csX11" fmla="*/ 116373 w 937260"/>
              <a:gd name="csY11" fmla="*/ 620614 h 652165"/>
              <a:gd name="csX12" fmla="*/ 183 w 937260"/>
              <a:gd name="csY12" fmla="*/ 652165 h 652165"/>
              <a:gd name="csX13" fmla="*/ 0 w 937260"/>
              <a:gd name="csY13" fmla="*/ 652165 h 6521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937260" h="652165">
                <a:moveTo>
                  <a:pt x="0" y="0"/>
                </a:moveTo>
                <a:lnTo>
                  <a:pt x="179" y="0"/>
                </a:lnTo>
                <a:lnTo>
                  <a:pt x="116373" y="31552"/>
                </a:lnTo>
                <a:cubicBezTo>
                  <a:pt x="224643" y="54462"/>
                  <a:pt x="343679" y="67131"/>
                  <a:pt x="468630" y="67131"/>
                </a:cubicBezTo>
                <a:cubicBezTo>
                  <a:pt x="593581" y="67131"/>
                  <a:pt x="712618" y="54462"/>
                  <a:pt x="820887" y="31552"/>
                </a:cubicBezTo>
                <a:lnTo>
                  <a:pt x="937081" y="0"/>
                </a:lnTo>
                <a:lnTo>
                  <a:pt x="937260" y="0"/>
                </a:lnTo>
                <a:lnTo>
                  <a:pt x="937260" y="652165"/>
                </a:lnTo>
                <a:lnTo>
                  <a:pt x="937078" y="652165"/>
                </a:lnTo>
                <a:lnTo>
                  <a:pt x="820887" y="620614"/>
                </a:lnTo>
                <a:cubicBezTo>
                  <a:pt x="712618" y="597704"/>
                  <a:pt x="593581" y="585035"/>
                  <a:pt x="468630" y="585035"/>
                </a:cubicBezTo>
                <a:cubicBezTo>
                  <a:pt x="343679" y="585035"/>
                  <a:pt x="224643" y="597704"/>
                  <a:pt x="116373" y="620614"/>
                </a:cubicBezTo>
                <a:lnTo>
                  <a:pt x="183" y="652165"/>
                </a:lnTo>
                <a:lnTo>
                  <a:pt x="0" y="652165"/>
                </a:lnTo>
                <a:close/>
              </a:path>
            </a:pathLst>
          </a:custGeom>
          <a:gradFill flip="none" rotWithShape="1">
            <a:gsLst>
              <a:gs pos="41000">
                <a:srgbClr val="00CC5C">
                  <a:alpha val="0"/>
                </a:srgbClr>
              </a:gs>
              <a:gs pos="100000">
                <a:srgbClr val="00CC5C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0" name="Freeform: Shape 389">
            <a:extLst>
              <a:ext uri="{FF2B5EF4-FFF2-40B4-BE49-F238E27FC236}">
                <a16:creationId xmlns:a16="http://schemas.microsoft.com/office/drawing/2014/main" id="{DB153151-5F39-E7DB-53AB-C319303C4144}"/>
              </a:ext>
            </a:extLst>
          </p:cNvPr>
          <p:cNvSpPr/>
          <p:nvPr/>
        </p:nvSpPr>
        <p:spPr>
          <a:xfrm>
            <a:off x="6736883" y="2628612"/>
            <a:ext cx="937260" cy="652165"/>
          </a:xfrm>
          <a:custGeom>
            <a:avLst/>
            <a:gdLst>
              <a:gd name="csX0" fmla="*/ 0 w 937260"/>
              <a:gd name="csY0" fmla="*/ 0 h 652165"/>
              <a:gd name="csX1" fmla="*/ 179 w 937260"/>
              <a:gd name="csY1" fmla="*/ 0 h 652165"/>
              <a:gd name="csX2" fmla="*/ 116373 w 937260"/>
              <a:gd name="csY2" fmla="*/ 31552 h 652165"/>
              <a:gd name="csX3" fmla="*/ 468630 w 937260"/>
              <a:gd name="csY3" fmla="*/ 67131 h 652165"/>
              <a:gd name="csX4" fmla="*/ 820887 w 937260"/>
              <a:gd name="csY4" fmla="*/ 31552 h 652165"/>
              <a:gd name="csX5" fmla="*/ 937081 w 937260"/>
              <a:gd name="csY5" fmla="*/ 0 h 652165"/>
              <a:gd name="csX6" fmla="*/ 937260 w 937260"/>
              <a:gd name="csY6" fmla="*/ 0 h 652165"/>
              <a:gd name="csX7" fmla="*/ 937260 w 937260"/>
              <a:gd name="csY7" fmla="*/ 652165 h 652165"/>
              <a:gd name="csX8" fmla="*/ 937078 w 937260"/>
              <a:gd name="csY8" fmla="*/ 652165 h 652165"/>
              <a:gd name="csX9" fmla="*/ 820887 w 937260"/>
              <a:gd name="csY9" fmla="*/ 620614 h 652165"/>
              <a:gd name="csX10" fmla="*/ 468630 w 937260"/>
              <a:gd name="csY10" fmla="*/ 585035 h 652165"/>
              <a:gd name="csX11" fmla="*/ 116373 w 937260"/>
              <a:gd name="csY11" fmla="*/ 620614 h 652165"/>
              <a:gd name="csX12" fmla="*/ 183 w 937260"/>
              <a:gd name="csY12" fmla="*/ 652165 h 652165"/>
              <a:gd name="csX13" fmla="*/ 0 w 937260"/>
              <a:gd name="csY13" fmla="*/ 652165 h 6521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937260" h="652165">
                <a:moveTo>
                  <a:pt x="0" y="0"/>
                </a:moveTo>
                <a:lnTo>
                  <a:pt x="179" y="0"/>
                </a:lnTo>
                <a:lnTo>
                  <a:pt x="116373" y="31552"/>
                </a:lnTo>
                <a:cubicBezTo>
                  <a:pt x="224643" y="54462"/>
                  <a:pt x="343679" y="67131"/>
                  <a:pt x="468630" y="67131"/>
                </a:cubicBezTo>
                <a:cubicBezTo>
                  <a:pt x="593581" y="67131"/>
                  <a:pt x="712618" y="54462"/>
                  <a:pt x="820887" y="31552"/>
                </a:cubicBezTo>
                <a:lnTo>
                  <a:pt x="937081" y="0"/>
                </a:lnTo>
                <a:lnTo>
                  <a:pt x="937260" y="0"/>
                </a:lnTo>
                <a:lnTo>
                  <a:pt x="937260" y="652165"/>
                </a:lnTo>
                <a:lnTo>
                  <a:pt x="937078" y="652165"/>
                </a:lnTo>
                <a:lnTo>
                  <a:pt x="820887" y="620614"/>
                </a:lnTo>
                <a:cubicBezTo>
                  <a:pt x="712618" y="597704"/>
                  <a:pt x="593581" y="585035"/>
                  <a:pt x="468630" y="585035"/>
                </a:cubicBezTo>
                <a:cubicBezTo>
                  <a:pt x="343679" y="585035"/>
                  <a:pt x="224643" y="597704"/>
                  <a:pt x="116373" y="620614"/>
                </a:cubicBezTo>
                <a:lnTo>
                  <a:pt x="183" y="652165"/>
                </a:lnTo>
                <a:lnTo>
                  <a:pt x="0" y="652165"/>
                </a:lnTo>
                <a:close/>
              </a:path>
            </a:pathLst>
          </a:custGeom>
          <a:gradFill flip="none" rotWithShape="1">
            <a:gsLst>
              <a:gs pos="87000">
                <a:schemeClr val="accent4">
                  <a:lumMod val="60000"/>
                  <a:lumOff val="40000"/>
                  <a:alpha val="49000"/>
                </a:schemeClr>
              </a:gs>
              <a:gs pos="56000">
                <a:schemeClr val="accent4">
                  <a:lumMod val="60000"/>
                  <a:lumOff val="40000"/>
                  <a:alpha val="0"/>
                </a:schemeClr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3" name="Freeform: Shape 372">
            <a:extLst>
              <a:ext uri="{FF2B5EF4-FFF2-40B4-BE49-F238E27FC236}">
                <a16:creationId xmlns:a16="http://schemas.microsoft.com/office/drawing/2014/main" id="{8B6303B1-E9A8-F88C-D9B3-1A5D7C330EE0}"/>
              </a:ext>
            </a:extLst>
          </p:cNvPr>
          <p:cNvSpPr/>
          <p:nvPr/>
        </p:nvSpPr>
        <p:spPr>
          <a:xfrm>
            <a:off x="4523163" y="4061268"/>
            <a:ext cx="937260" cy="652164"/>
          </a:xfrm>
          <a:custGeom>
            <a:avLst/>
            <a:gdLst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378854 h 1291903"/>
              <a:gd name="csX4" fmla="*/ 1770078 w 1770078"/>
              <a:gd name="csY4" fmla="*/ 456330 h 1291903"/>
              <a:gd name="csX5" fmla="*/ 1770078 w 1770078"/>
              <a:gd name="csY5" fmla="*/ 1291903 h 1291903"/>
              <a:gd name="csX6" fmla="*/ 0 w 1770078"/>
              <a:gd name="csY6" fmla="*/ 1291903 h 1291903"/>
              <a:gd name="csX7" fmla="*/ 0 w 1770078"/>
              <a:gd name="csY7" fmla="*/ 456330 h 1291903"/>
              <a:gd name="csX8" fmla="*/ 0 w 1770078"/>
              <a:gd name="csY8" fmla="*/ 378854 h 1291903"/>
              <a:gd name="csX9" fmla="*/ 13692 w 1770078"/>
              <a:gd name="csY9" fmla="*/ 378854 h 1291903"/>
              <a:gd name="csX10" fmla="*/ 17981 w 1770078"/>
              <a:gd name="csY10" fmla="*/ 364364 h 1291903"/>
              <a:gd name="csX11" fmla="*/ 885039 w 1770078"/>
              <a:gd name="csY11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378854 h 1291903"/>
              <a:gd name="csX4" fmla="*/ 1770078 w 1770078"/>
              <a:gd name="csY4" fmla="*/ 456330 h 1291903"/>
              <a:gd name="csX5" fmla="*/ 1770078 w 1770078"/>
              <a:gd name="csY5" fmla="*/ 1291903 h 1291903"/>
              <a:gd name="csX6" fmla="*/ 0 w 1770078"/>
              <a:gd name="csY6" fmla="*/ 1291903 h 1291903"/>
              <a:gd name="csX7" fmla="*/ 0 w 1770078"/>
              <a:gd name="csY7" fmla="*/ 456330 h 1291903"/>
              <a:gd name="csX8" fmla="*/ 13692 w 1770078"/>
              <a:gd name="csY8" fmla="*/ 378854 h 1291903"/>
              <a:gd name="csX9" fmla="*/ 17981 w 1770078"/>
              <a:gd name="csY9" fmla="*/ 364364 h 1291903"/>
              <a:gd name="csX10" fmla="*/ 885039 w 1770078"/>
              <a:gd name="csY10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378854 h 1291903"/>
              <a:gd name="csX4" fmla="*/ 1770078 w 1770078"/>
              <a:gd name="csY4" fmla="*/ 456330 h 1291903"/>
              <a:gd name="csX5" fmla="*/ 1770078 w 1770078"/>
              <a:gd name="csY5" fmla="*/ 1291903 h 1291903"/>
              <a:gd name="csX6" fmla="*/ 0 w 1770078"/>
              <a:gd name="csY6" fmla="*/ 1291903 h 1291903"/>
              <a:gd name="csX7" fmla="*/ 0 w 1770078"/>
              <a:gd name="csY7" fmla="*/ 456330 h 1291903"/>
              <a:gd name="csX8" fmla="*/ 17981 w 1770078"/>
              <a:gd name="csY8" fmla="*/ 364364 h 1291903"/>
              <a:gd name="csX9" fmla="*/ 885039 w 1770078"/>
              <a:gd name="csY9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456330 h 1291903"/>
              <a:gd name="csX4" fmla="*/ 1770078 w 1770078"/>
              <a:gd name="csY4" fmla="*/ 1291903 h 1291903"/>
              <a:gd name="csX5" fmla="*/ 0 w 1770078"/>
              <a:gd name="csY5" fmla="*/ 1291903 h 1291903"/>
              <a:gd name="csX6" fmla="*/ 0 w 1770078"/>
              <a:gd name="csY6" fmla="*/ 456330 h 1291903"/>
              <a:gd name="csX7" fmla="*/ 17981 w 1770078"/>
              <a:gd name="csY7" fmla="*/ 364364 h 1291903"/>
              <a:gd name="csX8" fmla="*/ 885039 w 1770078"/>
              <a:gd name="csY8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70078 w 1770078"/>
              <a:gd name="csY2" fmla="*/ 456330 h 1291903"/>
              <a:gd name="csX3" fmla="*/ 1770078 w 1770078"/>
              <a:gd name="csY3" fmla="*/ 1291903 h 1291903"/>
              <a:gd name="csX4" fmla="*/ 0 w 1770078"/>
              <a:gd name="csY4" fmla="*/ 1291903 h 1291903"/>
              <a:gd name="csX5" fmla="*/ 0 w 1770078"/>
              <a:gd name="csY5" fmla="*/ 456330 h 1291903"/>
              <a:gd name="csX6" fmla="*/ 17981 w 1770078"/>
              <a:gd name="csY6" fmla="*/ 364364 h 1291903"/>
              <a:gd name="csX7" fmla="*/ 885039 w 1770078"/>
              <a:gd name="csY7" fmla="*/ 0 h 12919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770078" h="1291903">
                <a:moveTo>
                  <a:pt x="885039" y="0"/>
                </a:moveTo>
                <a:cubicBezTo>
                  <a:pt x="1312734" y="0"/>
                  <a:pt x="1669571" y="156422"/>
                  <a:pt x="1752097" y="364364"/>
                </a:cubicBezTo>
                <a:lnTo>
                  <a:pt x="1770078" y="456330"/>
                </a:lnTo>
                <a:lnTo>
                  <a:pt x="1770078" y="1291903"/>
                </a:lnTo>
                <a:lnTo>
                  <a:pt x="0" y="1291903"/>
                </a:lnTo>
                <a:lnTo>
                  <a:pt x="0" y="456330"/>
                </a:lnTo>
                <a:lnTo>
                  <a:pt x="17981" y="364364"/>
                </a:lnTo>
                <a:cubicBezTo>
                  <a:pt x="100507" y="156422"/>
                  <a:pt x="457344" y="0"/>
                  <a:pt x="885039" y="0"/>
                </a:cubicBezTo>
                <a:close/>
              </a:path>
            </a:pathLst>
          </a:custGeom>
          <a:solidFill>
            <a:srgbClr val="68BBF4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9" name="Freeform: Shape 378">
            <a:extLst>
              <a:ext uri="{FF2B5EF4-FFF2-40B4-BE49-F238E27FC236}">
                <a16:creationId xmlns:a16="http://schemas.microsoft.com/office/drawing/2014/main" id="{DF41C559-56B0-73EE-E347-40E788A9103A}"/>
              </a:ext>
            </a:extLst>
          </p:cNvPr>
          <p:cNvSpPr/>
          <p:nvPr/>
        </p:nvSpPr>
        <p:spPr>
          <a:xfrm>
            <a:off x="4523163" y="4061268"/>
            <a:ext cx="937260" cy="652164"/>
          </a:xfrm>
          <a:custGeom>
            <a:avLst/>
            <a:gdLst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378854 h 1291903"/>
              <a:gd name="csX4" fmla="*/ 1770078 w 1770078"/>
              <a:gd name="csY4" fmla="*/ 456330 h 1291903"/>
              <a:gd name="csX5" fmla="*/ 1770078 w 1770078"/>
              <a:gd name="csY5" fmla="*/ 1291903 h 1291903"/>
              <a:gd name="csX6" fmla="*/ 0 w 1770078"/>
              <a:gd name="csY6" fmla="*/ 1291903 h 1291903"/>
              <a:gd name="csX7" fmla="*/ 0 w 1770078"/>
              <a:gd name="csY7" fmla="*/ 456330 h 1291903"/>
              <a:gd name="csX8" fmla="*/ 0 w 1770078"/>
              <a:gd name="csY8" fmla="*/ 378854 h 1291903"/>
              <a:gd name="csX9" fmla="*/ 13692 w 1770078"/>
              <a:gd name="csY9" fmla="*/ 378854 h 1291903"/>
              <a:gd name="csX10" fmla="*/ 17981 w 1770078"/>
              <a:gd name="csY10" fmla="*/ 364364 h 1291903"/>
              <a:gd name="csX11" fmla="*/ 885039 w 1770078"/>
              <a:gd name="csY11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378854 h 1291903"/>
              <a:gd name="csX4" fmla="*/ 1770078 w 1770078"/>
              <a:gd name="csY4" fmla="*/ 456330 h 1291903"/>
              <a:gd name="csX5" fmla="*/ 1770078 w 1770078"/>
              <a:gd name="csY5" fmla="*/ 1291903 h 1291903"/>
              <a:gd name="csX6" fmla="*/ 0 w 1770078"/>
              <a:gd name="csY6" fmla="*/ 1291903 h 1291903"/>
              <a:gd name="csX7" fmla="*/ 0 w 1770078"/>
              <a:gd name="csY7" fmla="*/ 456330 h 1291903"/>
              <a:gd name="csX8" fmla="*/ 13692 w 1770078"/>
              <a:gd name="csY8" fmla="*/ 378854 h 1291903"/>
              <a:gd name="csX9" fmla="*/ 17981 w 1770078"/>
              <a:gd name="csY9" fmla="*/ 364364 h 1291903"/>
              <a:gd name="csX10" fmla="*/ 885039 w 1770078"/>
              <a:gd name="csY10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378854 h 1291903"/>
              <a:gd name="csX4" fmla="*/ 1770078 w 1770078"/>
              <a:gd name="csY4" fmla="*/ 456330 h 1291903"/>
              <a:gd name="csX5" fmla="*/ 1770078 w 1770078"/>
              <a:gd name="csY5" fmla="*/ 1291903 h 1291903"/>
              <a:gd name="csX6" fmla="*/ 0 w 1770078"/>
              <a:gd name="csY6" fmla="*/ 1291903 h 1291903"/>
              <a:gd name="csX7" fmla="*/ 0 w 1770078"/>
              <a:gd name="csY7" fmla="*/ 456330 h 1291903"/>
              <a:gd name="csX8" fmla="*/ 17981 w 1770078"/>
              <a:gd name="csY8" fmla="*/ 364364 h 1291903"/>
              <a:gd name="csX9" fmla="*/ 885039 w 1770078"/>
              <a:gd name="csY9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456330 h 1291903"/>
              <a:gd name="csX4" fmla="*/ 1770078 w 1770078"/>
              <a:gd name="csY4" fmla="*/ 1291903 h 1291903"/>
              <a:gd name="csX5" fmla="*/ 0 w 1770078"/>
              <a:gd name="csY5" fmla="*/ 1291903 h 1291903"/>
              <a:gd name="csX6" fmla="*/ 0 w 1770078"/>
              <a:gd name="csY6" fmla="*/ 456330 h 1291903"/>
              <a:gd name="csX7" fmla="*/ 17981 w 1770078"/>
              <a:gd name="csY7" fmla="*/ 364364 h 1291903"/>
              <a:gd name="csX8" fmla="*/ 885039 w 1770078"/>
              <a:gd name="csY8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70078 w 1770078"/>
              <a:gd name="csY2" fmla="*/ 456330 h 1291903"/>
              <a:gd name="csX3" fmla="*/ 1770078 w 1770078"/>
              <a:gd name="csY3" fmla="*/ 1291903 h 1291903"/>
              <a:gd name="csX4" fmla="*/ 0 w 1770078"/>
              <a:gd name="csY4" fmla="*/ 1291903 h 1291903"/>
              <a:gd name="csX5" fmla="*/ 0 w 1770078"/>
              <a:gd name="csY5" fmla="*/ 456330 h 1291903"/>
              <a:gd name="csX6" fmla="*/ 17981 w 1770078"/>
              <a:gd name="csY6" fmla="*/ 364364 h 1291903"/>
              <a:gd name="csX7" fmla="*/ 885039 w 1770078"/>
              <a:gd name="csY7" fmla="*/ 0 h 12919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770078" h="1291903">
                <a:moveTo>
                  <a:pt x="885039" y="0"/>
                </a:moveTo>
                <a:cubicBezTo>
                  <a:pt x="1312734" y="0"/>
                  <a:pt x="1669571" y="156422"/>
                  <a:pt x="1752097" y="364364"/>
                </a:cubicBezTo>
                <a:lnTo>
                  <a:pt x="1770078" y="456330"/>
                </a:lnTo>
                <a:lnTo>
                  <a:pt x="1770078" y="1291903"/>
                </a:lnTo>
                <a:lnTo>
                  <a:pt x="0" y="1291903"/>
                </a:lnTo>
                <a:lnTo>
                  <a:pt x="0" y="456330"/>
                </a:lnTo>
                <a:lnTo>
                  <a:pt x="17981" y="364364"/>
                </a:lnTo>
                <a:cubicBezTo>
                  <a:pt x="100507" y="156422"/>
                  <a:pt x="457344" y="0"/>
                  <a:pt x="885039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1">
                  <a:alpha val="46000"/>
                </a:schemeClr>
              </a:gs>
              <a:gs pos="40000">
                <a:schemeClr val="accent1">
                  <a:tint val="23500"/>
                  <a:satMod val="16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5" name="Freeform: Shape 384">
            <a:extLst>
              <a:ext uri="{FF2B5EF4-FFF2-40B4-BE49-F238E27FC236}">
                <a16:creationId xmlns:a16="http://schemas.microsoft.com/office/drawing/2014/main" id="{50577716-8756-5FC9-F1A6-9FCBCF077079}"/>
              </a:ext>
            </a:extLst>
          </p:cNvPr>
          <p:cNvSpPr/>
          <p:nvPr/>
        </p:nvSpPr>
        <p:spPr>
          <a:xfrm>
            <a:off x="4523163" y="4061268"/>
            <a:ext cx="937260" cy="652164"/>
          </a:xfrm>
          <a:custGeom>
            <a:avLst/>
            <a:gdLst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378854 h 1291903"/>
              <a:gd name="csX4" fmla="*/ 1770078 w 1770078"/>
              <a:gd name="csY4" fmla="*/ 456330 h 1291903"/>
              <a:gd name="csX5" fmla="*/ 1770078 w 1770078"/>
              <a:gd name="csY5" fmla="*/ 1291903 h 1291903"/>
              <a:gd name="csX6" fmla="*/ 0 w 1770078"/>
              <a:gd name="csY6" fmla="*/ 1291903 h 1291903"/>
              <a:gd name="csX7" fmla="*/ 0 w 1770078"/>
              <a:gd name="csY7" fmla="*/ 456330 h 1291903"/>
              <a:gd name="csX8" fmla="*/ 0 w 1770078"/>
              <a:gd name="csY8" fmla="*/ 378854 h 1291903"/>
              <a:gd name="csX9" fmla="*/ 13692 w 1770078"/>
              <a:gd name="csY9" fmla="*/ 378854 h 1291903"/>
              <a:gd name="csX10" fmla="*/ 17981 w 1770078"/>
              <a:gd name="csY10" fmla="*/ 364364 h 1291903"/>
              <a:gd name="csX11" fmla="*/ 885039 w 1770078"/>
              <a:gd name="csY11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378854 h 1291903"/>
              <a:gd name="csX4" fmla="*/ 1770078 w 1770078"/>
              <a:gd name="csY4" fmla="*/ 456330 h 1291903"/>
              <a:gd name="csX5" fmla="*/ 1770078 w 1770078"/>
              <a:gd name="csY5" fmla="*/ 1291903 h 1291903"/>
              <a:gd name="csX6" fmla="*/ 0 w 1770078"/>
              <a:gd name="csY6" fmla="*/ 1291903 h 1291903"/>
              <a:gd name="csX7" fmla="*/ 0 w 1770078"/>
              <a:gd name="csY7" fmla="*/ 456330 h 1291903"/>
              <a:gd name="csX8" fmla="*/ 13692 w 1770078"/>
              <a:gd name="csY8" fmla="*/ 378854 h 1291903"/>
              <a:gd name="csX9" fmla="*/ 17981 w 1770078"/>
              <a:gd name="csY9" fmla="*/ 364364 h 1291903"/>
              <a:gd name="csX10" fmla="*/ 885039 w 1770078"/>
              <a:gd name="csY10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378854 h 1291903"/>
              <a:gd name="csX4" fmla="*/ 1770078 w 1770078"/>
              <a:gd name="csY4" fmla="*/ 456330 h 1291903"/>
              <a:gd name="csX5" fmla="*/ 1770078 w 1770078"/>
              <a:gd name="csY5" fmla="*/ 1291903 h 1291903"/>
              <a:gd name="csX6" fmla="*/ 0 w 1770078"/>
              <a:gd name="csY6" fmla="*/ 1291903 h 1291903"/>
              <a:gd name="csX7" fmla="*/ 0 w 1770078"/>
              <a:gd name="csY7" fmla="*/ 456330 h 1291903"/>
              <a:gd name="csX8" fmla="*/ 17981 w 1770078"/>
              <a:gd name="csY8" fmla="*/ 364364 h 1291903"/>
              <a:gd name="csX9" fmla="*/ 885039 w 1770078"/>
              <a:gd name="csY9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456330 h 1291903"/>
              <a:gd name="csX4" fmla="*/ 1770078 w 1770078"/>
              <a:gd name="csY4" fmla="*/ 1291903 h 1291903"/>
              <a:gd name="csX5" fmla="*/ 0 w 1770078"/>
              <a:gd name="csY5" fmla="*/ 1291903 h 1291903"/>
              <a:gd name="csX6" fmla="*/ 0 w 1770078"/>
              <a:gd name="csY6" fmla="*/ 456330 h 1291903"/>
              <a:gd name="csX7" fmla="*/ 17981 w 1770078"/>
              <a:gd name="csY7" fmla="*/ 364364 h 1291903"/>
              <a:gd name="csX8" fmla="*/ 885039 w 1770078"/>
              <a:gd name="csY8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70078 w 1770078"/>
              <a:gd name="csY2" fmla="*/ 456330 h 1291903"/>
              <a:gd name="csX3" fmla="*/ 1770078 w 1770078"/>
              <a:gd name="csY3" fmla="*/ 1291903 h 1291903"/>
              <a:gd name="csX4" fmla="*/ 0 w 1770078"/>
              <a:gd name="csY4" fmla="*/ 1291903 h 1291903"/>
              <a:gd name="csX5" fmla="*/ 0 w 1770078"/>
              <a:gd name="csY5" fmla="*/ 456330 h 1291903"/>
              <a:gd name="csX6" fmla="*/ 17981 w 1770078"/>
              <a:gd name="csY6" fmla="*/ 364364 h 1291903"/>
              <a:gd name="csX7" fmla="*/ 885039 w 1770078"/>
              <a:gd name="csY7" fmla="*/ 0 h 12919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770078" h="1291903">
                <a:moveTo>
                  <a:pt x="885039" y="0"/>
                </a:moveTo>
                <a:cubicBezTo>
                  <a:pt x="1312734" y="0"/>
                  <a:pt x="1669571" y="156422"/>
                  <a:pt x="1752097" y="364364"/>
                </a:cubicBezTo>
                <a:lnTo>
                  <a:pt x="1770078" y="456330"/>
                </a:lnTo>
                <a:lnTo>
                  <a:pt x="1770078" y="1291903"/>
                </a:lnTo>
                <a:lnTo>
                  <a:pt x="0" y="1291903"/>
                </a:lnTo>
                <a:lnTo>
                  <a:pt x="0" y="456330"/>
                </a:lnTo>
                <a:lnTo>
                  <a:pt x="17981" y="364364"/>
                </a:lnTo>
                <a:cubicBezTo>
                  <a:pt x="100507" y="156422"/>
                  <a:pt x="457344" y="0"/>
                  <a:pt x="885039" y="0"/>
                </a:cubicBezTo>
                <a:close/>
              </a:path>
            </a:pathLst>
          </a:custGeom>
          <a:gradFill flip="none" rotWithShape="1">
            <a:gsLst>
              <a:gs pos="37000">
                <a:srgbClr val="229BEE">
                  <a:alpha val="0"/>
                </a:srgbClr>
              </a:gs>
              <a:gs pos="100000">
                <a:srgbClr val="229BEE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4" name="Freeform: Shape 373">
            <a:extLst>
              <a:ext uri="{FF2B5EF4-FFF2-40B4-BE49-F238E27FC236}">
                <a16:creationId xmlns:a16="http://schemas.microsoft.com/office/drawing/2014/main" id="{FEC898AD-56E7-E960-36F7-45AEF59C0B1E}"/>
              </a:ext>
            </a:extLst>
          </p:cNvPr>
          <p:cNvSpPr/>
          <p:nvPr/>
        </p:nvSpPr>
        <p:spPr>
          <a:xfrm rot="16200000" flipH="1">
            <a:off x="5772571" y="3918721"/>
            <a:ext cx="652164" cy="937260"/>
          </a:xfrm>
          <a:custGeom>
            <a:avLst/>
            <a:gdLst>
              <a:gd name="csX0" fmla="*/ 0 w 1291905"/>
              <a:gd name="csY0" fmla="*/ 0 h 1770078"/>
              <a:gd name="csX1" fmla="*/ 0 w 1291905"/>
              <a:gd name="csY1" fmla="*/ 478173 h 1770078"/>
              <a:gd name="csX2" fmla="*/ 0 w 1291905"/>
              <a:gd name="csY2" fmla="*/ 1291905 h 1770078"/>
              <a:gd name="csX3" fmla="*/ 0 w 1291905"/>
              <a:gd name="csY3" fmla="*/ 1770078 h 1770078"/>
              <a:gd name="csX4" fmla="*/ 6123 w 1291905"/>
              <a:gd name="csY4" fmla="*/ 1770078 h 1770078"/>
              <a:gd name="csX5" fmla="*/ 109381 w 1291905"/>
              <a:gd name="csY5" fmla="*/ 1658008 h 1770078"/>
              <a:gd name="csX6" fmla="*/ 212639 w 1291905"/>
              <a:gd name="csY6" fmla="*/ 1770078 h 1770078"/>
              <a:gd name="csX7" fmla="*/ 221976 w 1291905"/>
              <a:gd name="csY7" fmla="*/ 1770078 h 1770078"/>
              <a:gd name="csX8" fmla="*/ 325234 w 1291905"/>
              <a:gd name="csY8" fmla="*/ 1658008 h 1770078"/>
              <a:gd name="csX9" fmla="*/ 428492 w 1291905"/>
              <a:gd name="csY9" fmla="*/ 1770078 h 1770078"/>
              <a:gd name="csX10" fmla="*/ 437829 w 1291905"/>
              <a:gd name="csY10" fmla="*/ 1770078 h 1770078"/>
              <a:gd name="csX11" fmla="*/ 541087 w 1291905"/>
              <a:gd name="csY11" fmla="*/ 1658008 h 1770078"/>
              <a:gd name="csX12" fmla="*/ 644346 w 1291905"/>
              <a:gd name="csY12" fmla="*/ 1770078 h 1770078"/>
              <a:gd name="csX13" fmla="*/ 653683 w 1291905"/>
              <a:gd name="csY13" fmla="*/ 1770078 h 1770078"/>
              <a:gd name="csX14" fmla="*/ 756941 w 1291905"/>
              <a:gd name="csY14" fmla="*/ 1658008 h 1770078"/>
              <a:gd name="csX15" fmla="*/ 860199 w 1291905"/>
              <a:gd name="csY15" fmla="*/ 1770078 h 1770078"/>
              <a:gd name="csX16" fmla="*/ 869536 w 1291905"/>
              <a:gd name="csY16" fmla="*/ 1770078 h 1770078"/>
              <a:gd name="csX17" fmla="*/ 972794 w 1291905"/>
              <a:gd name="csY17" fmla="*/ 1658008 h 1770078"/>
              <a:gd name="csX18" fmla="*/ 1076052 w 1291905"/>
              <a:gd name="csY18" fmla="*/ 1770078 h 1770078"/>
              <a:gd name="csX19" fmla="*/ 1085389 w 1291905"/>
              <a:gd name="csY19" fmla="*/ 1770078 h 1770078"/>
              <a:gd name="csX20" fmla="*/ 1188647 w 1291905"/>
              <a:gd name="csY20" fmla="*/ 1658008 h 1770078"/>
              <a:gd name="csX21" fmla="*/ 1291905 w 1291905"/>
              <a:gd name="csY21" fmla="*/ 1770078 h 1770078"/>
              <a:gd name="csX22" fmla="*/ 1291905 w 1291905"/>
              <a:gd name="csY22" fmla="*/ 1291905 h 1770078"/>
              <a:gd name="csX23" fmla="*/ 1291905 w 1291905"/>
              <a:gd name="csY23" fmla="*/ 478173 h 1770078"/>
              <a:gd name="csX24" fmla="*/ 1291905 w 1291905"/>
              <a:gd name="csY24" fmla="*/ 0 h 1770078"/>
              <a:gd name="csX25" fmla="*/ 1188647 w 1291905"/>
              <a:gd name="csY25" fmla="*/ 112070 h 1770078"/>
              <a:gd name="csX26" fmla="*/ 1085389 w 1291905"/>
              <a:gd name="csY26" fmla="*/ 0 h 1770078"/>
              <a:gd name="csX27" fmla="*/ 1076052 w 1291905"/>
              <a:gd name="csY27" fmla="*/ 0 h 1770078"/>
              <a:gd name="csX28" fmla="*/ 972794 w 1291905"/>
              <a:gd name="csY28" fmla="*/ 112070 h 1770078"/>
              <a:gd name="csX29" fmla="*/ 869536 w 1291905"/>
              <a:gd name="csY29" fmla="*/ 0 h 1770078"/>
              <a:gd name="csX30" fmla="*/ 860199 w 1291905"/>
              <a:gd name="csY30" fmla="*/ 0 h 1770078"/>
              <a:gd name="csX31" fmla="*/ 756941 w 1291905"/>
              <a:gd name="csY31" fmla="*/ 112070 h 1770078"/>
              <a:gd name="csX32" fmla="*/ 653683 w 1291905"/>
              <a:gd name="csY32" fmla="*/ 0 h 1770078"/>
              <a:gd name="csX33" fmla="*/ 644346 w 1291905"/>
              <a:gd name="csY33" fmla="*/ 0 h 1770078"/>
              <a:gd name="csX34" fmla="*/ 541087 w 1291905"/>
              <a:gd name="csY34" fmla="*/ 112070 h 1770078"/>
              <a:gd name="csX35" fmla="*/ 437829 w 1291905"/>
              <a:gd name="csY35" fmla="*/ 0 h 1770078"/>
              <a:gd name="csX36" fmla="*/ 428492 w 1291905"/>
              <a:gd name="csY36" fmla="*/ 0 h 1770078"/>
              <a:gd name="csX37" fmla="*/ 325234 w 1291905"/>
              <a:gd name="csY37" fmla="*/ 112070 h 1770078"/>
              <a:gd name="csX38" fmla="*/ 221976 w 1291905"/>
              <a:gd name="csY38" fmla="*/ 0 h 1770078"/>
              <a:gd name="csX39" fmla="*/ 212639 w 1291905"/>
              <a:gd name="csY39" fmla="*/ 0 h 1770078"/>
              <a:gd name="csX40" fmla="*/ 109381 w 1291905"/>
              <a:gd name="csY40" fmla="*/ 112070 h 1770078"/>
              <a:gd name="csX41" fmla="*/ 6123 w 1291905"/>
              <a:gd name="csY41" fmla="*/ 0 h 17700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291905" h="1770078">
                <a:moveTo>
                  <a:pt x="0" y="0"/>
                </a:moveTo>
                <a:lnTo>
                  <a:pt x="0" y="478173"/>
                </a:lnTo>
                <a:lnTo>
                  <a:pt x="0" y="1291905"/>
                </a:lnTo>
                <a:lnTo>
                  <a:pt x="0" y="1770078"/>
                </a:lnTo>
                <a:lnTo>
                  <a:pt x="6123" y="1770078"/>
                </a:lnTo>
                <a:lnTo>
                  <a:pt x="109381" y="1658008"/>
                </a:lnTo>
                <a:lnTo>
                  <a:pt x="212639" y="1770078"/>
                </a:lnTo>
                <a:lnTo>
                  <a:pt x="221976" y="1770078"/>
                </a:lnTo>
                <a:lnTo>
                  <a:pt x="325234" y="1658008"/>
                </a:lnTo>
                <a:lnTo>
                  <a:pt x="428492" y="1770078"/>
                </a:lnTo>
                <a:lnTo>
                  <a:pt x="437829" y="1770078"/>
                </a:lnTo>
                <a:lnTo>
                  <a:pt x="541087" y="1658008"/>
                </a:lnTo>
                <a:lnTo>
                  <a:pt x="644346" y="1770078"/>
                </a:lnTo>
                <a:lnTo>
                  <a:pt x="653683" y="1770078"/>
                </a:lnTo>
                <a:lnTo>
                  <a:pt x="756941" y="1658008"/>
                </a:lnTo>
                <a:lnTo>
                  <a:pt x="860199" y="1770078"/>
                </a:lnTo>
                <a:lnTo>
                  <a:pt x="869536" y="1770078"/>
                </a:lnTo>
                <a:lnTo>
                  <a:pt x="972794" y="1658008"/>
                </a:lnTo>
                <a:lnTo>
                  <a:pt x="1076052" y="1770078"/>
                </a:lnTo>
                <a:lnTo>
                  <a:pt x="1085389" y="1770078"/>
                </a:lnTo>
                <a:lnTo>
                  <a:pt x="1188647" y="1658008"/>
                </a:lnTo>
                <a:lnTo>
                  <a:pt x="1291905" y="1770078"/>
                </a:lnTo>
                <a:lnTo>
                  <a:pt x="1291905" y="1291905"/>
                </a:lnTo>
                <a:lnTo>
                  <a:pt x="1291905" y="478173"/>
                </a:lnTo>
                <a:lnTo>
                  <a:pt x="1291905" y="0"/>
                </a:lnTo>
                <a:lnTo>
                  <a:pt x="1188647" y="112070"/>
                </a:lnTo>
                <a:lnTo>
                  <a:pt x="1085389" y="0"/>
                </a:lnTo>
                <a:lnTo>
                  <a:pt x="1076052" y="0"/>
                </a:lnTo>
                <a:lnTo>
                  <a:pt x="972794" y="112070"/>
                </a:lnTo>
                <a:lnTo>
                  <a:pt x="869536" y="0"/>
                </a:lnTo>
                <a:lnTo>
                  <a:pt x="860199" y="0"/>
                </a:lnTo>
                <a:lnTo>
                  <a:pt x="756941" y="112070"/>
                </a:lnTo>
                <a:lnTo>
                  <a:pt x="653683" y="0"/>
                </a:lnTo>
                <a:lnTo>
                  <a:pt x="644346" y="0"/>
                </a:lnTo>
                <a:lnTo>
                  <a:pt x="541087" y="112070"/>
                </a:lnTo>
                <a:lnTo>
                  <a:pt x="437829" y="0"/>
                </a:lnTo>
                <a:lnTo>
                  <a:pt x="428492" y="0"/>
                </a:lnTo>
                <a:lnTo>
                  <a:pt x="325234" y="112070"/>
                </a:lnTo>
                <a:lnTo>
                  <a:pt x="221976" y="0"/>
                </a:lnTo>
                <a:lnTo>
                  <a:pt x="212639" y="0"/>
                </a:lnTo>
                <a:lnTo>
                  <a:pt x="109381" y="112070"/>
                </a:lnTo>
                <a:lnTo>
                  <a:pt x="6123" y="0"/>
                </a:lnTo>
                <a:close/>
              </a:path>
            </a:pathLst>
          </a:custGeom>
          <a:solidFill>
            <a:srgbClr val="F8604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0" name="Freeform: Shape 379">
            <a:extLst>
              <a:ext uri="{FF2B5EF4-FFF2-40B4-BE49-F238E27FC236}">
                <a16:creationId xmlns:a16="http://schemas.microsoft.com/office/drawing/2014/main" id="{A4EC357D-111B-E447-3AE0-293A4C5A277F}"/>
              </a:ext>
            </a:extLst>
          </p:cNvPr>
          <p:cNvSpPr/>
          <p:nvPr/>
        </p:nvSpPr>
        <p:spPr>
          <a:xfrm rot="16200000" flipH="1">
            <a:off x="5772571" y="3918721"/>
            <a:ext cx="652164" cy="937260"/>
          </a:xfrm>
          <a:custGeom>
            <a:avLst/>
            <a:gdLst>
              <a:gd name="csX0" fmla="*/ 0 w 1291905"/>
              <a:gd name="csY0" fmla="*/ 0 h 1770078"/>
              <a:gd name="csX1" fmla="*/ 0 w 1291905"/>
              <a:gd name="csY1" fmla="*/ 478173 h 1770078"/>
              <a:gd name="csX2" fmla="*/ 0 w 1291905"/>
              <a:gd name="csY2" fmla="*/ 1291905 h 1770078"/>
              <a:gd name="csX3" fmla="*/ 0 w 1291905"/>
              <a:gd name="csY3" fmla="*/ 1770078 h 1770078"/>
              <a:gd name="csX4" fmla="*/ 6123 w 1291905"/>
              <a:gd name="csY4" fmla="*/ 1770078 h 1770078"/>
              <a:gd name="csX5" fmla="*/ 109381 w 1291905"/>
              <a:gd name="csY5" fmla="*/ 1658008 h 1770078"/>
              <a:gd name="csX6" fmla="*/ 212639 w 1291905"/>
              <a:gd name="csY6" fmla="*/ 1770078 h 1770078"/>
              <a:gd name="csX7" fmla="*/ 221976 w 1291905"/>
              <a:gd name="csY7" fmla="*/ 1770078 h 1770078"/>
              <a:gd name="csX8" fmla="*/ 325234 w 1291905"/>
              <a:gd name="csY8" fmla="*/ 1658008 h 1770078"/>
              <a:gd name="csX9" fmla="*/ 428492 w 1291905"/>
              <a:gd name="csY9" fmla="*/ 1770078 h 1770078"/>
              <a:gd name="csX10" fmla="*/ 437829 w 1291905"/>
              <a:gd name="csY10" fmla="*/ 1770078 h 1770078"/>
              <a:gd name="csX11" fmla="*/ 541087 w 1291905"/>
              <a:gd name="csY11" fmla="*/ 1658008 h 1770078"/>
              <a:gd name="csX12" fmla="*/ 644346 w 1291905"/>
              <a:gd name="csY12" fmla="*/ 1770078 h 1770078"/>
              <a:gd name="csX13" fmla="*/ 653683 w 1291905"/>
              <a:gd name="csY13" fmla="*/ 1770078 h 1770078"/>
              <a:gd name="csX14" fmla="*/ 756941 w 1291905"/>
              <a:gd name="csY14" fmla="*/ 1658008 h 1770078"/>
              <a:gd name="csX15" fmla="*/ 860199 w 1291905"/>
              <a:gd name="csY15" fmla="*/ 1770078 h 1770078"/>
              <a:gd name="csX16" fmla="*/ 869536 w 1291905"/>
              <a:gd name="csY16" fmla="*/ 1770078 h 1770078"/>
              <a:gd name="csX17" fmla="*/ 972794 w 1291905"/>
              <a:gd name="csY17" fmla="*/ 1658008 h 1770078"/>
              <a:gd name="csX18" fmla="*/ 1076052 w 1291905"/>
              <a:gd name="csY18" fmla="*/ 1770078 h 1770078"/>
              <a:gd name="csX19" fmla="*/ 1085389 w 1291905"/>
              <a:gd name="csY19" fmla="*/ 1770078 h 1770078"/>
              <a:gd name="csX20" fmla="*/ 1188647 w 1291905"/>
              <a:gd name="csY20" fmla="*/ 1658008 h 1770078"/>
              <a:gd name="csX21" fmla="*/ 1291905 w 1291905"/>
              <a:gd name="csY21" fmla="*/ 1770078 h 1770078"/>
              <a:gd name="csX22" fmla="*/ 1291905 w 1291905"/>
              <a:gd name="csY22" fmla="*/ 1291905 h 1770078"/>
              <a:gd name="csX23" fmla="*/ 1291905 w 1291905"/>
              <a:gd name="csY23" fmla="*/ 478173 h 1770078"/>
              <a:gd name="csX24" fmla="*/ 1291905 w 1291905"/>
              <a:gd name="csY24" fmla="*/ 0 h 1770078"/>
              <a:gd name="csX25" fmla="*/ 1188647 w 1291905"/>
              <a:gd name="csY25" fmla="*/ 112070 h 1770078"/>
              <a:gd name="csX26" fmla="*/ 1085389 w 1291905"/>
              <a:gd name="csY26" fmla="*/ 0 h 1770078"/>
              <a:gd name="csX27" fmla="*/ 1076052 w 1291905"/>
              <a:gd name="csY27" fmla="*/ 0 h 1770078"/>
              <a:gd name="csX28" fmla="*/ 972794 w 1291905"/>
              <a:gd name="csY28" fmla="*/ 112070 h 1770078"/>
              <a:gd name="csX29" fmla="*/ 869536 w 1291905"/>
              <a:gd name="csY29" fmla="*/ 0 h 1770078"/>
              <a:gd name="csX30" fmla="*/ 860199 w 1291905"/>
              <a:gd name="csY30" fmla="*/ 0 h 1770078"/>
              <a:gd name="csX31" fmla="*/ 756941 w 1291905"/>
              <a:gd name="csY31" fmla="*/ 112070 h 1770078"/>
              <a:gd name="csX32" fmla="*/ 653683 w 1291905"/>
              <a:gd name="csY32" fmla="*/ 0 h 1770078"/>
              <a:gd name="csX33" fmla="*/ 644346 w 1291905"/>
              <a:gd name="csY33" fmla="*/ 0 h 1770078"/>
              <a:gd name="csX34" fmla="*/ 541087 w 1291905"/>
              <a:gd name="csY34" fmla="*/ 112070 h 1770078"/>
              <a:gd name="csX35" fmla="*/ 437829 w 1291905"/>
              <a:gd name="csY35" fmla="*/ 0 h 1770078"/>
              <a:gd name="csX36" fmla="*/ 428492 w 1291905"/>
              <a:gd name="csY36" fmla="*/ 0 h 1770078"/>
              <a:gd name="csX37" fmla="*/ 325234 w 1291905"/>
              <a:gd name="csY37" fmla="*/ 112070 h 1770078"/>
              <a:gd name="csX38" fmla="*/ 221976 w 1291905"/>
              <a:gd name="csY38" fmla="*/ 0 h 1770078"/>
              <a:gd name="csX39" fmla="*/ 212639 w 1291905"/>
              <a:gd name="csY39" fmla="*/ 0 h 1770078"/>
              <a:gd name="csX40" fmla="*/ 109381 w 1291905"/>
              <a:gd name="csY40" fmla="*/ 112070 h 1770078"/>
              <a:gd name="csX41" fmla="*/ 6123 w 1291905"/>
              <a:gd name="csY41" fmla="*/ 0 h 17700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291905" h="1770078">
                <a:moveTo>
                  <a:pt x="0" y="0"/>
                </a:moveTo>
                <a:lnTo>
                  <a:pt x="0" y="478173"/>
                </a:lnTo>
                <a:lnTo>
                  <a:pt x="0" y="1291905"/>
                </a:lnTo>
                <a:lnTo>
                  <a:pt x="0" y="1770078"/>
                </a:lnTo>
                <a:lnTo>
                  <a:pt x="6123" y="1770078"/>
                </a:lnTo>
                <a:lnTo>
                  <a:pt x="109381" y="1658008"/>
                </a:lnTo>
                <a:lnTo>
                  <a:pt x="212639" y="1770078"/>
                </a:lnTo>
                <a:lnTo>
                  <a:pt x="221976" y="1770078"/>
                </a:lnTo>
                <a:lnTo>
                  <a:pt x="325234" y="1658008"/>
                </a:lnTo>
                <a:lnTo>
                  <a:pt x="428492" y="1770078"/>
                </a:lnTo>
                <a:lnTo>
                  <a:pt x="437829" y="1770078"/>
                </a:lnTo>
                <a:lnTo>
                  <a:pt x="541087" y="1658008"/>
                </a:lnTo>
                <a:lnTo>
                  <a:pt x="644346" y="1770078"/>
                </a:lnTo>
                <a:lnTo>
                  <a:pt x="653683" y="1770078"/>
                </a:lnTo>
                <a:lnTo>
                  <a:pt x="756941" y="1658008"/>
                </a:lnTo>
                <a:lnTo>
                  <a:pt x="860199" y="1770078"/>
                </a:lnTo>
                <a:lnTo>
                  <a:pt x="869536" y="1770078"/>
                </a:lnTo>
                <a:lnTo>
                  <a:pt x="972794" y="1658008"/>
                </a:lnTo>
                <a:lnTo>
                  <a:pt x="1076052" y="1770078"/>
                </a:lnTo>
                <a:lnTo>
                  <a:pt x="1085389" y="1770078"/>
                </a:lnTo>
                <a:lnTo>
                  <a:pt x="1188647" y="1658008"/>
                </a:lnTo>
                <a:lnTo>
                  <a:pt x="1291905" y="1770078"/>
                </a:lnTo>
                <a:lnTo>
                  <a:pt x="1291905" y="1291905"/>
                </a:lnTo>
                <a:lnTo>
                  <a:pt x="1291905" y="478173"/>
                </a:lnTo>
                <a:lnTo>
                  <a:pt x="1291905" y="0"/>
                </a:lnTo>
                <a:lnTo>
                  <a:pt x="1188647" y="112070"/>
                </a:lnTo>
                <a:lnTo>
                  <a:pt x="1085389" y="0"/>
                </a:lnTo>
                <a:lnTo>
                  <a:pt x="1076052" y="0"/>
                </a:lnTo>
                <a:lnTo>
                  <a:pt x="972794" y="112070"/>
                </a:lnTo>
                <a:lnTo>
                  <a:pt x="869536" y="0"/>
                </a:lnTo>
                <a:lnTo>
                  <a:pt x="860199" y="0"/>
                </a:lnTo>
                <a:lnTo>
                  <a:pt x="756941" y="112070"/>
                </a:lnTo>
                <a:lnTo>
                  <a:pt x="653683" y="0"/>
                </a:lnTo>
                <a:lnTo>
                  <a:pt x="644346" y="0"/>
                </a:lnTo>
                <a:lnTo>
                  <a:pt x="541087" y="112070"/>
                </a:lnTo>
                <a:lnTo>
                  <a:pt x="437829" y="0"/>
                </a:lnTo>
                <a:lnTo>
                  <a:pt x="428492" y="0"/>
                </a:lnTo>
                <a:lnTo>
                  <a:pt x="325234" y="112070"/>
                </a:lnTo>
                <a:lnTo>
                  <a:pt x="221976" y="0"/>
                </a:lnTo>
                <a:lnTo>
                  <a:pt x="212639" y="0"/>
                </a:lnTo>
                <a:lnTo>
                  <a:pt x="109381" y="112070"/>
                </a:lnTo>
                <a:lnTo>
                  <a:pt x="6123" y="0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alpha val="46000"/>
                </a:schemeClr>
              </a:gs>
              <a:gs pos="35000">
                <a:schemeClr val="accent1">
                  <a:tint val="23500"/>
                  <a:satMod val="16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6" name="Freeform: Shape 385">
            <a:extLst>
              <a:ext uri="{FF2B5EF4-FFF2-40B4-BE49-F238E27FC236}">
                <a16:creationId xmlns:a16="http://schemas.microsoft.com/office/drawing/2014/main" id="{BF0DED88-A4BF-F579-E38F-673F030F0383}"/>
              </a:ext>
            </a:extLst>
          </p:cNvPr>
          <p:cNvSpPr/>
          <p:nvPr/>
        </p:nvSpPr>
        <p:spPr>
          <a:xfrm rot="16200000" flipV="1">
            <a:off x="5772571" y="3918721"/>
            <a:ext cx="652164" cy="937260"/>
          </a:xfrm>
          <a:custGeom>
            <a:avLst/>
            <a:gdLst>
              <a:gd name="csX0" fmla="*/ 0 w 1291905"/>
              <a:gd name="csY0" fmla="*/ 0 h 1770078"/>
              <a:gd name="csX1" fmla="*/ 0 w 1291905"/>
              <a:gd name="csY1" fmla="*/ 478173 h 1770078"/>
              <a:gd name="csX2" fmla="*/ 0 w 1291905"/>
              <a:gd name="csY2" fmla="*/ 1291905 h 1770078"/>
              <a:gd name="csX3" fmla="*/ 0 w 1291905"/>
              <a:gd name="csY3" fmla="*/ 1770078 h 1770078"/>
              <a:gd name="csX4" fmla="*/ 6123 w 1291905"/>
              <a:gd name="csY4" fmla="*/ 1770078 h 1770078"/>
              <a:gd name="csX5" fmla="*/ 109381 w 1291905"/>
              <a:gd name="csY5" fmla="*/ 1658008 h 1770078"/>
              <a:gd name="csX6" fmla="*/ 212639 w 1291905"/>
              <a:gd name="csY6" fmla="*/ 1770078 h 1770078"/>
              <a:gd name="csX7" fmla="*/ 221976 w 1291905"/>
              <a:gd name="csY7" fmla="*/ 1770078 h 1770078"/>
              <a:gd name="csX8" fmla="*/ 325234 w 1291905"/>
              <a:gd name="csY8" fmla="*/ 1658008 h 1770078"/>
              <a:gd name="csX9" fmla="*/ 428492 w 1291905"/>
              <a:gd name="csY9" fmla="*/ 1770078 h 1770078"/>
              <a:gd name="csX10" fmla="*/ 437829 w 1291905"/>
              <a:gd name="csY10" fmla="*/ 1770078 h 1770078"/>
              <a:gd name="csX11" fmla="*/ 541087 w 1291905"/>
              <a:gd name="csY11" fmla="*/ 1658008 h 1770078"/>
              <a:gd name="csX12" fmla="*/ 644346 w 1291905"/>
              <a:gd name="csY12" fmla="*/ 1770078 h 1770078"/>
              <a:gd name="csX13" fmla="*/ 653683 w 1291905"/>
              <a:gd name="csY13" fmla="*/ 1770078 h 1770078"/>
              <a:gd name="csX14" fmla="*/ 756941 w 1291905"/>
              <a:gd name="csY14" fmla="*/ 1658008 h 1770078"/>
              <a:gd name="csX15" fmla="*/ 860199 w 1291905"/>
              <a:gd name="csY15" fmla="*/ 1770078 h 1770078"/>
              <a:gd name="csX16" fmla="*/ 869536 w 1291905"/>
              <a:gd name="csY16" fmla="*/ 1770078 h 1770078"/>
              <a:gd name="csX17" fmla="*/ 972794 w 1291905"/>
              <a:gd name="csY17" fmla="*/ 1658008 h 1770078"/>
              <a:gd name="csX18" fmla="*/ 1076052 w 1291905"/>
              <a:gd name="csY18" fmla="*/ 1770078 h 1770078"/>
              <a:gd name="csX19" fmla="*/ 1085389 w 1291905"/>
              <a:gd name="csY19" fmla="*/ 1770078 h 1770078"/>
              <a:gd name="csX20" fmla="*/ 1188647 w 1291905"/>
              <a:gd name="csY20" fmla="*/ 1658008 h 1770078"/>
              <a:gd name="csX21" fmla="*/ 1291905 w 1291905"/>
              <a:gd name="csY21" fmla="*/ 1770078 h 1770078"/>
              <a:gd name="csX22" fmla="*/ 1291905 w 1291905"/>
              <a:gd name="csY22" fmla="*/ 1291905 h 1770078"/>
              <a:gd name="csX23" fmla="*/ 1291905 w 1291905"/>
              <a:gd name="csY23" fmla="*/ 478173 h 1770078"/>
              <a:gd name="csX24" fmla="*/ 1291905 w 1291905"/>
              <a:gd name="csY24" fmla="*/ 0 h 1770078"/>
              <a:gd name="csX25" fmla="*/ 1188647 w 1291905"/>
              <a:gd name="csY25" fmla="*/ 112070 h 1770078"/>
              <a:gd name="csX26" fmla="*/ 1085389 w 1291905"/>
              <a:gd name="csY26" fmla="*/ 0 h 1770078"/>
              <a:gd name="csX27" fmla="*/ 1076052 w 1291905"/>
              <a:gd name="csY27" fmla="*/ 0 h 1770078"/>
              <a:gd name="csX28" fmla="*/ 972794 w 1291905"/>
              <a:gd name="csY28" fmla="*/ 112070 h 1770078"/>
              <a:gd name="csX29" fmla="*/ 869536 w 1291905"/>
              <a:gd name="csY29" fmla="*/ 0 h 1770078"/>
              <a:gd name="csX30" fmla="*/ 860199 w 1291905"/>
              <a:gd name="csY30" fmla="*/ 0 h 1770078"/>
              <a:gd name="csX31" fmla="*/ 756941 w 1291905"/>
              <a:gd name="csY31" fmla="*/ 112070 h 1770078"/>
              <a:gd name="csX32" fmla="*/ 653683 w 1291905"/>
              <a:gd name="csY32" fmla="*/ 0 h 1770078"/>
              <a:gd name="csX33" fmla="*/ 644346 w 1291905"/>
              <a:gd name="csY33" fmla="*/ 0 h 1770078"/>
              <a:gd name="csX34" fmla="*/ 541087 w 1291905"/>
              <a:gd name="csY34" fmla="*/ 112070 h 1770078"/>
              <a:gd name="csX35" fmla="*/ 437829 w 1291905"/>
              <a:gd name="csY35" fmla="*/ 0 h 1770078"/>
              <a:gd name="csX36" fmla="*/ 428492 w 1291905"/>
              <a:gd name="csY36" fmla="*/ 0 h 1770078"/>
              <a:gd name="csX37" fmla="*/ 325234 w 1291905"/>
              <a:gd name="csY37" fmla="*/ 112070 h 1770078"/>
              <a:gd name="csX38" fmla="*/ 221976 w 1291905"/>
              <a:gd name="csY38" fmla="*/ 0 h 1770078"/>
              <a:gd name="csX39" fmla="*/ 212639 w 1291905"/>
              <a:gd name="csY39" fmla="*/ 0 h 1770078"/>
              <a:gd name="csX40" fmla="*/ 109381 w 1291905"/>
              <a:gd name="csY40" fmla="*/ 112070 h 1770078"/>
              <a:gd name="csX41" fmla="*/ 6123 w 1291905"/>
              <a:gd name="csY41" fmla="*/ 0 h 17700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291905" h="1770078">
                <a:moveTo>
                  <a:pt x="0" y="0"/>
                </a:moveTo>
                <a:lnTo>
                  <a:pt x="0" y="478173"/>
                </a:lnTo>
                <a:lnTo>
                  <a:pt x="0" y="1291905"/>
                </a:lnTo>
                <a:lnTo>
                  <a:pt x="0" y="1770078"/>
                </a:lnTo>
                <a:lnTo>
                  <a:pt x="6123" y="1770078"/>
                </a:lnTo>
                <a:lnTo>
                  <a:pt x="109381" y="1658008"/>
                </a:lnTo>
                <a:lnTo>
                  <a:pt x="212639" y="1770078"/>
                </a:lnTo>
                <a:lnTo>
                  <a:pt x="221976" y="1770078"/>
                </a:lnTo>
                <a:lnTo>
                  <a:pt x="325234" y="1658008"/>
                </a:lnTo>
                <a:lnTo>
                  <a:pt x="428492" y="1770078"/>
                </a:lnTo>
                <a:lnTo>
                  <a:pt x="437829" y="1770078"/>
                </a:lnTo>
                <a:lnTo>
                  <a:pt x="541087" y="1658008"/>
                </a:lnTo>
                <a:lnTo>
                  <a:pt x="644346" y="1770078"/>
                </a:lnTo>
                <a:lnTo>
                  <a:pt x="653683" y="1770078"/>
                </a:lnTo>
                <a:lnTo>
                  <a:pt x="756941" y="1658008"/>
                </a:lnTo>
                <a:lnTo>
                  <a:pt x="860199" y="1770078"/>
                </a:lnTo>
                <a:lnTo>
                  <a:pt x="869536" y="1770078"/>
                </a:lnTo>
                <a:lnTo>
                  <a:pt x="972794" y="1658008"/>
                </a:lnTo>
                <a:lnTo>
                  <a:pt x="1076052" y="1770078"/>
                </a:lnTo>
                <a:lnTo>
                  <a:pt x="1085389" y="1770078"/>
                </a:lnTo>
                <a:lnTo>
                  <a:pt x="1188647" y="1658008"/>
                </a:lnTo>
                <a:lnTo>
                  <a:pt x="1291905" y="1770078"/>
                </a:lnTo>
                <a:lnTo>
                  <a:pt x="1291905" y="1291905"/>
                </a:lnTo>
                <a:lnTo>
                  <a:pt x="1291905" y="478173"/>
                </a:lnTo>
                <a:lnTo>
                  <a:pt x="1291905" y="0"/>
                </a:lnTo>
                <a:lnTo>
                  <a:pt x="1188647" y="112070"/>
                </a:lnTo>
                <a:lnTo>
                  <a:pt x="1085389" y="0"/>
                </a:lnTo>
                <a:lnTo>
                  <a:pt x="1076052" y="0"/>
                </a:lnTo>
                <a:lnTo>
                  <a:pt x="972794" y="112070"/>
                </a:lnTo>
                <a:lnTo>
                  <a:pt x="869536" y="0"/>
                </a:lnTo>
                <a:lnTo>
                  <a:pt x="860199" y="0"/>
                </a:lnTo>
                <a:lnTo>
                  <a:pt x="756941" y="112070"/>
                </a:lnTo>
                <a:lnTo>
                  <a:pt x="653683" y="0"/>
                </a:lnTo>
                <a:lnTo>
                  <a:pt x="644346" y="0"/>
                </a:lnTo>
                <a:lnTo>
                  <a:pt x="541087" y="112070"/>
                </a:lnTo>
                <a:lnTo>
                  <a:pt x="437829" y="0"/>
                </a:lnTo>
                <a:lnTo>
                  <a:pt x="428492" y="0"/>
                </a:lnTo>
                <a:lnTo>
                  <a:pt x="325234" y="112070"/>
                </a:lnTo>
                <a:lnTo>
                  <a:pt x="221976" y="0"/>
                </a:lnTo>
                <a:lnTo>
                  <a:pt x="212639" y="0"/>
                </a:lnTo>
                <a:lnTo>
                  <a:pt x="109381" y="112070"/>
                </a:lnTo>
                <a:lnTo>
                  <a:pt x="6123" y="0"/>
                </a:lnTo>
                <a:close/>
              </a:path>
            </a:pathLst>
          </a:custGeom>
          <a:gradFill flip="none" rotWithShape="1">
            <a:gsLst>
              <a:gs pos="41000">
                <a:srgbClr val="FF4747">
                  <a:alpha val="0"/>
                </a:srgbClr>
              </a:gs>
              <a:gs pos="100000">
                <a:srgbClr val="FF4747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37E9100-BBC4-FF83-1072-017316D059DD}"/>
              </a:ext>
            </a:extLst>
          </p:cNvPr>
          <p:cNvSpPr/>
          <p:nvPr/>
        </p:nvSpPr>
        <p:spPr>
          <a:xfrm>
            <a:off x="7843312" y="4061268"/>
            <a:ext cx="932818" cy="652165"/>
          </a:xfrm>
          <a:custGeom>
            <a:avLst/>
            <a:gdLst>
              <a:gd name="csX0" fmla="*/ 0 w 1761688"/>
              <a:gd name="csY0" fmla="*/ 0 h 1291904"/>
              <a:gd name="csX1" fmla="*/ 75501 w 1761688"/>
              <a:gd name="csY1" fmla="*/ 0 h 1291904"/>
              <a:gd name="csX2" fmla="*/ 1686187 w 1761688"/>
              <a:gd name="csY2" fmla="*/ 0 h 1291904"/>
              <a:gd name="csX3" fmla="*/ 1761688 w 1761688"/>
              <a:gd name="csY3" fmla="*/ 0 h 1291904"/>
              <a:gd name="csX4" fmla="*/ 1761688 w 1761688"/>
              <a:gd name="csY4" fmla="*/ 102765 h 1291904"/>
              <a:gd name="csX5" fmla="*/ 1686187 w 1761688"/>
              <a:gd name="csY5" fmla="*/ 102765 h 1291904"/>
              <a:gd name="csX6" fmla="*/ 1686187 w 1761688"/>
              <a:gd name="csY6" fmla="*/ 1189139 h 1291904"/>
              <a:gd name="csX7" fmla="*/ 1761688 w 1761688"/>
              <a:gd name="csY7" fmla="*/ 1189139 h 1291904"/>
              <a:gd name="csX8" fmla="*/ 1761688 w 1761688"/>
              <a:gd name="csY8" fmla="*/ 1291904 h 1291904"/>
              <a:gd name="csX9" fmla="*/ 1686187 w 1761688"/>
              <a:gd name="csY9" fmla="*/ 1291904 h 1291904"/>
              <a:gd name="csX10" fmla="*/ 75501 w 1761688"/>
              <a:gd name="csY10" fmla="*/ 1291904 h 1291904"/>
              <a:gd name="csX11" fmla="*/ 0 w 1761688"/>
              <a:gd name="csY11" fmla="*/ 1291904 h 1291904"/>
              <a:gd name="csX12" fmla="*/ 0 w 1761688"/>
              <a:gd name="csY12" fmla="*/ 1189139 h 1291904"/>
              <a:gd name="csX13" fmla="*/ 75501 w 1761688"/>
              <a:gd name="csY13" fmla="*/ 1189139 h 1291904"/>
              <a:gd name="csX14" fmla="*/ 75501 w 1761688"/>
              <a:gd name="csY14" fmla="*/ 102765 h 1291904"/>
              <a:gd name="csX15" fmla="*/ 0 w 1761688"/>
              <a:gd name="csY15" fmla="*/ 102765 h 12919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761688" h="1291904">
                <a:moveTo>
                  <a:pt x="0" y="0"/>
                </a:moveTo>
                <a:lnTo>
                  <a:pt x="75501" y="0"/>
                </a:lnTo>
                <a:lnTo>
                  <a:pt x="1686187" y="0"/>
                </a:lnTo>
                <a:lnTo>
                  <a:pt x="1761688" y="0"/>
                </a:lnTo>
                <a:lnTo>
                  <a:pt x="1761688" y="102765"/>
                </a:lnTo>
                <a:lnTo>
                  <a:pt x="1686187" y="102765"/>
                </a:lnTo>
                <a:lnTo>
                  <a:pt x="1686187" y="1189139"/>
                </a:lnTo>
                <a:lnTo>
                  <a:pt x="1761688" y="1189139"/>
                </a:lnTo>
                <a:lnTo>
                  <a:pt x="1761688" y="1291904"/>
                </a:lnTo>
                <a:lnTo>
                  <a:pt x="1686187" y="1291904"/>
                </a:lnTo>
                <a:lnTo>
                  <a:pt x="75501" y="1291904"/>
                </a:lnTo>
                <a:lnTo>
                  <a:pt x="0" y="1291904"/>
                </a:lnTo>
                <a:lnTo>
                  <a:pt x="0" y="1189139"/>
                </a:lnTo>
                <a:lnTo>
                  <a:pt x="75501" y="1189139"/>
                </a:lnTo>
                <a:lnTo>
                  <a:pt x="75501" y="102765"/>
                </a:lnTo>
                <a:lnTo>
                  <a:pt x="0" y="102765"/>
                </a:lnTo>
                <a:close/>
              </a:path>
            </a:pathLst>
          </a:custGeom>
          <a:gradFill flip="none" rotWithShape="1">
            <a:gsLst>
              <a:gs pos="95000">
                <a:srgbClr val="F74B29">
                  <a:alpha val="25000"/>
                </a:srgbClr>
              </a:gs>
              <a:gs pos="52000">
                <a:srgbClr val="F74B29">
                  <a:alpha val="0"/>
                </a:srgbClr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DE663B35-73D6-D9C1-3AE9-00B19A831D70}"/>
              </a:ext>
            </a:extLst>
          </p:cNvPr>
          <p:cNvSpPr/>
          <p:nvPr/>
        </p:nvSpPr>
        <p:spPr>
          <a:xfrm>
            <a:off x="6736883" y="4061268"/>
            <a:ext cx="937260" cy="652165"/>
          </a:xfrm>
          <a:custGeom>
            <a:avLst/>
            <a:gdLst>
              <a:gd name="csX0" fmla="*/ 0 w 937260"/>
              <a:gd name="csY0" fmla="*/ 0 h 652165"/>
              <a:gd name="csX1" fmla="*/ 179 w 937260"/>
              <a:gd name="csY1" fmla="*/ 0 h 652165"/>
              <a:gd name="csX2" fmla="*/ 116373 w 937260"/>
              <a:gd name="csY2" fmla="*/ 31552 h 652165"/>
              <a:gd name="csX3" fmla="*/ 468630 w 937260"/>
              <a:gd name="csY3" fmla="*/ 67131 h 652165"/>
              <a:gd name="csX4" fmla="*/ 820887 w 937260"/>
              <a:gd name="csY4" fmla="*/ 31552 h 652165"/>
              <a:gd name="csX5" fmla="*/ 937081 w 937260"/>
              <a:gd name="csY5" fmla="*/ 0 h 652165"/>
              <a:gd name="csX6" fmla="*/ 937260 w 937260"/>
              <a:gd name="csY6" fmla="*/ 0 h 652165"/>
              <a:gd name="csX7" fmla="*/ 937260 w 937260"/>
              <a:gd name="csY7" fmla="*/ 652165 h 652165"/>
              <a:gd name="csX8" fmla="*/ 937078 w 937260"/>
              <a:gd name="csY8" fmla="*/ 652165 h 652165"/>
              <a:gd name="csX9" fmla="*/ 820887 w 937260"/>
              <a:gd name="csY9" fmla="*/ 620614 h 652165"/>
              <a:gd name="csX10" fmla="*/ 468630 w 937260"/>
              <a:gd name="csY10" fmla="*/ 585035 h 652165"/>
              <a:gd name="csX11" fmla="*/ 116373 w 937260"/>
              <a:gd name="csY11" fmla="*/ 620614 h 652165"/>
              <a:gd name="csX12" fmla="*/ 183 w 937260"/>
              <a:gd name="csY12" fmla="*/ 652165 h 652165"/>
              <a:gd name="csX13" fmla="*/ 0 w 937260"/>
              <a:gd name="csY13" fmla="*/ 652165 h 6521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937260" h="652165">
                <a:moveTo>
                  <a:pt x="0" y="0"/>
                </a:moveTo>
                <a:lnTo>
                  <a:pt x="179" y="0"/>
                </a:lnTo>
                <a:lnTo>
                  <a:pt x="116373" y="31552"/>
                </a:lnTo>
                <a:cubicBezTo>
                  <a:pt x="224643" y="54462"/>
                  <a:pt x="343679" y="67131"/>
                  <a:pt x="468630" y="67131"/>
                </a:cubicBezTo>
                <a:cubicBezTo>
                  <a:pt x="593581" y="67131"/>
                  <a:pt x="712618" y="54462"/>
                  <a:pt x="820887" y="31552"/>
                </a:cubicBezTo>
                <a:lnTo>
                  <a:pt x="937081" y="0"/>
                </a:lnTo>
                <a:lnTo>
                  <a:pt x="937260" y="0"/>
                </a:lnTo>
                <a:lnTo>
                  <a:pt x="937260" y="652165"/>
                </a:lnTo>
                <a:lnTo>
                  <a:pt x="937078" y="652165"/>
                </a:lnTo>
                <a:lnTo>
                  <a:pt x="820887" y="620614"/>
                </a:lnTo>
                <a:cubicBezTo>
                  <a:pt x="712618" y="597704"/>
                  <a:pt x="593581" y="585035"/>
                  <a:pt x="468630" y="585035"/>
                </a:cubicBezTo>
                <a:cubicBezTo>
                  <a:pt x="343679" y="585035"/>
                  <a:pt x="224643" y="597704"/>
                  <a:pt x="116373" y="620614"/>
                </a:cubicBezTo>
                <a:lnTo>
                  <a:pt x="183" y="652165"/>
                </a:lnTo>
                <a:lnTo>
                  <a:pt x="0" y="652165"/>
                </a:lnTo>
                <a:close/>
              </a:path>
            </a:pathLst>
          </a:custGeom>
          <a:gradFill flip="none" rotWithShape="1">
            <a:gsLst>
              <a:gs pos="87000">
                <a:schemeClr val="accent4">
                  <a:lumMod val="60000"/>
                  <a:lumOff val="40000"/>
                  <a:alpha val="49000"/>
                </a:schemeClr>
              </a:gs>
              <a:gs pos="56000">
                <a:schemeClr val="accent4">
                  <a:lumMod val="60000"/>
                  <a:lumOff val="40000"/>
                  <a:alpha val="0"/>
                </a:schemeClr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02E1815-5D48-1F53-9924-051962A169A2}"/>
              </a:ext>
            </a:extLst>
          </p:cNvPr>
          <p:cNvSpPr/>
          <p:nvPr/>
        </p:nvSpPr>
        <p:spPr>
          <a:xfrm rot="16200000" flipH="1">
            <a:off x="5772571" y="3918721"/>
            <a:ext cx="652164" cy="937260"/>
          </a:xfrm>
          <a:custGeom>
            <a:avLst/>
            <a:gdLst>
              <a:gd name="csX0" fmla="*/ 0 w 1291905"/>
              <a:gd name="csY0" fmla="*/ 0 h 1770078"/>
              <a:gd name="csX1" fmla="*/ 0 w 1291905"/>
              <a:gd name="csY1" fmla="*/ 478173 h 1770078"/>
              <a:gd name="csX2" fmla="*/ 0 w 1291905"/>
              <a:gd name="csY2" fmla="*/ 1291905 h 1770078"/>
              <a:gd name="csX3" fmla="*/ 0 w 1291905"/>
              <a:gd name="csY3" fmla="*/ 1770078 h 1770078"/>
              <a:gd name="csX4" fmla="*/ 6123 w 1291905"/>
              <a:gd name="csY4" fmla="*/ 1770078 h 1770078"/>
              <a:gd name="csX5" fmla="*/ 109381 w 1291905"/>
              <a:gd name="csY5" fmla="*/ 1658008 h 1770078"/>
              <a:gd name="csX6" fmla="*/ 212639 w 1291905"/>
              <a:gd name="csY6" fmla="*/ 1770078 h 1770078"/>
              <a:gd name="csX7" fmla="*/ 221976 w 1291905"/>
              <a:gd name="csY7" fmla="*/ 1770078 h 1770078"/>
              <a:gd name="csX8" fmla="*/ 325234 w 1291905"/>
              <a:gd name="csY8" fmla="*/ 1658008 h 1770078"/>
              <a:gd name="csX9" fmla="*/ 428492 w 1291905"/>
              <a:gd name="csY9" fmla="*/ 1770078 h 1770078"/>
              <a:gd name="csX10" fmla="*/ 437829 w 1291905"/>
              <a:gd name="csY10" fmla="*/ 1770078 h 1770078"/>
              <a:gd name="csX11" fmla="*/ 541087 w 1291905"/>
              <a:gd name="csY11" fmla="*/ 1658008 h 1770078"/>
              <a:gd name="csX12" fmla="*/ 644346 w 1291905"/>
              <a:gd name="csY12" fmla="*/ 1770078 h 1770078"/>
              <a:gd name="csX13" fmla="*/ 653683 w 1291905"/>
              <a:gd name="csY13" fmla="*/ 1770078 h 1770078"/>
              <a:gd name="csX14" fmla="*/ 756941 w 1291905"/>
              <a:gd name="csY14" fmla="*/ 1658008 h 1770078"/>
              <a:gd name="csX15" fmla="*/ 860199 w 1291905"/>
              <a:gd name="csY15" fmla="*/ 1770078 h 1770078"/>
              <a:gd name="csX16" fmla="*/ 869536 w 1291905"/>
              <a:gd name="csY16" fmla="*/ 1770078 h 1770078"/>
              <a:gd name="csX17" fmla="*/ 972794 w 1291905"/>
              <a:gd name="csY17" fmla="*/ 1658008 h 1770078"/>
              <a:gd name="csX18" fmla="*/ 1076052 w 1291905"/>
              <a:gd name="csY18" fmla="*/ 1770078 h 1770078"/>
              <a:gd name="csX19" fmla="*/ 1085389 w 1291905"/>
              <a:gd name="csY19" fmla="*/ 1770078 h 1770078"/>
              <a:gd name="csX20" fmla="*/ 1188647 w 1291905"/>
              <a:gd name="csY20" fmla="*/ 1658008 h 1770078"/>
              <a:gd name="csX21" fmla="*/ 1291905 w 1291905"/>
              <a:gd name="csY21" fmla="*/ 1770078 h 1770078"/>
              <a:gd name="csX22" fmla="*/ 1291905 w 1291905"/>
              <a:gd name="csY22" fmla="*/ 1291905 h 1770078"/>
              <a:gd name="csX23" fmla="*/ 1291905 w 1291905"/>
              <a:gd name="csY23" fmla="*/ 478173 h 1770078"/>
              <a:gd name="csX24" fmla="*/ 1291905 w 1291905"/>
              <a:gd name="csY24" fmla="*/ 0 h 1770078"/>
              <a:gd name="csX25" fmla="*/ 1188647 w 1291905"/>
              <a:gd name="csY25" fmla="*/ 112070 h 1770078"/>
              <a:gd name="csX26" fmla="*/ 1085389 w 1291905"/>
              <a:gd name="csY26" fmla="*/ 0 h 1770078"/>
              <a:gd name="csX27" fmla="*/ 1076052 w 1291905"/>
              <a:gd name="csY27" fmla="*/ 0 h 1770078"/>
              <a:gd name="csX28" fmla="*/ 972794 w 1291905"/>
              <a:gd name="csY28" fmla="*/ 112070 h 1770078"/>
              <a:gd name="csX29" fmla="*/ 869536 w 1291905"/>
              <a:gd name="csY29" fmla="*/ 0 h 1770078"/>
              <a:gd name="csX30" fmla="*/ 860199 w 1291905"/>
              <a:gd name="csY30" fmla="*/ 0 h 1770078"/>
              <a:gd name="csX31" fmla="*/ 756941 w 1291905"/>
              <a:gd name="csY31" fmla="*/ 112070 h 1770078"/>
              <a:gd name="csX32" fmla="*/ 653683 w 1291905"/>
              <a:gd name="csY32" fmla="*/ 0 h 1770078"/>
              <a:gd name="csX33" fmla="*/ 644346 w 1291905"/>
              <a:gd name="csY33" fmla="*/ 0 h 1770078"/>
              <a:gd name="csX34" fmla="*/ 541087 w 1291905"/>
              <a:gd name="csY34" fmla="*/ 112070 h 1770078"/>
              <a:gd name="csX35" fmla="*/ 437829 w 1291905"/>
              <a:gd name="csY35" fmla="*/ 0 h 1770078"/>
              <a:gd name="csX36" fmla="*/ 428492 w 1291905"/>
              <a:gd name="csY36" fmla="*/ 0 h 1770078"/>
              <a:gd name="csX37" fmla="*/ 325234 w 1291905"/>
              <a:gd name="csY37" fmla="*/ 112070 h 1770078"/>
              <a:gd name="csX38" fmla="*/ 221976 w 1291905"/>
              <a:gd name="csY38" fmla="*/ 0 h 1770078"/>
              <a:gd name="csX39" fmla="*/ 212639 w 1291905"/>
              <a:gd name="csY39" fmla="*/ 0 h 1770078"/>
              <a:gd name="csX40" fmla="*/ 109381 w 1291905"/>
              <a:gd name="csY40" fmla="*/ 112070 h 1770078"/>
              <a:gd name="csX41" fmla="*/ 6123 w 1291905"/>
              <a:gd name="csY41" fmla="*/ 0 h 17700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291905" h="1770078">
                <a:moveTo>
                  <a:pt x="0" y="0"/>
                </a:moveTo>
                <a:lnTo>
                  <a:pt x="0" y="478173"/>
                </a:lnTo>
                <a:lnTo>
                  <a:pt x="0" y="1291905"/>
                </a:lnTo>
                <a:lnTo>
                  <a:pt x="0" y="1770078"/>
                </a:lnTo>
                <a:lnTo>
                  <a:pt x="6123" y="1770078"/>
                </a:lnTo>
                <a:lnTo>
                  <a:pt x="109381" y="1658008"/>
                </a:lnTo>
                <a:lnTo>
                  <a:pt x="212639" y="1770078"/>
                </a:lnTo>
                <a:lnTo>
                  <a:pt x="221976" y="1770078"/>
                </a:lnTo>
                <a:lnTo>
                  <a:pt x="325234" y="1658008"/>
                </a:lnTo>
                <a:lnTo>
                  <a:pt x="428492" y="1770078"/>
                </a:lnTo>
                <a:lnTo>
                  <a:pt x="437829" y="1770078"/>
                </a:lnTo>
                <a:lnTo>
                  <a:pt x="541087" y="1658008"/>
                </a:lnTo>
                <a:lnTo>
                  <a:pt x="644346" y="1770078"/>
                </a:lnTo>
                <a:lnTo>
                  <a:pt x="653683" y="1770078"/>
                </a:lnTo>
                <a:lnTo>
                  <a:pt x="756941" y="1658008"/>
                </a:lnTo>
                <a:lnTo>
                  <a:pt x="860199" y="1770078"/>
                </a:lnTo>
                <a:lnTo>
                  <a:pt x="869536" y="1770078"/>
                </a:lnTo>
                <a:lnTo>
                  <a:pt x="972794" y="1658008"/>
                </a:lnTo>
                <a:lnTo>
                  <a:pt x="1076052" y="1770078"/>
                </a:lnTo>
                <a:lnTo>
                  <a:pt x="1085389" y="1770078"/>
                </a:lnTo>
                <a:lnTo>
                  <a:pt x="1188647" y="1658008"/>
                </a:lnTo>
                <a:lnTo>
                  <a:pt x="1291905" y="1770078"/>
                </a:lnTo>
                <a:lnTo>
                  <a:pt x="1291905" y="1291905"/>
                </a:lnTo>
                <a:lnTo>
                  <a:pt x="1291905" y="478173"/>
                </a:lnTo>
                <a:lnTo>
                  <a:pt x="1291905" y="0"/>
                </a:lnTo>
                <a:lnTo>
                  <a:pt x="1188647" y="112070"/>
                </a:lnTo>
                <a:lnTo>
                  <a:pt x="1085389" y="0"/>
                </a:lnTo>
                <a:lnTo>
                  <a:pt x="1076052" y="0"/>
                </a:lnTo>
                <a:lnTo>
                  <a:pt x="972794" y="112070"/>
                </a:lnTo>
                <a:lnTo>
                  <a:pt x="869536" y="0"/>
                </a:lnTo>
                <a:lnTo>
                  <a:pt x="860199" y="0"/>
                </a:lnTo>
                <a:lnTo>
                  <a:pt x="756941" y="112070"/>
                </a:lnTo>
                <a:lnTo>
                  <a:pt x="653683" y="0"/>
                </a:lnTo>
                <a:lnTo>
                  <a:pt x="644346" y="0"/>
                </a:lnTo>
                <a:lnTo>
                  <a:pt x="541087" y="112070"/>
                </a:lnTo>
                <a:lnTo>
                  <a:pt x="437829" y="0"/>
                </a:lnTo>
                <a:lnTo>
                  <a:pt x="428492" y="0"/>
                </a:lnTo>
                <a:lnTo>
                  <a:pt x="325234" y="112070"/>
                </a:lnTo>
                <a:lnTo>
                  <a:pt x="221976" y="0"/>
                </a:lnTo>
                <a:lnTo>
                  <a:pt x="212639" y="0"/>
                </a:lnTo>
                <a:lnTo>
                  <a:pt x="109381" y="112070"/>
                </a:lnTo>
                <a:lnTo>
                  <a:pt x="6123" y="0"/>
                </a:lnTo>
                <a:close/>
              </a:path>
            </a:pathLst>
          </a:custGeom>
          <a:gradFill flip="none" rotWithShape="1">
            <a:gsLst>
              <a:gs pos="100000">
                <a:srgbClr val="FF2D2D">
                  <a:alpha val="51765"/>
                </a:srgbClr>
              </a:gs>
              <a:gs pos="56000">
                <a:srgbClr val="FF2D2D">
                  <a:alpha val="0"/>
                </a:srgb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6A859E3-45DA-1E09-E6FA-79EA6F60E783}"/>
              </a:ext>
            </a:extLst>
          </p:cNvPr>
          <p:cNvSpPr/>
          <p:nvPr/>
        </p:nvSpPr>
        <p:spPr>
          <a:xfrm>
            <a:off x="4523163" y="4061268"/>
            <a:ext cx="937260" cy="652164"/>
          </a:xfrm>
          <a:custGeom>
            <a:avLst/>
            <a:gdLst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378854 h 1291903"/>
              <a:gd name="csX4" fmla="*/ 1770078 w 1770078"/>
              <a:gd name="csY4" fmla="*/ 456330 h 1291903"/>
              <a:gd name="csX5" fmla="*/ 1770078 w 1770078"/>
              <a:gd name="csY5" fmla="*/ 1291903 h 1291903"/>
              <a:gd name="csX6" fmla="*/ 0 w 1770078"/>
              <a:gd name="csY6" fmla="*/ 1291903 h 1291903"/>
              <a:gd name="csX7" fmla="*/ 0 w 1770078"/>
              <a:gd name="csY7" fmla="*/ 456330 h 1291903"/>
              <a:gd name="csX8" fmla="*/ 0 w 1770078"/>
              <a:gd name="csY8" fmla="*/ 378854 h 1291903"/>
              <a:gd name="csX9" fmla="*/ 13692 w 1770078"/>
              <a:gd name="csY9" fmla="*/ 378854 h 1291903"/>
              <a:gd name="csX10" fmla="*/ 17981 w 1770078"/>
              <a:gd name="csY10" fmla="*/ 364364 h 1291903"/>
              <a:gd name="csX11" fmla="*/ 885039 w 1770078"/>
              <a:gd name="csY11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378854 h 1291903"/>
              <a:gd name="csX4" fmla="*/ 1770078 w 1770078"/>
              <a:gd name="csY4" fmla="*/ 456330 h 1291903"/>
              <a:gd name="csX5" fmla="*/ 1770078 w 1770078"/>
              <a:gd name="csY5" fmla="*/ 1291903 h 1291903"/>
              <a:gd name="csX6" fmla="*/ 0 w 1770078"/>
              <a:gd name="csY6" fmla="*/ 1291903 h 1291903"/>
              <a:gd name="csX7" fmla="*/ 0 w 1770078"/>
              <a:gd name="csY7" fmla="*/ 456330 h 1291903"/>
              <a:gd name="csX8" fmla="*/ 13692 w 1770078"/>
              <a:gd name="csY8" fmla="*/ 378854 h 1291903"/>
              <a:gd name="csX9" fmla="*/ 17981 w 1770078"/>
              <a:gd name="csY9" fmla="*/ 364364 h 1291903"/>
              <a:gd name="csX10" fmla="*/ 885039 w 1770078"/>
              <a:gd name="csY10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378854 h 1291903"/>
              <a:gd name="csX4" fmla="*/ 1770078 w 1770078"/>
              <a:gd name="csY4" fmla="*/ 456330 h 1291903"/>
              <a:gd name="csX5" fmla="*/ 1770078 w 1770078"/>
              <a:gd name="csY5" fmla="*/ 1291903 h 1291903"/>
              <a:gd name="csX6" fmla="*/ 0 w 1770078"/>
              <a:gd name="csY6" fmla="*/ 1291903 h 1291903"/>
              <a:gd name="csX7" fmla="*/ 0 w 1770078"/>
              <a:gd name="csY7" fmla="*/ 456330 h 1291903"/>
              <a:gd name="csX8" fmla="*/ 17981 w 1770078"/>
              <a:gd name="csY8" fmla="*/ 364364 h 1291903"/>
              <a:gd name="csX9" fmla="*/ 885039 w 1770078"/>
              <a:gd name="csY9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456330 h 1291903"/>
              <a:gd name="csX4" fmla="*/ 1770078 w 1770078"/>
              <a:gd name="csY4" fmla="*/ 1291903 h 1291903"/>
              <a:gd name="csX5" fmla="*/ 0 w 1770078"/>
              <a:gd name="csY5" fmla="*/ 1291903 h 1291903"/>
              <a:gd name="csX6" fmla="*/ 0 w 1770078"/>
              <a:gd name="csY6" fmla="*/ 456330 h 1291903"/>
              <a:gd name="csX7" fmla="*/ 17981 w 1770078"/>
              <a:gd name="csY7" fmla="*/ 364364 h 1291903"/>
              <a:gd name="csX8" fmla="*/ 885039 w 1770078"/>
              <a:gd name="csY8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70078 w 1770078"/>
              <a:gd name="csY2" fmla="*/ 456330 h 1291903"/>
              <a:gd name="csX3" fmla="*/ 1770078 w 1770078"/>
              <a:gd name="csY3" fmla="*/ 1291903 h 1291903"/>
              <a:gd name="csX4" fmla="*/ 0 w 1770078"/>
              <a:gd name="csY4" fmla="*/ 1291903 h 1291903"/>
              <a:gd name="csX5" fmla="*/ 0 w 1770078"/>
              <a:gd name="csY5" fmla="*/ 456330 h 1291903"/>
              <a:gd name="csX6" fmla="*/ 17981 w 1770078"/>
              <a:gd name="csY6" fmla="*/ 364364 h 1291903"/>
              <a:gd name="csX7" fmla="*/ 885039 w 1770078"/>
              <a:gd name="csY7" fmla="*/ 0 h 12919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770078" h="1291903">
                <a:moveTo>
                  <a:pt x="885039" y="0"/>
                </a:moveTo>
                <a:cubicBezTo>
                  <a:pt x="1312734" y="0"/>
                  <a:pt x="1669571" y="156422"/>
                  <a:pt x="1752097" y="364364"/>
                </a:cubicBezTo>
                <a:lnTo>
                  <a:pt x="1770078" y="456330"/>
                </a:lnTo>
                <a:lnTo>
                  <a:pt x="1770078" y="1291903"/>
                </a:lnTo>
                <a:lnTo>
                  <a:pt x="0" y="1291903"/>
                </a:lnTo>
                <a:lnTo>
                  <a:pt x="0" y="456330"/>
                </a:lnTo>
                <a:lnTo>
                  <a:pt x="17981" y="364364"/>
                </a:lnTo>
                <a:cubicBezTo>
                  <a:pt x="100507" y="156422"/>
                  <a:pt x="457344" y="0"/>
                  <a:pt x="885039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65BDFF">
                  <a:alpha val="66667"/>
                </a:srgbClr>
              </a:gs>
              <a:gs pos="56000">
                <a:srgbClr val="65BDFF">
                  <a:alpha val="0"/>
                </a:srgbClr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B3B00C0-FDFB-2904-67BF-7E6DD7C92070}"/>
              </a:ext>
            </a:extLst>
          </p:cNvPr>
          <p:cNvSpPr/>
          <p:nvPr/>
        </p:nvSpPr>
        <p:spPr>
          <a:xfrm>
            <a:off x="3416303" y="4061267"/>
            <a:ext cx="937260" cy="652166"/>
          </a:xfrm>
          <a:prstGeom prst="roundRect">
            <a:avLst/>
          </a:prstGeom>
          <a:gradFill flip="none" rotWithShape="1">
            <a:gsLst>
              <a:gs pos="100000">
                <a:srgbClr val="3FCDFF">
                  <a:alpha val="16000"/>
                </a:srgbClr>
              </a:gs>
              <a:gs pos="56000">
                <a:srgbClr val="00B0F0">
                  <a:alpha val="0"/>
                </a:srgbClr>
              </a:gs>
            </a:gsLst>
            <a:lin ang="6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816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EB02AB71-560D-B89E-5DE4-34FAB3B4358B}"/>
              </a:ext>
            </a:extLst>
          </p:cNvPr>
          <p:cNvSpPr txBox="1"/>
          <p:nvPr/>
        </p:nvSpPr>
        <p:spPr>
          <a:xfrm>
            <a:off x="5371621" y="16559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7A0BF1-A07E-C291-06DB-390F9668E87D}"/>
              </a:ext>
            </a:extLst>
          </p:cNvPr>
          <p:cNvSpPr txBox="1"/>
          <p:nvPr/>
        </p:nvSpPr>
        <p:spPr>
          <a:xfrm>
            <a:off x="2861712" y="16559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758F67-FC8D-E4E6-B3F8-C0E6FDBC9C48}"/>
              </a:ext>
            </a:extLst>
          </p:cNvPr>
          <p:cNvSpPr txBox="1"/>
          <p:nvPr/>
        </p:nvSpPr>
        <p:spPr>
          <a:xfrm>
            <a:off x="6567085" y="165598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D6A337-A633-B877-B90D-71E3502CAC70}"/>
              </a:ext>
            </a:extLst>
          </p:cNvPr>
          <p:cNvSpPr txBox="1"/>
          <p:nvPr/>
        </p:nvSpPr>
        <p:spPr>
          <a:xfrm>
            <a:off x="4207325" y="16559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6FE4204-BEDE-AB1A-FDC6-CE2BC2D0C466}"/>
              </a:ext>
            </a:extLst>
          </p:cNvPr>
          <p:cNvSpPr txBox="1"/>
          <p:nvPr/>
        </p:nvSpPr>
        <p:spPr>
          <a:xfrm>
            <a:off x="8033885" y="165598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FBA92A9-9010-7BFC-681C-4B863379BF47}"/>
              </a:ext>
            </a:extLst>
          </p:cNvPr>
          <p:cNvSpPr/>
          <p:nvPr/>
        </p:nvSpPr>
        <p:spPr>
          <a:xfrm>
            <a:off x="2546329" y="812168"/>
            <a:ext cx="937260" cy="65216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E0A9775-16AC-CC28-A936-FF5C937D2C3D}"/>
              </a:ext>
            </a:extLst>
          </p:cNvPr>
          <p:cNvSpPr/>
          <p:nvPr/>
        </p:nvSpPr>
        <p:spPr>
          <a:xfrm>
            <a:off x="7698281" y="812169"/>
            <a:ext cx="932818" cy="652165"/>
          </a:xfrm>
          <a:custGeom>
            <a:avLst/>
            <a:gdLst>
              <a:gd name="csX0" fmla="*/ 0 w 1761688"/>
              <a:gd name="csY0" fmla="*/ 0 h 1291904"/>
              <a:gd name="csX1" fmla="*/ 75501 w 1761688"/>
              <a:gd name="csY1" fmla="*/ 0 h 1291904"/>
              <a:gd name="csX2" fmla="*/ 1686187 w 1761688"/>
              <a:gd name="csY2" fmla="*/ 0 h 1291904"/>
              <a:gd name="csX3" fmla="*/ 1761688 w 1761688"/>
              <a:gd name="csY3" fmla="*/ 0 h 1291904"/>
              <a:gd name="csX4" fmla="*/ 1761688 w 1761688"/>
              <a:gd name="csY4" fmla="*/ 102765 h 1291904"/>
              <a:gd name="csX5" fmla="*/ 1686187 w 1761688"/>
              <a:gd name="csY5" fmla="*/ 102765 h 1291904"/>
              <a:gd name="csX6" fmla="*/ 1686187 w 1761688"/>
              <a:gd name="csY6" fmla="*/ 1189139 h 1291904"/>
              <a:gd name="csX7" fmla="*/ 1761688 w 1761688"/>
              <a:gd name="csY7" fmla="*/ 1189139 h 1291904"/>
              <a:gd name="csX8" fmla="*/ 1761688 w 1761688"/>
              <a:gd name="csY8" fmla="*/ 1291904 h 1291904"/>
              <a:gd name="csX9" fmla="*/ 1686187 w 1761688"/>
              <a:gd name="csY9" fmla="*/ 1291904 h 1291904"/>
              <a:gd name="csX10" fmla="*/ 75501 w 1761688"/>
              <a:gd name="csY10" fmla="*/ 1291904 h 1291904"/>
              <a:gd name="csX11" fmla="*/ 0 w 1761688"/>
              <a:gd name="csY11" fmla="*/ 1291904 h 1291904"/>
              <a:gd name="csX12" fmla="*/ 0 w 1761688"/>
              <a:gd name="csY12" fmla="*/ 1189139 h 1291904"/>
              <a:gd name="csX13" fmla="*/ 75501 w 1761688"/>
              <a:gd name="csY13" fmla="*/ 1189139 h 1291904"/>
              <a:gd name="csX14" fmla="*/ 75501 w 1761688"/>
              <a:gd name="csY14" fmla="*/ 102765 h 1291904"/>
              <a:gd name="csX15" fmla="*/ 0 w 1761688"/>
              <a:gd name="csY15" fmla="*/ 102765 h 12919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761688" h="1291904">
                <a:moveTo>
                  <a:pt x="0" y="0"/>
                </a:moveTo>
                <a:lnTo>
                  <a:pt x="75501" y="0"/>
                </a:lnTo>
                <a:lnTo>
                  <a:pt x="1686187" y="0"/>
                </a:lnTo>
                <a:lnTo>
                  <a:pt x="1761688" y="0"/>
                </a:lnTo>
                <a:lnTo>
                  <a:pt x="1761688" y="102765"/>
                </a:lnTo>
                <a:lnTo>
                  <a:pt x="1686187" y="102765"/>
                </a:lnTo>
                <a:lnTo>
                  <a:pt x="1686187" y="1189139"/>
                </a:lnTo>
                <a:lnTo>
                  <a:pt x="1761688" y="1189139"/>
                </a:lnTo>
                <a:lnTo>
                  <a:pt x="1761688" y="1291904"/>
                </a:lnTo>
                <a:lnTo>
                  <a:pt x="1686187" y="1291904"/>
                </a:lnTo>
                <a:lnTo>
                  <a:pt x="75501" y="1291904"/>
                </a:lnTo>
                <a:lnTo>
                  <a:pt x="0" y="1291904"/>
                </a:lnTo>
                <a:lnTo>
                  <a:pt x="0" y="1189139"/>
                </a:lnTo>
                <a:lnTo>
                  <a:pt x="75501" y="1189139"/>
                </a:lnTo>
                <a:lnTo>
                  <a:pt x="75501" y="102765"/>
                </a:lnTo>
                <a:lnTo>
                  <a:pt x="0" y="1027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763365D-02FA-E1A3-5EDF-709DE02770B6}"/>
              </a:ext>
            </a:extLst>
          </p:cNvPr>
          <p:cNvSpPr/>
          <p:nvPr/>
        </p:nvSpPr>
        <p:spPr>
          <a:xfrm rot="16200000" flipH="1">
            <a:off x="5198786" y="669621"/>
            <a:ext cx="652164" cy="937260"/>
          </a:xfrm>
          <a:custGeom>
            <a:avLst/>
            <a:gdLst>
              <a:gd name="csX0" fmla="*/ 0 w 1291905"/>
              <a:gd name="csY0" fmla="*/ 0 h 1770078"/>
              <a:gd name="csX1" fmla="*/ 0 w 1291905"/>
              <a:gd name="csY1" fmla="*/ 478173 h 1770078"/>
              <a:gd name="csX2" fmla="*/ 0 w 1291905"/>
              <a:gd name="csY2" fmla="*/ 1291905 h 1770078"/>
              <a:gd name="csX3" fmla="*/ 0 w 1291905"/>
              <a:gd name="csY3" fmla="*/ 1770078 h 1770078"/>
              <a:gd name="csX4" fmla="*/ 6123 w 1291905"/>
              <a:gd name="csY4" fmla="*/ 1770078 h 1770078"/>
              <a:gd name="csX5" fmla="*/ 109381 w 1291905"/>
              <a:gd name="csY5" fmla="*/ 1658008 h 1770078"/>
              <a:gd name="csX6" fmla="*/ 212639 w 1291905"/>
              <a:gd name="csY6" fmla="*/ 1770078 h 1770078"/>
              <a:gd name="csX7" fmla="*/ 221976 w 1291905"/>
              <a:gd name="csY7" fmla="*/ 1770078 h 1770078"/>
              <a:gd name="csX8" fmla="*/ 325234 w 1291905"/>
              <a:gd name="csY8" fmla="*/ 1658008 h 1770078"/>
              <a:gd name="csX9" fmla="*/ 428492 w 1291905"/>
              <a:gd name="csY9" fmla="*/ 1770078 h 1770078"/>
              <a:gd name="csX10" fmla="*/ 437829 w 1291905"/>
              <a:gd name="csY10" fmla="*/ 1770078 h 1770078"/>
              <a:gd name="csX11" fmla="*/ 541087 w 1291905"/>
              <a:gd name="csY11" fmla="*/ 1658008 h 1770078"/>
              <a:gd name="csX12" fmla="*/ 644346 w 1291905"/>
              <a:gd name="csY12" fmla="*/ 1770078 h 1770078"/>
              <a:gd name="csX13" fmla="*/ 653683 w 1291905"/>
              <a:gd name="csY13" fmla="*/ 1770078 h 1770078"/>
              <a:gd name="csX14" fmla="*/ 756941 w 1291905"/>
              <a:gd name="csY14" fmla="*/ 1658008 h 1770078"/>
              <a:gd name="csX15" fmla="*/ 860199 w 1291905"/>
              <a:gd name="csY15" fmla="*/ 1770078 h 1770078"/>
              <a:gd name="csX16" fmla="*/ 869536 w 1291905"/>
              <a:gd name="csY16" fmla="*/ 1770078 h 1770078"/>
              <a:gd name="csX17" fmla="*/ 972794 w 1291905"/>
              <a:gd name="csY17" fmla="*/ 1658008 h 1770078"/>
              <a:gd name="csX18" fmla="*/ 1076052 w 1291905"/>
              <a:gd name="csY18" fmla="*/ 1770078 h 1770078"/>
              <a:gd name="csX19" fmla="*/ 1085389 w 1291905"/>
              <a:gd name="csY19" fmla="*/ 1770078 h 1770078"/>
              <a:gd name="csX20" fmla="*/ 1188647 w 1291905"/>
              <a:gd name="csY20" fmla="*/ 1658008 h 1770078"/>
              <a:gd name="csX21" fmla="*/ 1291905 w 1291905"/>
              <a:gd name="csY21" fmla="*/ 1770078 h 1770078"/>
              <a:gd name="csX22" fmla="*/ 1291905 w 1291905"/>
              <a:gd name="csY22" fmla="*/ 1291905 h 1770078"/>
              <a:gd name="csX23" fmla="*/ 1291905 w 1291905"/>
              <a:gd name="csY23" fmla="*/ 478173 h 1770078"/>
              <a:gd name="csX24" fmla="*/ 1291905 w 1291905"/>
              <a:gd name="csY24" fmla="*/ 0 h 1770078"/>
              <a:gd name="csX25" fmla="*/ 1188647 w 1291905"/>
              <a:gd name="csY25" fmla="*/ 112070 h 1770078"/>
              <a:gd name="csX26" fmla="*/ 1085389 w 1291905"/>
              <a:gd name="csY26" fmla="*/ 0 h 1770078"/>
              <a:gd name="csX27" fmla="*/ 1076052 w 1291905"/>
              <a:gd name="csY27" fmla="*/ 0 h 1770078"/>
              <a:gd name="csX28" fmla="*/ 972794 w 1291905"/>
              <a:gd name="csY28" fmla="*/ 112070 h 1770078"/>
              <a:gd name="csX29" fmla="*/ 869536 w 1291905"/>
              <a:gd name="csY29" fmla="*/ 0 h 1770078"/>
              <a:gd name="csX30" fmla="*/ 860199 w 1291905"/>
              <a:gd name="csY30" fmla="*/ 0 h 1770078"/>
              <a:gd name="csX31" fmla="*/ 756941 w 1291905"/>
              <a:gd name="csY31" fmla="*/ 112070 h 1770078"/>
              <a:gd name="csX32" fmla="*/ 653683 w 1291905"/>
              <a:gd name="csY32" fmla="*/ 0 h 1770078"/>
              <a:gd name="csX33" fmla="*/ 644346 w 1291905"/>
              <a:gd name="csY33" fmla="*/ 0 h 1770078"/>
              <a:gd name="csX34" fmla="*/ 541087 w 1291905"/>
              <a:gd name="csY34" fmla="*/ 112070 h 1770078"/>
              <a:gd name="csX35" fmla="*/ 437829 w 1291905"/>
              <a:gd name="csY35" fmla="*/ 0 h 1770078"/>
              <a:gd name="csX36" fmla="*/ 428492 w 1291905"/>
              <a:gd name="csY36" fmla="*/ 0 h 1770078"/>
              <a:gd name="csX37" fmla="*/ 325234 w 1291905"/>
              <a:gd name="csY37" fmla="*/ 112070 h 1770078"/>
              <a:gd name="csX38" fmla="*/ 221976 w 1291905"/>
              <a:gd name="csY38" fmla="*/ 0 h 1770078"/>
              <a:gd name="csX39" fmla="*/ 212639 w 1291905"/>
              <a:gd name="csY39" fmla="*/ 0 h 1770078"/>
              <a:gd name="csX40" fmla="*/ 109381 w 1291905"/>
              <a:gd name="csY40" fmla="*/ 112070 h 1770078"/>
              <a:gd name="csX41" fmla="*/ 6123 w 1291905"/>
              <a:gd name="csY41" fmla="*/ 0 h 17700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291905" h="1770078">
                <a:moveTo>
                  <a:pt x="0" y="0"/>
                </a:moveTo>
                <a:lnTo>
                  <a:pt x="0" y="478173"/>
                </a:lnTo>
                <a:lnTo>
                  <a:pt x="0" y="1291905"/>
                </a:lnTo>
                <a:lnTo>
                  <a:pt x="0" y="1770078"/>
                </a:lnTo>
                <a:lnTo>
                  <a:pt x="6123" y="1770078"/>
                </a:lnTo>
                <a:lnTo>
                  <a:pt x="109381" y="1658008"/>
                </a:lnTo>
                <a:lnTo>
                  <a:pt x="212639" y="1770078"/>
                </a:lnTo>
                <a:lnTo>
                  <a:pt x="221976" y="1770078"/>
                </a:lnTo>
                <a:lnTo>
                  <a:pt x="325234" y="1658008"/>
                </a:lnTo>
                <a:lnTo>
                  <a:pt x="428492" y="1770078"/>
                </a:lnTo>
                <a:lnTo>
                  <a:pt x="437829" y="1770078"/>
                </a:lnTo>
                <a:lnTo>
                  <a:pt x="541087" y="1658008"/>
                </a:lnTo>
                <a:lnTo>
                  <a:pt x="644346" y="1770078"/>
                </a:lnTo>
                <a:lnTo>
                  <a:pt x="653683" y="1770078"/>
                </a:lnTo>
                <a:lnTo>
                  <a:pt x="756941" y="1658008"/>
                </a:lnTo>
                <a:lnTo>
                  <a:pt x="860199" y="1770078"/>
                </a:lnTo>
                <a:lnTo>
                  <a:pt x="869536" y="1770078"/>
                </a:lnTo>
                <a:lnTo>
                  <a:pt x="972794" y="1658008"/>
                </a:lnTo>
                <a:lnTo>
                  <a:pt x="1076052" y="1770078"/>
                </a:lnTo>
                <a:lnTo>
                  <a:pt x="1085389" y="1770078"/>
                </a:lnTo>
                <a:lnTo>
                  <a:pt x="1188647" y="1658008"/>
                </a:lnTo>
                <a:lnTo>
                  <a:pt x="1291905" y="1770078"/>
                </a:lnTo>
                <a:lnTo>
                  <a:pt x="1291905" y="1291905"/>
                </a:lnTo>
                <a:lnTo>
                  <a:pt x="1291905" y="478173"/>
                </a:lnTo>
                <a:lnTo>
                  <a:pt x="1291905" y="0"/>
                </a:lnTo>
                <a:lnTo>
                  <a:pt x="1188647" y="112070"/>
                </a:lnTo>
                <a:lnTo>
                  <a:pt x="1085389" y="0"/>
                </a:lnTo>
                <a:lnTo>
                  <a:pt x="1076052" y="0"/>
                </a:lnTo>
                <a:lnTo>
                  <a:pt x="972794" y="112070"/>
                </a:lnTo>
                <a:lnTo>
                  <a:pt x="869536" y="0"/>
                </a:lnTo>
                <a:lnTo>
                  <a:pt x="860199" y="0"/>
                </a:lnTo>
                <a:lnTo>
                  <a:pt x="756941" y="112070"/>
                </a:lnTo>
                <a:lnTo>
                  <a:pt x="653683" y="0"/>
                </a:lnTo>
                <a:lnTo>
                  <a:pt x="644346" y="0"/>
                </a:lnTo>
                <a:lnTo>
                  <a:pt x="541087" y="112070"/>
                </a:lnTo>
                <a:lnTo>
                  <a:pt x="437829" y="0"/>
                </a:lnTo>
                <a:lnTo>
                  <a:pt x="428492" y="0"/>
                </a:lnTo>
                <a:lnTo>
                  <a:pt x="325234" y="112070"/>
                </a:lnTo>
                <a:lnTo>
                  <a:pt x="221976" y="0"/>
                </a:lnTo>
                <a:lnTo>
                  <a:pt x="212639" y="0"/>
                </a:lnTo>
                <a:lnTo>
                  <a:pt x="109381" y="112070"/>
                </a:lnTo>
                <a:lnTo>
                  <a:pt x="612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031813-5928-9A4C-032E-FF7B84B47C4B}"/>
              </a:ext>
            </a:extLst>
          </p:cNvPr>
          <p:cNvSpPr/>
          <p:nvPr/>
        </p:nvSpPr>
        <p:spPr>
          <a:xfrm>
            <a:off x="3879920" y="812169"/>
            <a:ext cx="937260" cy="652164"/>
          </a:xfrm>
          <a:custGeom>
            <a:avLst/>
            <a:gdLst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378854 h 1291903"/>
              <a:gd name="csX4" fmla="*/ 1770078 w 1770078"/>
              <a:gd name="csY4" fmla="*/ 456330 h 1291903"/>
              <a:gd name="csX5" fmla="*/ 1770078 w 1770078"/>
              <a:gd name="csY5" fmla="*/ 1291903 h 1291903"/>
              <a:gd name="csX6" fmla="*/ 0 w 1770078"/>
              <a:gd name="csY6" fmla="*/ 1291903 h 1291903"/>
              <a:gd name="csX7" fmla="*/ 0 w 1770078"/>
              <a:gd name="csY7" fmla="*/ 456330 h 1291903"/>
              <a:gd name="csX8" fmla="*/ 0 w 1770078"/>
              <a:gd name="csY8" fmla="*/ 378854 h 1291903"/>
              <a:gd name="csX9" fmla="*/ 13692 w 1770078"/>
              <a:gd name="csY9" fmla="*/ 378854 h 1291903"/>
              <a:gd name="csX10" fmla="*/ 17981 w 1770078"/>
              <a:gd name="csY10" fmla="*/ 364364 h 1291903"/>
              <a:gd name="csX11" fmla="*/ 885039 w 1770078"/>
              <a:gd name="csY11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378854 h 1291903"/>
              <a:gd name="csX4" fmla="*/ 1770078 w 1770078"/>
              <a:gd name="csY4" fmla="*/ 456330 h 1291903"/>
              <a:gd name="csX5" fmla="*/ 1770078 w 1770078"/>
              <a:gd name="csY5" fmla="*/ 1291903 h 1291903"/>
              <a:gd name="csX6" fmla="*/ 0 w 1770078"/>
              <a:gd name="csY6" fmla="*/ 1291903 h 1291903"/>
              <a:gd name="csX7" fmla="*/ 0 w 1770078"/>
              <a:gd name="csY7" fmla="*/ 456330 h 1291903"/>
              <a:gd name="csX8" fmla="*/ 13692 w 1770078"/>
              <a:gd name="csY8" fmla="*/ 378854 h 1291903"/>
              <a:gd name="csX9" fmla="*/ 17981 w 1770078"/>
              <a:gd name="csY9" fmla="*/ 364364 h 1291903"/>
              <a:gd name="csX10" fmla="*/ 885039 w 1770078"/>
              <a:gd name="csY10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378854 h 1291903"/>
              <a:gd name="csX4" fmla="*/ 1770078 w 1770078"/>
              <a:gd name="csY4" fmla="*/ 456330 h 1291903"/>
              <a:gd name="csX5" fmla="*/ 1770078 w 1770078"/>
              <a:gd name="csY5" fmla="*/ 1291903 h 1291903"/>
              <a:gd name="csX6" fmla="*/ 0 w 1770078"/>
              <a:gd name="csY6" fmla="*/ 1291903 h 1291903"/>
              <a:gd name="csX7" fmla="*/ 0 w 1770078"/>
              <a:gd name="csY7" fmla="*/ 456330 h 1291903"/>
              <a:gd name="csX8" fmla="*/ 17981 w 1770078"/>
              <a:gd name="csY8" fmla="*/ 364364 h 1291903"/>
              <a:gd name="csX9" fmla="*/ 885039 w 1770078"/>
              <a:gd name="csY9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456330 h 1291903"/>
              <a:gd name="csX4" fmla="*/ 1770078 w 1770078"/>
              <a:gd name="csY4" fmla="*/ 1291903 h 1291903"/>
              <a:gd name="csX5" fmla="*/ 0 w 1770078"/>
              <a:gd name="csY5" fmla="*/ 1291903 h 1291903"/>
              <a:gd name="csX6" fmla="*/ 0 w 1770078"/>
              <a:gd name="csY6" fmla="*/ 456330 h 1291903"/>
              <a:gd name="csX7" fmla="*/ 17981 w 1770078"/>
              <a:gd name="csY7" fmla="*/ 364364 h 1291903"/>
              <a:gd name="csX8" fmla="*/ 885039 w 1770078"/>
              <a:gd name="csY8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70078 w 1770078"/>
              <a:gd name="csY2" fmla="*/ 456330 h 1291903"/>
              <a:gd name="csX3" fmla="*/ 1770078 w 1770078"/>
              <a:gd name="csY3" fmla="*/ 1291903 h 1291903"/>
              <a:gd name="csX4" fmla="*/ 0 w 1770078"/>
              <a:gd name="csY4" fmla="*/ 1291903 h 1291903"/>
              <a:gd name="csX5" fmla="*/ 0 w 1770078"/>
              <a:gd name="csY5" fmla="*/ 456330 h 1291903"/>
              <a:gd name="csX6" fmla="*/ 17981 w 1770078"/>
              <a:gd name="csY6" fmla="*/ 364364 h 1291903"/>
              <a:gd name="csX7" fmla="*/ 885039 w 1770078"/>
              <a:gd name="csY7" fmla="*/ 0 h 12919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770078" h="1291903">
                <a:moveTo>
                  <a:pt x="885039" y="0"/>
                </a:moveTo>
                <a:cubicBezTo>
                  <a:pt x="1312734" y="0"/>
                  <a:pt x="1669571" y="156422"/>
                  <a:pt x="1752097" y="364364"/>
                </a:cubicBezTo>
                <a:lnTo>
                  <a:pt x="1770078" y="456330"/>
                </a:lnTo>
                <a:lnTo>
                  <a:pt x="1770078" y="1291903"/>
                </a:lnTo>
                <a:lnTo>
                  <a:pt x="0" y="1291903"/>
                </a:lnTo>
                <a:lnTo>
                  <a:pt x="0" y="456330"/>
                </a:lnTo>
                <a:lnTo>
                  <a:pt x="17981" y="364364"/>
                </a:lnTo>
                <a:cubicBezTo>
                  <a:pt x="100507" y="156422"/>
                  <a:pt x="457344" y="0"/>
                  <a:pt x="88503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3697E2C-6CBC-C4BD-5CC2-BD8D6C58D47C}"/>
              </a:ext>
            </a:extLst>
          </p:cNvPr>
          <p:cNvGrpSpPr/>
          <p:nvPr/>
        </p:nvGrpSpPr>
        <p:grpSpPr>
          <a:xfrm>
            <a:off x="2546329" y="1558946"/>
            <a:ext cx="6084770" cy="652166"/>
            <a:chOff x="2546329" y="2239749"/>
            <a:chExt cx="6084770" cy="65216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12C13025-5D67-6C8B-54DE-83B2023BAE11}"/>
                </a:ext>
              </a:extLst>
            </p:cNvPr>
            <p:cNvSpPr/>
            <p:nvPr/>
          </p:nvSpPr>
          <p:spPr>
            <a:xfrm>
              <a:off x="2546329" y="2239749"/>
              <a:ext cx="937260" cy="652166"/>
            </a:xfrm>
            <a:prstGeom prst="roundRect">
              <a:avLst/>
            </a:prstGeom>
            <a:solidFill>
              <a:srgbClr val="C775E7"/>
            </a:solidFill>
            <a:ln w="3175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52EF61E-B836-2759-45C5-72267A0CF283}"/>
                </a:ext>
              </a:extLst>
            </p:cNvPr>
            <p:cNvSpPr/>
            <p:nvPr/>
          </p:nvSpPr>
          <p:spPr>
            <a:xfrm>
              <a:off x="7698281" y="2239750"/>
              <a:ext cx="932818" cy="652165"/>
            </a:xfrm>
            <a:custGeom>
              <a:avLst/>
              <a:gdLst>
                <a:gd name="csX0" fmla="*/ 0 w 1761688"/>
                <a:gd name="csY0" fmla="*/ 0 h 1291904"/>
                <a:gd name="csX1" fmla="*/ 75501 w 1761688"/>
                <a:gd name="csY1" fmla="*/ 0 h 1291904"/>
                <a:gd name="csX2" fmla="*/ 1686187 w 1761688"/>
                <a:gd name="csY2" fmla="*/ 0 h 1291904"/>
                <a:gd name="csX3" fmla="*/ 1761688 w 1761688"/>
                <a:gd name="csY3" fmla="*/ 0 h 1291904"/>
                <a:gd name="csX4" fmla="*/ 1761688 w 1761688"/>
                <a:gd name="csY4" fmla="*/ 102765 h 1291904"/>
                <a:gd name="csX5" fmla="*/ 1686187 w 1761688"/>
                <a:gd name="csY5" fmla="*/ 102765 h 1291904"/>
                <a:gd name="csX6" fmla="*/ 1686187 w 1761688"/>
                <a:gd name="csY6" fmla="*/ 1189139 h 1291904"/>
                <a:gd name="csX7" fmla="*/ 1761688 w 1761688"/>
                <a:gd name="csY7" fmla="*/ 1189139 h 1291904"/>
                <a:gd name="csX8" fmla="*/ 1761688 w 1761688"/>
                <a:gd name="csY8" fmla="*/ 1291904 h 1291904"/>
                <a:gd name="csX9" fmla="*/ 1686187 w 1761688"/>
                <a:gd name="csY9" fmla="*/ 1291904 h 1291904"/>
                <a:gd name="csX10" fmla="*/ 75501 w 1761688"/>
                <a:gd name="csY10" fmla="*/ 1291904 h 1291904"/>
                <a:gd name="csX11" fmla="*/ 0 w 1761688"/>
                <a:gd name="csY11" fmla="*/ 1291904 h 1291904"/>
                <a:gd name="csX12" fmla="*/ 0 w 1761688"/>
                <a:gd name="csY12" fmla="*/ 1189139 h 1291904"/>
                <a:gd name="csX13" fmla="*/ 75501 w 1761688"/>
                <a:gd name="csY13" fmla="*/ 1189139 h 1291904"/>
                <a:gd name="csX14" fmla="*/ 75501 w 1761688"/>
                <a:gd name="csY14" fmla="*/ 102765 h 1291904"/>
                <a:gd name="csX15" fmla="*/ 0 w 1761688"/>
                <a:gd name="csY15" fmla="*/ 102765 h 1291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761688" h="1291904">
                  <a:moveTo>
                    <a:pt x="0" y="0"/>
                  </a:moveTo>
                  <a:lnTo>
                    <a:pt x="75501" y="0"/>
                  </a:lnTo>
                  <a:lnTo>
                    <a:pt x="1686187" y="0"/>
                  </a:lnTo>
                  <a:lnTo>
                    <a:pt x="1761688" y="0"/>
                  </a:lnTo>
                  <a:lnTo>
                    <a:pt x="1761688" y="102765"/>
                  </a:lnTo>
                  <a:lnTo>
                    <a:pt x="1686187" y="102765"/>
                  </a:lnTo>
                  <a:lnTo>
                    <a:pt x="1686187" y="1189139"/>
                  </a:lnTo>
                  <a:lnTo>
                    <a:pt x="1761688" y="1189139"/>
                  </a:lnTo>
                  <a:lnTo>
                    <a:pt x="1761688" y="1291904"/>
                  </a:lnTo>
                  <a:lnTo>
                    <a:pt x="1686187" y="1291904"/>
                  </a:lnTo>
                  <a:lnTo>
                    <a:pt x="75501" y="1291904"/>
                  </a:lnTo>
                  <a:lnTo>
                    <a:pt x="0" y="1291904"/>
                  </a:lnTo>
                  <a:lnTo>
                    <a:pt x="0" y="1189139"/>
                  </a:lnTo>
                  <a:lnTo>
                    <a:pt x="75501" y="1189139"/>
                  </a:lnTo>
                  <a:lnTo>
                    <a:pt x="75501" y="102765"/>
                  </a:lnTo>
                  <a:lnTo>
                    <a:pt x="0" y="102765"/>
                  </a:lnTo>
                  <a:close/>
                </a:path>
              </a:pathLst>
            </a:custGeom>
            <a:solidFill>
              <a:srgbClr val="ECC31D"/>
            </a:solidFill>
            <a:ln w="317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E213A89-99A8-A872-0282-9D1A8FF97292}"/>
                </a:ext>
              </a:extLst>
            </p:cNvPr>
            <p:cNvSpPr/>
            <p:nvPr/>
          </p:nvSpPr>
          <p:spPr>
            <a:xfrm rot="16200000" flipH="1">
              <a:off x="5198786" y="2097202"/>
              <a:ext cx="652164" cy="937260"/>
            </a:xfrm>
            <a:custGeom>
              <a:avLst/>
              <a:gdLst>
                <a:gd name="csX0" fmla="*/ 0 w 1291905"/>
                <a:gd name="csY0" fmla="*/ 0 h 1770078"/>
                <a:gd name="csX1" fmla="*/ 0 w 1291905"/>
                <a:gd name="csY1" fmla="*/ 478173 h 1770078"/>
                <a:gd name="csX2" fmla="*/ 0 w 1291905"/>
                <a:gd name="csY2" fmla="*/ 1291905 h 1770078"/>
                <a:gd name="csX3" fmla="*/ 0 w 1291905"/>
                <a:gd name="csY3" fmla="*/ 1770078 h 1770078"/>
                <a:gd name="csX4" fmla="*/ 6123 w 1291905"/>
                <a:gd name="csY4" fmla="*/ 1770078 h 1770078"/>
                <a:gd name="csX5" fmla="*/ 109381 w 1291905"/>
                <a:gd name="csY5" fmla="*/ 1658008 h 1770078"/>
                <a:gd name="csX6" fmla="*/ 212639 w 1291905"/>
                <a:gd name="csY6" fmla="*/ 1770078 h 1770078"/>
                <a:gd name="csX7" fmla="*/ 221976 w 1291905"/>
                <a:gd name="csY7" fmla="*/ 1770078 h 1770078"/>
                <a:gd name="csX8" fmla="*/ 325234 w 1291905"/>
                <a:gd name="csY8" fmla="*/ 1658008 h 1770078"/>
                <a:gd name="csX9" fmla="*/ 428492 w 1291905"/>
                <a:gd name="csY9" fmla="*/ 1770078 h 1770078"/>
                <a:gd name="csX10" fmla="*/ 437829 w 1291905"/>
                <a:gd name="csY10" fmla="*/ 1770078 h 1770078"/>
                <a:gd name="csX11" fmla="*/ 541087 w 1291905"/>
                <a:gd name="csY11" fmla="*/ 1658008 h 1770078"/>
                <a:gd name="csX12" fmla="*/ 644346 w 1291905"/>
                <a:gd name="csY12" fmla="*/ 1770078 h 1770078"/>
                <a:gd name="csX13" fmla="*/ 653683 w 1291905"/>
                <a:gd name="csY13" fmla="*/ 1770078 h 1770078"/>
                <a:gd name="csX14" fmla="*/ 756941 w 1291905"/>
                <a:gd name="csY14" fmla="*/ 1658008 h 1770078"/>
                <a:gd name="csX15" fmla="*/ 860199 w 1291905"/>
                <a:gd name="csY15" fmla="*/ 1770078 h 1770078"/>
                <a:gd name="csX16" fmla="*/ 869536 w 1291905"/>
                <a:gd name="csY16" fmla="*/ 1770078 h 1770078"/>
                <a:gd name="csX17" fmla="*/ 972794 w 1291905"/>
                <a:gd name="csY17" fmla="*/ 1658008 h 1770078"/>
                <a:gd name="csX18" fmla="*/ 1076052 w 1291905"/>
                <a:gd name="csY18" fmla="*/ 1770078 h 1770078"/>
                <a:gd name="csX19" fmla="*/ 1085389 w 1291905"/>
                <a:gd name="csY19" fmla="*/ 1770078 h 1770078"/>
                <a:gd name="csX20" fmla="*/ 1188647 w 1291905"/>
                <a:gd name="csY20" fmla="*/ 1658008 h 1770078"/>
                <a:gd name="csX21" fmla="*/ 1291905 w 1291905"/>
                <a:gd name="csY21" fmla="*/ 1770078 h 1770078"/>
                <a:gd name="csX22" fmla="*/ 1291905 w 1291905"/>
                <a:gd name="csY22" fmla="*/ 1291905 h 1770078"/>
                <a:gd name="csX23" fmla="*/ 1291905 w 1291905"/>
                <a:gd name="csY23" fmla="*/ 478173 h 1770078"/>
                <a:gd name="csX24" fmla="*/ 1291905 w 1291905"/>
                <a:gd name="csY24" fmla="*/ 0 h 1770078"/>
                <a:gd name="csX25" fmla="*/ 1188647 w 1291905"/>
                <a:gd name="csY25" fmla="*/ 112070 h 1770078"/>
                <a:gd name="csX26" fmla="*/ 1085389 w 1291905"/>
                <a:gd name="csY26" fmla="*/ 0 h 1770078"/>
                <a:gd name="csX27" fmla="*/ 1076052 w 1291905"/>
                <a:gd name="csY27" fmla="*/ 0 h 1770078"/>
                <a:gd name="csX28" fmla="*/ 972794 w 1291905"/>
                <a:gd name="csY28" fmla="*/ 112070 h 1770078"/>
                <a:gd name="csX29" fmla="*/ 869536 w 1291905"/>
                <a:gd name="csY29" fmla="*/ 0 h 1770078"/>
                <a:gd name="csX30" fmla="*/ 860199 w 1291905"/>
                <a:gd name="csY30" fmla="*/ 0 h 1770078"/>
                <a:gd name="csX31" fmla="*/ 756941 w 1291905"/>
                <a:gd name="csY31" fmla="*/ 112070 h 1770078"/>
                <a:gd name="csX32" fmla="*/ 653683 w 1291905"/>
                <a:gd name="csY32" fmla="*/ 0 h 1770078"/>
                <a:gd name="csX33" fmla="*/ 644346 w 1291905"/>
                <a:gd name="csY33" fmla="*/ 0 h 1770078"/>
                <a:gd name="csX34" fmla="*/ 541087 w 1291905"/>
                <a:gd name="csY34" fmla="*/ 112070 h 1770078"/>
                <a:gd name="csX35" fmla="*/ 437829 w 1291905"/>
                <a:gd name="csY35" fmla="*/ 0 h 1770078"/>
                <a:gd name="csX36" fmla="*/ 428492 w 1291905"/>
                <a:gd name="csY36" fmla="*/ 0 h 1770078"/>
                <a:gd name="csX37" fmla="*/ 325234 w 1291905"/>
                <a:gd name="csY37" fmla="*/ 112070 h 1770078"/>
                <a:gd name="csX38" fmla="*/ 221976 w 1291905"/>
                <a:gd name="csY38" fmla="*/ 0 h 1770078"/>
                <a:gd name="csX39" fmla="*/ 212639 w 1291905"/>
                <a:gd name="csY39" fmla="*/ 0 h 1770078"/>
                <a:gd name="csX40" fmla="*/ 109381 w 1291905"/>
                <a:gd name="csY40" fmla="*/ 112070 h 1770078"/>
                <a:gd name="csX41" fmla="*/ 6123 w 1291905"/>
                <a:gd name="csY41" fmla="*/ 0 h 17700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1291905" h="1770078">
                  <a:moveTo>
                    <a:pt x="0" y="0"/>
                  </a:moveTo>
                  <a:lnTo>
                    <a:pt x="0" y="478173"/>
                  </a:lnTo>
                  <a:lnTo>
                    <a:pt x="0" y="1291905"/>
                  </a:lnTo>
                  <a:lnTo>
                    <a:pt x="0" y="1770078"/>
                  </a:lnTo>
                  <a:lnTo>
                    <a:pt x="6123" y="1770078"/>
                  </a:lnTo>
                  <a:lnTo>
                    <a:pt x="109381" y="1658008"/>
                  </a:lnTo>
                  <a:lnTo>
                    <a:pt x="212639" y="1770078"/>
                  </a:lnTo>
                  <a:lnTo>
                    <a:pt x="221976" y="1770078"/>
                  </a:lnTo>
                  <a:lnTo>
                    <a:pt x="325234" y="1658008"/>
                  </a:lnTo>
                  <a:lnTo>
                    <a:pt x="428492" y="1770078"/>
                  </a:lnTo>
                  <a:lnTo>
                    <a:pt x="437829" y="1770078"/>
                  </a:lnTo>
                  <a:lnTo>
                    <a:pt x="541087" y="1658008"/>
                  </a:lnTo>
                  <a:lnTo>
                    <a:pt x="644346" y="1770078"/>
                  </a:lnTo>
                  <a:lnTo>
                    <a:pt x="653683" y="1770078"/>
                  </a:lnTo>
                  <a:lnTo>
                    <a:pt x="756941" y="1658008"/>
                  </a:lnTo>
                  <a:lnTo>
                    <a:pt x="860199" y="1770078"/>
                  </a:lnTo>
                  <a:lnTo>
                    <a:pt x="869536" y="1770078"/>
                  </a:lnTo>
                  <a:lnTo>
                    <a:pt x="972794" y="1658008"/>
                  </a:lnTo>
                  <a:lnTo>
                    <a:pt x="1076052" y="1770078"/>
                  </a:lnTo>
                  <a:lnTo>
                    <a:pt x="1085389" y="1770078"/>
                  </a:lnTo>
                  <a:lnTo>
                    <a:pt x="1188647" y="1658008"/>
                  </a:lnTo>
                  <a:lnTo>
                    <a:pt x="1291905" y="1770078"/>
                  </a:lnTo>
                  <a:lnTo>
                    <a:pt x="1291905" y="1291905"/>
                  </a:lnTo>
                  <a:lnTo>
                    <a:pt x="1291905" y="478173"/>
                  </a:lnTo>
                  <a:lnTo>
                    <a:pt x="1291905" y="0"/>
                  </a:lnTo>
                  <a:lnTo>
                    <a:pt x="1188647" y="112070"/>
                  </a:lnTo>
                  <a:lnTo>
                    <a:pt x="1085389" y="0"/>
                  </a:lnTo>
                  <a:lnTo>
                    <a:pt x="1076052" y="0"/>
                  </a:lnTo>
                  <a:lnTo>
                    <a:pt x="972794" y="112070"/>
                  </a:lnTo>
                  <a:lnTo>
                    <a:pt x="869536" y="0"/>
                  </a:lnTo>
                  <a:lnTo>
                    <a:pt x="860199" y="0"/>
                  </a:lnTo>
                  <a:lnTo>
                    <a:pt x="756941" y="112070"/>
                  </a:lnTo>
                  <a:lnTo>
                    <a:pt x="653683" y="0"/>
                  </a:lnTo>
                  <a:lnTo>
                    <a:pt x="644346" y="0"/>
                  </a:lnTo>
                  <a:lnTo>
                    <a:pt x="541087" y="112070"/>
                  </a:lnTo>
                  <a:lnTo>
                    <a:pt x="437829" y="0"/>
                  </a:lnTo>
                  <a:lnTo>
                    <a:pt x="428492" y="0"/>
                  </a:lnTo>
                  <a:lnTo>
                    <a:pt x="325234" y="112070"/>
                  </a:lnTo>
                  <a:lnTo>
                    <a:pt x="221976" y="0"/>
                  </a:lnTo>
                  <a:lnTo>
                    <a:pt x="212639" y="0"/>
                  </a:lnTo>
                  <a:lnTo>
                    <a:pt x="109381" y="112070"/>
                  </a:lnTo>
                  <a:lnTo>
                    <a:pt x="6123" y="0"/>
                  </a:lnTo>
                  <a:close/>
                </a:path>
              </a:pathLst>
            </a:custGeom>
            <a:solidFill>
              <a:srgbClr val="E94B3A"/>
            </a:solidFill>
            <a:ln w="31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6B87F79-2AD4-F7CE-83A6-69F0513E9B18}"/>
                </a:ext>
              </a:extLst>
            </p:cNvPr>
            <p:cNvSpPr/>
            <p:nvPr/>
          </p:nvSpPr>
          <p:spPr>
            <a:xfrm>
              <a:off x="3879920" y="2239750"/>
              <a:ext cx="937260" cy="652164"/>
            </a:xfrm>
            <a:custGeom>
              <a:avLst/>
              <a:gdLst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0 w 1770078"/>
                <a:gd name="csY8" fmla="*/ 378854 h 1291903"/>
                <a:gd name="csX9" fmla="*/ 13692 w 1770078"/>
                <a:gd name="csY9" fmla="*/ 378854 h 1291903"/>
                <a:gd name="csX10" fmla="*/ 17981 w 1770078"/>
                <a:gd name="csY10" fmla="*/ 364364 h 1291903"/>
                <a:gd name="csX11" fmla="*/ 885039 w 1770078"/>
                <a:gd name="csY11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3692 w 1770078"/>
                <a:gd name="csY8" fmla="*/ 378854 h 1291903"/>
                <a:gd name="csX9" fmla="*/ 17981 w 1770078"/>
                <a:gd name="csY9" fmla="*/ 364364 h 1291903"/>
                <a:gd name="csX10" fmla="*/ 885039 w 1770078"/>
                <a:gd name="csY10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7981 w 1770078"/>
                <a:gd name="csY8" fmla="*/ 364364 h 1291903"/>
                <a:gd name="csX9" fmla="*/ 885039 w 1770078"/>
                <a:gd name="csY9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456330 h 1291903"/>
                <a:gd name="csX4" fmla="*/ 1770078 w 1770078"/>
                <a:gd name="csY4" fmla="*/ 1291903 h 1291903"/>
                <a:gd name="csX5" fmla="*/ 0 w 1770078"/>
                <a:gd name="csY5" fmla="*/ 1291903 h 1291903"/>
                <a:gd name="csX6" fmla="*/ 0 w 1770078"/>
                <a:gd name="csY6" fmla="*/ 456330 h 1291903"/>
                <a:gd name="csX7" fmla="*/ 17981 w 1770078"/>
                <a:gd name="csY7" fmla="*/ 364364 h 1291903"/>
                <a:gd name="csX8" fmla="*/ 885039 w 1770078"/>
                <a:gd name="csY8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70078 w 1770078"/>
                <a:gd name="csY2" fmla="*/ 456330 h 1291903"/>
                <a:gd name="csX3" fmla="*/ 1770078 w 1770078"/>
                <a:gd name="csY3" fmla="*/ 1291903 h 1291903"/>
                <a:gd name="csX4" fmla="*/ 0 w 1770078"/>
                <a:gd name="csY4" fmla="*/ 1291903 h 1291903"/>
                <a:gd name="csX5" fmla="*/ 0 w 1770078"/>
                <a:gd name="csY5" fmla="*/ 456330 h 1291903"/>
                <a:gd name="csX6" fmla="*/ 17981 w 1770078"/>
                <a:gd name="csY6" fmla="*/ 364364 h 1291903"/>
                <a:gd name="csX7" fmla="*/ 885039 w 1770078"/>
                <a:gd name="csY7" fmla="*/ 0 h 12919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770078" h="1291903">
                  <a:moveTo>
                    <a:pt x="885039" y="0"/>
                  </a:moveTo>
                  <a:cubicBezTo>
                    <a:pt x="1312734" y="0"/>
                    <a:pt x="1669571" y="156422"/>
                    <a:pt x="1752097" y="364364"/>
                  </a:cubicBezTo>
                  <a:lnTo>
                    <a:pt x="1770078" y="456330"/>
                  </a:lnTo>
                  <a:lnTo>
                    <a:pt x="1770078" y="1291903"/>
                  </a:lnTo>
                  <a:lnTo>
                    <a:pt x="0" y="1291903"/>
                  </a:lnTo>
                  <a:lnTo>
                    <a:pt x="0" y="456330"/>
                  </a:lnTo>
                  <a:lnTo>
                    <a:pt x="17981" y="364364"/>
                  </a:lnTo>
                  <a:cubicBezTo>
                    <a:pt x="100507" y="156422"/>
                    <a:pt x="457344" y="0"/>
                    <a:pt x="885039" y="0"/>
                  </a:cubicBezTo>
                  <a:close/>
                </a:path>
              </a:pathLst>
            </a:custGeom>
            <a:solidFill>
              <a:srgbClr val="3BA8F0"/>
            </a:solidFill>
            <a:ln w="31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231A9A5-1710-4C6B-848A-D5C60834FE34}"/>
                </a:ext>
              </a:extLst>
            </p:cNvPr>
            <p:cNvSpPr/>
            <p:nvPr/>
          </p:nvSpPr>
          <p:spPr>
            <a:xfrm>
              <a:off x="6235672" y="2239750"/>
              <a:ext cx="937260" cy="652165"/>
            </a:xfrm>
            <a:custGeom>
              <a:avLst/>
              <a:gdLst>
                <a:gd name="csX0" fmla="*/ 0 w 937260"/>
                <a:gd name="csY0" fmla="*/ 0 h 652165"/>
                <a:gd name="csX1" fmla="*/ 179 w 937260"/>
                <a:gd name="csY1" fmla="*/ 0 h 652165"/>
                <a:gd name="csX2" fmla="*/ 116373 w 937260"/>
                <a:gd name="csY2" fmla="*/ 31552 h 652165"/>
                <a:gd name="csX3" fmla="*/ 468630 w 937260"/>
                <a:gd name="csY3" fmla="*/ 67131 h 652165"/>
                <a:gd name="csX4" fmla="*/ 820887 w 937260"/>
                <a:gd name="csY4" fmla="*/ 31552 h 652165"/>
                <a:gd name="csX5" fmla="*/ 937081 w 937260"/>
                <a:gd name="csY5" fmla="*/ 0 h 652165"/>
                <a:gd name="csX6" fmla="*/ 937260 w 937260"/>
                <a:gd name="csY6" fmla="*/ 0 h 652165"/>
                <a:gd name="csX7" fmla="*/ 937260 w 937260"/>
                <a:gd name="csY7" fmla="*/ 652165 h 652165"/>
                <a:gd name="csX8" fmla="*/ 937078 w 937260"/>
                <a:gd name="csY8" fmla="*/ 652165 h 652165"/>
                <a:gd name="csX9" fmla="*/ 820887 w 937260"/>
                <a:gd name="csY9" fmla="*/ 620614 h 652165"/>
                <a:gd name="csX10" fmla="*/ 468630 w 937260"/>
                <a:gd name="csY10" fmla="*/ 585035 h 652165"/>
                <a:gd name="csX11" fmla="*/ 116373 w 937260"/>
                <a:gd name="csY11" fmla="*/ 620614 h 652165"/>
                <a:gd name="csX12" fmla="*/ 183 w 937260"/>
                <a:gd name="csY12" fmla="*/ 652165 h 652165"/>
                <a:gd name="csX13" fmla="*/ 0 w 937260"/>
                <a:gd name="csY13" fmla="*/ 652165 h 6521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37260" h="652165">
                  <a:moveTo>
                    <a:pt x="0" y="0"/>
                  </a:moveTo>
                  <a:lnTo>
                    <a:pt x="179" y="0"/>
                  </a:lnTo>
                  <a:lnTo>
                    <a:pt x="116373" y="31552"/>
                  </a:lnTo>
                  <a:cubicBezTo>
                    <a:pt x="224643" y="54462"/>
                    <a:pt x="343679" y="67131"/>
                    <a:pt x="468630" y="67131"/>
                  </a:cubicBezTo>
                  <a:cubicBezTo>
                    <a:pt x="593581" y="67131"/>
                    <a:pt x="712618" y="54462"/>
                    <a:pt x="820887" y="31552"/>
                  </a:cubicBezTo>
                  <a:lnTo>
                    <a:pt x="937081" y="0"/>
                  </a:lnTo>
                  <a:lnTo>
                    <a:pt x="937260" y="0"/>
                  </a:lnTo>
                  <a:lnTo>
                    <a:pt x="937260" y="652165"/>
                  </a:lnTo>
                  <a:lnTo>
                    <a:pt x="937078" y="652165"/>
                  </a:lnTo>
                  <a:lnTo>
                    <a:pt x="820887" y="620614"/>
                  </a:lnTo>
                  <a:cubicBezTo>
                    <a:pt x="712618" y="597704"/>
                    <a:pt x="593581" y="585035"/>
                    <a:pt x="468630" y="585035"/>
                  </a:cubicBezTo>
                  <a:cubicBezTo>
                    <a:pt x="343679" y="585035"/>
                    <a:pt x="224643" y="597704"/>
                    <a:pt x="116373" y="620614"/>
                  </a:cubicBezTo>
                  <a:lnTo>
                    <a:pt x="183" y="652165"/>
                  </a:lnTo>
                  <a:lnTo>
                    <a:pt x="0" y="652165"/>
                  </a:lnTo>
                  <a:close/>
                </a:path>
              </a:pathLst>
            </a:custGeom>
            <a:solidFill>
              <a:srgbClr val="36E67F"/>
            </a:solidFill>
            <a:ln w="31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1BD41E1-46FD-7779-B47B-85D54801030A}"/>
              </a:ext>
            </a:extLst>
          </p:cNvPr>
          <p:cNvGrpSpPr/>
          <p:nvPr/>
        </p:nvGrpSpPr>
        <p:grpSpPr>
          <a:xfrm>
            <a:off x="2546329" y="2307461"/>
            <a:ext cx="6084770" cy="652166"/>
            <a:chOff x="2546329" y="3184240"/>
            <a:chExt cx="6084770" cy="65216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7AF6779-4F34-5962-5E22-E7DABD566F5D}"/>
                </a:ext>
              </a:extLst>
            </p:cNvPr>
            <p:cNvSpPr/>
            <p:nvPr/>
          </p:nvSpPr>
          <p:spPr>
            <a:xfrm>
              <a:off x="2546329" y="3184240"/>
              <a:ext cx="937260" cy="652166"/>
            </a:xfrm>
            <a:prstGeom prst="roundRect">
              <a:avLst/>
            </a:prstGeom>
            <a:gradFill flip="none" rotWithShape="1">
              <a:gsLst>
                <a:gs pos="100000">
                  <a:schemeClr val="bg1">
                    <a:alpha val="46000"/>
                  </a:schemeClr>
                </a:gs>
                <a:gs pos="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38BF728-E7E6-8421-8840-6E3ECD9A75DD}"/>
                </a:ext>
              </a:extLst>
            </p:cNvPr>
            <p:cNvSpPr/>
            <p:nvPr/>
          </p:nvSpPr>
          <p:spPr>
            <a:xfrm>
              <a:off x="7698281" y="3184241"/>
              <a:ext cx="932818" cy="652165"/>
            </a:xfrm>
            <a:custGeom>
              <a:avLst/>
              <a:gdLst>
                <a:gd name="csX0" fmla="*/ 0 w 1761688"/>
                <a:gd name="csY0" fmla="*/ 0 h 1291904"/>
                <a:gd name="csX1" fmla="*/ 75501 w 1761688"/>
                <a:gd name="csY1" fmla="*/ 0 h 1291904"/>
                <a:gd name="csX2" fmla="*/ 1686187 w 1761688"/>
                <a:gd name="csY2" fmla="*/ 0 h 1291904"/>
                <a:gd name="csX3" fmla="*/ 1761688 w 1761688"/>
                <a:gd name="csY3" fmla="*/ 0 h 1291904"/>
                <a:gd name="csX4" fmla="*/ 1761688 w 1761688"/>
                <a:gd name="csY4" fmla="*/ 102765 h 1291904"/>
                <a:gd name="csX5" fmla="*/ 1686187 w 1761688"/>
                <a:gd name="csY5" fmla="*/ 102765 h 1291904"/>
                <a:gd name="csX6" fmla="*/ 1686187 w 1761688"/>
                <a:gd name="csY6" fmla="*/ 1189139 h 1291904"/>
                <a:gd name="csX7" fmla="*/ 1761688 w 1761688"/>
                <a:gd name="csY7" fmla="*/ 1189139 h 1291904"/>
                <a:gd name="csX8" fmla="*/ 1761688 w 1761688"/>
                <a:gd name="csY8" fmla="*/ 1291904 h 1291904"/>
                <a:gd name="csX9" fmla="*/ 1686187 w 1761688"/>
                <a:gd name="csY9" fmla="*/ 1291904 h 1291904"/>
                <a:gd name="csX10" fmla="*/ 75501 w 1761688"/>
                <a:gd name="csY10" fmla="*/ 1291904 h 1291904"/>
                <a:gd name="csX11" fmla="*/ 0 w 1761688"/>
                <a:gd name="csY11" fmla="*/ 1291904 h 1291904"/>
                <a:gd name="csX12" fmla="*/ 0 w 1761688"/>
                <a:gd name="csY12" fmla="*/ 1189139 h 1291904"/>
                <a:gd name="csX13" fmla="*/ 75501 w 1761688"/>
                <a:gd name="csY13" fmla="*/ 1189139 h 1291904"/>
                <a:gd name="csX14" fmla="*/ 75501 w 1761688"/>
                <a:gd name="csY14" fmla="*/ 102765 h 1291904"/>
                <a:gd name="csX15" fmla="*/ 0 w 1761688"/>
                <a:gd name="csY15" fmla="*/ 102765 h 1291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761688" h="1291904">
                  <a:moveTo>
                    <a:pt x="0" y="0"/>
                  </a:moveTo>
                  <a:lnTo>
                    <a:pt x="75501" y="0"/>
                  </a:lnTo>
                  <a:lnTo>
                    <a:pt x="1686187" y="0"/>
                  </a:lnTo>
                  <a:lnTo>
                    <a:pt x="1761688" y="0"/>
                  </a:lnTo>
                  <a:lnTo>
                    <a:pt x="1761688" y="102765"/>
                  </a:lnTo>
                  <a:lnTo>
                    <a:pt x="1686187" y="102765"/>
                  </a:lnTo>
                  <a:lnTo>
                    <a:pt x="1686187" y="1189139"/>
                  </a:lnTo>
                  <a:lnTo>
                    <a:pt x="1761688" y="1189139"/>
                  </a:lnTo>
                  <a:lnTo>
                    <a:pt x="1761688" y="1291904"/>
                  </a:lnTo>
                  <a:lnTo>
                    <a:pt x="1686187" y="1291904"/>
                  </a:lnTo>
                  <a:lnTo>
                    <a:pt x="75501" y="1291904"/>
                  </a:lnTo>
                  <a:lnTo>
                    <a:pt x="0" y="1291904"/>
                  </a:lnTo>
                  <a:lnTo>
                    <a:pt x="0" y="1189139"/>
                  </a:lnTo>
                  <a:lnTo>
                    <a:pt x="75501" y="1189139"/>
                  </a:lnTo>
                  <a:lnTo>
                    <a:pt x="75501" y="102765"/>
                  </a:lnTo>
                  <a:lnTo>
                    <a:pt x="0" y="102765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46000"/>
                  </a:schemeClr>
                </a:gs>
                <a:gs pos="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3960F27-E2A1-DEAE-24C4-DEF281EA1B1B}"/>
                </a:ext>
              </a:extLst>
            </p:cNvPr>
            <p:cNvSpPr/>
            <p:nvPr/>
          </p:nvSpPr>
          <p:spPr>
            <a:xfrm rot="16200000" flipH="1">
              <a:off x="5198786" y="3041693"/>
              <a:ext cx="652164" cy="937260"/>
            </a:xfrm>
            <a:custGeom>
              <a:avLst/>
              <a:gdLst>
                <a:gd name="csX0" fmla="*/ 0 w 1291905"/>
                <a:gd name="csY0" fmla="*/ 0 h 1770078"/>
                <a:gd name="csX1" fmla="*/ 0 w 1291905"/>
                <a:gd name="csY1" fmla="*/ 478173 h 1770078"/>
                <a:gd name="csX2" fmla="*/ 0 w 1291905"/>
                <a:gd name="csY2" fmla="*/ 1291905 h 1770078"/>
                <a:gd name="csX3" fmla="*/ 0 w 1291905"/>
                <a:gd name="csY3" fmla="*/ 1770078 h 1770078"/>
                <a:gd name="csX4" fmla="*/ 6123 w 1291905"/>
                <a:gd name="csY4" fmla="*/ 1770078 h 1770078"/>
                <a:gd name="csX5" fmla="*/ 109381 w 1291905"/>
                <a:gd name="csY5" fmla="*/ 1658008 h 1770078"/>
                <a:gd name="csX6" fmla="*/ 212639 w 1291905"/>
                <a:gd name="csY6" fmla="*/ 1770078 h 1770078"/>
                <a:gd name="csX7" fmla="*/ 221976 w 1291905"/>
                <a:gd name="csY7" fmla="*/ 1770078 h 1770078"/>
                <a:gd name="csX8" fmla="*/ 325234 w 1291905"/>
                <a:gd name="csY8" fmla="*/ 1658008 h 1770078"/>
                <a:gd name="csX9" fmla="*/ 428492 w 1291905"/>
                <a:gd name="csY9" fmla="*/ 1770078 h 1770078"/>
                <a:gd name="csX10" fmla="*/ 437829 w 1291905"/>
                <a:gd name="csY10" fmla="*/ 1770078 h 1770078"/>
                <a:gd name="csX11" fmla="*/ 541087 w 1291905"/>
                <a:gd name="csY11" fmla="*/ 1658008 h 1770078"/>
                <a:gd name="csX12" fmla="*/ 644346 w 1291905"/>
                <a:gd name="csY12" fmla="*/ 1770078 h 1770078"/>
                <a:gd name="csX13" fmla="*/ 653683 w 1291905"/>
                <a:gd name="csY13" fmla="*/ 1770078 h 1770078"/>
                <a:gd name="csX14" fmla="*/ 756941 w 1291905"/>
                <a:gd name="csY14" fmla="*/ 1658008 h 1770078"/>
                <a:gd name="csX15" fmla="*/ 860199 w 1291905"/>
                <a:gd name="csY15" fmla="*/ 1770078 h 1770078"/>
                <a:gd name="csX16" fmla="*/ 869536 w 1291905"/>
                <a:gd name="csY16" fmla="*/ 1770078 h 1770078"/>
                <a:gd name="csX17" fmla="*/ 972794 w 1291905"/>
                <a:gd name="csY17" fmla="*/ 1658008 h 1770078"/>
                <a:gd name="csX18" fmla="*/ 1076052 w 1291905"/>
                <a:gd name="csY18" fmla="*/ 1770078 h 1770078"/>
                <a:gd name="csX19" fmla="*/ 1085389 w 1291905"/>
                <a:gd name="csY19" fmla="*/ 1770078 h 1770078"/>
                <a:gd name="csX20" fmla="*/ 1188647 w 1291905"/>
                <a:gd name="csY20" fmla="*/ 1658008 h 1770078"/>
                <a:gd name="csX21" fmla="*/ 1291905 w 1291905"/>
                <a:gd name="csY21" fmla="*/ 1770078 h 1770078"/>
                <a:gd name="csX22" fmla="*/ 1291905 w 1291905"/>
                <a:gd name="csY22" fmla="*/ 1291905 h 1770078"/>
                <a:gd name="csX23" fmla="*/ 1291905 w 1291905"/>
                <a:gd name="csY23" fmla="*/ 478173 h 1770078"/>
                <a:gd name="csX24" fmla="*/ 1291905 w 1291905"/>
                <a:gd name="csY24" fmla="*/ 0 h 1770078"/>
                <a:gd name="csX25" fmla="*/ 1188647 w 1291905"/>
                <a:gd name="csY25" fmla="*/ 112070 h 1770078"/>
                <a:gd name="csX26" fmla="*/ 1085389 w 1291905"/>
                <a:gd name="csY26" fmla="*/ 0 h 1770078"/>
                <a:gd name="csX27" fmla="*/ 1076052 w 1291905"/>
                <a:gd name="csY27" fmla="*/ 0 h 1770078"/>
                <a:gd name="csX28" fmla="*/ 972794 w 1291905"/>
                <a:gd name="csY28" fmla="*/ 112070 h 1770078"/>
                <a:gd name="csX29" fmla="*/ 869536 w 1291905"/>
                <a:gd name="csY29" fmla="*/ 0 h 1770078"/>
                <a:gd name="csX30" fmla="*/ 860199 w 1291905"/>
                <a:gd name="csY30" fmla="*/ 0 h 1770078"/>
                <a:gd name="csX31" fmla="*/ 756941 w 1291905"/>
                <a:gd name="csY31" fmla="*/ 112070 h 1770078"/>
                <a:gd name="csX32" fmla="*/ 653683 w 1291905"/>
                <a:gd name="csY32" fmla="*/ 0 h 1770078"/>
                <a:gd name="csX33" fmla="*/ 644346 w 1291905"/>
                <a:gd name="csY33" fmla="*/ 0 h 1770078"/>
                <a:gd name="csX34" fmla="*/ 541087 w 1291905"/>
                <a:gd name="csY34" fmla="*/ 112070 h 1770078"/>
                <a:gd name="csX35" fmla="*/ 437829 w 1291905"/>
                <a:gd name="csY35" fmla="*/ 0 h 1770078"/>
                <a:gd name="csX36" fmla="*/ 428492 w 1291905"/>
                <a:gd name="csY36" fmla="*/ 0 h 1770078"/>
                <a:gd name="csX37" fmla="*/ 325234 w 1291905"/>
                <a:gd name="csY37" fmla="*/ 112070 h 1770078"/>
                <a:gd name="csX38" fmla="*/ 221976 w 1291905"/>
                <a:gd name="csY38" fmla="*/ 0 h 1770078"/>
                <a:gd name="csX39" fmla="*/ 212639 w 1291905"/>
                <a:gd name="csY39" fmla="*/ 0 h 1770078"/>
                <a:gd name="csX40" fmla="*/ 109381 w 1291905"/>
                <a:gd name="csY40" fmla="*/ 112070 h 1770078"/>
                <a:gd name="csX41" fmla="*/ 6123 w 1291905"/>
                <a:gd name="csY41" fmla="*/ 0 h 17700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1291905" h="1770078">
                  <a:moveTo>
                    <a:pt x="0" y="0"/>
                  </a:moveTo>
                  <a:lnTo>
                    <a:pt x="0" y="478173"/>
                  </a:lnTo>
                  <a:lnTo>
                    <a:pt x="0" y="1291905"/>
                  </a:lnTo>
                  <a:lnTo>
                    <a:pt x="0" y="1770078"/>
                  </a:lnTo>
                  <a:lnTo>
                    <a:pt x="6123" y="1770078"/>
                  </a:lnTo>
                  <a:lnTo>
                    <a:pt x="109381" y="1658008"/>
                  </a:lnTo>
                  <a:lnTo>
                    <a:pt x="212639" y="1770078"/>
                  </a:lnTo>
                  <a:lnTo>
                    <a:pt x="221976" y="1770078"/>
                  </a:lnTo>
                  <a:lnTo>
                    <a:pt x="325234" y="1658008"/>
                  </a:lnTo>
                  <a:lnTo>
                    <a:pt x="428492" y="1770078"/>
                  </a:lnTo>
                  <a:lnTo>
                    <a:pt x="437829" y="1770078"/>
                  </a:lnTo>
                  <a:lnTo>
                    <a:pt x="541087" y="1658008"/>
                  </a:lnTo>
                  <a:lnTo>
                    <a:pt x="644346" y="1770078"/>
                  </a:lnTo>
                  <a:lnTo>
                    <a:pt x="653683" y="1770078"/>
                  </a:lnTo>
                  <a:lnTo>
                    <a:pt x="756941" y="1658008"/>
                  </a:lnTo>
                  <a:lnTo>
                    <a:pt x="860199" y="1770078"/>
                  </a:lnTo>
                  <a:lnTo>
                    <a:pt x="869536" y="1770078"/>
                  </a:lnTo>
                  <a:lnTo>
                    <a:pt x="972794" y="1658008"/>
                  </a:lnTo>
                  <a:lnTo>
                    <a:pt x="1076052" y="1770078"/>
                  </a:lnTo>
                  <a:lnTo>
                    <a:pt x="1085389" y="1770078"/>
                  </a:lnTo>
                  <a:lnTo>
                    <a:pt x="1188647" y="1658008"/>
                  </a:lnTo>
                  <a:lnTo>
                    <a:pt x="1291905" y="1770078"/>
                  </a:lnTo>
                  <a:lnTo>
                    <a:pt x="1291905" y="1291905"/>
                  </a:lnTo>
                  <a:lnTo>
                    <a:pt x="1291905" y="478173"/>
                  </a:lnTo>
                  <a:lnTo>
                    <a:pt x="1291905" y="0"/>
                  </a:lnTo>
                  <a:lnTo>
                    <a:pt x="1188647" y="112070"/>
                  </a:lnTo>
                  <a:lnTo>
                    <a:pt x="1085389" y="0"/>
                  </a:lnTo>
                  <a:lnTo>
                    <a:pt x="1076052" y="0"/>
                  </a:lnTo>
                  <a:lnTo>
                    <a:pt x="972794" y="112070"/>
                  </a:lnTo>
                  <a:lnTo>
                    <a:pt x="869536" y="0"/>
                  </a:lnTo>
                  <a:lnTo>
                    <a:pt x="860199" y="0"/>
                  </a:lnTo>
                  <a:lnTo>
                    <a:pt x="756941" y="112070"/>
                  </a:lnTo>
                  <a:lnTo>
                    <a:pt x="653683" y="0"/>
                  </a:lnTo>
                  <a:lnTo>
                    <a:pt x="644346" y="0"/>
                  </a:lnTo>
                  <a:lnTo>
                    <a:pt x="541087" y="112070"/>
                  </a:lnTo>
                  <a:lnTo>
                    <a:pt x="437829" y="0"/>
                  </a:lnTo>
                  <a:lnTo>
                    <a:pt x="428492" y="0"/>
                  </a:lnTo>
                  <a:lnTo>
                    <a:pt x="325234" y="112070"/>
                  </a:lnTo>
                  <a:lnTo>
                    <a:pt x="221976" y="0"/>
                  </a:lnTo>
                  <a:lnTo>
                    <a:pt x="212639" y="0"/>
                  </a:lnTo>
                  <a:lnTo>
                    <a:pt x="109381" y="112070"/>
                  </a:lnTo>
                  <a:lnTo>
                    <a:pt x="6123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46000"/>
                  </a:schemeClr>
                </a:gs>
                <a:gs pos="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163783E-ABBA-32CC-CDE3-A5BD115DA911}"/>
                </a:ext>
              </a:extLst>
            </p:cNvPr>
            <p:cNvSpPr/>
            <p:nvPr/>
          </p:nvSpPr>
          <p:spPr>
            <a:xfrm>
              <a:off x="3879920" y="3184241"/>
              <a:ext cx="937260" cy="652164"/>
            </a:xfrm>
            <a:custGeom>
              <a:avLst/>
              <a:gdLst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0 w 1770078"/>
                <a:gd name="csY8" fmla="*/ 378854 h 1291903"/>
                <a:gd name="csX9" fmla="*/ 13692 w 1770078"/>
                <a:gd name="csY9" fmla="*/ 378854 h 1291903"/>
                <a:gd name="csX10" fmla="*/ 17981 w 1770078"/>
                <a:gd name="csY10" fmla="*/ 364364 h 1291903"/>
                <a:gd name="csX11" fmla="*/ 885039 w 1770078"/>
                <a:gd name="csY11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3692 w 1770078"/>
                <a:gd name="csY8" fmla="*/ 378854 h 1291903"/>
                <a:gd name="csX9" fmla="*/ 17981 w 1770078"/>
                <a:gd name="csY9" fmla="*/ 364364 h 1291903"/>
                <a:gd name="csX10" fmla="*/ 885039 w 1770078"/>
                <a:gd name="csY10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7981 w 1770078"/>
                <a:gd name="csY8" fmla="*/ 364364 h 1291903"/>
                <a:gd name="csX9" fmla="*/ 885039 w 1770078"/>
                <a:gd name="csY9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456330 h 1291903"/>
                <a:gd name="csX4" fmla="*/ 1770078 w 1770078"/>
                <a:gd name="csY4" fmla="*/ 1291903 h 1291903"/>
                <a:gd name="csX5" fmla="*/ 0 w 1770078"/>
                <a:gd name="csY5" fmla="*/ 1291903 h 1291903"/>
                <a:gd name="csX6" fmla="*/ 0 w 1770078"/>
                <a:gd name="csY6" fmla="*/ 456330 h 1291903"/>
                <a:gd name="csX7" fmla="*/ 17981 w 1770078"/>
                <a:gd name="csY7" fmla="*/ 364364 h 1291903"/>
                <a:gd name="csX8" fmla="*/ 885039 w 1770078"/>
                <a:gd name="csY8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70078 w 1770078"/>
                <a:gd name="csY2" fmla="*/ 456330 h 1291903"/>
                <a:gd name="csX3" fmla="*/ 1770078 w 1770078"/>
                <a:gd name="csY3" fmla="*/ 1291903 h 1291903"/>
                <a:gd name="csX4" fmla="*/ 0 w 1770078"/>
                <a:gd name="csY4" fmla="*/ 1291903 h 1291903"/>
                <a:gd name="csX5" fmla="*/ 0 w 1770078"/>
                <a:gd name="csY5" fmla="*/ 456330 h 1291903"/>
                <a:gd name="csX6" fmla="*/ 17981 w 1770078"/>
                <a:gd name="csY6" fmla="*/ 364364 h 1291903"/>
                <a:gd name="csX7" fmla="*/ 885039 w 1770078"/>
                <a:gd name="csY7" fmla="*/ 0 h 12919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770078" h="1291903">
                  <a:moveTo>
                    <a:pt x="885039" y="0"/>
                  </a:moveTo>
                  <a:cubicBezTo>
                    <a:pt x="1312734" y="0"/>
                    <a:pt x="1669571" y="156422"/>
                    <a:pt x="1752097" y="364364"/>
                  </a:cubicBezTo>
                  <a:lnTo>
                    <a:pt x="1770078" y="456330"/>
                  </a:lnTo>
                  <a:lnTo>
                    <a:pt x="1770078" y="1291903"/>
                  </a:lnTo>
                  <a:lnTo>
                    <a:pt x="0" y="1291903"/>
                  </a:lnTo>
                  <a:lnTo>
                    <a:pt x="0" y="456330"/>
                  </a:lnTo>
                  <a:lnTo>
                    <a:pt x="17981" y="364364"/>
                  </a:lnTo>
                  <a:cubicBezTo>
                    <a:pt x="100507" y="156422"/>
                    <a:pt x="457344" y="0"/>
                    <a:pt x="885039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46000"/>
                  </a:schemeClr>
                </a:gs>
                <a:gs pos="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C539027-E51B-BF43-E640-102FDFA8D418}"/>
                </a:ext>
              </a:extLst>
            </p:cNvPr>
            <p:cNvSpPr/>
            <p:nvPr/>
          </p:nvSpPr>
          <p:spPr>
            <a:xfrm>
              <a:off x="6235672" y="3184241"/>
              <a:ext cx="937260" cy="652165"/>
            </a:xfrm>
            <a:custGeom>
              <a:avLst/>
              <a:gdLst>
                <a:gd name="csX0" fmla="*/ 0 w 937260"/>
                <a:gd name="csY0" fmla="*/ 0 h 652165"/>
                <a:gd name="csX1" fmla="*/ 179 w 937260"/>
                <a:gd name="csY1" fmla="*/ 0 h 652165"/>
                <a:gd name="csX2" fmla="*/ 116373 w 937260"/>
                <a:gd name="csY2" fmla="*/ 31552 h 652165"/>
                <a:gd name="csX3" fmla="*/ 468630 w 937260"/>
                <a:gd name="csY3" fmla="*/ 67131 h 652165"/>
                <a:gd name="csX4" fmla="*/ 820887 w 937260"/>
                <a:gd name="csY4" fmla="*/ 31552 h 652165"/>
                <a:gd name="csX5" fmla="*/ 937081 w 937260"/>
                <a:gd name="csY5" fmla="*/ 0 h 652165"/>
                <a:gd name="csX6" fmla="*/ 937260 w 937260"/>
                <a:gd name="csY6" fmla="*/ 0 h 652165"/>
                <a:gd name="csX7" fmla="*/ 937260 w 937260"/>
                <a:gd name="csY7" fmla="*/ 652165 h 652165"/>
                <a:gd name="csX8" fmla="*/ 937078 w 937260"/>
                <a:gd name="csY8" fmla="*/ 652165 h 652165"/>
                <a:gd name="csX9" fmla="*/ 820887 w 937260"/>
                <a:gd name="csY9" fmla="*/ 620614 h 652165"/>
                <a:gd name="csX10" fmla="*/ 468630 w 937260"/>
                <a:gd name="csY10" fmla="*/ 585035 h 652165"/>
                <a:gd name="csX11" fmla="*/ 116373 w 937260"/>
                <a:gd name="csY11" fmla="*/ 620614 h 652165"/>
                <a:gd name="csX12" fmla="*/ 183 w 937260"/>
                <a:gd name="csY12" fmla="*/ 652165 h 652165"/>
                <a:gd name="csX13" fmla="*/ 0 w 937260"/>
                <a:gd name="csY13" fmla="*/ 652165 h 6521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37260" h="652165">
                  <a:moveTo>
                    <a:pt x="0" y="0"/>
                  </a:moveTo>
                  <a:lnTo>
                    <a:pt x="179" y="0"/>
                  </a:lnTo>
                  <a:lnTo>
                    <a:pt x="116373" y="31552"/>
                  </a:lnTo>
                  <a:cubicBezTo>
                    <a:pt x="224643" y="54462"/>
                    <a:pt x="343679" y="67131"/>
                    <a:pt x="468630" y="67131"/>
                  </a:cubicBezTo>
                  <a:cubicBezTo>
                    <a:pt x="593581" y="67131"/>
                    <a:pt x="712618" y="54462"/>
                    <a:pt x="820887" y="31552"/>
                  </a:cubicBezTo>
                  <a:lnTo>
                    <a:pt x="937081" y="0"/>
                  </a:lnTo>
                  <a:lnTo>
                    <a:pt x="937260" y="0"/>
                  </a:lnTo>
                  <a:lnTo>
                    <a:pt x="937260" y="652165"/>
                  </a:lnTo>
                  <a:lnTo>
                    <a:pt x="937078" y="652165"/>
                  </a:lnTo>
                  <a:lnTo>
                    <a:pt x="820887" y="620614"/>
                  </a:lnTo>
                  <a:cubicBezTo>
                    <a:pt x="712618" y="597704"/>
                    <a:pt x="593581" y="585035"/>
                    <a:pt x="468630" y="585035"/>
                  </a:cubicBezTo>
                  <a:cubicBezTo>
                    <a:pt x="343679" y="585035"/>
                    <a:pt x="224643" y="597704"/>
                    <a:pt x="116373" y="620614"/>
                  </a:cubicBezTo>
                  <a:lnTo>
                    <a:pt x="183" y="652165"/>
                  </a:lnTo>
                  <a:lnTo>
                    <a:pt x="0" y="652165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46000"/>
                  </a:schemeClr>
                </a:gs>
                <a:gs pos="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C815764-5201-F8E9-F637-1FAA86E70FD6}"/>
              </a:ext>
            </a:extLst>
          </p:cNvPr>
          <p:cNvGrpSpPr/>
          <p:nvPr/>
        </p:nvGrpSpPr>
        <p:grpSpPr>
          <a:xfrm>
            <a:off x="2539535" y="3055976"/>
            <a:ext cx="6091564" cy="652166"/>
            <a:chOff x="2539535" y="4287476"/>
            <a:chExt cx="6091564" cy="652166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4F1D700E-B6A8-D301-EA7F-6854E39C7931}"/>
                </a:ext>
              </a:extLst>
            </p:cNvPr>
            <p:cNvSpPr/>
            <p:nvPr/>
          </p:nvSpPr>
          <p:spPr>
            <a:xfrm>
              <a:off x="2539535" y="4287476"/>
              <a:ext cx="937260" cy="652166"/>
            </a:xfrm>
            <a:prstGeom prst="roundRect">
              <a:avLst/>
            </a:prstGeom>
            <a:gradFill flip="none" rotWithShape="1">
              <a:gsLst>
                <a:gs pos="78000">
                  <a:schemeClr val="bg1">
                    <a:alpha val="0"/>
                  </a:schemeClr>
                </a:gs>
                <a:gs pos="0">
                  <a:srgbClr val="7030A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202D5CA-B4A9-A576-53A1-B5A940B8B139}"/>
                </a:ext>
              </a:extLst>
            </p:cNvPr>
            <p:cNvSpPr/>
            <p:nvPr/>
          </p:nvSpPr>
          <p:spPr>
            <a:xfrm>
              <a:off x="7698281" y="4287477"/>
              <a:ext cx="932818" cy="652165"/>
            </a:xfrm>
            <a:custGeom>
              <a:avLst/>
              <a:gdLst>
                <a:gd name="csX0" fmla="*/ 0 w 1761688"/>
                <a:gd name="csY0" fmla="*/ 0 h 1291904"/>
                <a:gd name="csX1" fmla="*/ 75501 w 1761688"/>
                <a:gd name="csY1" fmla="*/ 0 h 1291904"/>
                <a:gd name="csX2" fmla="*/ 1686187 w 1761688"/>
                <a:gd name="csY2" fmla="*/ 0 h 1291904"/>
                <a:gd name="csX3" fmla="*/ 1761688 w 1761688"/>
                <a:gd name="csY3" fmla="*/ 0 h 1291904"/>
                <a:gd name="csX4" fmla="*/ 1761688 w 1761688"/>
                <a:gd name="csY4" fmla="*/ 102765 h 1291904"/>
                <a:gd name="csX5" fmla="*/ 1686187 w 1761688"/>
                <a:gd name="csY5" fmla="*/ 102765 h 1291904"/>
                <a:gd name="csX6" fmla="*/ 1686187 w 1761688"/>
                <a:gd name="csY6" fmla="*/ 1189139 h 1291904"/>
                <a:gd name="csX7" fmla="*/ 1761688 w 1761688"/>
                <a:gd name="csY7" fmla="*/ 1189139 h 1291904"/>
                <a:gd name="csX8" fmla="*/ 1761688 w 1761688"/>
                <a:gd name="csY8" fmla="*/ 1291904 h 1291904"/>
                <a:gd name="csX9" fmla="*/ 1686187 w 1761688"/>
                <a:gd name="csY9" fmla="*/ 1291904 h 1291904"/>
                <a:gd name="csX10" fmla="*/ 75501 w 1761688"/>
                <a:gd name="csY10" fmla="*/ 1291904 h 1291904"/>
                <a:gd name="csX11" fmla="*/ 0 w 1761688"/>
                <a:gd name="csY11" fmla="*/ 1291904 h 1291904"/>
                <a:gd name="csX12" fmla="*/ 0 w 1761688"/>
                <a:gd name="csY12" fmla="*/ 1189139 h 1291904"/>
                <a:gd name="csX13" fmla="*/ 75501 w 1761688"/>
                <a:gd name="csY13" fmla="*/ 1189139 h 1291904"/>
                <a:gd name="csX14" fmla="*/ 75501 w 1761688"/>
                <a:gd name="csY14" fmla="*/ 102765 h 1291904"/>
                <a:gd name="csX15" fmla="*/ 0 w 1761688"/>
                <a:gd name="csY15" fmla="*/ 102765 h 1291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761688" h="1291904">
                  <a:moveTo>
                    <a:pt x="0" y="0"/>
                  </a:moveTo>
                  <a:lnTo>
                    <a:pt x="75501" y="0"/>
                  </a:lnTo>
                  <a:lnTo>
                    <a:pt x="1686187" y="0"/>
                  </a:lnTo>
                  <a:lnTo>
                    <a:pt x="1761688" y="0"/>
                  </a:lnTo>
                  <a:lnTo>
                    <a:pt x="1761688" y="102765"/>
                  </a:lnTo>
                  <a:lnTo>
                    <a:pt x="1686187" y="102765"/>
                  </a:lnTo>
                  <a:lnTo>
                    <a:pt x="1686187" y="1189139"/>
                  </a:lnTo>
                  <a:lnTo>
                    <a:pt x="1761688" y="1189139"/>
                  </a:lnTo>
                  <a:lnTo>
                    <a:pt x="1761688" y="1291904"/>
                  </a:lnTo>
                  <a:lnTo>
                    <a:pt x="1686187" y="1291904"/>
                  </a:lnTo>
                  <a:lnTo>
                    <a:pt x="75501" y="1291904"/>
                  </a:lnTo>
                  <a:lnTo>
                    <a:pt x="0" y="1291904"/>
                  </a:lnTo>
                  <a:lnTo>
                    <a:pt x="0" y="1189139"/>
                  </a:lnTo>
                  <a:lnTo>
                    <a:pt x="75501" y="1189139"/>
                  </a:lnTo>
                  <a:lnTo>
                    <a:pt x="75501" y="102765"/>
                  </a:lnTo>
                  <a:lnTo>
                    <a:pt x="0" y="102765"/>
                  </a:lnTo>
                  <a:close/>
                </a:path>
              </a:pathLst>
            </a:custGeom>
            <a:gradFill flip="none" rotWithShape="1">
              <a:gsLst>
                <a:gs pos="76000">
                  <a:schemeClr val="bg1">
                    <a:alpha val="0"/>
                  </a:schemeClr>
                </a:gs>
                <a:gs pos="24000">
                  <a:srgbClr val="FFC0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87719E0-411A-C23C-7444-B0244385B9F5}"/>
                </a:ext>
              </a:extLst>
            </p:cNvPr>
            <p:cNvSpPr/>
            <p:nvPr/>
          </p:nvSpPr>
          <p:spPr>
            <a:xfrm rot="16200000" flipV="1">
              <a:off x="5198786" y="4144929"/>
              <a:ext cx="652164" cy="937260"/>
            </a:xfrm>
            <a:custGeom>
              <a:avLst/>
              <a:gdLst>
                <a:gd name="csX0" fmla="*/ 0 w 1291905"/>
                <a:gd name="csY0" fmla="*/ 0 h 1770078"/>
                <a:gd name="csX1" fmla="*/ 0 w 1291905"/>
                <a:gd name="csY1" fmla="*/ 478173 h 1770078"/>
                <a:gd name="csX2" fmla="*/ 0 w 1291905"/>
                <a:gd name="csY2" fmla="*/ 1291905 h 1770078"/>
                <a:gd name="csX3" fmla="*/ 0 w 1291905"/>
                <a:gd name="csY3" fmla="*/ 1770078 h 1770078"/>
                <a:gd name="csX4" fmla="*/ 6123 w 1291905"/>
                <a:gd name="csY4" fmla="*/ 1770078 h 1770078"/>
                <a:gd name="csX5" fmla="*/ 109381 w 1291905"/>
                <a:gd name="csY5" fmla="*/ 1658008 h 1770078"/>
                <a:gd name="csX6" fmla="*/ 212639 w 1291905"/>
                <a:gd name="csY6" fmla="*/ 1770078 h 1770078"/>
                <a:gd name="csX7" fmla="*/ 221976 w 1291905"/>
                <a:gd name="csY7" fmla="*/ 1770078 h 1770078"/>
                <a:gd name="csX8" fmla="*/ 325234 w 1291905"/>
                <a:gd name="csY8" fmla="*/ 1658008 h 1770078"/>
                <a:gd name="csX9" fmla="*/ 428492 w 1291905"/>
                <a:gd name="csY9" fmla="*/ 1770078 h 1770078"/>
                <a:gd name="csX10" fmla="*/ 437829 w 1291905"/>
                <a:gd name="csY10" fmla="*/ 1770078 h 1770078"/>
                <a:gd name="csX11" fmla="*/ 541087 w 1291905"/>
                <a:gd name="csY11" fmla="*/ 1658008 h 1770078"/>
                <a:gd name="csX12" fmla="*/ 644346 w 1291905"/>
                <a:gd name="csY12" fmla="*/ 1770078 h 1770078"/>
                <a:gd name="csX13" fmla="*/ 653683 w 1291905"/>
                <a:gd name="csY13" fmla="*/ 1770078 h 1770078"/>
                <a:gd name="csX14" fmla="*/ 756941 w 1291905"/>
                <a:gd name="csY14" fmla="*/ 1658008 h 1770078"/>
                <a:gd name="csX15" fmla="*/ 860199 w 1291905"/>
                <a:gd name="csY15" fmla="*/ 1770078 h 1770078"/>
                <a:gd name="csX16" fmla="*/ 869536 w 1291905"/>
                <a:gd name="csY16" fmla="*/ 1770078 h 1770078"/>
                <a:gd name="csX17" fmla="*/ 972794 w 1291905"/>
                <a:gd name="csY17" fmla="*/ 1658008 h 1770078"/>
                <a:gd name="csX18" fmla="*/ 1076052 w 1291905"/>
                <a:gd name="csY18" fmla="*/ 1770078 h 1770078"/>
                <a:gd name="csX19" fmla="*/ 1085389 w 1291905"/>
                <a:gd name="csY19" fmla="*/ 1770078 h 1770078"/>
                <a:gd name="csX20" fmla="*/ 1188647 w 1291905"/>
                <a:gd name="csY20" fmla="*/ 1658008 h 1770078"/>
                <a:gd name="csX21" fmla="*/ 1291905 w 1291905"/>
                <a:gd name="csY21" fmla="*/ 1770078 h 1770078"/>
                <a:gd name="csX22" fmla="*/ 1291905 w 1291905"/>
                <a:gd name="csY22" fmla="*/ 1291905 h 1770078"/>
                <a:gd name="csX23" fmla="*/ 1291905 w 1291905"/>
                <a:gd name="csY23" fmla="*/ 478173 h 1770078"/>
                <a:gd name="csX24" fmla="*/ 1291905 w 1291905"/>
                <a:gd name="csY24" fmla="*/ 0 h 1770078"/>
                <a:gd name="csX25" fmla="*/ 1188647 w 1291905"/>
                <a:gd name="csY25" fmla="*/ 112070 h 1770078"/>
                <a:gd name="csX26" fmla="*/ 1085389 w 1291905"/>
                <a:gd name="csY26" fmla="*/ 0 h 1770078"/>
                <a:gd name="csX27" fmla="*/ 1076052 w 1291905"/>
                <a:gd name="csY27" fmla="*/ 0 h 1770078"/>
                <a:gd name="csX28" fmla="*/ 972794 w 1291905"/>
                <a:gd name="csY28" fmla="*/ 112070 h 1770078"/>
                <a:gd name="csX29" fmla="*/ 869536 w 1291905"/>
                <a:gd name="csY29" fmla="*/ 0 h 1770078"/>
                <a:gd name="csX30" fmla="*/ 860199 w 1291905"/>
                <a:gd name="csY30" fmla="*/ 0 h 1770078"/>
                <a:gd name="csX31" fmla="*/ 756941 w 1291905"/>
                <a:gd name="csY31" fmla="*/ 112070 h 1770078"/>
                <a:gd name="csX32" fmla="*/ 653683 w 1291905"/>
                <a:gd name="csY32" fmla="*/ 0 h 1770078"/>
                <a:gd name="csX33" fmla="*/ 644346 w 1291905"/>
                <a:gd name="csY33" fmla="*/ 0 h 1770078"/>
                <a:gd name="csX34" fmla="*/ 541087 w 1291905"/>
                <a:gd name="csY34" fmla="*/ 112070 h 1770078"/>
                <a:gd name="csX35" fmla="*/ 437829 w 1291905"/>
                <a:gd name="csY35" fmla="*/ 0 h 1770078"/>
                <a:gd name="csX36" fmla="*/ 428492 w 1291905"/>
                <a:gd name="csY36" fmla="*/ 0 h 1770078"/>
                <a:gd name="csX37" fmla="*/ 325234 w 1291905"/>
                <a:gd name="csY37" fmla="*/ 112070 h 1770078"/>
                <a:gd name="csX38" fmla="*/ 221976 w 1291905"/>
                <a:gd name="csY38" fmla="*/ 0 h 1770078"/>
                <a:gd name="csX39" fmla="*/ 212639 w 1291905"/>
                <a:gd name="csY39" fmla="*/ 0 h 1770078"/>
                <a:gd name="csX40" fmla="*/ 109381 w 1291905"/>
                <a:gd name="csY40" fmla="*/ 112070 h 1770078"/>
                <a:gd name="csX41" fmla="*/ 6123 w 1291905"/>
                <a:gd name="csY41" fmla="*/ 0 h 17700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1291905" h="1770078">
                  <a:moveTo>
                    <a:pt x="0" y="0"/>
                  </a:moveTo>
                  <a:lnTo>
                    <a:pt x="0" y="478173"/>
                  </a:lnTo>
                  <a:lnTo>
                    <a:pt x="0" y="1291905"/>
                  </a:lnTo>
                  <a:lnTo>
                    <a:pt x="0" y="1770078"/>
                  </a:lnTo>
                  <a:lnTo>
                    <a:pt x="6123" y="1770078"/>
                  </a:lnTo>
                  <a:lnTo>
                    <a:pt x="109381" y="1658008"/>
                  </a:lnTo>
                  <a:lnTo>
                    <a:pt x="212639" y="1770078"/>
                  </a:lnTo>
                  <a:lnTo>
                    <a:pt x="221976" y="1770078"/>
                  </a:lnTo>
                  <a:lnTo>
                    <a:pt x="325234" y="1658008"/>
                  </a:lnTo>
                  <a:lnTo>
                    <a:pt x="428492" y="1770078"/>
                  </a:lnTo>
                  <a:lnTo>
                    <a:pt x="437829" y="1770078"/>
                  </a:lnTo>
                  <a:lnTo>
                    <a:pt x="541087" y="1658008"/>
                  </a:lnTo>
                  <a:lnTo>
                    <a:pt x="644346" y="1770078"/>
                  </a:lnTo>
                  <a:lnTo>
                    <a:pt x="653683" y="1770078"/>
                  </a:lnTo>
                  <a:lnTo>
                    <a:pt x="756941" y="1658008"/>
                  </a:lnTo>
                  <a:lnTo>
                    <a:pt x="860199" y="1770078"/>
                  </a:lnTo>
                  <a:lnTo>
                    <a:pt x="869536" y="1770078"/>
                  </a:lnTo>
                  <a:lnTo>
                    <a:pt x="972794" y="1658008"/>
                  </a:lnTo>
                  <a:lnTo>
                    <a:pt x="1076052" y="1770078"/>
                  </a:lnTo>
                  <a:lnTo>
                    <a:pt x="1085389" y="1770078"/>
                  </a:lnTo>
                  <a:lnTo>
                    <a:pt x="1188647" y="1658008"/>
                  </a:lnTo>
                  <a:lnTo>
                    <a:pt x="1291905" y="1770078"/>
                  </a:lnTo>
                  <a:lnTo>
                    <a:pt x="1291905" y="1291905"/>
                  </a:lnTo>
                  <a:lnTo>
                    <a:pt x="1291905" y="478173"/>
                  </a:lnTo>
                  <a:lnTo>
                    <a:pt x="1291905" y="0"/>
                  </a:lnTo>
                  <a:lnTo>
                    <a:pt x="1188647" y="112070"/>
                  </a:lnTo>
                  <a:lnTo>
                    <a:pt x="1085389" y="0"/>
                  </a:lnTo>
                  <a:lnTo>
                    <a:pt x="1076052" y="0"/>
                  </a:lnTo>
                  <a:lnTo>
                    <a:pt x="972794" y="112070"/>
                  </a:lnTo>
                  <a:lnTo>
                    <a:pt x="869536" y="0"/>
                  </a:lnTo>
                  <a:lnTo>
                    <a:pt x="860199" y="0"/>
                  </a:lnTo>
                  <a:lnTo>
                    <a:pt x="756941" y="112070"/>
                  </a:lnTo>
                  <a:lnTo>
                    <a:pt x="653683" y="0"/>
                  </a:lnTo>
                  <a:lnTo>
                    <a:pt x="644346" y="0"/>
                  </a:lnTo>
                  <a:lnTo>
                    <a:pt x="541087" y="112070"/>
                  </a:lnTo>
                  <a:lnTo>
                    <a:pt x="437829" y="0"/>
                  </a:lnTo>
                  <a:lnTo>
                    <a:pt x="428492" y="0"/>
                  </a:lnTo>
                  <a:lnTo>
                    <a:pt x="325234" y="112070"/>
                  </a:lnTo>
                  <a:lnTo>
                    <a:pt x="221976" y="0"/>
                  </a:lnTo>
                  <a:lnTo>
                    <a:pt x="212639" y="0"/>
                  </a:lnTo>
                  <a:lnTo>
                    <a:pt x="109381" y="112070"/>
                  </a:lnTo>
                  <a:lnTo>
                    <a:pt x="6123" y="0"/>
                  </a:lnTo>
                  <a:close/>
                </a:path>
              </a:pathLst>
            </a:custGeom>
            <a:gradFill flip="none" rotWithShape="1">
              <a:gsLst>
                <a:gs pos="81000">
                  <a:schemeClr val="bg1">
                    <a:alpha val="0"/>
                  </a:schemeClr>
                </a:gs>
                <a:gs pos="0">
                  <a:srgbClr val="FF00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0AB5DE3-67E0-6F10-0D54-02CC4161605B}"/>
                </a:ext>
              </a:extLst>
            </p:cNvPr>
            <p:cNvSpPr/>
            <p:nvPr/>
          </p:nvSpPr>
          <p:spPr>
            <a:xfrm>
              <a:off x="3879920" y="4287477"/>
              <a:ext cx="937260" cy="652164"/>
            </a:xfrm>
            <a:custGeom>
              <a:avLst/>
              <a:gdLst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0 w 1770078"/>
                <a:gd name="csY8" fmla="*/ 378854 h 1291903"/>
                <a:gd name="csX9" fmla="*/ 13692 w 1770078"/>
                <a:gd name="csY9" fmla="*/ 378854 h 1291903"/>
                <a:gd name="csX10" fmla="*/ 17981 w 1770078"/>
                <a:gd name="csY10" fmla="*/ 364364 h 1291903"/>
                <a:gd name="csX11" fmla="*/ 885039 w 1770078"/>
                <a:gd name="csY11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3692 w 1770078"/>
                <a:gd name="csY8" fmla="*/ 378854 h 1291903"/>
                <a:gd name="csX9" fmla="*/ 17981 w 1770078"/>
                <a:gd name="csY9" fmla="*/ 364364 h 1291903"/>
                <a:gd name="csX10" fmla="*/ 885039 w 1770078"/>
                <a:gd name="csY10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7981 w 1770078"/>
                <a:gd name="csY8" fmla="*/ 364364 h 1291903"/>
                <a:gd name="csX9" fmla="*/ 885039 w 1770078"/>
                <a:gd name="csY9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456330 h 1291903"/>
                <a:gd name="csX4" fmla="*/ 1770078 w 1770078"/>
                <a:gd name="csY4" fmla="*/ 1291903 h 1291903"/>
                <a:gd name="csX5" fmla="*/ 0 w 1770078"/>
                <a:gd name="csY5" fmla="*/ 1291903 h 1291903"/>
                <a:gd name="csX6" fmla="*/ 0 w 1770078"/>
                <a:gd name="csY6" fmla="*/ 456330 h 1291903"/>
                <a:gd name="csX7" fmla="*/ 17981 w 1770078"/>
                <a:gd name="csY7" fmla="*/ 364364 h 1291903"/>
                <a:gd name="csX8" fmla="*/ 885039 w 1770078"/>
                <a:gd name="csY8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70078 w 1770078"/>
                <a:gd name="csY2" fmla="*/ 456330 h 1291903"/>
                <a:gd name="csX3" fmla="*/ 1770078 w 1770078"/>
                <a:gd name="csY3" fmla="*/ 1291903 h 1291903"/>
                <a:gd name="csX4" fmla="*/ 0 w 1770078"/>
                <a:gd name="csY4" fmla="*/ 1291903 h 1291903"/>
                <a:gd name="csX5" fmla="*/ 0 w 1770078"/>
                <a:gd name="csY5" fmla="*/ 456330 h 1291903"/>
                <a:gd name="csX6" fmla="*/ 17981 w 1770078"/>
                <a:gd name="csY6" fmla="*/ 364364 h 1291903"/>
                <a:gd name="csX7" fmla="*/ 885039 w 1770078"/>
                <a:gd name="csY7" fmla="*/ 0 h 12919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770078" h="1291903">
                  <a:moveTo>
                    <a:pt x="885039" y="0"/>
                  </a:moveTo>
                  <a:cubicBezTo>
                    <a:pt x="1312734" y="0"/>
                    <a:pt x="1669571" y="156422"/>
                    <a:pt x="1752097" y="364364"/>
                  </a:cubicBezTo>
                  <a:lnTo>
                    <a:pt x="1770078" y="456330"/>
                  </a:lnTo>
                  <a:lnTo>
                    <a:pt x="1770078" y="1291903"/>
                  </a:lnTo>
                  <a:lnTo>
                    <a:pt x="0" y="1291903"/>
                  </a:lnTo>
                  <a:lnTo>
                    <a:pt x="0" y="456330"/>
                  </a:lnTo>
                  <a:lnTo>
                    <a:pt x="17981" y="364364"/>
                  </a:lnTo>
                  <a:cubicBezTo>
                    <a:pt x="100507" y="156422"/>
                    <a:pt x="457344" y="0"/>
                    <a:pt x="885039" y="0"/>
                  </a:cubicBezTo>
                  <a:close/>
                </a:path>
              </a:pathLst>
            </a:custGeom>
            <a:gradFill flip="none" rotWithShape="1">
              <a:gsLst>
                <a:gs pos="69000">
                  <a:schemeClr val="bg1">
                    <a:alpha val="0"/>
                  </a:schemeClr>
                </a:gs>
                <a:gs pos="0">
                  <a:srgbClr val="0070C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4F43306-2E56-1231-5A31-4E0C47BC9C37}"/>
                </a:ext>
              </a:extLst>
            </p:cNvPr>
            <p:cNvSpPr/>
            <p:nvPr/>
          </p:nvSpPr>
          <p:spPr>
            <a:xfrm>
              <a:off x="6235672" y="4287477"/>
              <a:ext cx="937260" cy="652165"/>
            </a:xfrm>
            <a:custGeom>
              <a:avLst/>
              <a:gdLst>
                <a:gd name="csX0" fmla="*/ 0 w 937260"/>
                <a:gd name="csY0" fmla="*/ 0 h 652165"/>
                <a:gd name="csX1" fmla="*/ 179 w 937260"/>
                <a:gd name="csY1" fmla="*/ 0 h 652165"/>
                <a:gd name="csX2" fmla="*/ 116373 w 937260"/>
                <a:gd name="csY2" fmla="*/ 31552 h 652165"/>
                <a:gd name="csX3" fmla="*/ 468630 w 937260"/>
                <a:gd name="csY3" fmla="*/ 67131 h 652165"/>
                <a:gd name="csX4" fmla="*/ 820887 w 937260"/>
                <a:gd name="csY4" fmla="*/ 31552 h 652165"/>
                <a:gd name="csX5" fmla="*/ 937081 w 937260"/>
                <a:gd name="csY5" fmla="*/ 0 h 652165"/>
                <a:gd name="csX6" fmla="*/ 937260 w 937260"/>
                <a:gd name="csY6" fmla="*/ 0 h 652165"/>
                <a:gd name="csX7" fmla="*/ 937260 w 937260"/>
                <a:gd name="csY7" fmla="*/ 652165 h 652165"/>
                <a:gd name="csX8" fmla="*/ 937078 w 937260"/>
                <a:gd name="csY8" fmla="*/ 652165 h 652165"/>
                <a:gd name="csX9" fmla="*/ 820887 w 937260"/>
                <a:gd name="csY9" fmla="*/ 620614 h 652165"/>
                <a:gd name="csX10" fmla="*/ 468630 w 937260"/>
                <a:gd name="csY10" fmla="*/ 585035 h 652165"/>
                <a:gd name="csX11" fmla="*/ 116373 w 937260"/>
                <a:gd name="csY11" fmla="*/ 620614 h 652165"/>
                <a:gd name="csX12" fmla="*/ 183 w 937260"/>
                <a:gd name="csY12" fmla="*/ 652165 h 652165"/>
                <a:gd name="csX13" fmla="*/ 0 w 937260"/>
                <a:gd name="csY13" fmla="*/ 652165 h 6521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37260" h="652165">
                  <a:moveTo>
                    <a:pt x="0" y="0"/>
                  </a:moveTo>
                  <a:lnTo>
                    <a:pt x="179" y="0"/>
                  </a:lnTo>
                  <a:lnTo>
                    <a:pt x="116373" y="31552"/>
                  </a:lnTo>
                  <a:cubicBezTo>
                    <a:pt x="224643" y="54462"/>
                    <a:pt x="343679" y="67131"/>
                    <a:pt x="468630" y="67131"/>
                  </a:cubicBezTo>
                  <a:cubicBezTo>
                    <a:pt x="593581" y="67131"/>
                    <a:pt x="712618" y="54462"/>
                    <a:pt x="820887" y="31552"/>
                  </a:cubicBezTo>
                  <a:lnTo>
                    <a:pt x="937081" y="0"/>
                  </a:lnTo>
                  <a:lnTo>
                    <a:pt x="937260" y="0"/>
                  </a:lnTo>
                  <a:lnTo>
                    <a:pt x="937260" y="652165"/>
                  </a:lnTo>
                  <a:lnTo>
                    <a:pt x="937078" y="652165"/>
                  </a:lnTo>
                  <a:lnTo>
                    <a:pt x="820887" y="620614"/>
                  </a:lnTo>
                  <a:cubicBezTo>
                    <a:pt x="712618" y="597704"/>
                    <a:pt x="593581" y="585035"/>
                    <a:pt x="468630" y="585035"/>
                  </a:cubicBezTo>
                  <a:cubicBezTo>
                    <a:pt x="343679" y="585035"/>
                    <a:pt x="224643" y="597704"/>
                    <a:pt x="116373" y="620614"/>
                  </a:cubicBezTo>
                  <a:lnTo>
                    <a:pt x="183" y="652165"/>
                  </a:lnTo>
                  <a:lnTo>
                    <a:pt x="0" y="652165"/>
                  </a:lnTo>
                  <a:close/>
                </a:path>
              </a:pathLst>
            </a:custGeom>
            <a:gradFill flip="none" rotWithShape="1">
              <a:gsLst>
                <a:gs pos="83000">
                  <a:schemeClr val="bg1">
                    <a:alpha val="0"/>
                  </a:schemeClr>
                </a:gs>
                <a:gs pos="0">
                  <a:srgbClr val="00B05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EAD12E2-3DF6-563B-DDA6-6C10894F6389}"/>
              </a:ext>
            </a:extLst>
          </p:cNvPr>
          <p:cNvGrpSpPr/>
          <p:nvPr/>
        </p:nvGrpSpPr>
        <p:grpSpPr>
          <a:xfrm>
            <a:off x="2539535" y="4022577"/>
            <a:ext cx="6091564" cy="652166"/>
            <a:chOff x="2539535" y="4022577"/>
            <a:chExt cx="6091564" cy="652166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04BD6A4C-1DF2-97B0-CDDE-ED2A12EB5A2D}"/>
                </a:ext>
              </a:extLst>
            </p:cNvPr>
            <p:cNvSpPr/>
            <p:nvPr/>
          </p:nvSpPr>
          <p:spPr>
            <a:xfrm>
              <a:off x="2546329" y="4022577"/>
              <a:ext cx="937260" cy="652166"/>
            </a:xfrm>
            <a:prstGeom prst="roundRect">
              <a:avLst/>
            </a:prstGeom>
            <a:solidFill>
              <a:srgbClr val="C775E7"/>
            </a:solidFill>
            <a:ln w="3175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750E4F2-092D-D55C-C68A-477569CD3EDD}"/>
                </a:ext>
              </a:extLst>
            </p:cNvPr>
            <p:cNvSpPr/>
            <p:nvPr/>
          </p:nvSpPr>
          <p:spPr>
            <a:xfrm>
              <a:off x="7698281" y="4022578"/>
              <a:ext cx="932818" cy="652165"/>
            </a:xfrm>
            <a:custGeom>
              <a:avLst/>
              <a:gdLst>
                <a:gd name="csX0" fmla="*/ 0 w 1761688"/>
                <a:gd name="csY0" fmla="*/ 0 h 1291904"/>
                <a:gd name="csX1" fmla="*/ 75501 w 1761688"/>
                <a:gd name="csY1" fmla="*/ 0 h 1291904"/>
                <a:gd name="csX2" fmla="*/ 1686187 w 1761688"/>
                <a:gd name="csY2" fmla="*/ 0 h 1291904"/>
                <a:gd name="csX3" fmla="*/ 1761688 w 1761688"/>
                <a:gd name="csY3" fmla="*/ 0 h 1291904"/>
                <a:gd name="csX4" fmla="*/ 1761688 w 1761688"/>
                <a:gd name="csY4" fmla="*/ 102765 h 1291904"/>
                <a:gd name="csX5" fmla="*/ 1686187 w 1761688"/>
                <a:gd name="csY5" fmla="*/ 102765 h 1291904"/>
                <a:gd name="csX6" fmla="*/ 1686187 w 1761688"/>
                <a:gd name="csY6" fmla="*/ 1189139 h 1291904"/>
                <a:gd name="csX7" fmla="*/ 1761688 w 1761688"/>
                <a:gd name="csY7" fmla="*/ 1189139 h 1291904"/>
                <a:gd name="csX8" fmla="*/ 1761688 w 1761688"/>
                <a:gd name="csY8" fmla="*/ 1291904 h 1291904"/>
                <a:gd name="csX9" fmla="*/ 1686187 w 1761688"/>
                <a:gd name="csY9" fmla="*/ 1291904 h 1291904"/>
                <a:gd name="csX10" fmla="*/ 75501 w 1761688"/>
                <a:gd name="csY10" fmla="*/ 1291904 h 1291904"/>
                <a:gd name="csX11" fmla="*/ 0 w 1761688"/>
                <a:gd name="csY11" fmla="*/ 1291904 h 1291904"/>
                <a:gd name="csX12" fmla="*/ 0 w 1761688"/>
                <a:gd name="csY12" fmla="*/ 1189139 h 1291904"/>
                <a:gd name="csX13" fmla="*/ 75501 w 1761688"/>
                <a:gd name="csY13" fmla="*/ 1189139 h 1291904"/>
                <a:gd name="csX14" fmla="*/ 75501 w 1761688"/>
                <a:gd name="csY14" fmla="*/ 102765 h 1291904"/>
                <a:gd name="csX15" fmla="*/ 0 w 1761688"/>
                <a:gd name="csY15" fmla="*/ 102765 h 1291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761688" h="1291904">
                  <a:moveTo>
                    <a:pt x="0" y="0"/>
                  </a:moveTo>
                  <a:lnTo>
                    <a:pt x="75501" y="0"/>
                  </a:lnTo>
                  <a:lnTo>
                    <a:pt x="1686187" y="0"/>
                  </a:lnTo>
                  <a:lnTo>
                    <a:pt x="1761688" y="0"/>
                  </a:lnTo>
                  <a:lnTo>
                    <a:pt x="1761688" y="102765"/>
                  </a:lnTo>
                  <a:lnTo>
                    <a:pt x="1686187" y="102765"/>
                  </a:lnTo>
                  <a:lnTo>
                    <a:pt x="1686187" y="1189139"/>
                  </a:lnTo>
                  <a:lnTo>
                    <a:pt x="1761688" y="1189139"/>
                  </a:lnTo>
                  <a:lnTo>
                    <a:pt x="1761688" y="1291904"/>
                  </a:lnTo>
                  <a:lnTo>
                    <a:pt x="1686187" y="1291904"/>
                  </a:lnTo>
                  <a:lnTo>
                    <a:pt x="75501" y="1291904"/>
                  </a:lnTo>
                  <a:lnTo>
                    <a:pt x="0" y="1291904"/>
                  </a:lnTo>
                  <a:lnTo>
                    <a:pt x="0" y="1189139"/>
                  </a:lnTo>
                  <a:lnTo>
                    <a:pt x="75501" y="1189139"/>
                  </a:lnTo>
                  <a:lnTo>
                    <a:pt x="75501" y="102765"/>
                  </a:lnTo>
                  <a:lnTo>
                    <a:pt x="0" y="102765"/>
                  </a:lnTo>
                  <a:close/>
                </a:path>
              </a:pathLst>
            </a:custGeom>
            <a:solidFill>
              <a:srgbClr val="ECC31D"/>
            </a:solidFill>
            <a:ln w="317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371E4BC-2DC4-9584-3E97-146A28B7BF4D}"/>
                </a:ext>
              </a:extLst>
            </p:cNvPr>
            <p:cNvSpPr/>
            <p:nvPr/>
          </p:nvSpPr>
          <p:spPr>
            <a:xfrm rot="16200000" flipH="1">
              <a:off x="5198786" y="3880031"/>
              <a:ext cx="652164" cy="937260"/>
            </a:xfrm>
            <a:custGeom>
              <a:avLst/>
              <a:gdLst>
                <a:gd name="csX0" fmla="*/ 0 w 1291905"/>
                <a:gd name="csY0" fmla="*/ 0 h 1770078"/>
                <a:gd name="csX1" fmla="*/ 0 w 1291905"/>
                <a:gd name="csY1" fmla="*/ 478173 h 1770078"/>
                <a:gd name="csX2" fmla="*/ 0 w 1291905"/>
                <a:gd name="csY2" fmla="*/ 1291905 h 1770078"/>
                <a:gd name="csX3" fmla="*/ 0 w 1291905"/>
                <a:gd name="csY3" fmla="*/ 1770078 h 1770078"/>
                <a:gd name="csX4" fmla="*/ 6123 w 1291905"/>
                <a:gd name="csY4" fmla="*/ 1770078 h 1770078"/>
                <a:gd name="csX5" fmla="*/ 109381 w 1291905"/>
                <a:gd name="csY5" fmla="*/ 1658008 h 1770078"/>
                <a:gd name="csX6" fmla="*/ 212639 w 1291905"/>
                <a:gd name="csY6" fmla="*/ 1770078 h 1770078"/>
                <a:gd name="csX7" fmla="*/ 221976 w 1291905"/>
                <a:gd name="csY7" fmla="*/ 1770078 h 1770078"/>
                <a:gd name="csX8" fmla="*/ 325234 w 1291905"/>
                <a:gd name="csY8" fmla="*/ 1658008 h 1770078"/>
                <a:gd name="csX9" fmla="*/ 428492 w 1291905"/>
                <a:gd name="csY9" fmla="*/ 1770078 h 1770078"/>
                <a:gd name="csX10" fmla="*/ 437829 w 1291905"/>
                <a:gd name="csY10" fmla="*/ 1770078 h 1770078"/>
                <a:gd name="csX11" fmla="*/ 541087 w 1291905"/>
                <a:gd name="csY11" fmla="*/ 1658008 h 1770078"/>
                <a:gd name="csX12" fmla="*/ 644346 w 1291905"/>
                <a:gd name="csY12" fmla="*/ 1770078 h 1770078"/>
                <a:gd name="csX13" fmla="*/ 653683 w 1291905"/>
                <a:gd name="csY13" fmla="*/ 1770078 h 1770078"/>
                <a:gd name="csX14" fmla="*/ 756941 w 1291905"/>
                <a:gd name="csY14" fmla="*/ 1658008 h 1770078"/>
                <a:gd name="csX15" fmla="*/ 860199 w 1291905"/>
                <a:gd name="csY15" fmla="*/ 1770078 h 1770078"/>
                <a:gd name="csX16" fmla="*/ 869536 w 1291905"/>
                <a:gd name="csY16" fmla="*/ 1770078 h 1770078"/>
                <a:gd name="csX17" fmla="*/ 972794 w 1291905"/>
                <a:gd name="csY17" fmla="*/ 1658008 h 1770078"/>
                <a:gd name="csX18" fmla="*/ 1076052 w 1291905"/>
                <a:gd name="csY18" fmla="*/ 1770078 h 1770078"/>
                <a:gd name="csX19" fmla="*/ 1085389 w 1291905"/>
                <a:gd name="csY19" fmla="*/ 1770078 h 1770078"/>
                <a:gd name="csX20" fmla="*/ 1188647 w 1291905"/>
                <a:gd name="csY20" fmla="*/ 1658008 h 1770078"/>
                <a:gd name="csX21" fmla="*/ 1291905 w 1291905"/>
                <a:gd name="csY21" fmla="*/ 1770078 h 1770078"/>
                <a:gd name="csX22" fmla="*/ 1291905 w 1291905"/>
                <a:gd name="csY22" fmla="*/ 1291905 h 1770078"/>
                <a:gd name="csX23" fmla="*/ 1291905 w 1291905"/>
                <a:gd name="csY23" fmla="*/ 478173 h 1770078"/>
                <a:gd name="csX24" fmla="*/ 1291905 w 1291905"/>
                <a:gd name="csY24" fmla="*/ 0 h 1770078"/>
                <a:gd name="csX25" fmla="*/ 1188647 w 1291905"/>
                <a:gd name="csY25" fmla="*/ 112070 h 1770078"/>
                <a:gd name="csX26" fmla="*/ 1085389 w 1291905"/>
                <a:gd name="csY26" fmla="*/ 0 h 1770078"/>
                <a:gd name="csX27" fmla="*/ 1076052 w 1291905"/>
                <a:gd name="csY27" fmla="*/ 0 h 1770078"/>
                <a:gd name="csX28" fmla="*/ 972794 w 1291905"/>
                <a:gd name="csY28" fmla="*/ 112070 h 1770078"/>
                <a:gd name="csX29" fmla="*/ 869536 w 1291905"/>
                <a:gd name="csY29" fmla="*/ 0 h 1770078"/>
                <a:gd name="csX30" fmla="*/ 860199 w 1291905"/>
                <a:gd name="csY30" fmla="*/ 0 h 1770078"/>
                <a:gd name="csX31" fmla="*/ 756941 w 1291905"/>
                <a:gd name="csY31" fmla="*/ 112070 h 1770078"/>
                <a:gd name="csX32" fmla="*/ 653683 w 1291905"/>
                <a:gd name="csY32" fmla="*/ 0 h 1770078"/>
                <a:gd name="csX33" fmla="*/ 644346 w 1291905"/>
                <a:gd name="csY33" fmla="*/ 0 h 1770078"/>
                <a:gd name="csX34" fmla="*/ 541087 w 1291905"/>
                <a:gd name="csY34" fmla="*/ 112070 h 1770078"/>
                <a:gd name="csX35" fmla="*/ 437829 w 1291905"/>
                <a:gd name="csY35" fmla="*/ 0 h 1770078"/>
                <a:gd name="csX36" fmla="*/ 428492 w 1291905"/>
                <a:gd name="csY36" fmla="*/ 0 h 1770078"/>
                <a:gd name="csX37" fmla="*/ 325234 w 1291905"/>
                <a:gd name="csY37" fmla="*/ 112070 h 1770078"/>
                <a:gd name="csX38" fmla="*/ 221976 w 1291905"/>
                <a:gd name="csY38" fmla="*/ 0 h 1770078"/>
                <a:gd name="csX39" fmla="*/ 212639 w 1291905"/>
                <a:gd name="csY39" fmla="*/ 0 h 1770078"/>
                <a:gd name="csX40" fmla="*/ 109381 w 1291905"/>
                <a:gd name="csY40" fmla="*/ 112070 h 1770078"/>
                <a:gd name="csX41" fmla="*/ 6123 w 1291905"/>
                <a:gd name="csY41" fmla="*/ 0 h 17700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1291905" h="1770078">
                  <a:moveTo>
                    <a:pt x="0" y="0"/>
                  </a:moveTo>
                  <a:lnTo>
                    <a:pt x="0" y="478173"/>
                  </a:lnTo>
                  <a:lnTo>
                    <a:pt x="0" y="1291905"/>
                  </a:lnTo>
                  <a:lnTo>
                    <a:pt x="0" y="1770078"/>
                  </a:lnTo>
                  <a:lnTo>
                    <a:pt x="6123" y="1770078"/>
                  </a:lnTo>
                  <a:lnTo>
                    <a:pt x="109381" y="1658008"/>
                  </a:lnTo>
                  <a:lnTo>
                    <a:pt x="212639" y="1770078"/>
                  </a:lnTo>
                  <a:lnTo>
                    <a:pt x="221976" y="1770078"/>
                  </a:lnTo>
                  <a:lnTo>
                    <a:pt x="325234" y="1658008"/>
                  </a:lnTo>
                  <a:lnTo>
                    <a:pt x="428492" y="1770078"/>
                  </a:lnTo>
                  <a:lnTo>
                    <a:pt x="437829" y="1770078"/>
                  </a:lnTo>
                  <a:lnTo>
                    <a:pt x="541087" y="1658008"/>
                  </a:lnTo>
                  <a:lnTo>
                    <a:pt x="644346" y="1770078"/>
                  </a:lnTo>
                  <a:lnTo>
                    <a:pt x="653683" y="1770078"/>
                  </a:lnTo>
                  <a:lnTo>
                    <a:pt x="756941" y="1658008"/>
                  </a:lnTo>
                  <a:lnTo>
                    <a:pt x="860199" y="1770078"/>
                  </a:lnTo>
                  <a:lnTo>
                    <a:pt x="869536" y="1770078"/>
                  </a:lnTo>
                  <a:lnTo>
                    <a:pt x="972794" y="1658008"/>
                  </a:lnTo>
                  <a:lnTo>
                    <a:pt x="1076052" y="1770078"/>
                  </a:lnTo>
                  <a:lnTo>
                    <a:pt x="1085389" y="1770078"/>
                  </a:lnTo>
                  <a:lnTo>
                    <a:pt x="1188647" y="1658008"/>
                  </a:lnTo>
                  <a:lnTo>
                    <a:pt x="1291905" y="1770078"/>
                  </a:lnTo>
                  <a:lnTo>
                    <a:pt x="1291905" y="1291905"/>
                  </a:lnTo>
                  <a:lnTo>
                    <a:pt x="1291905" y="478173"/>
                  </a:lnTo>
                  <a:lnTo>
                    <a:pt x="1291905" y="0"/>
                  </a:lnTo>
                  <a:lnTo>
                    <a:pt x="1188647" y="112070"/>
                  </a:lnTo>
                  <a:lnTo>
                    <a:pt x="1085389" y="0"/>
                  </a:lnTo>
                  <a:lnTo>
                    <a:pt x="1076052" y="0"/>
                  </a:lnTo>
                  <a:lnTo>
                    <a:pt x="972794" y="112070"/>
                  </a:lnTo>
                  <a:lnTo>
                    <a:pt x="869536" y="0"/>
                  </a:lnTo>
                  <a:lnTo>
                    <a:pt x="860199" y="0"/>
                  </a:lnTo>
                  <a:lnTo>
                    <a:pt x="756941" y="112070"/>
                  </a:lnTo>
                  <a:lnTo>
                    <a:pt x="653683" y="0"/>
                  </a:lnTo>
                  <a:lnTo>
                    <a:pt x="644346" y="0"/>
                  </a:lnTo>
                  <a:lnTo>
                    <a:pt x="541087" y="112070"/>
                  </a:lnTo>
                  <a:lnTo>
                    <a:pt x="437829" y="0"/>
                  </a:lnTo>
                  <a:lnTo>
                    <a:pt x="428492" y="0"/>
                  </a:lnTo>
                  <a:lnTo>
                    <a:pt x="325234" y="112070"/>
                  </a:lnTo>
                  <a:lnTo>
                    <a:pt x="221976" y="0"/>
                  </a:lnTo>
                  <a:lnTo>
                    <a:pt x="212639" y="0"/>
                  </a:lnTo>
                  <a:lnTo>
                    <a:pt x="109381" y="112070"/>
                  </a:lnTo>
                  <a:lnTo>
                    <a:pt x="6123" y="0"/>
                  </a:lnTo>
                  <a:close/>
                </a:path>
              </a:pathLst>
            </a:custGeom>
            <a:solidFill>
              <a:srgbClr val="E94B3A"/>
            </a:solidFill>
            <a:ln w="31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A94A3C3-53FE-2FEC-298B-03D9F582B428}"/>
                </a:ext>
              </a:extLst>
            </p:cNvPr>
            <p:cNvSpPr/>
            <p:nvPr/>
          </p:nvSpPr>
          <p:spPr>
            <a:xfrm>
              <a:off x="3879920" y="4022578"/>
              <a:ext cx="937260" cy="652164"/>
            </a:xfrm>
            <a:custGeom>
              <a:avLst/>
              <a:gdLst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0 w 1770078"/>
                <a:gd name="csY8" fmla="*/ 378854 h 1291903"/>
                <a:gd name="csX9" fmla="*/ 13692 w 1770078"/>
                <a:gd name="csY9" fmla="*/ 378854 h 1291903"/>
                <a:gd name="csX10" fmla="*/ 17981 w 1770078"/>
                <a:gd name="csY10" fmla="*/ 364364 h 1291903"/>
                <a:gd name="csX11" fmla="*/ 885039 w 1770078"/>
                <a:gd name="csY11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3692 w 1770078"/>
                <a:gd name="csY8" fmla="*/ 378854 h 1291903"/>
                <a:gd name="csX9" fmla="*/ 17981 w 1770078"/>
                <a:gd name="csY9" fmla="*/ 364364 h 1291903"/>
                <a:gd name="csX10" fmla="*/ 885039 w 1770078"/>
                <a:gd name="csY10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7981 w 1770078"/>
                <a:gd name="csY8" fmla="*/ 364364 h 1291903"/>
                <a:gd name="csX9" fmla="*/ 885039 w 1770078"/>
                <a:gd name="csY9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456330 h 1291903"/>
                <a:gd name="csX4" fmla="*/ 1770078 w 1770078"/>
                <a:gd name="csY4" fmla="*/ 1291903 h 1291903"/>
                <a:gd name="csX5" fmla="*/ 0 w 1770078"/>
                <a:gd name="csY5" fmla="*/ 1291903 h 1291903"/>
                <a:gd name="csX6" fmla="*/ 0 w 1770078"/>
                <a:gd name="csY6" fmla="*/ 456330 h 1291903"/>
                <a:gd name="csX7" fmla="*/ 17981 w 1770078"/>
                <a:gd name="csY7" fmla="*/ 364364 h 1291903"/>
                <a:gd name="csX8" fmla="*/ 885039 w 1770078"/>
                <a:gd name="csY8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70078 w 1770078"/>
                <a:gd name="csY2" fmla="*/ 456330 h 1291903"/>
                <a:gd name="csX3" fmla="*/ 1770078 w 1770078"/>
                <a:gd name="csY3" fmla="*/ 1291903 h 1291903"/>
                <a:gd name="csX4" fmla="*/ 0 w 1770078"/>
                <a:gd name="csY4" fmla="*/ 1291903 h 1291903"/>
                <a:gd name="csX5" fmla="*/ 0 w 1770078"/>
                <a:gd name="csY5" fmla="*/ 456330 h 1291903"/>
                <a:gd name="csX6" fmla="*/ 17981 w 1770078"/>
                <a:gd name="csY6" fmla="*/ 364364 h 1291903"/>
                <a:gd name="csX7" fmla="*/ 885039 w 1770078"/>
                <a:gd name="csY7" fmla="*/ 0 h 12919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770078" h="1291903">
                  <a:moveTo>
                    <a:pt x="885039" y="0"/>
                  </a:moveTo>
                  <a:cubicBezTo>
                    <a:pt x="1312734" y="0"/>
                    <a:pt x="1669571" y="156422"/>
                    <a:pt x="1752097" y="364364"/>
                  </a:cubicBezTo>
                  <a:lnTo>
                    <a:pt x="1770078" y="456330"/>
                  </a:lnTo>
                  <a:lnTo>
                    <a:pt x="1770078" y="1291903"/>
                  </a:lnTo>
                  <a:lnTo>
                    <a:pt x="0" y="1291903"/>
                  </a:lnTo>
                  <a:lnTo>
                    <a:pt x="0" y="456330"/>
                  </a:lnTo>
                  <a:lnTo>
                    <a:pt x="17981" y="364364"/>
                  </a:lnTo>
                  <a:cubicBezTo>
                    <a:pt x="100507" y="156422"/>
                    <a:pt x="457344" y="0"/>
                    <a:pt x="885039" y="0"/>
                  </a:cubicBezTo>
                  <a:close/>
                </a:path>
              </a:pathLst>
            </a:custGeom>
            <a:solidFill>
              <a:srgbClr val="3BA8F0"/>
            </a:solidFill>
            <a:ln w="31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E1F0008-F991-AD16-8A3D-DA5DD5F510EE}"/>
                </a:ext>
              </a:extLst>
            </p:cNvPr>
            <p:cNvSpPr/>
            <p:nvPr/>
          </p:nvSpPr>
          <p:spPr>
            <a:xfrm>
              <a:off x="6235672" y="4022578"/>
              <a:ext cx="937260" cy="652165"/>
            </a:xfrm>
            <a:custGeom>
              <a:avLst/>
              <a:gdLst>
                <a:gd name="csX0" fmla="*/ 0 w 937260"/>
                <a:gd name="csY0" fmla="*/ 0 h 652165"/>
                <a:gd name="csX1" fmla="*/ 179 w 937260"/>
                <a:gd name="csY1" fmla="*/ 0 h 652165"/>
                <a:gd name="csX2" fmla="*/ 116373 w 937260"/>
                <a:gd name="csY2" fmla="*/ 31552 h 652165"/>
                <a:gd name="csX3" fmla="*/ 468630 w 937260"/>
                <a:gd name="csY3" fmla="*/ 67131 h 652165"/>
                <a:gd name="csX4" fmla="*/ 820887 w 937260"/>
                <a:gd name="csY4" fmla="*/ 31552 h 652165"/>
                <a:gd name="csX5" fmla="*/ 937081 w 937260"/>
                <a:gd name="csY5" fmla="*/ 0 h 652165"/>
                <a:gd name="csX6" fmla="*/ 937260 w 937260"/>
                <a:gd name="csY6" fmla="*/ 0 h 652165"/>
                <a:gd name="csX7" fmla="*/ 937260 w 937260"/>
                <a:gd name="csY7" fmla="*/ 652165 h 652165"/>
                <a:gd name="csX8" fmla="*/ 937078 w 937260"/>
                <a:gd name="csY8" fmla="*/ 652165 h 652165"/>
                <a:gd name="csX9" fmla="*/ 820887 w 937260"/>
                <a:gd name="csY9" fmla="*/ 620614 h 652165"/>
                <a:gd name="csX10" fmla="*/ 468630 w 937260"/>
                <a:gd name="csY10" fmla="*/ 585035 h 652165"/>
                <a:gd name="csX11" fmla="*/ 116373 w 937260"/>
                <a:gd name="csY11" fmla="*/ 620614 h 652165"/>
                <a:gd name="csX12" fmla="*/ 183 w 937260"/>
                <a:gd name="csY12" fmla="*/ 652165 h 652165"/>
                <a:gd name="csX13" fmla="*/ 0 w 937260"/>
                <a:gd name="csY13" fmla="*/ 652165 h 6521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37260" h="652165">
                  <a:moveTo>
                    <a:pt x="0" y="0"/>
                  </a:moveTo>
                  <a:lnTo>
                    <a:pt x="179" y="0"/>
                  </a:lnTo>
                  <a:lnTo>
                    <a:pt x="116373" y="31552"/>
                  </a:lnTo>
                  <a:cubicBezTo>
                    <a:pt x="224643" y="54462"/>
                    <a:pt x="343679" y="67131"/>
                    <a:pt x="468630" y="67131"/>
                  </a:cubicBezTo>
                  <a:cubicBezTo>
                    <a:pt x="593581" y="67131"/>
                    <a:pt x="712618" y="54462"/>
                    <a:pt x="820887" y="31552"/>
                  </a:cubicBezTo>
                  <a:lnTo>
                    <a:pt x="937081" y="0"/>
                  </a:lnTo>
                  <a:lnTo>
                    <a:pt x="937260" y="0"/>
                  </a:lnTo>
                  <a:lnTo>
                    <a:pt x="937260" y="652165"/>
                  </a:lnTo>
                  <a:lnTo>
                    <a:pt x="937078" y="652165"/>
                  </a:lnTo>
                  <a:lnTo>
                    <a:pt x="820887" y="620614"/>
                  </a:lnTo>
                  <a:cubicBezTo>
                    <a:pt x="712618" y="597704"/>
                    <a:pt x="593581" y="585035"/>
                    <a:pt x="468630" y="585035"/>
                  </a:cubicBezTo>
                  <a:cubicBezTo>
                    <a:pt x="343679" y="585035"/>
                    <a:pt x="224643" y="597704"/>
                    <a:pt x="116373" y="620614"/>
                  </a:cubicBezTo>
                  <a:lnTo>
                    <a:pt x="183" y="652165"/>
                  </a:lnTo>
                  <a:lnTo>
                    <a:pt x="0" y="652165"/>
                  </a:lnTo>
                  <a:close/>
                </a:path>
              </a:pathLst>
            </a:custGeom>
            <a:solidFill>
              <a:srgbClr val="36E67F"/>
            </a:solidFill>
            <a:ln w="31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89392FCD-1BF2-D49D-59C8-CF3D31931DF8}"/>
                </a:ext>
              </a:extLst>
            </p:cNvPr>
            <p:cNvSpPr/>
            <p:nvPr/>
          </p:nvSpPr>
          <p:spPr>
            <a:xfrm>
              <a:off x="2546329" y="4022577"/>
              <a:ext cx="937260" cy="652166"/>
            </a:xfrm>
            <a:prstGeom prst="roundRect">
              <a:avLst/>
            </a:prstGeom>
            <a:gradFill flip="none" rotWithShape="1">
              <a:gsLst>
                <a:gs pos="100000">
                  <a:schemeClr val="bg1">
                    <a:alpha val="46000"/>
                  </a:schemeClr>
                </a:gs>
                <a:gs pos="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BCAF1F1-9E2A-5A10-5A33-DE1FCE7BF266}"/>
                </a:ext>
              </a:extLst>
            </p:cNvPr>
            <p:cNvSpPr/>
            <p:nvPr/>
          </p:nvSpPr>
          <p:spPr>
            <a:xfrm>
              <a:off x="7698281" y="4022578"/>
              <a:ext cx="932818" cy="652165"/>
            </a:xfrm>
            <a:custGeom>
              <a:avLst/>
              <a:gdLst>
                <a:gd name="csX0" fmla="*/ 0 w 1761688"/>
                <a:gd name="csY0" fmla="*/ 0 h 1291904"/>
                <a:gd name="csX1" fmla="*/ 75501 w 1761688"/>
                <a:gd name="csY1" fmla="*/ 0 h 1291904"/>
                <a:gd name="csX2" fmla="*/ 1686187 w 1761688"/>
                <a:gd name="csY2" fmla="*/ 0 h 1291904"/>
                <a:gd name="csX3" fmla="*/ 1761688 w 1761688"/>
                <a:gd name="csY3" fmla="*/ 0 h 1291904"/>
                <a:gd name="csX4" fmla="*/ 1761688 w 1761688"/>
                <a:gd name="csY4" fmla="*/ 102765 h 1291904"/>
                <a:gd name="csX5" fmla="*/ 1686187 w 1761688"/>
                <a:gd name="csY5" fmla="*/ 102765 h 1291904"/>
                <a:gd name="csX6" fmla="*/ 1686187 w 1761688"/>
                <a:gd name="csY6" fmla="*/ 1189139 h 1291904"/>
                <a:gd name="csX7" fmla="*/ 1761688 w 1761688"/>
                <a:gd name="csY7" fmla="*/ 1189139 h 1291904"/>
                <a:gd name="csX8" fmla="*/ 1761688 w 1761688"/>
                <a:gd name="csY8" fmla="*/ 1291904 h 1291904"/>
                <a:gd name="csX9" fmla="*/ 1686187 w 1761688"/>
                <a:gd name="csY9" fmla="*/ 1291904 h 1291904"/>
                <a:gd name="csX10" fmla="*/ 75501 w 1761688"/>
                <a:gd name="csY10" fmla="*/ 1291904 h 1291904"/>
                <a:gd name="csX11" fmla="*/ 0 w 1761688"/>
                <a:gd name="csY11" fmla="*/ 1291904 h 1291904"/>
                <a:gd name="csX12" fmla="*/ 0 w 1761688"/>
                <a:gd name="csY12" fmla="*/ 1189139 h 1291904"/>
                <a:gd name="csX13" fmla="*/ 75501 w 1761688"/>
                <a:gd name="csY13" fmla="*/ 1189139 h 1291904"/>
                <a:gd name="csX14" fmla="*/ 75501 w 1761688"/>
                <a:gd name="csY14" fmla="*/ 102765 h 1291904"/>
                <a:gd name="csX15" fmla="*/ 0 w 1761688"/>
                <a:gd name="csY15" fmla="*/ 102765 h 1291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761688" h="1291904">
                  <a:moveTo>
                    <a:pt x="0" y="0"/>
                  </a:moveTo>
                  <a:lnTo>
                    <a:pt x="75501" y="0"/>
                  </a:lnTo>
                  <a:lnTo>
                    <a:pt x="1686187" y="0"/>
                  </a:lnTo>
                  <a:lnTo>
                    <a:pt x="1761688" y="0"/>
                  </a:lnTo>
                  <a:lnTo>
                    <a:pt x="1761688" y="102765"/>
                  </a:lnTo>
                  <a:lnTo>
                    <a:pt x="1686187" y="102765"/>
                  </a:lnTo>
                  <a:lnTo>
                    <a:pt x="1686187" y="1189139"/>
                  </a:lnTo>
                  <a:lnTo>
                    <a:pt x="1761688" y="1189139"/>
                  </a:lnTo>
                  <a:lnTo>
                    <a:pt x="1761688" y="1291904"/>
                  </a:lnTo>
                  <a:lnTo>
                    <a:pt x="1686187" y="1291904"/>
                  </a:lnTo>
                  <a:lnTo>
                    <a:pt x="75501" y="1291904"/>
                  </a:lnTo>
                  <a:lnTo>
                    <a:pt x="0" y="1291904"/>
                  </a:lnTo>
                  <a:lnTo>
                    <a:pt x="0" y="1189139"/>
                  </a:lnTo>
                  <a:lnTo>
                    <a:pt x="75501" y="1189139"/>
                  </a:lnTo>
                  <a:lnTo>
                    <a:pt x="75501" y="102765"/>
                  </a:lnTo>
                  <a:lnTo>
                    <a:pt x="0" y="102765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46000"/>
                  </a:schemeClr>
                </a:gs>
                <a:gs pos="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FE09A29-1662-8CD5-0334-02F4A401BD08}"/>
                </a:ext>
              </a:extLst>
            </p:cNvPr>
            <p:cNvSpPr/>
            <p:nvPr/>
          </p:nvSpPr>
          <p:spPr>
            <a:xfrm rot="16200000" flipH="1">
              <a:off x="5198786" y="3880031"/>
              <a:ext cx="652164" cy="937260"/>
            </a:xfrm>
            <a:custGeom>
              <a:avLst/>
              <a:gdLst>
                <a:gd name="csX0" fmla="*/ 0 w 1291905"/>
                <a:gd name="csY0" fmla="*/ 0 h 1770078"/>
                <a:gd name="csX1" fmla="*/ 0 w 1291905"/>
                <a:gd name="csY1" fmla="*/ 478173 h 1770078"/>
                <a:gd name="csX2" fmla="*/ 0 w 1291905"/>
                <a:gd name="csY2" fmla="*/ 1291905 h 1770078"/>
                <a:gd name="csX3" fmla="*/ 0 w 1291905"/>
                <a:gd name="csY3" fmla="*/ 1770078 h 1770078"/>
                <a:gd name="csX4" fmla="*/ 6123 w 1291905"/>
                <a:gd name="csY4" fmla="*/ 1770078 h 1770078"/>
                <a:gd name="csX5" fmla="*/ 109381 w 1291905"/>
                <a:gd name="csY5" fmla="*/ 1658008 h 1770078"/>
                <a:gd name="csX6" fmla="*/ 212639 w 1291905"/>
                <a:gd name="csY6" fmla="*/ 1770078 h 1770078"/>
                <a:gd name="csX7" fmla="*/ 221976 w 1291905"/>
                <a:gd name="csY7" fmla="*/ 1770078 h 1770078"/>
                <a:gd name="csX8" fmla="*/ 325234 w 1291905"/>
                <a:gd name="csY8" fmla="*/ 1658008 h 1770078"/>
                <a:gd name="csX9" fmla="*/ 428492 w 1291905"/>
                <a:gd name="csY9" fmla="*/ 1770078 h 1770078"/>
                <a:gd name="csX10" fmla="*/ 437829 w 1291905"/>
                <a:gd name="csY10" fmla="*/ 1770078 h 1770078"/>
                <a:gd name="csX11" fmla="*/ 541087 w 1291905"/>
                <a:gd name="csY11" fmla="*/ 1658008 h 1770078"/>
                <a:gd name="csX12" fmla="*/ 644346 w 1291905"/>
                <a:gd name="csY12" fmla="*/ 1770078 h 1770078"/>
                <a:gd name="csX13" fmla="*/ 653683 w 1291905"/>
                <a:gd name="csY13" fmla="*/ 1770078 h 1770078"/>
                <a:gd name="csX14" fmla="*/ 756941 w 1291905"/>
                <a:gd name="csY14" fmla="*/ 1658008 h 1770078"/>
                <a:gd name="csX15" fmla="*/ 860199 w 1291905"/>
                <a:gd name="csY15" fmla="*/ 1770078 h 1770078"/>
                <a:gd name="csX16" fmla="*/ 869536 w 1291905"/>
                <a:gd name="csY16" fmla="*/ 1770078 h 1770078"/>
                <a:gd name="csX17" fmla="*/ 972794 w 1291905"/>
                <a:gd name="csY17" fmla="*/ 1658008 h 1770078"/>
                <a:gd name="csX18" fmla="*/ 1076052 w 1291905"/>
                <a:gd name="csY18" fmla="*/ 1770078 h 1770078"/>
                <a:gd name="csX19" fmla="*/ 1085389 w 1291905"/>
                <a:gd name="csY19" fmla="*/ 1770078 h 1770078"/>
                <a:gd name="csX20" fmla="*/ 1188647 w 1291905"/>
                <a:gd name="csY20" fmla="*/ 1658008 h 1770078"/>
                <a:gd name="csX21" fmla="*/ 1291905 w 1291905"/>
                <a:gd name="csY21" fmla="*/ 1770078 h 1770078"/>
                <a:gd name="csX22" fmla="*/ 1291905 w 1291905"/>
                <a:gd name="csY22" fmla="*/ 1291905 h 1770078"/>
                <a:gd name="csX23" fmla="*/ 1291905 w 1291905"/>
                <a:gd name="csY23" fmla="*/ 478173 h 1770078"/>
                <a:gd name="csX24" fmla="*/ 1291905 w 1291905"/>
                <a:gd name="csY24" fmla="*/ 0 h 1770078"/>
                <a:gd name="csX25" fmla="*/ 1188647 w 1291905"/>
                <a:gd name="csY25" fmla="*/ 112070 h 1770078"/>
                <a:gd name="csX26" fmla="*/ 1085389 w 1291905"/>
                <a:gd name="csY26" fmla="*/ 0 h 1770078"/>
                <a:gd name="csX27" fmla="*/ 1076052 w 1291905"/>
                <a:gd name="csY27" fmla="*/ 0 h 1770078"/>
                <a:gd name="csX28" fmla="*/ 972794 w 1291905"/>
                <a:gd name="csY28" fmla="*/ 112070 h 1770078"/>
                <a:gd name="csX29" fmla="*/ 869536 w 1291905"/>
                <a:gd name="csY29" fmla="*/ 0 h 1770078"/>
                <a:gd name="csX30" fmla="*/ 860199 w 1291905"/>
                <a:gd name="csY30" fmla="*/ 0 h 1770078"/>
                <a:gd name="csX31" fmla="*/ 756941 w 1291905"/>
                <a:gd name="csY31" fmla="*/ 112070 h 1770078"/>
                <a:gd name="csX32" fmla="*/ 653683 w 1291905"/>
                <a:gd name="csY32" fmla="*/ 0 h 1770078"/>
                <a:gd name="csX33" fmla="*/ 644346 w 1291905"/>
                <a:gd name="csY33" fmla="*/ 0 h 1770078"/>
                <a:gd name="csX34" fmla="*/ 541087 w 1291905"/>
                <a:gd name="csY34" fmla="*/ 112070 h 1770078"/>
                <a:gd name="csX35" fmla="*/ 437829 w 1291905"/>
                <a:gd name="csY35" fmla="*/ 0 h 1770078"/>
                <a:gd name="csX36" fmla="*/ 428492 w 1291905"/>
                <a:gd name="csY36" fmla="*/ 0 h 1770078"/>
                <a:gd name="csX37" fmla="*/ 325234 w 1291905"/>
                <a:gd name="csY37" fmla="*/ 112070 h 1770078"/>
                <a:gd name="csX38" fmla="*/ 221976 w 1291905"/>
                <a:gd name="csY38" fmla="*/ 0 h 1770078"/>
                <a:gd name="csX39" fmla="*/ 212639 w 1291905"/>
                <a:gd name="csY39" fmla="*/ 0 h 1770078"/>
                <a:gd name="csX40" fmla="*/ 109381 w 1291905"/>
                <a:gd name="csY40" fmla="*/ 112070 h 1770078"/>
                <a:gd name="csX41" fmla="*/ 6123 w 1291905"/>
                <a:gd name="csY41" fmla="*/ 0 h 17700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1291905" h="1770078">
                  <a:moveTo>
                    <a:pt x="0" y="0"/>
                  </a:moveTo>
                  <a:lnTo>
                    <a:pt x="0" y="478173"/>
                  </a:lnTo>
                  <a:lnTo>
                    <a:pt x="0" y="1291905"/>
                  </a:lnTo>
                  <a:lnTo>
                    <a:pt x="0" y="1770078"/>
                  </a:lnTo>
                  <a:lnTo>
                    <a:pt x="6123" y="1770078"/>
                  </a:lnTo>
                  <a:lnTo>
                    <a:pt x="109381" y="1658008"/>
                  </a:lnTo>
                  <a:lnTo>
                    <a:pt x="212639" y="1770078"/>
                  </a:lnTo>
                  <a:lnTo>
                    <a:pt x="221976" y="1770078"/>
                  </a:lnTo>
                  <a:lnTo>
                    <a:pt x="325234" y="1658008"/>
                  </a:lnTo>
                  <a:lnTo>
                    <a:pt x="428492" y="1770078"/>
                  </a:lnTo>
                  <a:lnTo>
                    <a:pt x="437829" y="1770078"/>
                  </a:lnTo>
                  <a:lnTo>
                    <a:pt x="541087" y="1658008"/>
                  </a:lnTo>
                  <a:lnTo>
                    <a:pt x="644346" y="1770078"/>
                  </a:lnTo>
                  <a:lnTo>
                    <a:pt x="653683" y="1770078"/>
                  </a:lnTo>
                  <a:lnTo>
                    <a:pt x="756941" y="1658008"/>
                  </a:lnTo>
                  <a:lnTo>
                    <a:pt x="860199" y="1770078"/>
                  </a:lnTo>
                  <a:lnTo>
                    <a:pt x="869536" y="1770078"/>
                  </a:lnTo>
                  <a:lnTo>
                    <a:pt x="972794" y="1658008"/>
                  </a:lnTo>
                  <a:lnTo>
                    <a:pt x="1076052" y="1770078"/>
                  </a:lnTo>
                  <a:lnTo>
                    <a:pt x="1085389" y="1770078"/>
                  </a:lnTo>
                  <a:lnTo>
                    <a:pt x="1188647" y="1658008"/>
                  </a:lnTo>
                  <a:lnTo>
                    <a:pt x="1291905" y="1770078"/>
                  </a:lnTo>
                  <a:lnTo>
                    <a:pt x="1291905" y="1291905"/>
                  </a:lnTo>
                  <a:lnTo>
                    <a:pt x="1291905" y="478173"/>
                  </a:lnTo>
                  <a:lnTo>
                    <a:pt x="1291905" y="0"/>
                  </a:lnTo>
                  <a:lnTo>
                    <a:pt x="1188647" y="112070"/>
                  </a:lnTo>
                  <a:lnTo>
                    <a:pt x="1085389" y="0"/>
                  </a:lnTo>
                  <a:lnTo>
                    <a:pt x="1076052" y="0"/>
                  </a:lnTo>
                  <a:lnTo>
                    <a:pt x="972794" y="112070"/>
                  </a:lnTo>
                  <a:lnTo>
                    <a:pt x="869536" y="0"/>
                  </a:lnTo>
                  <a:lnTo>
                    <a:pt x="860199" y="0"/>
                  </a:lnTo>
                  <a:lnTo>
                    <a:pt x="756941" y="112070"/>
                  </a:lnTo>
                  <a:lnTo>
                    <a:pt x="653683" y="0"/>
                  </a:lnTo>
                  <a:lnTo>
                    <a:pt x="644346" y="0"/>
                  </a:lnTo>
                  <a:lnTo>
                    <a:pt x="541087" y="112070"/>
                  </a:lnTo>
                  <a:lnTo>
                    <a:pt x="437829" y="0"/>
                  </a:lnTo>
                  <a:lnTo>
                    <a:pt x="428492" y="0"/>
                  </a:lnTo>
                  <a:lnTo>
                    <a:pt x="325234" y="112070"/>
                  </a:lnTo>
                  <a:lnTo>
                    <a:pt x="221976" y="0"/>
                  </a:lnTo>
                  <a:lnTo>
                    <a:pt x="212639" y="0"/>
                  </a:lnTo>
                  <a:lnTo>
                    <a:pt x="109381" y="112070"/>
                  </a:lnTo>
                  <a:lnTo>
                    <a:pt x="6123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46000"/>
                  </a:schemeClr>
                </a:gs>
                <a:gs pos="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9ABB434-3C06-ED09-B083-3E5B8DA11418}"/>
                </a:ext>
              </a:extLst>
            </p:cNvPr>
            <p:cNvSpPr/>
            <p:nvPr/>
          </p:nvSpPr>
          <p:spPr>
            <a:xfrm>
              <a:off x="3879920" y="4022578"/>
              <a:ext cx="937260" cy="652164"/>
            </a:xfrm>
            <a:custGeom>
              <a:avLst/>
              <a:gdLst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0 w 1770078"/>
                <a:gd name="csY8" fmla="*/ 378854 h 1291903"/>
                <a:gd name="csX9" fmla="*/ 13692 w 1770078"/>
                <a:gd name="csY9" fmla="*/ 378854 h 1291903"/>
                <a:gd name="csX10" fmla="*/ 17981 w 1770078"/>
                <a:gd name="csY10" fmla="*/ 364364 h 1291903"/>
                <a:gd name="csX11" fmla="*/ 885039 w 1770078"/>
                <a:gd name="csY11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3692 w 1770078"/>
                <a:gd name="csY8" fmla="*/ 378854 h 1291903"/>
                <a:gd name="csX9" fmla="*/ 17981 w 1770078"/>
                <a:gd name="csY9" fmla="*/ 364364 h 1291903"/>
                <a:gd name="csX10" fmla="*/ 885039 w 1770078"/>
                <a:gd name="csY10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7981 w 1770078"/>
                <a:gd name="csY8" fmla="*/ 364364 h 1291903"/>
                <a:gd name="csX9" fmla="*/ 885039 w 1770078"/>
                <a:gd name="csY9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456330 h 1291903"/>
                <a:gd name="csX4" fmla="*/ 1770078 w 1770078"/>
                <a:gd name="csY4" fmla="*/ 1291903 h 1291903"/>
                <a:gd name="csX5" fmla="*/ 0 w 1770078"/>
                <a:gd name="csY5" fmla="*/ 1291903 h 1291903"/>
                <a:gd name="csX6" fmla="*/ 0 w 1770078"/>
                <a:gd name="csY6" fmla="*/ 456330 h 1291903"/>
                <a:gd name="csX7" fmla="*/ 17981 w 1770078"/>
                <a:gd name="csY7" fmla="*/ 364364 h 1291903"/>
                <a:gd name="csX8" fmla="*/ 885039 w 1770078"/>
                <a:gd name="csY8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70078 w 1770078"/>
                <a:gd name="csY2" fmla="*/ 456330 h 1291903"/>
                <a:gd name="csX3" fmla="*/ 1770078 w 1770078"/>
                <a:gd name="csY3" fmla="*/ 1291903 h 1291903"/>
                <a:gd name="csX4" fmla="*/ 0 w 1770078"/>
                <a:gd name="csY4" fmla="*/ 1291903 h 1291903"/>
                <a:gd name="csX5" fmla="*/ 0 w 1770078"/>
                <a:gd name="csY5" fmla="*/ 456330 h 1291903"/>
                <a:gd name="csX6" fmla="*/ 17981 w 1770078"/>
                <a:gd name="csY6" fmla="*/ 364364 h 1291903"/>
                <a:gd name="csX7" fmla="*/ 885039 w 1770078"/>
                <a:gd name="csY7" fmla="*/ 0 h 12919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770078" h="1291903">
                  <a:moveTo>
                    <a:pt x="885039" y="0"/>
                  </a:moveTo>
                  <a:cubicBezTo>
                    <a:pt x="1312734" y="0"/>
                    <a:pt x="1669571" y="156422"/>
                    <a:pt x="1752097" y="364364"/>
                  </a:cubicBezTo>
                  <a:lnTo>
                    <a:pt x="1770078" y="456330"/>
                  </a:lnTo>
                  <a:lnTo>
                    <a:pt x="1770078" y="1291903"/>
                  </a:lnTo>
                  <a:lnTo>
                    <a:pt x="0" y="1291903"/>
                  </a:lnTo>
                  <a:lnTo>
                    <a:pt x="0" y="456330"/>
                  </a:lnTo>
                  <a:lnTo>
                    <a:pt x="17981" y="364364"/>
                  </a:lnTo>
                  <a:cubicBezTo>
                    <a:pt x="100507" y="156422"/>
                    <a:pt x="457344" y="0"/>
                    <a:pt x="885039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46000"/>
                  </a:schemeClr>
                </a:gs>
                <a:gs pos="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F143377-1F13-7440-784E-D6B996921272}"/>
                </a:ext>
              </a:extLst>
            </p:cNvPr>
            <p:cNvSpPr/>
            <p:nvPr/>
          </p:nvSpPr>
          <p:spPr>
            <a:xfrm>
              <a:off x="6235672" y="4022578"/>
              <a:ext cx="937260" cy="652165"/>
            </a:xfrm>
            <a:custGeom>
              <a:avLst/>
              <a:gdLst>
                <a:gd name="csX0" fmla="*/ 0 w 937260"/>
                <a:gd name="csY0" fmla="*/ 0 h 652165"/>
                <a:gd name="csX1" fmla="*/ 179 w 937260"/>
                <a:gd name="csY1" fmla="*/ 0 h 652165"/>
                <a:gd name="csX2" fmla="*/ 116373 w 937260"/>
                <a:gd name="csY2" fmla="*/ 31552 h 652165"/>
                <a:gd name="csX3" fmla="*/ 468630 w 937260"/>
                <a:gd name="csY3" fmla="*/ 67131 h 652165"/>
                <a:gd name="csX4" fmla="*/ 820887 w 937260"/>
                <a:gd name="csY4" fmla="*/ 31552 h 652165"/>
                <a:gd name="csX5" fmla="*/ 937081 w 937260"/>
                <a:gd name="csY5" fmla="*/ 0 h 652165"/>
                <a:gd name="csX6" fmla="*/ 937260 w 937260"/>
                <a:gd name="csY6" fmla="*/ 0 h 652165"/>
                <a:gd name="csX7" fmla="*/ 937260 w 937260"/>
                <a:gd name="csY7" fmla="*/ 652165 h 652165"/>
                <a:gd name="csX8" fmla="*/ 937078 w 937260"/>
                <a:gd name="csY8" fmla="*/ 652165 h 652165"/>
                <a:gd name="csX9" fmla="*/ 820887 w 937260"/>
                <a:gd name="csY9" fmla="*/ 620614 h 652165"/>
                <a:gd name="csX10" fmla="*/ 468630 w 937260"/>
                <a:gd name="csY10" fmla="*/ 585035 h 652165"/>
                <a:gd name="csX11" fmla="*/ 116373 w 937260"/>
                <a:gd name="csY11" fmla="*/ 620614 h 652165"/>
                <a:gd name="csX12" fmla="*/ 183 w 937260"/>
                <a:gd name="csY12" fmla="*/ 652165 h 652165"/>
                <a:gd name="csX13" fmla="*/ 0 w 937260"/>
                <a:gd name="csY13" fmla="*/ 652165 h 6521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37260" h="652165">
                  <a:moveTo>
                    <a:pt x="0" y="0"/>
                  </a:moveTo>
                  <a:lnTo>
                    <a:pt x="179" y="0"/>
                  </a:lnTo>
                  <a:lnTo>
                    <a:pt x="116373" y="31552"/>
                  </a:lnTo>
                  <a:cubicBezTo>
                    <a:pt x="224643" y="54462"/>
                    <a:pt x="343679" y="67131"/>
                    <a:pt x="468630" y="67131"/>
                  </a:cubicBezTo>
                  <a:cubicBezTo>
                    <a:pt x="593581" y="67131"/>
                    <a:pt x="712618" y="54462"/>
                    <a:pt x="820887" y="31552"/>
                  </a:cubicBezTo>
                  <a:lnTo>
                    <a:pt x="937081" y="0"/>
                  </a:lnTo>
                  <a:lnTo>
                    <a:pt x="937260" y="0"/>
                  </a:lnTo>
                  <a:lnTo>
                    <a:pt x="937260" y="652165"/>
                  </a:lnTo>
                  <a:lnTo>
                    <a:pt x="937078" y="652165"/>
                  </a:lnTo>
                  <a:lnTo>
                    <a:pt x="820887" y="620614"/>
                  </a:lnTo>
                  <a:cubicBezTo>
                    <a:pt x="712618" y="597704"/>
                    <a:pt x="593581" y="585035"/>
                    <a:pt x="468630" y="585035"/>
                  </a:cubicBezTo>
                  <a:cubicBezTo>
                    <a:pt x="343679" y="585035"/>
                    <a:pt x="224643" y="597704"/>
                    <a:pt x="116373" y="620614"/>
                  </a:cubicBezTo>
                  <a:lnTo>
                    <a:pt x="183" y="652165"/>
                  </a:lnTo>
                  <a:lnTo>
                    <a:pt x="0" y="652165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46000"/>
                  </a:schemeClr>
                </a:gs>
                <a:gs pos="0">
                  <a:schemeClr val="accent1">
                    <a:tint val="23500"/>
                    <a:satMod val="160000"/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B7556BA3-B4F7-C145-8E04-7821A3972EFE}"/>
                </a:ext>
              </a:extLst>
            </p:cNvPr>
            <p:cNvSpPr/>
            <p:nvPr/>
          </p:nvSpPr>
          <p:spPr>
            <a:xfrm>
              <a:off x="2539535" y="4022577"/>
              <a:ext cx="937260" cy="652166"/>
            </a:xfrm>
            <a:prstGeom prst="roundRect">
              <a:avLst/>
            </a:prstGeom>
            <a:gradFill flip="none" rotWithShape="1">
              <a:gsLst>
                <a:gs pos="78000">
                  <a:schemeClr val="bg1">
                    <a:alpha val="0"/>
                  </a:schemeClr>
                </a:gs>
                <a:gs pos="0">
                  <a:srgbClr val="7030A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283FF18-3963-DCCC-A7FA-A8FC208C87AE}"/>
                </a:ext>
              </a:extLst>
            </p:cNvPr>
            <p:cNvSpPr/>
            <p:nvPr/>
          </p:nvSpPr>
          <p:spPr>
            <a:xfrm>
              <a:off x="7698281" y="4022578"/>
              <a:ext cx="932818" cy="652165"/>
            </a:xfrm>
            <a:custGeom>
              <a:avLst/>
              <a:gdLst>
                <a:gd name="csX0" fmla="*/ 0 w 1761688"/>
                <a:gd name="csY0" fmla="*/ 0 h 1291904"/>
                <a:gd name="csX1" fmla="*/ 75501 w 1761688"/>
                <a:gd name="csY1" fmla="*/ 0 h 1291904"/>
                <a:gd name="csX2" fmla="*/ 1686187 w 1761688"/>
                <a:gd name="csY2" fmla="*/ 0 h 1291904"/>
                <a:gd name="csX3" fmla="*/ 1761688 w 1761688"/>
                <a:gd name="csY3" fmla="*/ 0 h 1291904"/>
                <a:gd name="csX4" fmla="*/ 1761688 w 1761688"/>
                <a:gd name="csY4" fmla="*/ 102765 h 1291904"/>
                <a:gd name="csX5" fmla="*/ 1686187 w 1761688"/>
                <a:gd name="csY5" fmla="*/ 102765 h 1291904"/>
                <a:gd name="csX6" fmla="*/ 1686187 w 1761688"/>
                <a:gd name="csY6" fmla="*/ 1189139 h 1291904"/>
                <a:gd name="csX7" fmla="*/ 1761688 w 1761688"/>
                <a:gd name="csY7" fmla="*/ 1189139 h 1291904"/>
                <a:gd name="csX8" fmla="*/ 1761688 w 1761688"/>
                <a:gd name="csY8" fmla="*/ 1291904 h 1291904"/>
                <a:gd name="csX9" fmla="*/ 1686187 w 1761688"/>
                <a:gd name="csY9" fmla="*/ 1291904 h 1291904"/>
                <a:gd name="csX10" fmla="*/ 75501 w 1761688"/>
                <a:gd name="csY10" fmla="*/ 1291904 h 1291904"/>
                <a:gd name="csX11" fmla="*/ 0 w 1761688"/>
                <a:gd name="csY11" fmla="*/ 1291904 h 1291904"/>
                <a:gd name="csX12" fmla="*/ 0 w 1761688"/>
                <a:gd name="csY12" fmla="*/ 1189139 h 1291904"/>
                <a:gd name="csX13" fmla="*/ 75501 w 1761688"/>
                <a:gd name="csY13" fmla="*/ 1189139 h 1291904"/>
                <a:gd name="csX14" fmla="*/ 75501 w 1761688"/>
                <a:gd name="csY14" fmla="*/ 102765 h 1291904"/>
                <a:gd name="csX15" fmla="*/ 0 w 1761688"/>
                <a:gd name="csY15" fmla="*/ 102765 h 1291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761688" h="1291904">
                  <a:moveTo>
                    <a:pt x="0" y="0"/>
                  </a:moveTo>
                  <a:lnTo>
                    <a:pt x="75501" y="0"/>
                  </a:lnTo>
                  <a:lnTo>
                    <a:pt x="1686187" y="0"/>
                  </a:lnTo>
                  <a:lnTo>
                    <a:pt x="1761688" y="0"/>
                  </a:lnTo>
                  <a:lnTo>
                    <a:pt x="1761688" y="102765"/>
                  </a:lnTo>
                  <a:lnTo>
                    <a:pt x="1686187" y="102765"/>
                  </a:lnTo>
                  <a:lnTo>
                    <a:pt x="1686187" y="1189139"/>
                  </a:lnTo>
                  <a:lnTo>
                    <a:pt x="1761688" y="1189139"/>
                  </a:lnTo>
                  <a:lnTo>
                    <a:pt x="1761688" y="1291904"/>
                  </a:lnTo>
                  <a:lnTo>
                    <a:pt x="1686187" y="1291904"/>
                  </a:lnTo>
                  <a:lnTo>
                    <a:pt x="75501" y="1291904"/>
                  </a:lnTo>
                  <a:lnTo>
                    <a:pt x="0" y="1291904"/>
                  </a:lnTo>
                  <a:lnTo>
                    <a:pt x="0" y="1189139"/>
                  </a:lnTo>
                  <a:lnTo>
                    <a:pt x="75501" y="1189139"/>
                  </a:lnTo>
                  <a:lnTo>
                    <a:pt x="75501" y="102765"/>
                  </a:lnTo>
                  <a:lnTo>
                    <a:pt x="0" y="102765"/>
                  </a:lnTo>
                  <a:close/>
                </a:path>
              </a:pathLst>
            </a:custGeom>
            <a:gradFill flip="none" rotWithShape="1">
              <a:gsLst>
                <a:gs pos="76000">
                  <a:schemeClr val="bg1">
                    <a:alpha val="0"/>
                  </a:schemeClr>
                </a:gs>
                <a:gs pos="24000">
                  <a:srgbClr val="FFC0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86095542-DB0B-13A3-41B4-1E9C805B1DE8}"/>
                </a:ext>
              </a:extLst>
            </p:cNvPr>
            <p:cNvSpPr/>
            <p:nvPr/>
          </p:nvSpPr>
          <p:spPr>
            <a:xfrm rot="16200000" flipV="1">
              <a:off x="5198786" y="3880031"/>
              <a:ext cx="652164" cy="937260"/>
            </a:xfrm>
            <a:custGeom>
              <a:avLst/>
              <a:gdLst>
                <a:gd name="csX0" fmla="*/ 0 w 1291905"/>
                <a:gd name="csY0" fmla="*/ 0 h 1770078"/>
                <a:gd name="csX1" fmla="*/ 0 w 1291905"/>
                <a:gd name="csY1" fmla="*/ 478173 h 1770078"/>
                <a:gd name="csX2" fmla="*/ 0 w 1291905"/>
                <a:gd name="csY2" fmla="*/ 1291905 h 1770078"/>
                <a:gd name="csX3" fmla="*/ 0 w 1291905"/>
                <a:gd name="csY3" fmla="*/ 1770078 h 1770078"/>
                <a:gd name="csX4" fmla="*/ 6123 w 1291905"/>
                <a:gd name="csY4" fmla="*/ 1770078 h 1770078"/>
                <a:gd name="csX5" fmla="*/ 109381 w 1291905"/>
                <a:gd name="csY5" fmla="*/ 1658008 h 1770078"/>
                <a:gd name="csX6" fmla="*/ 212639 w 1291905"/>
                <a:gd name="csY6" fmla="*/ 1770078 h 1770078"/>
                <a:gd name="csX7" fmla="*/ 221976 w 1291905"/>
                <a:gd name="csY7" fmla="*/ 1770078 h 1770078"/>
                <a:gd name="csX8" fmla="*/ 325234 w 1291905"/>
                <a:gd name="csY8" fmla="*/ 1658008 h 1770078"/>
                <a:gd name="csX9" fmla="*/ 428492 w 1291905"/>
                <a:gd name="csY9" fmla="*/ 1770078 h 1770078"/>
                <a:gd name="csX10" fmla="*/ 437829 w 1291905"/>
                <a:gd name="csY10" fmla="*/ 1770078 h 1770078"/>
                <a:gd name="csX11" fmla="*/ 541087 w 1291905"/>
                <a:gd name="csY11" fmla="*/ 1658008 h 1770078"/>
                <a:gd name="csX12" fmla="*/ 644346 w 1291905"/>
                <a:gd name="csY12" fmla="*/ 1770078 h 1770078"/>
                <a:gd name="csX13" fmla="*/ 653683 w 1291905"/>
                <a:gd name="csY13" fmla="*/ 1770078 h 1770078"/>
                <a:gd name="csX14" fmla="*/ 756941 w 1291905"/>
                <a:gd name="csY14" fmla="*/ 1658008 h 1770078"/>
                <a:gd name="csX15" fmla="*/ 860199 w 1291905"/>
                <a:gd name="csY15" fmla="*/ 1770078 h 1770078"/>
                <a:gd name="csX16" fmla="*/ 869536 w 1291905"/>
                <a:gd name="csY16" fmla="*/ 1770078 h 1770078"/>
                <a:gd name="csX17" fmla="*/ 972794 w 1291905"/>
                <a:gd name="csY17" fmla="*/ 1658008 h 1770078"/>
                <a:gd name="csX18" fmla="*/ 1076052 w 1291905"/>
                <a:gd name="csY18" fmla="*/ 1770078 h 1770078"/>
                <a:gd name="csX19" fmla="*/ 1085389 w 1291905"/>
                <a:gd name="csY19" fmla="*/ 1770078 h 1770078"/>
                <a:gd name="csX20" fmla="*/ 1188647 w 1291905"/>
                <a:gd name="csY20" fmla="*/ 1658008 h 1770078"/>
                <a:gd name="csX21" fmla="*/ 1291905 w 1291905"/>
                <a:gd name="csY21" fmla="*/ 1770078 h 1770078"/>
                <a:gd name="csX22" fmla="*/ 1291905 w 1291905"/>
                <a:gd name="csY22" fmla="*/ 1291905 h 1770078"/>
                <a:gd name="csX23" fmla="*/ 1291905 w 1291905"/>
                <a:gd name="csY23" fmla="*/ 478173 h 1770078"/>
                <a:gd name="csX24" fmla="*/ 1291905 w 1291905"/>
                <a:gd name="csY24" fmla="*/ 0 h 1770078"/>
                <a:gd name="csX25" fmla="*/ 1188647 w 1291905"/>
                <a:gd name="csY25" fmla="*/ 112070 h 1770078"/>
                <a:gd name="csX26" fmla="*/ 1085389 w 1291905"/>
                <a:gd name="csY26" fmla="*/ 0 h 1770078"/>
                <a:gd name="csX27" fmla="*/ 1076052 w 1291905"/>
                <a:gd name="csY27" fmla="*/ 0 h 1770078"/>
                <a:gd name="csX28" fmla="*/ 972794 w 1291905"/>
                <a:gd name="csY28" fmla="*/ 112070 h 1770078"/>
                <a:gd name="csX29" fmla="*/ 869536 w 1291905"/>
                <a:gd name="csY29" fmla="*/ 0 h 1770078"/>
                <a:gd name="csX30" fmla="*/ 860199 w 1291905"/>
                <a:gd name="csY30" fmla="*/ 0 h 1770078"/>
                <a:gd name="csX31" fmla="*/ 756941 w 1291905"/>
                <a:gd name="csY31" fmla="*/ 112070 h 1770078"/>
                <a:gd name="csX32" fmla="*/ 653683 w 1291905"/>
                <a:gd name="csY32" fmla="*/ 0 h 1770078"/>
                <a:gd name="csX33" fmla="*/ 644346 w 1291905"/>
                <a:gd name="csY33" fmla="*/ 0 h 1770078"/>
                <a:gd name="csX34" fmla="*/ 541087 w 1291905"/>
                <a:gd name="csY34" fmla="*/ 112070 h 1770078"/>
                <a:gd name="csX35" fmla="*/ 437829 w 1291905"/>
                <a:gd name="csY35" fmla="*/ 0 h 1770078"/>
                <a:gd name="csX36" fmla="*/ 428492 w 1291905"/>
                <a:gd name="csY36" fmla="*/ 0 h 1770078"/>
                <a:gd name="csX37" fmla="*/ 325234 w 1291905"/>
                <a:gd name="csY37" fmla="*/ 112070 h 1770078"/>
                <a:gd name="csX38" fmla="*/ 221976 w 1291905"/>
                <a:gd name="csY38" fmla="*/ 0 h 1770078"/>
                <a:gd name="csX39" fmla="*/ 212639 w 1291905"/>
                <a:gd name="csY39" fmla="*/ 0 h 1770078"/>
                <a:gd name="csX40" fmla="*/ 109381 w 1291905"/>
                <a:gd name="csY40" fmla="*/ 112070 h 1770078"/>
                <a:gd name="csX41" fmla="*/ 6123 w 1291905"/>
                <a:gd name="csY41" fmla="*/ 0 h 17700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1291905" h="1770078">
                  <a:moveTo>
                    <a:pt x="0" y="0"/>
                  </a:moveTo>
                  <a:lnTo>
                    <a:pt x="0" y="478173"/>
                  </a:lnTo>
                  <a:lnTo>
                    <a:pt x="0" y="1291905"/>
                  </a:lnTo>
                  <a:lnTo>
                    <a:pt x="0" y="1770078"/>
                  </a:lnTo>
                  <a:lnTo>
                    <a:pt x="6123" y="1770078"/>
                  </a:lnTo>
                  <a:lnTo>
                    <a:pt x="109381" y="1658008"/>
                  </a:lnTo>
                  <a:lnTo>
                    <a:pt x="212639" y="1770078"/>
                  </a:lnTo>
                  <a:lnTo>
                    <a:pt x="221976" y="1770078"/>
                  </a:lnTo>
                  <a:lnTo>
                    <a:pt x="325234" y="1658008"/>
                  </a:lnTo>
                  <a:lnTo>
                    <a:pt x="428492" y="1770078"/>
                  </a:lnTo>
                  <a:lnTo>
                    <a:pt x="437829" y="1770078"/>
                  </a:lnTo>
                  <a:lnTo>
                    <a:pt x="541087" y="1658008"/>
                  </a:lnTo>
                  <a:lnTo>
                    <a:pt x="644346" y="1770078"/>
                  </a:lnTo>
                  <a:lnTo>
                    <a:pt x="653683" y="1770078"/>
                  </a:lnTo>
                  <a:lnTo>
                    <a:pt x="756941" y="1658008"/>
                  </a:lnTo>
                  <a:lnTo>
                    <a:pt x="860199" y="1770078"/>
                  </a:lnTo>
                  <a:lnTo>
                    <a:pt x="869536" y="1770078"/>
                  </a:lnTo>
                  <a:lnTo>
                    <a:pt x="972794" y="1658008"/>
                  </a:lnTo>
                  <a:lnTo>
                    <a:pt x="1076052" y="1770078"/>
                  </a:lnTo>
                  <a:lnTo>
                    <a:pt x="1085389" y="1770078"/>
                  </a:lnTo>
                  <a:lnTo>
                    <a:pt x="1188647" y="1658008"/>
                  </a:lnTo>
                  <a:lnTo>
                    <a:pt x="1291905" y="1770078"/>
                  </a:lnTo>
                  <a:lnTo>
                    <a:pt x="1291905" y="1291905"/>
                  </a:lnTo>
                  <a:lnTo>
                    <a:pt x="1291905" y="478173"/>
                  </a:lnTo>
                  <a:lnTo>
                    <a:pt x="1291905" y="0"/>
                  </a:lnTo>
                  <a:lnTo>
                    <a:pt x="1188647" y="112070"/>
                  </a:lnTo>
                  <a:lnTo>
                    <a:pt x="1085389" y="0"/>
                  </a:lnTo>
                  <a:lnTo>
                    <a:pt x="1076052" y="0"/>
                  </a:lnTo>
                  <a:lnTo>
                    <a:pt x="972794" y="112070"/>
                  </a:lnTo>
                  <a:lnTo>
                    <a:pt x="869536" y="0"/>
                  </a:lnTo>
                  <a:lnTo>
                    <a:pt x="860199" y="0"/>
                  </a:lnTo>
                  <a:lnTo>
                    <a:pt x="756941" y="112070"/>
                  </a:lnTo>
                  <a:lnTo>
                    <a:pt x="653683" y="0"/>
                  </a:lnTo>
                  <a:lnTo>
                    <a:pt x="644346" y="0"/>
                  </a:lnTo>
                  <a:lnTo>
                    <a:pt x="541087" y="112070"/>
                  </a:lnTo>
                  <a:lnTo>
                    <a:pt x="437829" y="0"/>
                  </a:lnTo>
                  <a:lnTo>
                    <a:pt x="428492" y="0"/>
                  </a:lnTo>
                  <a:lnTo>
                    <a:pt x="325234" y="112070"/>
                  </a:lnTo>
                  <a:lnTo>
                    <a:pt x="221976" y="0"/>
                  </a:lnTo>
                  <a:lnTo>
                    <a:pt x="212639" y="0"/>
                  </a:lnTo>
                  <a:lnTo>
                    <a:pt x="109381" y="112070"/>
                  </a:lnTo>
                  <a:lnTo>
                    <a:pt x="6123" y="0"/>
                  </a:lnTo>
                  <a:close/>
                </a:path>
              </a:pathLst>
            </a:custGeom>
            <a:gradFill flip="none" rotWithShape="1">
              <a:gsLst>
                <a:gs pos="81000">
                  <a:schemeClr val="bg1">
                    <a:alpha val="0"/>
                  </a:schemeClr>
                </a:gs>
                <a:gs pos="0">
                  <a:srgbClr val="FF00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FCE63B5-CC96-2583-618E-6957E064CBFA}"/>
                </a:ext>
              </a:extLst>
            </p:cNvPr>
            <p:cNvSpPr/>
            <p:nvPr/>
          </p:nvSpPr>
          <p:spPr>
            <a:xfrm>
              <a:off x="3879920" y="4022578"/>
              <a:ext cx="937260" cy="652164"/>
            </a:xfrm>
            <a:custGeom>
              <a:avLst/>
              <a:gdLst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0 w 1770078"/>
                <a:gd name="csY8" fmla="*/ 378854 h 1291903"/>
                <a:gd name="csX9" fmla="*/ 13692 w 1770078"/>
                <a:gd name="csY9" fmla="*/ 378854 h 1291903"/>
                <a:gd name="csX10" fmla="*/ 17981 w 1770078"/>
                <a:gd name="csY10" fmla="*/ 364364 h 1291903"/>
                <a:gd name="csX11" fmla="*/ 885039 w 1770078"/>
                <a:gd name="csY11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3692 w 1770078"/>
                <a:gd name="csY8" fmla="*/ 378854 h 1291903"/>
                <a:gd name="csX9" fmla="*/ 17981 w 1770078"/>
                <a:gd name="csY9" fmla="*/ 364364 h 1291903"/>
                <a:gd name="csX10" fmla="*/ 885039 w 1770078"/>
                <a:gd name="csY10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378854 h 1291903"/>
                <a:gd name="csX4" fmla="*/ 1770078 w 1770078"/>
                <a:gd name="csY4" fmla="*/ 456330 h 1291903"/>
                <a:gd name="csX5" fmla="*/ 1770078 w 1770078"/>
                <a:gd name="csY5" fmla="*/ 1291903 h 1291903"/>
                <a:gd name="csX6" fmla="*/ 0 w 1770078"/>
                <a:gd name="csY6" fmla="*/ 1291903 h 1291903"/>
                <a:gd name="csX7" fmla="*/ 0 w 1770078"/>
                <a:gd name="csY7" fmla="*/ 456330 h 1291903"/>
                <a:gd name="csX8" fmla="*/ 17981 w 1770078"/>
                <a:gd name="csY8" fmla="*/ 364364 h 1291903"/>
                <a:gd name="csX9" fmla="*/ 885039 w 1770078"/>
                <a:gd name="csY9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56386 w 1770078"/>
                <a:gd name="csY2" fmla="*/ 378854 h 1291903"/>
                <a:gd name="csX3" fmla="*/ 1770078 w 1770078"/>
                <a:gd name="csY3" fmla="*/ 456330 h 1291903"/>
                <a:gd name="csX4" fmla="*/ 1770078 w 1770078"/>
                <a:gd name="csY4" fmla="*/ 1291903 h 1291903"/>
                <a:gd name="csX5" fmla="*/ 0 w 1770078"/>
                <a:gd name="csY5" fmla="*/ 1291903 h 1291903"/>
                <a:gd name="csX6" fmla="*/ 0 w 1770078"/>
                <a:gd name="csY6" fmla="*/ 456330 h 1291903"/>
                <a:gd name="csX7" fmla="*/ 17981 w 1770078"/>
                <a:gd name="csY7" fmla="*/ 364364 h 1291903"/>
                <a:gd name="csX8" fmla="*/ 885039 w 1770078"/>
                <a:gd name="csY8" fmla="*/ 0 h 1291903"/>
                <a:gd name="csX0" fmla="*/ 885039 w 1770078"/>
                <a:gd name="csY0" fmla="*/ 0 h 1291903"/>
                <a:gd name="csX1" fmla="*/ 1752097 w 1770078"/>
                <a:gd name="csY1" fmla="*/ 364364 h 1291903"/>
                <a:gd name="csX2" fmla="*/ 1770078 w 1770078"/>
                <a:gd name="csY2" fmla="*/ 456330 h 1291903"/>
                <a:gd name="csX3" fmla="*/ 1770078 w 1770078"/>
                <a:gd name="csY3" fmla="*/ 1291903 h 1291903"/>
                <a:gd name="csX4" fmla="*/ 0 w 1770078"/>
                <a:gd name="csY4" fmla="*/ 1291903 h 1291903"/>
                <a:gd name="csX5" fmla="*/ 0 w 1770078"/>
                <a:gd name="csY5" fmla="*/ 456330 h 1291903"/>
                <a:gd name="csX6" fmla="*/ 17981 w 1770078"/>
                <a:gd name="csY6" fmla="*/ 364364 h 1291903"/>
                <a:gd name="csX7" fmla="*/ 885039 w 1770078"/>
                <a:gd name="csY7" fmla="*/ 0 h 12919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770078" h="1291903">
                  <a:moveTo>
                    <a:pt x="885039" y="0"/>
                  </a:moveTo>
                  <a:cubicBezTo>
                    <a:pt x="1312734" y="0"/>
                    <a:pt x="1669571" y="156422"/>
                    <a:pt x="1752097" y="364364"/>
                  </a:cubicBezTo>
                  <a:lnTo>
                    <a:pt x="1770078" y="456330"/>
                  </a:lnTo>
                  <a:lnTo>
                    <a:pt x="1770078" y="1291903"/>
                  </a:lnTo>
                  <a:lnTo>
                    <a:pt x="0" y="1291903"/>
                  </a:lnTo>
                  <a:lnTo>
                    <a:pt x="0" y="456330"/>
                  </a:lnTo>
                  <a:lnTo>
                    <a:pt x="17981" y="364364"/>
                  </a:lnTo>
                  <a:cubicBezTo>
                    <a:pt x="100507" y="156422"/>
                    <a:pt x="457344" y="0"/>
                    <a:pt x="885039" y="0"/>
                  </a:cubicBezTo>
                  <a:close/>
                </a:path>
              </a:pathLst>
            </a:custGeom>
            <a:gradFill flip="none" rotWithShape="1">
              <a:gsLst>
                <a:gs pos="69000">
                  <a:schemeClr val="bg1">
                    <a:alpha val="0"/>
                  </a:schemeClr>
                </a:gs>
                <a:gs pos="0">
                  <a:srgbClr val="0070C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15C66A9-F525-F4F5-91FA-E8615F062D6F}"/>
                </a:ext>
              </a:extLst>
            </p:cNvPr>
            <p:cNvSpPr/>
            <p:nvPr/>
          </p:nvSpPr>
          <p:spPr>
            <a:xfrm>
              <a:off x="6235672" y="4022578"/>
              <a:ext cx="937260" cy="652165"/>
            </a:xfrm>
            <a:custGeom>
              <a:avLst/>
              <a:gdLst>
                <a:gd name="csX0" fmla="*/ 0 w 937260"/>
                <a:gd name="csY0" fmla="*/ 0 h 652165"/>
                <a:gd name="csX1" fmla="*/ 179 w 937260"/>
                <a:gd name="csY1" fmla="*/ 0 h 652165"/>
                <a:gd name="csX2" fmla="*/ 116373 w 937260"/>
                <a:gd name="csY2" fmla="*/ 31552 h 652165"/>
                <a:gd name="csX3" fmla="*/ 468630 w 937260"/>
                <a:gd name="csY3" fmla="*/ 67131 h 652165"/>
                <a:gd name="csX4" fmla="*/ 820887 w 937260"/>
                <a:gd name="csY4" fmla="*/ 31552 h 652165"/>
                <a:gd name="csX5" fmla="*/ 937081 w 937260"/>
                <a:gd name="csY5" fmla="*/ 0 h 652165"/>
                <a:gd name="csX6" fmla="*/ 937260 w 937260"/>
                <a:gd name="csY6" fmla="*/ 0 h 652165"/>
                <a:gd name="csX7" fmla="*/ 937260 w 937260"/>
                <a:gd name="csY7" fmla="*/ 652165 h 652165"/>
                <a:gd name="csX8" fmla="*/ 937078 w 937260"/>
                <a:gd name="csY8" fmla="*/ 652165 h 652165"/>
                <a:gd name="csX9" fmla="*/ 820887 w 937260"/>
                <a:gd name="csY9" fmla="*/ 620614 h 652165"/>
                <a:gd name="csX10" fmla="*/ 468630 w 937260"/>
                <a:gd name="csY10" fmla="*/ 585035 h 652165"/>
                <a:gd name="csX11" fmla="*/ 116373 w 937260"/>
                <a:gd name="csY11" fmla="*/ 620614 h 652165"/>
                <a:gd name="csX12" fmla="*/ 183 w 937260"/>
                <a:gd name="csY12" fmla="*/ 652165 h 652165"/>
                <a:gd name="csX13" fmla="*/ 0 w 937260"/>
                <a:gd name="csY13" fmla="*/ 652165 h 6521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37260" h="652165">
                  <a:moveTo>
                    <a:pt x="0" y="0"/>
                  </a:moveTo>
                  <a:lnTo>
                    <a:pt x="179" y="0"/>
                  </a:lnTo>
                  <a:lnTo>
                    <a:pt x="116373" y="31552"/>
                  </a:lnTo>
                  <a:cubicBezTo>
                    <a:pt x="224643" y="54462"/>
                    <a:pt x="343679" y="67131"/>
                    <a:pt x="468630" y="67131"/>
                  </a:cubicBezTo>
                  <a:cubicBezTo>
                    <a:pt x="593581" y="67131"/>
                    <a:pt x="712618" y="54462"/>
                    <a:pt x="820887" y="31552"/>
                  </a:cubicBezTo>
                  <a:lnTo>
                    <a:pt x="937081" y="0"/>
                  </a:lnTo>
                  <a:lnTo>
                    <a:pt x="937260" y="0"/>
                  </a:lnTo>
                  <a:lnTo>
                    <a:pt x="937260" y="652165"/>
                  </a:lnTo>
                  <a:lnTo>
                    <a:pt x="937078" y="652165"/>
                  </a:lnTo>
                  <a:lnTo>
                    <a:pt x="820887" y="620614"/>
                  </a:lnTo>
                  <a:cubicBezTo>
                    <a:pt x="712618" y="597704"/>
                    <a:pt x="593581" y="585035"/>
                    <a:pt x="468630" y="585035"/>
                  </a:cubicBezTo>
                  <a:cubicBezTo>
                    <a:pt x="343679" y="585035"/>
                    <a:pt x="224643" y="597704"/>
                    <a:pt x="116373" y="620614"/>
                  </a:cubicBezTo>
                  <a:lnTo>
                    <a:pt x="183" y="652165"/>
                  </a:lnTo>
                  <a:lnTo>
                    <a:pt x="0" y="652165"/>
                  </a:lnTo>
                  <a:close/>
                </a:path>
              </a:pathLst>
            </a:custGeom>
            <a:gradFill flip="none" rotWithShape="1">
              <a:gsLst>
                <a:gs pos="83000">
                  <a:schemeClr val="bg1">
                    <a:alpha val="0"/>
                  </a:schemeClr>
                </a:gs>
                <a:gs pos="0">
                  <a:srgbClr val="00B05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C35C7B59-CB09-AB2D-8F58-3134166692C1}"/>
              </a:ext>
            </a:extLst>
          </p:cNvPr>
          <p:cNvSpPr/>
          <p:nvPr/>
        </p:nvSpPr>
        <p:spPr>
          <a:xfrm>
            <a:off x="6235672" y="812169"/>
            <a:ext cx="937260" cy="652165"/>
          </a:xfrm>
          <a:custGeom>
            <a:avLst/>
            <a:gdLst>
              <a:gd name="csX0" fmla="*/ 0 w 937260"/>
              <a:gd name="csY0" fmla="*/ 0 h 652165"/>
              <a:gd name="csX1" fmla="*/ 179 w 937260"/>
              <a:gd name="csY1" fmla="*/ 0 h 652165"/>
              <a:gd name="csX2" fmla="*/ 116373 w 937260"/>
              <a:gd name="csY2" fmla="*/ 31552 h 652165"/>
              <a:gd name="csX3" fmla="*/ 468630 w 937260"/>
              <a:gd name="csY3" fmla="*/ 67131 h 652165"/>
              <a:gd name="csX4" fmla="*/ 820887 w 937260"/>
              <a:gd name="csY4" fmla="*/ 31552 h 652165"/>
              <a:gd name="csX5" fmla="*/ 937081 w 937260"/>
              <a:gd name="csY5" fmla="*/ 0 h 652165"/>
              <a:gd name="csX6" fmla="*/ 937260 w 937260"/>
              <a:gd name="csY6" fmla="*/ 0 h 652165"/>
              <a:gd name="csX7" fmla="*/ 937260 w 937260"/>
              <a:gd name="csY7" fmla="*/ 652165 h 652165"/>
              <a:gd name="csX8" fmla="*/ 937078 w 937260"/>
              <a:gd name="csY8" fmla="*/ 652165 h 652165"/>
              <a:gd name="csX9" fmla="*/ 820887 w 937260"/>
              <a:gd name="csY9" fmla="*/ 620614 h 652165"/>
              <a:gd name="csX10" fmla="*/ 468630 w 937260"/>
              <a:gd name="csY10" fmla="*/ 585035 h 652165"/>
              <a:gd name="csX11" fmla="*/ 116373 w 937260"/>
              <a:gd name="csY11" fmla="*/ 620614 h 652165"/>
              <a:gd name="csX12" fmla="*/ 183 w 937260"/>
              <a:gd name="csY12" fmla="*/ 652165 h 652165"/>
              <a:gd name="csX13" fmla="*/ 0 w 937260"/>
              <a:gd name="csY13" fmla="*/ 652165 h 6521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937260" h="652165">
                <a:moveTo>
                  <a:pt x="0" y="0"/>
                </a:moveTo>
                <a:lnTo>
                  <a:pt x="179" y="0"/>
                </a:lnTo>
                <a:lnTo>
                  <a:pt x="116373" y="31552"/>
                </a:lnTo>
                <a:cubicBezTo>
                  <a:pt x="224643" y="54462"/>
                  <a:pt x="343679" y="67131"/>
                  <a:pt x="468630" y="67131"/>
                </a:cubicBezTo>
                <a:cubicBezTo>
                  <a:pt x="593581" y="67131"/>
                  <a:pt x="712618" y="54462"/>
                  <a:pt x="820887" y="31552"/>
                </a:cubicBezTo>
                <a:lnTo>
                  <a:pt x="937081" y="0"/>
                </a:lnTo>
                <a:lnTo>
                  <a:pt x="937260" y="0"/>
                </a:lnTo>
                <a:lnTo>
                  <a:pt x="937260" y="652165"/>
                </a:lnTo>
                <a:lnTo>
                  <a:pt x="937078" y="652165"/>
                </a:lnTo>
                <a:lnTo>
                  <a:pt x="820887" y="620614"/>
                </a:lnTo>
                <a:cubicBezTo>
                  <a:pt x="712618" y="597704"/>
                  <a:pt x="593581" y="585035"/>
                  <a:pt x="468630" y="585035"/>
                </a:cubicBezTo>
                <a:cubicBezTo>
                  <a:pt x="343679" y="585035"/>
                  <a:pt x="224643" y="597704"/>
                  <a:pt x="116373" y="620614"/>
                </a:cubicBezTo>
                <a:lnTo>
                  <a:pt x="183" y="652165"/>
                </a:lnTo>
                <a:lnTo>
                  <a:pt x="0" y="6521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C258499-7BFA-B668-638C-EF67C217B11B}"/>
              </a:ext>
            </a:extLst>
          </p:cNvPr>
          <p:cNvSpPr/>
          <p:nvPr/>
        </p:nvSpPr>
        <p:spPr>
          <a:xfrm>
            <a:off x="2455026" y="5392320"/>
            <a:ext cx="1119866" cy="77922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D6E2E98-8500-C887-096F-88AC402AC551}"/>
              </a:ext>
            </a:extLst>
          </p:cNvPr>
          <p:cNvSpPr/>
          <p:nvPr/>
        </p:nvSpPr>
        <p:spPr>
          <a:xfrm>
            <a:off x="7607411" y="5392323"/>
            <a:ext cx="1114558" cy="779224"/>
          </a:xfrm>
          <a:custGeom>
            <a:avLst/>
            <a:gdLst>
              <a:gd name="csX0" fmla="*/ 0 w 1761688"/>
              <a:gd name="csY0" fmla="*/ 0 h 1291904"/>
              <a:gd name="csX1" fmla="*/ 75501 w 1761688"/>
              <a:gd name="csY1" fmla="*/ 0 h 1291904"/>
              <a:gd name="csX2" fmla="*/ 1686187 w 1761688"/>
              <a:gd name="csY2" fmla="*/ 0 h 1291904"/>
              <a:gd name="csX3" fmla="*/ 1761688 w 1761688"/>
              <a:gd name="csY3" fmla="*/ 0 h 1291904"/>
              <a:gd name="csX4" fmla="*/ 1761688 w 1761688"/>
              <a:gd name="csY4" fmla="*/ 102765 h 1291904"/>
              <a:gd name="csX5" fmla="*/ 1686187 w 1761688"/>
              <a:gd name="csY5" fmla="*/ 102765 h 1291904"/>
              <a:gd name="csX6" fmla="*/ 1686187 w 1761688"/>
              <a:gd name="csY6" fmla="*/ 1189139 h 1291904"/>
              <a:gd name="csX7" fmla="*/ 1761688 w 1761688"/>
              <a:gd name="csY7" fmla="*/ 1189139 h 1291904"/>
              <a:gd name="csX8" fmla="*/ 1761688 w 1761688"/>
              <a:gd name="csY8" fmla="*/ 1291904 h 1291904"/>
              <a:gd name="csX9" fmla="*/ 1686187 w 1761688"/>
              <a:gd name="csY9" fmla="*/ 1291904 h 1291904"/>
              <a:gd name="csX10" fmla="*/ 75501 w 1761688"/>
              <a:gd name="csY10" fmla="*/ 1291904 h 1291904"/>
              <a:gd name="csX11" fmla="*/ 0 w 1761688"/>
              <a:gd name="csY11" fmla="*/ 1291904 h 1291904"/>
              <a:gd name="csX12" fmla="*/ 0 w 1761688"/>
              <a:gd name="csY12" fmla="*/ 1189139 h 1291904"/>
              <a:gd name="csX13" fmla="*/ 75501 w 1761688"/>
              <a:gd name="csY13" fmla="*/ 1189139 h 1291904"/>
              <a:gd name="csX14" fmla="*/ 75501 w 1761688"/>
              <a:gd name="csY14" fmla="*/ 102765 h 1291904"/>
              <a:gd name="csX15" fmla="*/ 0 w 1761688"/>
              <a:gd name="csY15" fmla="*/ 102765 h 12919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761688" h="1291904">
                <a:moveTo>
                  <a:pt x="0" y="0"/>
                </a:moveTo>
                <a:lnTo>
                  <a:pt x="75501" y="0"/>
                </a:lnTo>
                <a:lnTo>
                  <a:pt x="1686187" y="0"/>
                </a:lnTo>
                <a:lnTo>
                  <a:pt x="1761688" y="0"/>
                </a:lnTo>
                <a:lnTo>
                  <a:pt x="1761688" y="102765"/>
                </a:lnTo>
                <a:lnTo>
                  <a:pt x="1686187" y="102765"/>
                </a:lnTo>
                <a:lnTo>
                  <a:pt x="1686187" y="1189139"/>
                </a:lnTo>
                <a:lnTo>
                  <a:pt x="1761688" y="1189139"/>
                </a:lnTo>
                <a:lnTo>
                  <a:pt x="1761688" y="1291904"/>
                </a:lnTo>
                <a:lnTo>
                  <a:pt x="1686187" y="1291904"/>
                </a:lnTo>
                <a:lnTo>
                  <a:pt x="75501" y="1291904"/>
                </a:lnTo>
                <a:lnTo>
                  <a:pt x="0" y="1291904"/>
                </a:lnTo>
                <a:lnTo>
                  <a:pt x="0" y="1189139"/>
                </a:lnTo>
                <a:lnTo>
                  <a:pt x="75501" y="1189139"/>
                </a:lnTo>
                <a:lnTo>
                  <a:pt x="75501" y="102765"/>
                </a:lnTo>
                <a:lnTo>
                  <a:pt x="0" y="102765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CDBA04C-4415-6DCC-31D0-1F5B0CBE4CEC}"/>
              </a:ext>
            </a:extLst>
          </p:cNvPr>
          <p:cNvSpPr/>
          <p:nvPr/>
        </p:nvSpPr>
        <p:spPr>
          <a:xfrm rot="16200000" flipH="1">
            <a:off x="5135256" y="5222001"/>
            <a:ext cx="779224" cy="1119866"/>
          </a:xfrm>
          <a:custGeom>
            <a:avLst/>
            <a:gdLst>
              <a:gd name="csX0" fmla="*/ 0 w 1291905"/>
              <a:gd name="csY0" fmla="*/ 0 h 1770078"/>
              <a:gd name="csX1" fmla="*/ 0 w 1291905"/>
              <a:gd name="csY1" fmla="*/ 478173 h 1770078"/>
              <a:gd name="csX2" fmla="*/ 0 w 1291905"/>
              <a:gd name="csY2" fmla="*/ 1291905 h 1770078"/>
              <a:gd name="csX3" fmla="*/ 0 w 1291905"/>
              <a:gd name="csY3" fmla="*/ 1770078 h 1770078"/>
              <a:gd name="csX4" fmla="*/ 6123 w 1291905"/>
              <a:gd name="csY4" fmla="*/ 1770078 h 1770078"/>
              <a:gd name="csX5" fmla="*/ 109381 w 1291905"/>
              <a:gd name="csY5" fmla="*/ 1658008 h 1770078"/>
              <a:gd name="csX6" fmla="*/ 212639 w 1291905"/>
              <a:gd name="csY6" fmla="*/ 1770078 h 1770078"/>
              <a:gd name="csX7" fmla="*/ 221976 w 1291905"/>
              <a:gd name="csY7" fmla="*/ 1770078 h 1770078"/>
              <a:gd name="csX8" fmla="*/ 325234 w 1291905"/>
              <a:gd name="csY8" fmla="*/ 1658008 h 1770078"/>
              <a:gd name="csX9" fmla="*/ 428492 w 1291905"/>
              <a:gd name="csY9" fmla="*/ 1770078 h 1770078"/>
              <a:gd name="csX10" fmla="*/ 437829 w 1291905"/>
              <a:gd name="csY10" fmla="*/ 1770078 h 1770078"/>
              <a:gd name="csX11" fmla="*/ 541087 w 1291905"/>
              <a:gd name="csY11" fmla="*/ 1658008 h 1770078"/>
              <a:gd name="csX12" fmla="*/ 644346 w 1291905"/>
              <a:gd name="csY12" fmla="*/ 1770078 h 1770078"/>
              <a:gd name="csX13" fmla="*/ 653683 w 1291905"/>
              <a:gd name="csY13" fmla="*/ 1770078 h 1770078"/>
              <a:gd name="csX14" fmla="*/ 756941 w 1291905"/>
              <a:gd name="csY14" fmla="*/ 1658008 h 1770078"/>
              <a:gd name="csX15" fmla="*/ 860199 w 1291905"/>
              <a:gd name="csY15" fmla="*/ 1770078 h 1770078"/>
              <a:gd name="csX16" fmla="*/ 869536 w 1291905"/>
              <a:gd name="csY16" fmla="*/ 1770078 h 1770078"/>
              <a:gd name="csX17" fmla="*/ 972794 w 1291905"/>
              <a:gd name="csY17" fmla="*/ 1658008 h 1770078"/>
              <a:gd name="csX18" fmla="*/ 1076052 w 1291905"/>
              <a:gd name="csY18" fmla="*/ 1770078 h 1770078"/>
              <a:gd name="csX19" fmla="*/ 1085389 w 1291905"/>
              <a:gd name="csY19" fmla="*/ 1770078 h 1770078"/>
              <a:gd name="csX20" fmla="*/ 1188647 w 1291905"/>
              <a:gd name="csY20" fmla="*/ 1658008 h 1770078"/>
              <a:gd name="csX21" fmla="*/ 1291905 w 1291905"/>
              <a:gd name="csY21" fmla="*/ 1770078 h 1770078"/>
              <a:gd name="csX22" fmla="*/ 1291905 w 1291905"/>
              <a:gd name="csY22" fmla="*/ 1291905 h 1770078"/>
              <a:gd name="csX23" fmla="*/ 1291905 w 1291905"/>
              <a:gd name="csY23" fmla="*/ 478173 h 1770078"/>
              <a:gd name="csX24" fmla="*/ 1291905 w 1291905"/>
              <a:gd name="csY24" fmla="*/ 0 h 1770078"/>
              <a:gd name="csX25" fmla="*/ 1188647 w 1291905"/>
              <a:gd name="csY25" fmla="*/ 112070 h 1770078"/>
              <a:gd name="csX26" fmla="*/ 1085389 w 1291905"/>
              <a:gd name="csY26" fmla="*/ 0 h 1770078"/>
              <a:gd name="csX27" fmla="*/ 1076052 w 1291905"/>
              <a:gd name="csY27" fmla="*/ 0 h 1770078"/>
              <a:gd name="csX28" fmla="*/ 972794 w 1291905"/>
              <a:gd name="csY28" fmla="*/ 112070 h 1770078"/>
              <a:gd name="csX29" fmla="*/ 869536 w 1291905"/>
              <a:gd name="csY29" fmla="*/ 0 h 1770078"/>
              <a:gd name="csX30" fmla="*/ 860199 w 1291905"/>
              <a:gd name="csY30" fmla="*/ 0 h 1770078"/>
              <a:gd name="csX31" fmla="*/ 756941 w 1291905"/>
              <a:gd name="csY31" fmla="*/ 112070 h 1770078"/>
              <a:gd name="csX32" fmla="*/ 653683 w 1291905"/>
              <a:gd name="csY32" fmla="*/ 0 h 1770078"/>
              <a:gd name="csX33" fmla="*/ 644346 w 1291905"/>
              <a:gd name="csY33" fmla="*/ 0 h 1770078"/>
              <a:gd name="csX34" fmla="*/ 541087 w 1291905"/>
              <a:gd name="csY34" fmla="*/ 112070 h 1770078"/>
              <a:gd name="csX35" fmla="*/ 437829 w 1291905"/>
              <a:gd name="csY35" fmla="*/ 0 h 1770078"/>
              <a:gd name="csX36" fmla="*/ 428492 w 1291905"/>
              <a:gd name="csY36" fmla="*/ 0 h 1770078"/>
              <a:gd name="csX37" fmla="*/ 325234 w 1291905"/>
              <a:gd name="csY37" fmla="*/ 112070 h 1770078"/>
              <a:gd name="csX38" fmla="*/ 221976 w 1291905"/>
              <a:gd name="csY38" fmla="*/ 0 h 1770078"/>
              <a:gd name="csX39" fmla="*/ 212639 w 1291905"/>
              <a:gd name="csY39" fmla="*/ 0 h 1770078"/>
              <a:gd name="csX40" fmla="*/ 109381 w 1291905"/>
              <a:gd name="csY40" fmla="*/ 112070 h 1770078"/>
              <a:gd name="csX41" fmla="*/ 6123 w 1291905"/>
              <a:gd name="csY41" fmla="*/ 0 h 17700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291905" h="1770078">
                <a:moveTo>
                  <a:pt x="0" y="0"/>
                </a:moveTo>
                <a:lnTo>
                  <a:pt x="0" y="478173"/>
                </a:lnTo>
                <a:lnTo>
                  <a:pt x="0" y="1291905"/>
                </a:lnTo>
                <a:lnTo>
                  <a:pt x="0" y="1770078"/>
                </a:lnTo>
                <a:lnTo>
                  <a:pt x="6123" y="1770078"/>
                </a:lnTo>
                <a:lnTo>
                  <a:pt x="109381" y="1658008"/>
                </a:lnTo>
                <a:lnTo>
                  <a:pt x="212639" y="1770078"/>
                </a:lnTo>
                <a:lnTo>
                  <a:pt x="221976" y="1770078"/>
                </a:lnTo>
                <a:lnTo>
                  <a:pt x="325234" y="1658008"/>
                </a:lnTo>
                <a:lnTo>
                  <a:pt x="428492" y="1770078"/>
                </a:lnTo>
                <a:lnTo>
                  <a:pt x="437829" y="1770078"/>
                </a:lnTo>
                <a:lnTo>
                  <a:pt x="541087" y="1658008"/>
                </a:lnTo>
                <a:lnTo>
                  <a:pt x="644346" y="1770078"/>
                </a:lnTo>
                <a:lnTo>
                  <a:pt x="653683" y="1770078"/>
                </a:lnTo>
                <a:lnTo>
                  <a:pt x="756941" y="1658008"/>
                </a:lnTo>
                <a:lnTo>
                  <a:pt x="860199" y="1770078"/>
                </a:lnTo>
                <a:lnTo>
                  <a:pt x="869536" y="1770078"/>
                </a:lnTo>
                <a:lnTo>
                  <a:pt x="972794" y="1658008"/>
                </a:lnTo>
                <a:lnTo>
                  <a:pt x="1076052" y="1770078"/>
                </a:lnTo>
                <a:lnTo>
                  <a:pt x="1085389" y="1770078"/>
                </a:lnTo>
                <a:lnTo>
                  <a:pt x="1188647" y="1658008"/>
                </a:lnTo>
                <a:lnTo>
                  <a:pt x="1291905" y="1770078"/>
                </a:lnTo>
                <a:lnTo>
                  <a:pt x="1291905" y="1291905"/>
                </a:lnTo>
                <a:lnTo>
                  <a:pt x="1291905" y="478173"/>
                </a:lnTo>
                <a:lnTo>
                  <a:pt x="1291905" y="0"/>
                </a:lnTo>
                <a:lnTo>
                  <a:pt x="1188647" y="112070"/>
                </a:lnTo>
                <a:lnTo>
                  <a:pt x="1085389" y="0"/>
                </a:lnTo>
                <a:lnTo>
                  <a:pt x="1076052" y="0"/>
                </a:lnTo>
                <a:lnTo>
                  <a:pt x="972794" y="112070"/>
                </a:lnTo>
                <a:lnTo>
                  <a:pt x="869536" y="0"/>
                </a:lnTo>
                <a:lnTo>
                  <a:pt x="860199" y="0"/>
                </a:lnTo>
                <a:lnTo>
                  <a:pt x="756941" y="112070"/>
                </a:lnTo>
                <a:lnTo>
                  <a:pt x="653683" y="0"/>
                </a:lnTo>
                <a:lnTo>
                  <a:pt x="644346" y="0"/>
                </a:lnTo>
                <a:lnTo>
                  <a:pt x="541087" y="112070"/>
                </a:lnTo>
                <a:lnTo>
                  <a:pt x="437829" y="0"/>
                </a:lnTo>
                <a:lnTo>
                  <a:pt x="428492" y="0"/>
                </a:lnTo>
                <a:lnTo>
                  <a:pt x="325234" y="112070"/>
                </a:lnTo>
                <a:lnTo>
                  <a:pt x="221976" y="0"/>
                </a:lnTo>
                <a:lnTo>
                  <a:pt x="212639" y="0"/>
                </a:lnTo>
                <a:lnTo>
                  <a:pt x="109381" y="112070"/>
                </a:lnTo>
                <a:lnTo>
                  <a:pt x="6123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29B2D5B-76F2-6081-B812-1673044E4E65}"/>
              </a:ext>
            </a:extLst>
          </p:cNvPr>
          <p:cNvSpPr/>
          <p:nvPr/>
        </p:nvSpPr>
        <p:spPr>
          <a:xfrm>
            <a:off x="3788617" y="5392322"/>
            <a:ext cx="1119866" cy="779224"/>
          </a:xfrm>
          <a:custGeom>
            <a:avLst/>
            <a:gdLst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378854 h 1291903"/>
              <a:gd name="csX4" fmla="*/ 1770078 w 1770078"/>
              <a:gd name="csY4" fmla="*/ 456330 h 1291903"/>
              <a:gd name="csX5" fmla="*/ 1770078 w 1770078"/>
              <a:gd name="csY5" fmla="*/ 1291903 h 1291903"/>
              <a:gd name="csX6" fmla="*/ 0 w 1770078"/>
              <a:gd name="csY6" fmla="*/ 1291903 h 1291903"/>
              <a:gd name="csX7" fmla="*/ 0 w 1770078"/>
              <a:gd name="csY7" fmla="*/ 456330 h 1291903"/>
              <a:gd name="csX8" fmla="*/ 0 w 1770078"/>
              <a:gd name="csY8" fmla="*/ 378854 h 1291903"/>
              <a:gd name="csX9" fmla="*/ 13692 w 1770078"/>
              <a:gd name="csY9" fmla="*/ 378854 h 1291903"/>
              <a:gd name="csX10" fmla="*/ 17981 w 1770078"/>
              <a:gd name="csY10" fmla="*/ 364364 h 1291903"/>
              <a:gd name="csX11" fmla="*/ 885039 w 1770078"/>
              <a:gd name="csY11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378854 h 1291903"/>
              <a:gd name="csX4" fmla="*/ 1770078 w 1770078"/>
              <a:gd name="csY4" fmla="*/ 456330 h 1291903"/>
              <a:gd name="csX5" fmla="*/ 1770078 w 1770078"/>
              <a:gd name="csY5" fmla="*/ 1291903 h 1291903"/>
              <a:gd name="csX6" fmla="*/ 0 w 1770078"/>
              <a:gd name="csY6" fmla="*/ 1291903 h 1291903"/>
              <a:gd name="csX7" fmla="*/ 0 w 1770078"/>
              <a:gd name="csY7" fmla="*/ 456330 h 1291903"/>
              <a:gd name="csX8" fmla="*/ 13692 w 1770078"/>
              <a:gd name="csY8" fmla="*/ 378854 h 1291903"/>
              <a:gd name="csX9" fmla="*/ 17981 w 1770078"/>
              <a:gd name="csY9" fmla="*/ 364364 h 1291903"/>
              <a:gd name="csX10" fmla="*/ 885039 w 1770078"/>
              <a:gd name="csY10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378854 h 1291903"/>
              <a:gd name="csX4" fmla="*/ 1770078 w 1770078"/>
              <a:gd name="csY4" fmla="*/ 456330 h 1291903"/>
              <a:gd name="csX5" fmla="*/ 1770078 w 1770078"/>
              <a:gd name="csY5" fmla="*/ 1291903 h 1291903"/>
              <a:gd name="csX6" fmla="*/ 0 w 1770078"/>
              <a:gd name="csY6" fmla="*/ 1291903 h 1291903"/>
              <a:gd name="csX7" fmla="*/ 0 w 1770078"/>
              <a:gd name="csY7" fmla="*/ 456330 h 1291903"/>
              <a:gd name="csX8" fmla="*/ 17981 w 1770078"/>
              <a:gd name="csY8" fmla="*/ 364364 h 1291903"/>
              <a:gd name="csX9" fmla="*/ 885039 w 1770078"/>
              <a:gd name="csY9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56386 w 1770078"/>
              <a:gd name="csY2" fmla="*/ 378854 h 1291903"/>
              <a:gd name="csX3" fmla="*/ 1770078 w 1770078"/>
              <a:gd name="csY3" fmla="*/ 456330 h 1291903"/>
              <a:gd name="csX4" fmla="*/ 1770078 w 1770078"/>
              <a:gd name="csY4" fmla="*/ 1291903 h 1291903"/>
              <a:gd name="csX5" fmla="*/ 0 w 1770078"/>
              <a:gd name="csY5" fmla="*/ 1291903 h 1291903"/>
              <a:gd name="csX6" fmla="*/ 0 w 1770078"/>
              <a:gd name="csY6" fmla="*/ 456330 h 1291903"/>
              <a:gd name="csX7" fmla="*/ 17981 w 1770078"/>
              <a:gd name="csY7" fmla="*/ 364364 h 1291903"/>
              <a:gd name="csX8" fmla="*/ 885039 w 1770078"/>
              <a:gd name="csY8" fmla="*/ 0 h 1291903"/>
              <a:gd name="csX0" fmla="*/ 885039 w 1770078"/>
              <a:gd name="csY0" fmla="*/ 0 h 1291903"/>
              <a:gd name="csX1" fmla="*/ 1752097 w 1770078"/>
              <a:gd name="csY1" fmla="*/ 364364 h 1291903"/>
              <a:gd name="csX2" fmla="*/ 1770078 w 1770078"/>
              <a:gd name="csY2" fmla="*/ 456330 h 1291903"/>
              <a:gd name="csX3" fmla="*/ 1770078 w 1770078"/>
              <a:gd name="csY3" fmla="*/ 1291903 h 1291903"/>
              <a:gd name="csX4" fmla="*/ 0 w 1770078"/>
              <a:gd name="csY4" fmla="*/ 1291903 h 1291903"/>
              <a:gd name="csX5" fmla="*/ 0 w 1770078"/>
              <a:gd name="csY5" fmla="*/ 456330 h 1291903"/>
              <a:gd name="csX6" fmla="*/ 17981 w 1770078"/>
              <a:gd name="csY6" fmla="*/ 364364 h 1291903"/>
              <a:gd name="csX7" fmla="*/ 885039 w 1770078"/>
              <a:gd name="csY7" fmla="*/ 0 h 12919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770078" h="1291903">
                <a:moveTo>
                  <a:pt x="885039" y="0"/>
                </a:moveTo>
                <a:cubicBezTo>
                  <a:pt x="1312734" y="0"/>
                  <a:pt x="1669571" y="156422"/>
                  <a:pt x="1752097" y="364364"/>
                </a:cubicBezTo>
                <a:lnTo>
                  <a:pt x="1770078" y="456330"/>
                </a:lnTo>
                <a:lnTo>
                  <a:pt x="1770078" y="1291903"/>
                </a:lnTo>
                <a:lnTo>
                  <a:pt x="0" y="1291903"/>
                </a:lnTo>
                <a:lnTo>
                  <a:pt x="0" y="456330"/>
                </a:lnTo>
                <a:lnTo>
                  <a:pt x="17981" y="364364"/>
                </a:lnTo>
                <a:cubicBezTo>
                  <a:pt x="100507" y="156422"/>
                  <a:pt x="457344" y="0"/>
                  <a:pt x="885039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1A0BF110-1D3A-A1BE-7C60-69C6793DB6E7}"/>
              </a:ext>
            </a:extLst>
          </p:cNvPr>
          <p:cNvSpPr/>
          <p:nvPr/>
        </p:nvSpPr>
        <p:spPr>
          <a:xfrm>
            <a:off x="6144369" y="5392323"/>
            <a:ext cx="1119866" cy="779224"/>
          </a:xfrm>
          <a:custGeom>
            <a:avLst/>
            <a:gdLst>
              <a:gd name="csX0" fmla="*/ 0 w 937260"/>
              <a:gd name="csY0" fmla="*/ 0 h 652165"/>
              <a:gd name="csX1" fmla="*/ 179 w 937260"/>
              <a:gd name="csY1" fmla="*/ 0 h 652165"/>
              <a:gd name="csX2" fmla="*/ 116373 w 937260"/>
              <a:gd name="csY2" fmla="*/ 31552 h 652165"/>
              <a:gd name="csX3" fmla="*/ 468630 w 937260"/>
              <a:gd name="csY3" fmla="*/ 67131 h 652165"/>
              <a:gd name="csX4" fmla="*/ 820887 w 937260"/>
              <a:gd name="csY4" fmla="*/ 31552 h 652165"/>
              <a:gd name="csX5" fmla="*/ 937081 w 937260"/>
              <a:gd name="csY5" fmla="*/ 0 h 652165"/>
              <a:gd name="csX6" fmla="*/ 937260 w 937260"/>
              <a:gd name="csY6" fmla="*/ 0 h 652165"/>
              <a:gd name="csX7" fmla="*/ 937260 w 937260"/>
              <a:gd name="csY7" fmla="*/ 652165 h 652165"/>
              <a:gd name="csX8" fmla="*/ 937078 w 937260"/>
              <a:gd name="csY8" fmla="*/ 652165 h 652165"/>
              <a:gd name="csX9" fmla="*/ 820887 w 937260"/>
              <a:gd name="csY9" fmla="*/ 620614 h 652165"/>
              <a:gd name="csX10" fmla="*/ 468630 w 937260"/>
              <a:gd name="csY10" fmla="*/ 585035 h 652165"/>
              <a:gd name="csX11" fmla="*/ 116373 w 937260"/>
              <a:gd name="csY11" fmla="*/ 620614 h 652165"/>
              <a:gd name="csX12" fmla="*/ 183 w 937260"/>
              <a:gd name="csY12" fmla="*/ 652165 h 652165"/>
              <a:gd name="csX13" fmla="*/ 0 w 937260"/>
              <a:gd name="csY13" fmla="*/ 652165 h 6521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937260" h="652165">
                <a:moveTo>
                  <a:pt x="0" y="0"/>
                </a:moveTo>
                <a:lnTo>
                  <a:pt x="179" y="0"/>
                </a:lnTo>
                <a:lnTo>
                  <a:pt x="116373" y="31552"/>
                </a:lnTo>
                <a:cubicBezTo>
                  <a:pt x="224643" y="54462"/>
                  <a:pt x="343679" y="67131"/>
                  <a:pt x="468630" y="67131"/>
                </a:cubicBezTo>
                <a:cubicBezTo>
                  <a:pt x="593581" y="67131"/>
                  <a:pt x="712618" y="54462"/>
                  <a:pt x="820887" y="31552"/>
                </a:cubicBezTo>
                <a:lnTo>
                  <a:pt x="937081" y="0"/>
                </a:lnTo>
                <a:lnTo>
                  <a:pt x="937260" y="0"/>
                </a:lnTo>
                <a:lnTo>
                  <a:pt x="937260" y="652165"/>
                </a:lnTo>
                <a:lnTo>
                  <a:pt x="937078" y="652165"/>
                </a:lnTo>
                <a:lnTo>
                  <a:pt x="820887" y="620614"/>
                </a:lnTo>
                <a:cubicBezTo>
                  <a:pt x="712618" y="597704"/>
                  <a:pt x="593581" y="585035"/>
                  <a:pt x="468630" y="585035"/>
                </a:cubicBezTo>
                <a:cubicBezTo>
                  <a:pt x="343679" y="585035"/>
                  <a:pt x="224643" y="597704"/>
                  <a:pt x="116373" y="620614"/>
                </a:cubicBezTo>
                <a:lnTo>
                  <a:pt x="183" y="652165"/>
                </a:lnTo>
                <a:lnTo>
                  <a:pt x="0" y="652165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01BAB7F-B945-F16E-F32C-8EFDDD3570CA}"/>
              </a:ext>
            </a:extLst>
          </p:cNvPr>
          <p:cNvSpPr txBox="1"/>
          <p:nvPr/>
        </p:nvSpPr>
        <p:spPr>
          <a:xfrm>
            <a:off x="9065145" y="5597267"/>
            <a:ext cx="2565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shadows </a:t>
            </a:r>
            <a:r>
              <a:rPr lang="en-US" dirty="0"/>
              <a:t>using soft edges</a:t>
            </a:r>
          </a:p>
        </p:txBody>
      </p:sp>
    </p:spTree>
    <p:extLst>
      <p:ext uri="{BB962C8B-B14F-4D97-AF65-F5344CB8AC3E}">
        <p14:creationId xmlns:p14="http://schemas.microsoft.com/office/powerpoint/2010/main" val="3036792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270D7917-6A5A-5366-AA35-C844DE220D38}"/>
              </a:ext>
            </a:extLst>
          </p:cNvPr>
          <p:cNvSpPr/>
          <p:nvPr/>
        </p:nvSpPr>
        <p:spPr>
          <a:xfrm>
            <a:off x="4131592" y="2292972"/>
            <a:ext cx="1300455" cy="1501202"/>
          </a:xfrm>
          <a:custGeom>
            <a:avLst/>
            <a:gdLst>
              <a:gd name="csX0" fmla="*/ 149719 w 1300455"/>
              <a:gd name="csY0" fmla="*/ 301603 h 1501202"/>
              <a:gd name="csX1" fmla="*/ 149719 w 1300455"/>
              <a:gd name="csY1" fmla="*/ 401415 h 1501202"/>
              <a:gd name="csX2" fmla="*/ 299436 w 1300455"/>
              <a:gd name="csY2" fmla="*/ 551133 h 1501202"/>
              <a:gd name="csX3" fmla="*/ 698684 w 1300455"/>
              <a:gd name="csY3" fmla="*/ 551133 h 1501202"/>
              <a:gd name="csX4" fmla="*/ 848402 w 1300455"/>
              <a:gd name="csY4" fmla="*/ 401415 h 1501202"/>
              <a:gd name="csX5" fmla="*/ 848402 w 1300455"/>
              <a:gd name="csY5" fmla="*/ 301603 h 1501202"/>
              <a:gd name="csX6" fmla="*/ 998119 w 1300455"/>
              <a:gd name="csY6" fmla="*/ 451321 h 1501202"/>
              <a:gd name="csX7" fmla="*/ 998119 w 1300455"/>
              <a:gd name="csY7" fmla="*/ 1351484 h 1501202"/>
              <a:gd name="csX8" fmla="*/ 848402 w 1300455"/>
              <a:gd name="csY8" fmla="*/ 1501202 h 1501202"/>
              <a:gd name="csX9" fmla="*/ 149719 w 1300455"/>
              <a:gd name="csY9" fmla="*/ 1501202 h 1501202"/>
              <a:gd name="csX10" fmla="*/ 0 w 1300455"/>
              <a:gd name="csY10" fmla="*/ 1351484 h 1501202"/>
              <a:gd name="csX11" fmla="*/ 0 w 1300455"/>
              <a:gd name="csY11" fmla="*/ 451321 h 1501202"/>
              <a:gd name="csX12" fmla="*/ 149719 w 1300455"/>
              <a:gd name="csY12" fmla="*/ 301603 h 1501202"/>
              <a:gd name="csX13" fmla="*/ 498261 w 1300455"/>
              <a:gd name="csY13" fmla="*/ 151885 h 1501202"/>
              <a:gd name="csX14" fmla="*/ 519121 w 1300455"/>
              <a:gd name="csY14" fmla="*/ 153732 h 1501202"/>
              <a:gd name="csX15" fmla="*/ 628116 w 1300455"/>
              <a:gd name="csY15" fmla="*/ 226745 h 1501202"/>
              <a:gd name="csX16" fmla="*/ 642539 w 1300455"/>
              <a:gd name="csY16" fmla="*/ 251697 h 1501202"/>
              <a:gd name="csX17" fmla="*/ 698684 w 1300455"/>
              <a:gd name="csY17" fmla="*/ 251697 h 1501202"/>
              <a:gd name="csX18" fmla="*/ 748589 w 1300455"/>
              <a:gd name="csY18" fmla="*/ 301603 h 1501202"/>
              <a:gd name="csX19" fmla="*/ 748589 w 1300455"/>
              <a:gd name="csY19" fmla="*/ 401415 h 1501202"/>
              <a:gd name="csX20" fmla="*/ 698684 w 1300455"/>
              <a:gd name="csY20" fmla="*/ 451321 h 1501202"/>
              <a:gd name="csX21" fmla="*/ 299436 w 1300455"/>
              <a:gd name="csY21" fmla="*/ 451321 h 1501202"/>
              <a:gd name="csX22" fmla="*/ 249529 w 1300455"/>
              <a:gd name="csY22" fmla="*/ 401415 h 1501202"/>
              <a:gd name="csX23" fmla="*/ 249529 w 1300455"/>
              <a:gd name="csY23" fmla="*/ 301603 h 1501202"/>
              <a:gd name="csX24" fmla="*/ 299436 w 1300455"/>
              <a:gd name="csY24" fmla="*/ 251697 h 1501202"/>
              <a:gd name="csX25" fmla="*/ 355579 w 1300455"/>
              <a:gd name="csY25" fmla="*/ 251697 h 1501202"/>
              <a:gd name="csX26" fmla="*/ 370053 w 1300455"/>
              <a:gd name="csY26" fmla="*/ 226745 h 1501202"/>
              <a:gd name="csX27" fmla="*/ 479097 w 1300455"/>
              <a:gd name="csY27" fmla="*/ 153931 h 1501202"/>
              <a:gd name="csX28" fmla="*/ 498261 w 1300455"/>
              <a:gd name="csY28" fmla="*/ 151885 h 1501202"/>
              <a:gd name="csX29" fmla="*/ 448804 w 1300455"/>
              <a:gd name="csY29" fmla="*/ 0 h 1501202"/>
              <a:gd name="csX30" fmla="*/ 1151306 w 1300455"/>
              <a:gd name="csY30" fmla="*/ 0 h 1501202"/>
              <a:gd name="csX31" fmla="*/ 1300455 w 1300455"/>
              <a:gd name="csY31" fmla="*/ 149149 h 1501202"/>
              <a:gd name="csX32" fmla="*/ 1300455 w 1300455"/>
              <a:gd name="csY32" fmla="*/ 1150451 h 1501202"/>
              <a:gd name="csX33" fmla="*/ 1151306 w 1300455"/>
              <a:gd name="csY33" fmla="*/ 1299600 h 1501202"/>
              <a:gd name="csX34" fmla="*/ 1094634 w 1300455"/>
              <a:gd name="csY34" fmla="*/ 1299600 h 1501202"/>
              <a:gd name="csX35" fmla="*/ 1094634 w 1300455"/>
              <a:gd name="csY35" fmla="*/ 400113 h 1501202"/>
              <a:gd name="csX36" fmla="*/ 985416 w 1300455"/>
              <a:gd name="csY36" fmla="*/ 235623 h 1501202"/>
              <a:gd name="csX37" fmla="*/ 919399 w 1300455"/>
              <a:gd name="csY37" fmla="*/ 222142 h 1501202"/>
              <a:gd name="csX38" fmla="*/ 919399 w 1300455"/>
              <a:gd name="csY38" fmla="*/ 221440 h 1501202"/>
              <a:gd name="csX39" fmla="*/ 915963 w 1300455"/>
              <a:gd name="csY39" fmla="*/ 221440 h 1501202"/>
              <a:gd name="csX40" fmla="*/ 844022 w 1300455"/>
              <a:gd name="csY40" fmla="*/ 221440 h 1501202"/>
              <a:gd name="csX41" fmla="*/ 843469 w 1300455"/>
              <a:gd name="csY41" fmla="*/ 218698 h 1501202"/>
              <a:gd name="csX42" fmla="*/ 767099 w 1300455"/>
              <a:gd name="csY42" fmla="*/ 168076 h 1501202"/>
              <a:gd name="csX43" fmla="*/ 706597 w 1300455"/>
              <a:gd name="csY43" fmla="*/ 168076 h 1501202"/>
              <a:gd name="csX44" fmla="*/ 679711 w 1300455"/>
              <a:gd name="csY44" fmla="*/ 131705 h 1501202"/>
              <a:gd name="csX45" fmla="*/ 532379 w 1300455"/>
              <a:gd name="csY45" fmla="*/ 56018 h 1501202"/>
              <a:gd name="csX46" fmla="*/ 497734 w 1300455"/>
              <a:gd name="csY46" fmla="*/ 52951 h 1501202"/>
              <a:gd name="csX47" fmla="*/ 465907 w 1300455"/>
              <a:gd name="csY47" fmla="*/ 56348 h 1501202"/>
              <a:gd name="csX48" fmla="*/ 318530 w 1300455"/>
              <a:gd name="csY48" fmla="*/ 131766 h 1501202"/>
              <a:gd name="csX49" fmla="*/ 299655 w 1300455"/>
              <a:gd name="csY49" fmla="*/ 157237 h 1501202"/>
              <a:gd name="csX50" fmla="*/ 299655 w 1300455"/>
              <a:gd name="csY50" fmla="*/ 149149 h 1501202"/>
              <a:gd name="csX51" fmla="*/ 448804 w 1300455"/>
              <a:gd name="csY51" fmla="*/ 0 h 15012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1300455" h="1501202">
                <a:moveTo>
                  <a:pt x="149719" y="301603"/>
                </a:moveTo>
                <a:lnTo>
                  <a:pt x="149719" y="401415"/>
                </a:lnTo>
                <a:cubicBezTo>
                  <a:pt x="149964" y="484000"/>
                  <a:pt x="216851" y="550887"/>
                  <a:pt x="299436" y="551133"/>
                </a:cubicBezTo>
                <a:lnTo>
                  <a:pt x="698684" y="551133"/>
                </a:lnTo>
                <a:cubicBezTo>
                  <a:pt x="781268" y="550887"/>
                  <a:pt x="848155" y="484000"/>
                  <a:pt x="848402" y="401415"/>
                </a:cubicBezTo>
                <a:lnTo>
                  <a:pt x="848402" y="301603"/>
                </a:lnTo>
                <a:cubicBezTo>
                  <a:pt x="930985" y="301850"/>
                  <a:pt x="997872" y="368737"/>
                  <a:pt x="998119" y="451321"/>
                </a:cubicBezTo>
                <a:lnTo>
                  <a:pt x="998119" y="1351484"/>
                </a:lnTo>
                <a:cubicBezTo>
                  <a:pt x="997872" y="1434068"/>
                  <a:pt x="930985" y="1500955"/>
                  <a:pt x="848402" y="1501202"/>
                </a:cubicBezTo>
                <a:lnTo>
                  <a:pt x="149719" y="1501202"/>
                </a:lnTo>
                <a:cubicBezTo>
                  <a:pt x="67134" y="1500955"/>
                  <a:pt x="247" y="1434068"/>
                  <a:pt x="0" y="1351484"/>
                </a:cubicBezTo>
                <a:lnTo>
                  <a:pt x="0" y="451321"/>
                </a:lnTo>
                <a:cubicBezTo>
                  <a:pt x="247" y="368737"/>
                  <a:pt x="67134" y="301850"/>
                  <a:pt x="149719" y="301603"/>
                </a:cubicBezTo>
                <a:close/>
                <a:moveTo>
                  <a:pt x="498261" y="151885"/>
                </a:moveTo>
                <a:cubicBezTo>
                  <a:pt x="505259" y="151815"/>
                  <a:pt x="512246" y="152434"/>
                  <a:pt x="519121" y="153732"/>
                </a:cubicBezTo>
                <a:cubicBezTo>
                  <a:pt x="564851" y="159740"/>
                  <a:pt x="605160" y="186740"/>
                  <a:pt x="628116" y="226745"/>
                </a:cubicBezTo>
                <a:lnTo>
                  <a:pt x="642539" y="251697"/>
                </a:lnTo>
                <a:lnTo>
                  <a:pt x="698684" y="251697"/>
                </a:lnTo>
                <a:cubicBezTo>
                  <a:pt x="726246" y="251697"/>
                  <a:pt x="748589" y="274041"/>
                  <a:pt x="748589" y="301603"/>
                </a:cubicBezTo>
                <a:lnTo>
                  <a:pt x="748589" y="401415"/>
                </a:lnTo>
                <a:cubicBezTo>
                  <a:pt x="748589" y="428978"/>
                  <a:pt x="726246" y="451321"/>
                  <a:pt x="698684" y="451321"/>
                </a:cubicBezTo>
                <a:lnTo>
                  <a:pt x="299436" y="451321"/>
                </a:lnTo>
                <a:cubicBezTo>
                  <a:pt x="271872" y="451321"/>
                  <a:pt x="249529" y="428978"/>
                  <a:pt x="249529" y="401415"/>
                </a:cubicBezTo>
                <a:lnTo>
                  <a:pt x="249529" y="301603"/>
                </a:lnTo>
                <a:cubicBezTo>
                  <a:pt x="249529" y="274041"/>
                  <a:pt x="271872" y="251697"/>
                  <a:pt x="299436" y="251697"/>
                </a:cubicBezTo>
                <a:lnTo>
                  <a:pt x="355579" y="251697"/>
                </a:lnTo>
                <a:lnTo>
                  <a:pt x="370053" y="226745"/>
                </a:lnTo>
                <a:cubicBezTo>
                  <a:pt x="393042" y="186783"/>
                  <a:pt x="433376" y="159850"/>
                  <a:pt x="479097" y="153931"/>
                </a:cubicBezTo>
                <a:cubicBezTo>
                  <a:pt x="485398" y="152600"/>
                  <a:pt x="491819" y="151915"/>
                  <a:pt x="498261" y="151885"/>
                </a:cubicBezTo>
                <a:close/>
                <a:moveTo>
                  <a:pt x="448804" y="0"/>
                </a:moveTo>
                <a:lnTo>
                  <a:pt x="1151306" y="0"/>
                </a:lnTo>
                <a:cubicBezTo>
                  <a:pt x="1233679" y="0"/>
                  <a:pt x="1300455" y="66776"/>
                  <a:pt x="1300455" y="149149"/>
                </a:cubicBezTo>
                <a:lnTo>
                  <a:pt x="1300455" y="1150451"/>
                </a:lnTo>
                <a:cubicBezTo>
                  <a:pt x="1300455" y="1232824"/>
                  <a:pt x="1233679" y="1299600"/>
                  <a:pt x="1151306" y="1299600"/>
                </a:cubicBezTo>
                <a:lnTo>
                  <a:pt x="1094634" y="1299600"/>
                </a:lnTo>
                <a:lnTo>
                  <a:pt x="1094634" y="400113"/>
                </a:lnTo>
                <a:cubicBezTo>
                  <a:pt x="1094413" y="326196"/>
                  <a:pt x="1049458" y="262817"/>
                  <a:pt x="985416" y="235623"/>
                </a:cubicBezTo>
                <a:lnTo>
                  <a:pt x="919399" y="222142"/>
                </a:lnTo>
                <a:lnTo>
                  <a:pt x="919399" y="221440"/>
                </a:lnTo>
                <a:lnTo>
                  <a:pt x="915963" y="221440"/>
                </a:lnTo>
                <a:lnTo>
                  <a:pt x="844022" y="221440"/>
                </a:lnTo>
                <a:lnTo>
                  <a:pt x="843469" y="218698"/>
                </a:lnTo>
                <a:cubicBezTo>
                  <a:pt x="830887" y="188949"/>
                  <a:pt x="801430" y="168076"/>
                  <a:pt x="767099" y="168076"/>
                </a:cubicBezTo>
                <a:lnTo>
                  <a:pt x="706597" y="168076"/>
                </a:lnTo>
                <a:lnTo>
                  <a:pt x="679711" y="131705"/>
                </a:lnTo>
                <a:cubicBezTo>
                  <a:pt x="641239" y="90596"/>
                  <a:pt x="589341" y="63501"/>
                  <a:pt x="532379" y="56018"/>
                </a:cubicBezTo>
                <a:cubicBezTo>
                  <a:pt x="520960" y="53863"/>
                  <a:pt x="509356" y="52834"/>
                  <a:pt x="497734" y="52951"/>
                </a:cubicBezTo>
                <a:cubicBezTo>
                  <a:pt x="487036" y="53000"/>
                  <a:pt x="476372" y="54138"/>
                  <a:pt x="465907" y="56348"/>
                </a:cubicBezTo>
                <a:cubicBezTo>
                  <a:pt x="408956" y="63721"/>
                  <a:pt x="357037" y="90725"/>
                  <a:pt x="318530" y="131766"/>
                </a:cubicBezTo>
                <a:lnTo>
                  <a:pt x="299655" y="157237"/>
                </a:lnTo>
                <a:lnTo>
                  <a:pt x="299655" y="149149"/>
                </a:lnTo>
                <a:cubicBezTo>
                  <a:pt x="299655" y="66776"/>
                  <a:pt x="366431" y="0"/>
                  <a:pt x="44880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D069D2A-1855-CB1E-2758-F3608123E3A4}"/>
              </a:ext>
            </a:extLst>
          </p:cNvPr>
          <p:cNvGrpSpPr/>
          <p:nvPr/>
        </p:nvGrpSpPr>
        <p:grpSpPr>
          <a:xfrm>
            <a:off x="759600" y="293525"/>
            <a:ext cx="1500000" cy="1500000"/>
            <a:chOff x="759600" y="293525"/>
            <a:chExt cx="1500000" cy="1500000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52F5A64-879F-C768-28E0-D3B56EACF34F}"/>
                </a:ext>
              </a:extLst>
            </p:cNvPr>
            <p:cNvSpPr/>
            <p:nvPr/>
          </p:nvSpPr>
          <p:spPr>
            <a:xfrm>
              <a:off x="1434600" y="293525"/>
              <a:ext cx="150000" cy="225000"/>
            </a:xfrm>
            <a:custGeom>
              <a:avLst/>
              <a:gdLst>
                <a:gd name="csX0" fmla="*/ 75000 w 150000"/>
                <a:gd name="csY0" fmla="*/ 0 h 225000"/>
                <a:gd name="csX1" fmla="*/ 150000 w 150000"/>
                <a:gd name="csY1" fmla="*/ 75000 h 225000"/>
                <a:gd name="csX2" fmla="*/ 150000 w 150000"/>
                <a:gd name="csY2" fmla="*/ 150000 h 225000"/>
                <a:gd name="csX3" fmla="*/ 75000 w 150000"/>
                <a:gd name="csY3" fmla="*/ 225000 h 225000"/>
                <a:gd name="csX4" fmla="*/ 0 w 150000"/>
                <a:gd name="csY4" fmla="*/ 150000 h 225000"/>
                <a:gd name="csX5" fmla="*/ 0 w 150000"/>
                <a:gd name="csY5" fmla="*/ 75000 h 225000"/>
                <a:gd name="csX6" fmla="*/ 75000 w 150000"/>
                <a:gd name="csY6" fmla="*/ 0 h 225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50000" h="225000">
                  <a:moveTo>
                    <a:pt x="75000" y="0"/>
                  </a:moveTo>
                  <a:cubicBezTo>
                    <a:pt x="116423" y="0"/>
                    <a:pt x="150000" y="33579"/>
                    <a:pt x="150000" y="75000"/>
                  </a:cubicBezTo>
                  <a:lnTo>
                    <a:pt x="150000" y="150000"/>
                  </a:lnTo>
                  <a:cubicBezTo>
                    <a:pt x="150000" y="191421"/>
                    <a:pt x="116423" y="225000"/>
                    <a:pt x="75000" y="225000"/>
                  </a:cubicBezTo>
                  <a:cubicBezTo>
                    <a:pt x="33577" y="225000"/>
                    <a:pt x="0" y="191421"/>
                    <a:pt x="0" y="150000"/>
                  </a:cubicBezTo>
                  <a:lnTo>
                    <a:pt x="0" y="75000"/>
                  </a:lnTo>
                  <a:cubicBezTo>
                    <a:pt x="0" y="33579"/>
                    <a:pt x="33577" y="0"/>
                    <a:pt x="75000" y="0"/>
                  </a:cubicBezTo>
                  <a:close/>
                </a:path>
              </a:pathLst>
            </a:custGeom>
            <a:solidFill>
              <a:srgbClr val="000000"/>
            </a:solidFill>
            <a:ln w="74613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14CA2FD-7C2B-17F3-8843-B1A04E6EFBB7}"/>
                </a:ext>
              </a:extLst>
            </p:cNvPr>
            <p:cNvSpPr/>
            <p:nvPr/>
          </p:nvSpPr>
          <p:spPr>
            <a:xfrm>
              <a:off x="1059600" y="593525"/>
              <a:ext cx="900000" cy="900000"/>
            </a:xfrm>
            <a:custGeom>
              <a:avLst/>
              <a:gdLst>
                <a:gd name="csX0" fmla="*/ 450000 w 900000"/>
                <a:gd name="csY0" fmla="*/ 124306 h 900000"/>
                <a:gd name="csX1" fmla="*/ 124306 w 900000"/>
                <a:gd name="csY1" fmla="*/ 450000 h 900000"/>
                <a:gd name="csX2" fmla="*/ 450000 w 900000"/>
                <a:gd name="csY2" fmla="*/ 775694 h 900000"/>
                <a:gd name="csX3" fmla="*/ 775694 w 900000"/>
                <a:gd name="csY3" fmla="*/ 450000 h 900000"/>
                <a:gd name="csX4" fmla="*/ 450000 w 900000"/>
                <a:gd name="csY4" fmla="*/ 124306 h 900000"/>
                <a:gd name="csX5" fmla="*/ 450000 w 900000"/>
                <a:gd name="csY5" fmla="*/ 0 h 900000"/>
                <a:gd name="csX6" fmla="*/ 900000 w 900000"/>
                <a:gd name="csY6" fmla="*/ 450000 h 900000"/>
                <a:gd name="csX7" fmla="*/ 450000 w 900000"/>
                <a:gd name="csY7" fmla="*/ 900000 h 900000"/>
                <a:gd name="csX8" fmla="*/ 0 w 900000"/>
                <a:gd name="csY8" fmla="*/ 450000 h 900000"/>
                <a:gd name="csX9" fmla="*/ 450000 w 900000"/>
                <a:gd name="csY9" fmla="*/ 0 h 90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900000" h="900000">
                  <a:moveTo>
                    <a:pt x="450000" y="124306"/>
                  </a:moveTo>
                  <a:cubicBezTo>
                    <a:pt x="270125" y="124306"/>
                    <a:pt x="124306" y="270124"/>
                    <a:pt x="124306" y="450000"/>
                  </a:cubicBezTo>
                  <a:cubicBezTo>
                    <a:pt x="124306" y="629876"/>
                    <a:pt x="270125" y="775694"/>
                    <a:pt x="450000" y="775694"/>
                  </a:cubicBezTo>
                  <a:cubicBezTo>
                    <a:pt x="629876" y="775694"/>
                    <a:pt x="775694" y="629876"/>
                    <a:pt x="775694" y="450000"/>
                  </a:cubicBezTo>
                  <a:cubicBezTo>
                    <a:pt x="775694" y="270124"/>
                    <a:pt x="629876" y="124306"/>
                    <a:pt x="450000" y="124306"/>
                  </a:cubicBezTo>
                  <a:close/>
                  <a:moveTo>
                    <a:pt x="450000" y="0"/>
                  </a:moveTo>
                  <a:cubicBezTo>
                    <a:pt x="698528" y="0"/>
                    <a:pt x="900000" y="201472"/>
                    <a:pt x="900000" y="450000"/>
                  </a:cubicBezTo>
                  <a:cubicBezTo>
                    <a:pt x="900000" y="698528"/>
                    <a:pt x="698528" y="900000"/>
                    <a:pt x="450000" y="900000"/>
                  </a:cubicBezTo>
                  <a:cubicBezTo>
                    <a:pt x="201472" y="900000"/>
                    <a:pt x="0" y="698528"/>
                    <a:pt x="0" y="450000"/>
                  </a:cubicBezTo>
                  <a:cubicBezTo>
                    <a:pt x="0" y="201472"/>
                    <a:pt x="201472" y="0"/>
                    <a:pt x="450000" y="0"/>
                  </a:cubicBezTo>
                  <a:close/>
                </a:path>
              </a:pathLst>
            </a:custGeom>
            <a:solidFill>
              <a:srgbClr val="000000"/>
            </a:solidFill>
            <a:ln w="74613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B4BBF9B-402C-3079-F298-CFE0F242F85E}"/>
                </a:ext>
              </a:extLst>
            </p:cNvPr>
            <p:cNvSpPr/>
            <p:nvPr/>
          </p:nvSpPr>
          <p:spPr>
            <a:xfrm>
              <a:off x="1434600" y="1568525"/>
              <a:ext cx="150000" cy="225000"/>
            </a:xfrm>
            <a:custGeom>
              <a:avLst/>
              <a:gdLst>
                <a:gd name="csX0" fmla="*/ 150000 w 150000"/>
                <a:gd name="csY0" fmla="*/ 75000 h 225000"/>
                <a:gd name="csX1" fmla="*/ 75000 w 150000"/>
                <a:gd name="csY1" fmla="*/ 0 h 225000"/>
                <a:gd name="csX2" fmla="*/ 0 w 150000"/>
                <a:gd name="csY2" fmla="*/ 75000 h 225000"/>
                <a:gd name="csX3" fmla="*/ 0 w 150000"/>
                <a:gd name="csY3" fmla="*/ 150000 h 225000"/>
                <a:gd name="csX4" fmla="*/ 75000 w 150000"/>
                <a:gd name="csY4" fmla="*/ 225000 h 225000"/>
                <a:gd name="csX5" fmla="*/ 150000 w 150000"/>
                <a:gd name="csY5" fmla="*/ 150000 h 225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50000" h="225000">
                  <a:moveTo>
                    <a:pt x="150000" y="75000"/>
                  </a:moveTo>
                  <a:cubicBezTo>
                    <a:pt x="150000" y="33578"/>
                    <a:pt x="116423" y="0"/>
                    <a:pt x="75000" y="0"/>
                  </a:cubicBezTo>
                  <a:cubicBezTo>
                    <a:pt x="33577" y="0"/>
                    <a:pt x="0" y="33578"/>
                    <a:pt x="0" y="75000"/>
                  </a:cubicBezTo>
                  <a:lnTo>
                    <a:pt x="0" y="150000"/>
                  </a:lnTo>
                  <a:cubicBezTo>
                    <a:pt x="0" y="191422"/>
                    <a:pt x="33577" y="225000"/>
                    <a:pt x="75000" y="225000"/>
                  </a:cubicBezTo>
                  <a:cubicBezTo>
                    <a:pt x="116423" y="225000"/>
                    <a:pt x="150000" y="191422"/>
                    <a:pt x="150000" y="150000"/>
                  </a:cubicBezTo>
                  <a:close/>
                </a:path>
              </a:pathLst>
            </a:custGeom>
            <a:solidFill>
              <a:srgbClr val="000000"/>
            </a:solidFill>
            <a:ln w="74613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5888366-DFD7-6E5D-E6FA-F5DF4A019DBB}"/>
                </a:ext>
              </a:extLst>
            </p:cNvPr>
            <p:cNvSpPr/>
            <p:nvPr/>
          </p:nvSpPr>
          <p:spPr>
            <a:xfrm>
              <a:off x="2034600" y="968525"/>
              <a:ext cx="225000" cy="150000"/>
            </a:xfrm>
            <a:custGeom>
              <a:avLst/>
              <a:gdLst>
                <a:gd name="csX0" fmla="*/ 225000 w 225000"/>
                <a:gd name="csY0" fmla="*/ 75000 h 150000"/>
                <a:gd name="csX1" fmla="*/ 150000 w 225000"/>
                <a:gd name="csY1" fmla="*/ 150000 h 150000"/>
                <a:gd name="csX2" fmla="*/ 75000 w 225000"/>
                <a:gd name="csY2" fmla="*/ 150000 h 150000"/>
                <a:gd name="csX3" fmla="*/ 0 w 225000"/>
                <a:gd name="csY3" fmla="*/ 75000 h 150000"/>
                <a:gd name="csX4" fmla="*/ 75000 w 225000"/>
                <a:gd name="csY4" fmla="*/ 0 h 150000"/>
                <a:gd name="csX5" fmla="*/ 150000 w 225000"/>
                <a:gd name="csY5" fmla="*/ 0 h 150000"/>
                <a:gd name="csX6" fmla="*/ 225000 w 225000"/>
                <a:gd name="csY6" fmla="*/ 75000 h 15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25000" h="150000">
                  <a:moveTo>
                    <a:pt x="225000" y="75000"/>
                  </a:moveTo>
                  <a:cubicBezTo>
                    <a:pt x="225000" y="116423"/>
                    <a:pt x="191422" y="150000"/>
                    <a:pt x="150000" y="150000"/>
                  </a:cubicBezTo>
                  <a:lnTo>
                    <a:pt x="75000" y="150000"/>
                  </a:lnTo>
                  <a:cubicBezTo>
                    <a:pt x="33578" y="150000"/>
                    <a:pt x="0" y="116423"/>
                    <a:pt x="0" y="75000"/>
                  </a:cubicBezTo>
                  <a:cubicBezTo>
                    <a:pt x="0" y="33577"/>
                    <a:pt x="33578" y="0"/>
                    <a:pt x="75000" y="0"/>
                  </a:cubicBezTo>
                  <a:lnTo>
                    <a:pt x="150000" y="0"/>
                  </a:lnTo>
                  <a:cubicBezTo>
                    <a:pt x="191422" y="0"/>
                    <a:pt x="225000" y="33577"/>
                    <a:pt x="225000" y="75000"/>
                  </a:cubicBezTo>
                  <a:close/>
                </a:path>
              </a:pathLst>
            </a:custGeom>
            <a:solidFill>
              <a:srgbClr val="000000"/>
            </a:solidFill>
            <a:ln w="74613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AAFEEE1-EF3F-5C43-C379-AA27E42FFA06}"/>
                </a:ext>
              </a:extLst>
            </p:cNvPr>
            <p:cNvSpPr/>
            <p:nvPr/>
          </p:nvSpPr>
          <p:spPr>
            <a:xfrm>
              <a:off x="759600" y="968525"/>
              <a:ext cx="225000" cy="150000"/>
            </a:xfrm>
            <a:custGeom>
              <a:avLst/>
              <a:gdLst>
                <a:gd name="csX0" fmla="*/ 150000 w 225000"/>
                <a:gd name="csY0" fmla="*/ 150000 h 150000"/>
                <a:gd name="csX1" fmla="*/ 225000 w 225000"/>
                <a:gd name="csY1" fmla="*/ 75000 h 150000"/>
                <a:gd name="csX2" fmla="*/ 150000 w 225000"/>
                <a:gd name="csY2" fmla="*/ 0 h 150000"/>
                <a:gd name="csX3" fmla="*/ 75000 w 225000"/>
                <a:gd name="csY3" fmla="*/ 0 h 150000"/>
                <a:gd name="csX4" fmla="*/ 0 w 225000"/>
                <a:gd name="csY4" fmla="*/ 75000 h 150000"/>
                <a:gd name="csX5" fmla="*/ 75000 w 225000"/>
                <a:gd name="csY5" fmla="*/ 150000 h 15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25000" h="150000">
                  <a:moveTo>
                    <a:pt x="150000" y="150000"/>
                  </a:moveTo>
                  <a:cubicBezTo>
                    <a:pt x="191421" y="150000"/>
                    <a:pt x="225000" y="116423"/>
                    <a:pt x="225000" y="75000"/>
                  </a:cubicBezTo>
                  <a:cubicBezTo>
                    <a:pt x="225000" y="33577"/>
                    <a:pt x="191421" y="0"/>
                    <a:pt x="150000" y="0"/>
                  </a:cubicBezTo>
                  <a:lnTo>
                    <a:pt x="75000" y="0"/>
                  </a:lnTo>
                  <a:cubicBezTo>
                    <a:pt x="33579" y="0"/>
                    <a:pt x="0" y="33577"/>
                    <a:pt x="0" y="75000"/>
                  </a:cubicBezTo>
                  <a:cubicBezTo>
                    <a:pt x="0" y="116423"/>
                    <a:pt x="33579" y="150000"/>
                    <a:pt x="75000" y="150000"/>
                  </a:cubicBezTo>
                  <a:close/>
                </a:path>
              </a:pathLst>
            </a:custGeom>
            <a:solidFill>
              <a:srgbClr val="000000"/>
            </a:solidFill>
            <a:ln w="74613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197FA17-EF21-0C3C-E02F-642A97AFDAEA}"/>
                </a:ext>
              </a:extLst>
            </p:cNvPr>
            <p:cNvSpPr/>
            <p:nvPr/>
          </p:nvSpPr>
          <p:spPr>
            <a:xfrm>
              <a:off x="1858863" y="491228"/>
              <a:ext cx="203034" cy="203033"/>
            </a:xfrm>
            <a:custGeom>
              <a:avLst/>
              <a:gdLst>
                <a:gd name="csX0" fmla="*/ 181069 w 203034"/>
                <a:gd name="csY0" fmla="*/ 128033 h 203033"/>
                <a:gd name="csX1" fmla="*/ 128036 w 203034"/>
                <a:gd name="csY1" fmla="*/ 181066 h 203033"/>
                <a:gd name="csX2" fmla="*/ 21971 w 203034"/>
                <a:gd name="csY2" fmla="*/ 181066 h 203033"/>
                <a:gd name="csX3" fmla="*/ 21971 w 203034"/>
                <a:gd name="csY3" fmla="*/ 75000 h 203033"/>
                <a:gd name="csX4" fmla="*/ 75004 w 203034"/>
                <a:gd name="csY4" fmla="*/ 21967 h 203033"/>
                <a:gd name="csX5" fmla="*/ 181069 w 203034"/>
                <a:gd name="csY5" fmla="*/ 21967 h 203033"/>
                <a:gd name="csX6" fmla="*/ 181069 w 203034"/>
                <a:gd name="csY6" fmla="*/ 128033 h 2030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03034" h="203033">
                  <a:moveTo>
                    <a:pt x="181069" y="128033"/>
                  </a:moveTo>
                  <a:lnTo>
                    <a:pt x="128036" y="181066"/>
                  </a:lnTo>
                  <a:cubicBezTo>
                    <a:pt x="98741" y="210356"/>
                    <a:pt x="51259" y="210356"/>
                    <a:pt x="21971" y="181066"/>
                  </a:cubicBezTo>
                  <a:cubicBezTo>
                    <a:pt x="-7324" y="151777"/>
                    <a:pt x="-7324" y="104289"/>
                    <a:pt x="21971" y="75000"/>
                  </a:cubicBezTo>
                  <a:lnTo>
                    <a:pt x="75004" y="21967"/>
                  </a:lnTo>
                  <a:cubicBezTo>
                    <a:pt x="104291" y="-7322"/>
                    <a:pt x="151774" y="-7322"/>
                    <a:pt x="181069" y="21967"/>
                  </a:cubicBezTo>
                  <a:cubicBezTo>
                    <a:pt x="210356" y="51256"/>
                    <a:pt x="210356" y="98743"/>
                    <a:pt x="181069" y="128033"/>
                  </a:cubicBezTo>
                  <a:close/>
                </a:path>
              </a:pathLst>
            </a:custGeom>
            <a:solidFill>
              <a:srgbClr val="000000"/>
            </a:solidFill>
            <a:ln w="74613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2176164-2296-22B1-0452-261DAB364F5F}"/>
                </a:ext>
              </a:extLst>
            </p:cNvPr>
            <p:cNvSpPr/>
            <p:nvPr/>
          </p:nvSpPr>
          <p:spPr>
            <a:xfrm>
              <a:off x="957302" y="1392786"/>
              <a:ext cx="203033" cy="203036"/>
            </a:xfrm>
            <a:custGeom>
              <a:avLst/>
              <a:gdLst>
                <a:gd name="csX0" fmla="*/ 181066 w 203033"/>
                <a:gd name="csY0" fmla="*/ 128038 h 203036"/>
                <a:gd name="csX1" fmla="*/ 181066 w 203033"/>
                <a:gd name="csY1" fmla="*/ 21966 h 203036"/>
                <a:gd name="csX2" fmla="*/ 75000 w 203033"/>
                <a:gd name="csY2" fmla="*/ 21966 h 203036"/>
                <a:gd name="csX3" fmla="*/ 21967 w 203033"/>
                <a:gd name="csY3" fmla="*/ 75006 h 203036"/>
                <a:gd name="csX4" fmla="*/ 21967 w 203033"/>
                <a:gd name="csY4" fmla="*/ 181071 h 203036"/>
                <a:gd name="csX5" fmla="*/ 128033 w 203033"/>
                <a:gd name="csY5" fmla="*/ 181071 h 203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03033" h="203036">
                  <a:moveTo>
                    <a:pt x="181066" y="128038"/>
                  </a:moveTo>
                  <a:cubicBezTo>
                    <a:pt x="210355" y="98743"/>
                    <a:pt x="210355" y="51261"/>
                    <a:pt x="181066" y="21966"/>
                  </a:cubicBezTo>
                  <a:cubicBezTo>
                    <a:pt x="151777" y="-7322"/>
                    <a:pt x="104290" y="-7322"/>
                    <a:pt x="75000" y="21966"/>
                  </a:cubicBezTo>
                  <a:lnTo>
                    <a:pt x="21967" y="75006"/>
                  </a:lnTo>
                  <a:cubicBezTo>
                    <a:pt x="-7322" y="104293"/>
                    <a:pt x="-7322" y="151776"/>
                    <a:pt x="21967" y="181071"/>
                  </a:cubicBezTo>
                  <a:cubicBezTo>
                    <a:pt x="51256" y="210358"/>
                    <a:pt x="98744" y="210358"/>
                    <a:pt x="128033" y="181071"/>
                  </a:cubicBezTo>
                  <a:close/>
                </a:path>
              </a:pathLst>
            </a:custGeom>
            <a:solidFill>
              <a:srgbClr val="000000"/>
            </a:solidFill>
            <a:ln w="74613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65E1BF9-A829-F404-54BD-0AC69E768EEB}"/>
                </a:ext>
              </a:extLst>
            </p:cNvPr>
            <p:cNvSpPr/>
            <p:nvPr/>
          </p:nvSpPr>
          <p:spPr>
            <a:xfrm>
              <a:off x="1858863" y="1392786"/>
              <a:ext cx="203034" cy="203036"/>
            </a:xfrm>
            <a:custGeom>
              <a:avLst/>
              <a:gdLst>
                <a:gd name="csX0" fmla="*/ 75004 w 203034"/>
                <a:gd name="csY0" fmla="*/ 181071 h 203036"/>
                <a:gd name="csX1" fmla="*/ 21971 w 203034"/>
                <a:gd name="csY1" fmla="*/ 128038 h 203036"/>
                <a:gd name="csX2" fmla="*/ 21971 w 203034"/>
                <a:gd name="csY2" fmla="*/ 21966 h 203036"/>
                <a:gd name="csX3" fmla="*/ 128036 w 203034"/>
                <a:gd name="csY3" fmla="*/ 21966 h 203036"/>
                <a:gd name="csX4" fmla="*/ 181069 w 203034"/>
                <a:gd name="csY4" fmla="*/ 75006 h 203036"/>
                <a:gd name="csX5" fmla="*/ 181069 w 203034"/>
                <a:gd name="csY5" fmla="*/ 181071 h 203036"/>
                <a:gd name="csX6" fmla="*/ 75004 w 203034"/>
                <a:gd name="csY6" fmla="*/ 181071 h 203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03034" h="203036">
                  <a:moveTo>
                    <a:pt x="75004" y="181071"/>
                  </a:moveTo>
                  <a:lnTo>
                    <a:pt x="21971" y="128038"/>
                  </a:lnTo>
                  <a:cubicBezTo>
                    <a:pt x="-7324" y="98743"/>
                    <a:pt x="-7324" y="51261"/>
                    <a:pt x="21971" y="21966"/>
                  </a:cubicBezTo>
                  <a:cubicBezTo>
                    <a:pt x="51259" y="-7322"/>
                    <a:pt x="98741" y="-7322"/>
                    <a:pt x="128036" y="21966"/>
                  </a:cubicBezTo>
                  <a:lnTo>
                    <a:pt x="181069" y="75006"/>
                  </a:lnTo>
                  <a:cubicBezTo>
                    <a:pt x="210356" y="104293"/>
                    <a:pt x="210356" y="151776"/>
                    <a:pt x="181069" y="181071"/>
                  </a:cubicBezTo>
                  <a:cubicBezTo>
                    <a:pt x="151781" y="210358"/>
                    <a:pt x="104291" y="210358"/>
                    <a:pt x="75004" y="181071"/>
                  </a:cubicBezTo>
                  <a:close/>
                </a:path>
              </a:pathLst>
            </a:custGeom>
            <a:solidFill>
              <a:srgbClr val="000000"/>
            </a:solidFill>
            <a:ln w="74613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7180D62-5E12-EB0C-ACB8-D6EBADECF2D0}"/>
                </a:ext>
              </a:extLst>
            </p:cNvPr>
            <p:cNvSpPr/>
            <p:nvPr/>
          </p:nvSpPr>
          <p:spPr>
            <a:xfrm>
              <a:off x="957302" y="491228"/>
              <a:ext cx="203033" cy="203033"/>
            </a:xfrm>
            <a:custGeom>
              <a:avLst/>
              <a:gdLst>
                <a:gd name="csX0" fmla="*/ 75000 w 203033"/>
                <a:gd name="csY0" fmla="*/ 181066 h 203033"/>
                <a:gd name="csX1" fmla="*/ 181066 w 203033"/>
                <a:gd name="csY1" fmla="*/ 181066 h 203033"/>
                <a:gd name="csX2" fmla="*/ 181066 w 203033"/>
                <a:gd name="csY2" fmla="*/ 75000 h 203033"/>
                <a:gd name="csX3" fmla="*/ 128033 w 203033"/>
                <a:gd name="csY3" fmla="*/ 21967 h 203033"/>
                <a:gd name="csX4" fmla="*/ 21967 w 203033"/>
                <a:gd name="csY4" fmla="*/ 21967 h 203033"/>
                <a:gd name="csX5" fmla="*/ 21967 w 203033"/>
                <a:gd name="csY5" fmla="*/ 128033 h 2030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03033" h="203033">
                  <a:moveTo>
                    <a:pt x="75000" y="181066"/>
                  </a:moveTo>
                  <a:cubicBezTo>
                    <a:pt x="104290" y="210356"/>
                    <a:pt x="151777" y="210356"/>
                    <a:pt x="181066" y="181066"/>
                  </a:cubicBezTo>
                  <a:cubicBezTo>
                    <a:pt x="210355" y="151777"/>
                    <a:pt x="210355" y="104289"/>
                    <a:pt x="181066" y="75000"/>
                  </a:cubicBezTo>
                  <a:lnTo>
                    <a:pt x="128033" y="21967"/>
                  </a:lnTo>
                  <a:cubicBezTo>
                    <a:pt x="98744" y="-7322"/>
                    <a:pt x="51256" y="-7322"/>
                    <a:pt x="21967" y="21967"/>
                  </a:cubicBezTo>
                  <a:cubicBezTo>
                    <a:pt x="-7322" y="51256"/>
                    <a:pt x="-7322" y="98743"/>
                    <a:pt x="21967" y="128033"/>
                  </a:cubicBezTo>
                  <a:close/>
                </a:path>
              </a:pathLst>
            </a:custGeom>
            <a:solidFill>
              <a:srgbClr val="000000"/>
            </a:solidFill>
            <a:ln w="74613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BCD4FA5-78E1-0838-6932-1C54407C0CAB}"/>
              </a:ext>
            </a:extLst>
          </p:cNvPr>
          <p:cNvGrpSpPr/>
          <p:nvPr/>
        </p:nvGrpSpPr>
        <p:grpSpPr>
          <a:xfrm>
            <a:off x="3281820" y="293525"/>
            <a:ext cx="1500000" cy="1500000"/>
            <a:chOff x="3281820" y="293525"/>
            <a:chExt cx="1500000" cy="1500000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BFFE6FC-20FA-BDB9-9377-208B24B8D088}"/>
                </a:ext>
              </a:extLst>
            </p:cNvPr>
            <p:cNvSpPr/>
            <p:nvPr/>
          </p:nvSpPr>
          <p:spPr>
            <a:xfrm rot="19319567">
              <a:off x="3611767" y="675989"/>
              <a:ext cx="627137" cy="900000"/>
            </a:xfrm>
            <a:custGeom>
              <a:avLst/>
              <a:gdLst>
                <a:gd name="csX0" fmla="*/ 450000 w 645150"/>
                <a:gd name="csY0" fmla="*/ 0 h 900000"/>
                <a:gd name="csX1" fmla="*/ 625161 w 645150"/>
                <a:gd name="csY1" fmla="*/ 35364 h 900000"/>
                <a:gd name="csX2" fmla="*/ 645150 w 645150"/>
                <a:gd name="csY2" fmla="*/ 46214 h 900000"/>
                <a:gd name="csX3" fmla="*/ 588701 w 645150"/>
                <a:gd name="csY3" fmla="*/ 76853 h 900000"/>
                <a:gd name="csX4" fmla="*/ 390300 w 645150"/>
                <a:gd name="csY4" fmla="*/ 450000 h 900000"/>
                <a:gd name="csX5" fmla="*/ 588701 w 645150"/>
                <a:gd name="csY5" fmla="*/ 823147 h 900000"/>
                <a:gd name="csX6" fmla="*/ 645150 w 645150"/>
                <a:gd name="csY6" fmla="*/ 853787 h 900000"/>
                <a:gd name="csX7" fmla="*/ 625161 w 645150"/>
                <a:gd name="csY7" fmla="*/ 864637 h 900000"/>
                <a:gd name="csX8" fmla="*/ 450000 w 645150"/>
                <a:gd name="csY8" fmla="*/ 900000 h 900000"/>
                <a:gd name="csX9" fmla="*/ 0 w 645150"/>
                <a:gd name="csY9" fmla="*/ 450000 h 900000"/>
                <a:gd name="csX10" fmla="*/ 450000 w 645150"/>
                <a:gd name="csY10" fmla="*/ 0 h 900000"/>
                <a:gd name="csX0" fmla="*/ 450000 w 645150"/>
                <a:gd name="csY0" fmla="*/ 0 h 900000"/>
                <a:gd name="csX1" fmla="*/ 625161 w 645150"/>
                <a:gd name="csY1" fmla="*/ 35364 h 900000"/>
                <a:gd name="csX2" fmla="*/ 588701 w 645150"/>
                <a:gd name="csY2" fmla="*/ 76853 h 900000"/>
                <a:gd name="csX3" fmla="*/ 390300 w 645150"/>
                <a:gd name="csY3" fmla="*/ 450000 h 900000"/>
                <a:gd name="csX4" fmla="*/ 588701 w 645150"/>
                <a:gd name="csY4" fmla="*/ 823147 h 900000"/>
                <a:gd name="csX5" fmla="*/ 645150 w 645150"/>
                <a:gd name="csY5" fmla="*/ 853787 h 900000"/>
                <a:gd name="csX6" fmla="*/ 625161 w 645150"/>
                <a:gd name="csY6" fmla="*/ 864637 h 900000"/>
                <a:gd name="csX7" fmla="*/ 450000 w 645150"/>
                <a:gd name="csY7" fmla="*/ 900000 h 900000"/>
                <a:gd name="csX8" fmla="*/ 0 w 645150"/>
                <a:gd name="csY8" fmla="*/ 450000 h 900000"/>
                <a:gd name="csX9" fmla="*/ 450000 w 645150"/>
                <a:gd name="csY9" fmla="*/ 0 h 900000"/>
                <a:gd name="csX0" fmla="*/ 450000 w 625161"/>
                <a:gd name="csY0" fmla="*/ 0 h 900000"/>
                <a:gd name="csX1" fmla="*/ 625161 w 625161"/>
                <a:gd name="csY1" fmla="*/ 35364 h 900000"/>
                <a:gd name="csX2" fmla="*/ 588701 w 625161"/>
                <a:gd name="csY2" fmla="*/ 76853 h 900000"/>
                <a:gd name="csX3" fmla="*/ 390300 w 625161"/>
                <a:gd name="csY3" fmla="*/ 450000 h 900000"/>
                <a:gd name="csX4" fmla="*/ 588701 w 625161"/>
                <a:gd name="csY4" fmla="*/ 823147 h 900000"/>
                <a:gd name="csX5" fmla="*/ 625161 w 625161"/>
                <a:gd name="csY5" fmla="*/ 864637 h 900000"/>
                <a:gd name="csX6" fmla="*/ 450000 w 625161"/>
                <a:gd name="csY6" fmla="*/ 900000 h 900000"/>
                <a:gd name="csX7" fmla="*/ 0 w 625161"/>
                <a:gd name="csY7" fmla="*/ 450000 h 900000"/>
                <a:gd name="csX8" fmla="*/ 450000 w 625161"/>
                <a:gd name="csY8" fmla="*/ 0 h 900000"/>
                <a:gd name="csX0" fmla="*/ 450000 w 627137"/>
                <a:gd name="csY0" fmla="*/ 0 h 900000"/>
                <a:gd name="csX1" fmla="*/ 625161 w 627137"/>
                <a:gd name="csY1" fmla="*/ 35364 h 900000"/>
                <a:gd name="csX2" fmla="*/ 588701 w 627137"/>
                <a:gd name="csY2" fmla="*/ 76853 h 900000"/>
                <a:gd name="csX3" fmla="*/ 390300 w 627137"/>
                <a:gd name="csY3" fmla="*/ 450000 h 900000"/>
                <a:gd name="csX4" fmla="*/ 588701 w 627137"/>
                <a:gd name="csY4" fmla="*/ 823147 h 900000"/>
                <a:gd name="csX5" fmla="*/ 625161 w 627137"/>
                <a:gd name="csY5" fmla="*/ 864637 h 900000"/>
                <a:gd name="csX6" fmla="*/ 450000 w 627137"/>
                <a:gd name="csY6" fmla="*/ 900000 h 900000"/>
                <a:gd name="csX7" fmla="*/ 0 w 627137"/>
                <a:gd name="csY7" fmla="*/ 450000 h 900000"/>
                <a:gd name="csX8" fmla="*/ 450000 w 627137"/>
                <a:gd name="csY8" fmla="*/ 0 h 900000"/>
                <a:gd name="csX0" fmla="*/ 450000 w 627137"/>
                <a:gd name="csY0" fmla="*/ 0 h 900000"/>
                <a:gd name="csX1" fmla="*/ 625161 w 627137"/>
                <a:gd name="csY1" fmla="*/ 35364 h 900000"/>
                <a:gd name="csX2" fmla="*/ 588701 w 627137"/>
                <a:gd name="csY2" fmla="*/ 76853 h 900000"/>
                <a:gd name="csX3" fmla="*/ 390300 w 627137"/>
                <a:gd name="csY3" fmla="*/ 450000 h 900000"/>
                <a:gd name="csX4" fmla="*/ 588701 w 627137"/>
                <a:gd name="csY4" fmla="*/ 823147 h 900000"/>
                <a:gd name="csX5" fmla="*/ 625161 w 627137"/>
                <a:gd name="csY5" fmla="*/ 864637 h 900000"/>
                <a:gd name="csX6" fmla="*/ 450000 w 627137"/>
                <a:gd name="csY6" fmla="*/ 900000 h 900000"/>
                <a:gd name="csX7" fmla="*/ 0 w 627137"/>
                <a:gd name="csY7" fmla="*/ 450000 h 900000"/>
                <a:gd name="csX8" fmla="*/ 450000 w 627137"/>
                <a:gd name="csY8" fmla="*/ 0 h 90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27137" h="900000">
                  <a:moveTo>
                    <a:pt x="450000" y="0"/>
                  </a:moveTo>
                  <a:cubicBezTo>
                    <a:pt x="512132" y="0"/>
                    <a:pt x="571323" y="12592"/>
                    <a:pt x="625161" y="35364"/>
                  </a:cubicBezTo>
                  <a:cubicBezTo>
                    <a:pt x="635760" y="54886"/>
                    <a:pt x="600854" y="63023"/>
                    <a:pt x="588701" y="76853"/>
                  </a:cubicBezTo>
                  <a:cubicBezTo>
                    <a:pt x="469000" y="157722"/>
                    <a:pt x="390300" y="294670"/>
                    <a:pt x="390300" y="450000"/>
                  </a:cubicBezTo>
                  <a:cubicBezTo>
                    <a:pt x="390300" y="605330"/>
                    <a:pt x="469000" y="742279"/>
                    <a:pt x="588701" y="823147"/>
                  </a:cubicBezTo>
                  <a:cubicBezTo>
                    <a:pt x="600854" y="836977"/>
                    <a:pt x="630540" y="855442"/>
                    <a:pt x="625161" y="864637"/>
                  </a:cubicBezTo>
                  <a:cubicBezTo>
                    <a:pt x="571323" y="887408"/>
                    <a:pt x="512132" y="900000"/>
                    <a:pt x="450000" y="900000"/>
                  </a:cubicBezTo>
                  <a:cubicBezTo>
                    <a:pt x="201472" y="900000"/>
                    <a:pt x="0" y="698528"/>
                    <a:pt x="0" y="450000"/>
                  </a:cubicBezTo>
                  <a:cubicBezTo>
                    <a:pt x="0" y="201472"/>
                    <a:pt x="201472" y="0"/>
                    <a:pt x="450000" y="0"/>
                  </a:cubicBezTo>
                  <a:close/>
                </a:path>
              </a:pathLst>
            </a:custGeom>
            <a:solidFill>
              <a:schemeClr val="tx1"/>
            </a:solidFill>
            <a:ln w="74613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15E3DDD9-29D5-C838-07EA-30CB87E8C12F}"/>
                </a:ext>
              </a:extLst>
            </p:cNvPr>
            <p:cNvSpPr/>
            <p:nvPr/>
          </p:nvSpPr>
          <p:spPr>
            <a:xfrm>
              <a:off x="3281820" y="968525"/>
              <a:ext cx="151200" cy="151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72DE3F93-8974-B215-5337-8E0A04E3786A}"/>
                </a:ext>
              </a:extLst>
            </p:cNvPr>
            <p:cNvSpPr/>
            <p:nvPr/>
          </p:nvSpPr>
          <p:spPr>
            <a:xfrm>
              <a:off x="4432917" y="491228"/>
              <a:ext cx="151200" cy="151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79A09F4D-B561-04A3-CA44-B06913069C01}"/>
                </a:ext>
              </a:extLst>
            </p:cNvPr>
            <p:cNvSpPr/>
            <p:nvPr/>
          </p:nvSpPr>
          <p:spPr>
            <a:xfrm>
              <a:off x="3955620" y="293525"/>
              <a:ext cx="151200" cy="151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8FED497A-CBDA-DC55-F7EB-3213FFB3BFE3}"/>
                </a:ext>
              </a:extLst>
            </p:cNvPr>
            <p:cNvSpPr/>
            <p:nvPr/>
          </p:nvSpPr>
          <p:spPr>
            <a:xfrm>
              <a:off x="3479522" y="491228"/>
              <a:ext cx="151200" cy="151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F67BDBD3-3376-BE31-A6D5-09E7F2403D49}"/>
                </a:ext>
              </a:extLst>
            </p:cNvPr>
            <p:cNvSpPr/>
            <p:nvPr/>
          </p:nvSpPr>
          <p:spPr>
            <a:xfrm>
              <a:off x="4630620" y="968525"/>
              <a:ext cx="151200" cy="151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94A10547-6900-4A53-6C6A-752559744030}"/>
                </a:ext>
              </a:extLst>
            </p:cNvPr>
            <p:cNvSpPr/>
            <p:nvPr/>
          </p:nvSpPr>
          <p:spPr>
            <a:xfrm>
              <a:off x="3479522" y="1444622"/>
              <a:ext cx="151200" cy="151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3F5D8FF3-A71D-130C-903D-D9C864644AF5}"/>
                </a:ext>
              </a:extLst>
            </p:cNvPr>
            <p:cNvSpPr/>
            <p:nvPr/>
          </p:nvSpPr>
          <p:spPr>
            <a:xfrm>
              <a:off x="3956820" y="1642325"/>
              <a:ext cx="151200" cy="151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31CBEC7B-19BD-22A3-E56C-4A93D1516BE2}"/>
                </a:ext>
              </a:extLst>
            </p:cNvPr>
            <p:cNvSpPr/>
            <p:nvPr/>
          </p:nvSpPr>
          <p:spPr>
            <a:xfrm>
              <a:off x="4432917" y="1444622"/>
              <a:ext cx="151200" cy="151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C3D96305-75DA-D430-9EDF-52DFE2649EDE}"/>
              </a:ext>
            </a:extLst>
          </p:cNvPr>
          <p:cNvGrpSpPr/>
          <p:nvPr/>
        </p:nvGrpSpPr>
        <p:grpSpPr>
          <a:xfrm>
            <a:off x="61560" y="2299222"/>
            <a:ext cx="1067817" cy="1501200"/>
            <a:chOff x="251163" y="3239689"/>
            <a:chExt cx="938250" cy="1313554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C367A9C-0472-DE94-9898-166A5FD33739}"/>
                </a:ext>
              </a:extLst>
            </p:cNvPr>
            <p:cNvSpPr/>
            <p:nvPr/>
          </p:nvSpPr>
          <p:spPr>
            <a:xfrm>
              <a:off x="251163" y="3380431"/>
              <a:ext cx="938250" cy="1172812"/>
            </a:xfrm>
            <a:custGeom>
              <a:avLst/>
              <a:gdLst>
                <a:gd name="csX0" fmla="*/ 938250 w 938250"/>
                <a:gd name="csY0" fmla="*/ 140738 h 1172812"/>
                <a:gd name="csX1" fmla="*/ 938250 w 938250"/>
                <a:gd name="csY1" fmla="*/ 1032075 h 1172812"/>
                <a:gd name="csX2" fmla="*/ 797513 w 938250"/>
                <a:gd name="csY2" fmla="*/ 1172813 h 1172812"/>
                <a:gd name="csX3" fmla="*/ 140738 w 938250"/>
                <a:gd name="csY3" fmla="*/ 1172813 h 1172812"/>
                <a:gd name="csX4" fmla="*/ 0 w 938250"/>
                <a:gd name="csY4" fmla="*/ 1032075 h 1172812"/>
                <a:gd name="csX5" fmla="*/ 0 w 938250"/>
                <a:gd name="csY5" fmla="*/ 140738 h 1172812"/>
                <a:gd name="csX6" fmla="*/ 140738 w 938250"/>
                <a:gd name="csY6" fmla="*/ 0 h 1172812"/>
                <a:gd name="csX7" fmla="*/ 140738 w 938250"/>
                <a:gd name="csY7" fmla="*/ 93825 h 1172812"/>
                <a:gd name="csX8" fmla="*/ 281475 w 938250"/>
                <a:gd name="csY8" fmla="*/ 234563 h 1172812"/>
                <a:gd name="csX9" fmla="*/ 656775 w 938250"/>
                <a:gd name="csY9" fmla="*/ 234563 h 1172812"/>
                <a:gd name="csX10" fmla="*/ 797513 w 938250"/>
                <a:gd name="csY10" fmla="*/ 93825 h 1172812"/>
                <a:gd name="csX11" fmla="*/ 797513 w 938250"/>
                <a:gd name="csY11" fmla="*/ 0 h 1172812"/>
                <a:gd name="csX12" fmla="*/ 938250 w 938250"/>
                <a:gd name="csY12" fmla="*/ 140738 h 11728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938250" h="1172812">
                  <a:moveTo>
                    <a:pt x="938250" y="140738"/>
                  </a:moveTo>
                  <a:lnTo>
                    <a:pt x="938250" y="1032075"/>
                  </a:lnTo>
                  <a:cubicBezTo>
                    <a:pt x="938018" y="1109706"/>
                    <a:pt x="875143" y="1172581"/>
                    <a:pt x="797513" y="1172813"/>
                  </a:cubicBezTo>
                  <a:lnTo>
                    <a:pt x="140738" y="1172813"/>
                  </a:lnTo>
                  <a:cubicBezTo>
                    <a:pt x="63107" y="1172581"/>
                    <a:pt x="232" y="1109706"/>
                    <a:pt x="0" y="1032075"/>
                  </a:cubicBezTo>
                  <a:lnTo>
                    <a:pt x="0" y="140738"/>
                  </a:lnTo>
                  <a:cubicBezTo>
                    <a:pt x="232" y="63107"/>
                    <a:pt x="63107" y="232"/>
                    <a:pt x="140738" y="0"/>
                  </a:cubicBezTo>
                  <a:lnTo>
                    <a:pt x="140738" y="93825"/>
                  </a:lnTo>
                  <a:cubicBezTo>
                    <a:pt x="140969" y="171456"/>
                    <a:pt x="203844" y="234331"/>
                    <a:pt x="281475" y="234563"/>
                  </a:cubicBezTo>
                  <a:lnTo>
                    <a:pt x="656775" y="234563"/>
                  </a:lnTo>
                  <a:cubicBezTo>
                    <a:pt x="734406" y="234331"/>
                    <a:pt x="797281" y="171456"/>
                    <a:pt x="797513" y="93825"/>
                  </a:cubicBezTo>
                  <a:lnTo>
                    <a:pt x="797513" y="0"/>
                  </a:lnTo>
                  <a:cubicBezTo>
                    <a:pt x="875143" y="232"/>
                    <a:pt x="938018" y="63107"/>
                    <a:pt x="938250" y="140738"/>
                  </a:cubicBezTo>
                  <a:close/>
                </a:path>
              </a:pathLst>
            </a:custGeom>
            <a:solidFill>
              <a:srgbClr val="000000"/>
            </a:solidFill>
            <a:ln w="4673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E827209-71F7-E51B-ED43-7816EB172C92}"/>
                </a:ext>
              </a:extLst>
            </p:cNvPr>
            <p:cNvSpPr/>
            <p:nvPr/>
          </p:nvSpPr>
          <p:spPr>
            <a:xfrm>
              <a:off x="485725" y="3239689"/>
              <a:ext cx="469125" cy="281479"/>
            </a:xfrm>
            <a:custGeom>
              <a:avLst/>
              <a:gdLst>
                <a:gd name="csX0" fmla="*/ 46913 w 469125"/>
                <a:gd name="csY0" fmla="*/ 281480 h 281479"/>
                <a:gd name="csX1" fmla="*/ 0 w 469125"/>
                <a:gd name="csY1" fmla="*/ 234567 h 281479"/>
                <a:gd name="csX2" fmla="*/ 0 w 469125"/>
                <a:gd name="csY2" fmla="*/ 140742 h 281479"/>
                <a:gd name="csX3" fmla="*/ 46913 w 469125"/>
                <a:gd name="csY3" fmla="*/ 93830 h 281479"/>
                <a:gd name="csX4" fmla="*/ 99689 w 469125"/>
                <a:gd name="csY4" fmla="*/ 93830 h 281479"/>
                <a:gd name="csX5" fmla="*/ 113294 w 469125"/>
                <a:gd name="csY5" fmla="*/ 70374 h 281479"/>
                <a:gd name="csX6" fmla="*/ 215798 w 469125"/>
                <a:gd name="csY6" fmla="*/ 1928 h 281479"/>
                <a:gd name="csX7" fmla="*/ 233812 w 469125"/>
                <a:gd name="csY7" fmla="*/ 5 h 281479"/>
                <a:gd name="csX8" fmla="*/ 253421 w 469125"/>
                <a:gd name="csY8" fmla="*/ 1741 h 281479"/>
                <a:gd name="csX9" fmla="*/ 355878 w 469125"/>
                <a:gd name="csY9" fmla="*/ 70374 h 281479"/>
                <a:gd name="csX10" fmla="*/ 369436 w 469125"/>
                <a:gd name="csY10" fmla="*/ 93830 h 281479"/>
                <a:gd name="csX11" fmla="*/ 422213 w 469125"/>
                <a:gd name="csY11" fmla="*/ 93830 h 281479"/>
                <a:gd name="csX12" fmla="*/ 469125 w 469125"/>
                <a:gd name="csY12" fmla="*/ 140742 h 281479"/>
                <a:gd name="csX13" fmla="*/ 469125 w 469125"/>
                <a:gd name="csY13" fmla="*/ 234567 h 281479"/>
                <a:gd name="csX14" fmla="*/ 422213 w 469125"/>
                <a:gd name="csY14" fmla="*/ 281480 h 2814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469125" h="281479">
                  <a:moveTo>
                    <a:pt x="46913" y="281480"/>
                  </a:moveTo>
                  <a:cubicBezTo>
                    <a:pt x="21003" y="281480"/>
                    <a:pt x="0" y="260477"/>
                    <a:pt x="0" y="234567"/>
                  </a:cubicBezTo>
                  <a:lnTo>
                    <a:pt x="0" y="140742"/>
                  </a:lnTo>
                  <a:cubicBezTo>
                    <a:pt x="0" y="114833"/>
                    <a:pt x="21003" y="93830"/>
                    <a:pt x="46913" y="93830"/>
                  </a:cubicBezTo>
                  <a:lnTo>
                    <a:pt x="99689" y="93830"/>
                  </a:lnTo>
                  <a:lnTo>
                    <a:pt x="113294" y="70374"/>
                  </a:lnTo>
                  <a:cubicBezTo>
                    <a:pt x="134904" y="32809"/>
                    <a:pt x="172819" y="7492"/>
                    <a:pt x="215798" y="1928"/>
                  </a:cubicBezTo>
                  <a:cubicBezTo>
                    <a:pt x="221721" y="677"/>
                    <a:pt x="227757" y="33"/>
                    <a:pt x="233812" y="5"/>
                  </a:cubicBezTo>
                  <a:cubicBezTo>
                    <a:pt x="240390" y="-61"/>
                    <a:pt x="246958" y="521"/>
                    <a:pt x="253421" y="1741"/>
                  </a:cubicBezTo>
                  <a:cubicBezTo>
                    <a:pt x="296408" y="7388"/>
                    <a:pt x="334299" y="32769"/>
                    <a:pt x="355878" y="70374"/>
                  </a:cubicBezTo>
                  <a:lnTo>
                    <a:pt x="369436" y="93830"/>
                  </a:lnTo>
                  <a:lnTo>
                    <a:pt x="422213" y="93830"/>
                  </a:lnTo>
                  <a:cubicBezTo>
                    <a:pt x="448122" y="93830"/>
                    <a:pt x="469125" y="114833"/>
                    <a:pt x="469125" y="140742"/>
                  </a:cubicBezTo>
                  <a:lnTo>
                    <a:pt x="469125" y="234567"/>
                  </a:lnTo>
                  <a:cubicBezTo>
                    <a:pt x="469125" y="260477"/>
                    <a:pt x="448122" y="281480"/>
                    <a:pt x="422213" y="281480"/>
                  </a:cubicBezTo>
                  <a:close/>
                </a:path>
              </a:pathLst>
            </a:custGeom>
            <a:solidFill>
              <a:srgbClr val="000000"/>
            </a:solidFill>
            <a:ln w="4673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E3375B0-F789-BC04-58E6-B6AFC7600F59}"/>
              </a:ext>
            </a:extLst>
          </p:cNvPr>
          <p:cNvGrpSpPr/>
          <p:nvPr/>
        </p:nvGrpSpPr>
        <p:grpSpPr>
          <a:xfrm>
            <a:off x="320040" y="2292972"/>
            <a:ext cx="11871960" cy="1501200"/>
            <a:chOff x="1644242" y="6040073"/>
            <a:chExt cx="7684316" cy="562063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0AF680D-14B9-BACE-5EED-EF936754797E}"/>
                </a:ext>
              </a:extLst>
            </p:cNvPr>
            <p:cNvCxnSpPr/>
            <p:nvPr/>
          </p:nvCxnSpPr>
          <p:spPr>
            <a:xfrm>
              <a:off x="1644242" y="6040073"/>
              <a:ext cx="768431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E8CE165-BFEE-BF0C-CF52-130716790726}"/>
                </a:ext>
              </a:extLst>
            </p:cNvPr>
            <p:cNvCxnSpPr/>
            <p:nvPr/>
          </p:nvCxnSpPr>
          <p:spPr>
            <a:xfrm>
              <a:off x="1644242" y="6602136"/>
              <a:ext cx="768431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E13B530-3731-6134-B3F4-FEE5EA68548A}"/>
              </a:ext>
            </a:extLst>
          </p:cNvPr>
          <p:cNvGrpSpPr/>
          <p:nvPr/>
        </p:nvGrpSpPr>
        <p:grpSpPr>
          <a:xfrm>
            <a:off x="6637835" y="2292972"/>
            <a:ext cx="1300454" cy="1501200"/>
            <a:chOff x="7568654" y="2292972"/>
            <a:chExt cx="1300454" cy="1501200"/>
          </a:xfrm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5202DEE6-46B5-1A3F-5ED1-DE476D12C716}"/>
                </a:ext>
              </a:extLst>
            </p:cNvPr>
            <p:cNvSpPr/>
            <p:nvPr/>
          </p:nvSpPr>
          <p:spPr>
            <a:xfrm>
              <a:off x="7868308" y="2292972"/>
              <a:ext cx="1000800" cy="1299600"/>
            </a:xfrm>
            <a:prstGeom prst="roundRect">
              <a:avLst>
                <a:gd name="adj" fmla="val 14903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A7714D1D-0B0B-8ECC-6B61-98DB02D0A5ED}"/>
                </a:ext>
              </a:extLst>
            </p:cNvPr>
            <p:cNvSpPr/>
            <p:nvPr/>
          </p:nvSpPr>
          <p:spPr>
            <a:xfrm>
              <a:off x="7967468" y="2393193"/>
              <a:ext cx="802481" cy="1099376"/>
            </a:xfrm>
            <a:prstGeom prst="roundRect">
              <a:avLst>
                <a:gd name="adj" fmla="val 621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C01B3D6A-B8D2-B228-EAC8-C3244FA466A2}"/>
                </a:ext>
              </a:extLst>
            </p:cNvPr>
            <p:cNvSpPr/>
            <p:nvPr/>
          </p:nvSpPr>
          <p:spPr>
            <a:xfrm>
              <a:off x="7568654" y="2494572"/>
              <a:ext cx="1000800" cy="1299600"/>
            </a:xfrm>
            <a:prstGeom prst="roundRect">
              <a:avLst>
                <a:gd name="adj" fmla="val 14903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10E6BF5B-7FFA-9C74-8D53-525F6219D06C}"/>
                </a:ext>
              </a:extLst>
            </p:cNvPr>
            <p:cNvSpPr/>
            <p:nvPr/>
          </p:nvSpPr>
          <p:spPr>
            <a:xfrm>
              <a:off x="7667814" y="2594793"/>
              <a:ext cx="802481" cy="1099376"/>
            </a:xfrm>
            <a:prstGeom prst="roundRect">
              <a:avLst>
                <a:gd name="adj" fmla="val 621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C58287F-98B7-DBD6-7688-3A4A6879665D}"/>
              </a:ext>
            </a:extLst>
          </p:cNvPr>
          <p:cNvGrpSpPr/>
          <p:nvPr/>
        </p:nvGrpSpPr>
        <p:grpSpPr>
          <a:xfrm>
            <a:off x="5565816" y="2386792"/>
            <a:ext cx="938250" cy="1313554"/>
            <a:chOff x="4794479" y="3239689"/>
            <a:chExt cx="938250" cy="1313554"/>
          </a:xfrm>
        </p:grpSpPr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47369550-7BF4-4D10-7B7E-9BC4EE89C198}"/>
                </a:ext>
              </a:extLst>
            </p:cNvPr>
            <p:cNvSpPr/>
            <p:nvPr/>
          </p:nvSpPr>
          <p:spPr>
            <a:xfrm>
              <a:off x="4794479" y="3380431"/>
              <a:ext cx="938250" cy="1172812"/>
            </a:xfrm>
            <a:custGeom>
              <a:avLst/>
              <a:gdLst>
                <a:gd name="csX0" fmla="*/ 938250 w 938250"/>
                <a:gd name="csY0" fmla="*/ 140738 h 1172812"/>
                <a:gd name="csX1" fmla="*/ 938250 w 938250"/>
                <a:gd name="csY1" fmla="*/ 1032075 h 1172812"/>
                <a:gd name="csX2" fmla="*/ 797513 w 938250"/>
                <a:gd name="csY2" fmla="*/ 1172813 h 1172812"/>
                <a:gd name="csX3" fmla="*/ 140738 w 938250"/>
                <a:gd name="csY3" fmla="*/ 1172813 h 1172812"/>
                <a:gd name="csX4" fmla="*/ 0 w 938250"/>
                <a:gd name="csY4" fmla="*/ 1032075 h 1172812"/>
                <a:gd name="csX5" fmla="*/ 0 w 938250"/>
                <a:gd name="csY5" fmla="*/ 140738 h 1172812"/>
                <a:gd name="csX6" fmla="*/ 140738 w 938250"/>
                <a:gd name="csY6" fmla="*/ 0 h 1172812"/>
                <a:gd name="csX7" fmla="*/ 140738 w 938250"/>
                <a:gd name="csY7" fmla="*/ 93825 h 1172812"/>
                <a:gd name="csX8" fmla="*/ 281475 w 938250"/>
                <a:gd name="csY8" fmla="*/ 234563 h 1172812"/>
                <a:gd name="csX9" fmla="*/ 656775 w 938250"/>
                <a:gd name="csY9" fmla="*/ 234563 h 1172812"/>
                <a:gd name="csX10" fmla="*/ 797513 w 938250"/>
                <a:gd name="csY10" fmla="*/ 93825 h 1172812"/>
                <a:gd name="csX11" fmla="*/ 797513 w 938250"/>
                <a:gd name="csY11" fmla="*/ 0 h 1172812"/>
                <a:gd name="csX12" fmla="*/ 938250 w 938250"/>
                <a:gd name="csY12" fmla="*/ 140738 h 11728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938250" h="1172812">
                  <a:moveTo>
                    <a:pt x="938250" y="140738"/>
                  </a:moveTo>
                  <a:lnTo>
                    <a:pt x="938250" y="1032075"/>
                  </a:lnTo>
                  <a:cubicBezTo>
                    <a:pt x="938018" y="1109706"/>
                    <a:pt x="875143" y="1172581"/>
                    <a:pt x="797513" y="1172813"/>
                  </a:cubicBezTo>
                  <a:lnTo>
                    <a:pt x="140738" y="1172813"/>
                  </a:lnTo>
                  <a:cubicBezTo>
                    <a:pt x="63107" y="1172581"/>
                    <a:pt x="232" y="1109706"/>
                    <a:pt x="0" y="1032075"/>
                  </a:cubicBezTo>
                  <a:lnTo>
                    <a:pt x="0" y="140738"/>
                  </a:lnTo>
                  <a:cubicBezTo>
                    <a:pt x="232" y="63107"/>
                    <a:pt x="63107" y="232"/>
                    <a:pt x="140738" y="0"/>
                  </a:cubicBezTo>
                  <a:lnTo>
                    <a:pt x="140738" y="93825"/>
                  </a:lnTo>
                  <a:cubicBezTo>
                    <a:pt x="140969" y="171456"/>
                    <a:pt x="203844" y="234331"/>
                    <a:pt x="281475" y="234563"/>
                  </a:cubicBezTo>
                  <a:lnTo>
                    <a:pt x="656775" y="234563"/>
                  </a:lnTo>
                  <a:cubicBezTo>
                    <a:pt x="734406" y="234331"/>
                    <a:pt x="797281" y="171456"/>
                    <a:pt x="797513" y="93825"/>
                  </a:cubicBezTo>
                  <a:lnTo>
                    <a:pt x="797513" y="0"/>
                  </a:lnTo>
                  <a:cubicBezTo>
                    <a:pt x="875143" y="232"/>
                    <a:pt x="938018" y="63107"/>
                    <a:pt x="938250" y="140738"/>
                  </a:cubicBezTo>
                  <a:close/>
                </a:path>
              </a:pathLst>
            </a:custGeom>
            <a:solidFill>
              <a:srgbClr val="000000"/>
            </a:solidFill>
            <a:ln w="4673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35A891A-7542-540A-8195-A6A7907C450B}"/>
                </a:ext>
              </a:extLst>
            </p:cNvPr>
            <p:cNvSpPr/>
            <p:nvPr/>
          </p:nvSpPr>
          <p:spPr>
            <a:xfrm>
              <a:off x="5029041" y="3239689"/>
              <a:ext cx="469125" cy="281479"/>
            </a:xfrm>
            <a:custGeom>
              <a:avLst/>
              <a:gdLst>
                <a:gd name="csX0" fmla="*/ 46913 w 469125"/>
                <a:gd name="csY0" fmla="*/ 281480 h 281479"/>
                <a:gd name="csX1" fmla="*/ 0 w 469125"/>
                <a:gd name="csY1" fmla="*/ 234567 h 281479"/>
                <a:gd name="csX2" fmla="*/ 0 w 469125"/>
                <a:gd name="csY2" fmla="*/ 140742 h 281479"/>
                <a:gd name="csX3" fmla="*/ 46913 w 469125"/>
                <a:gd name="csY3" fmla="*/ 93830 h 281479"/>
                <a:gd name="csX4" fmla="*/ 99689 w 469125"/>
                <a:gd name="csY4" fmla="*/ 93830 h 281479"/>
                <a:gd name="csX5" fmla="*/ 113294 w 469125"/>
                <a:gd name="csY5" fmla="*/ 70374 h 281479"/>
                <a:gd name="csX6" fmla="*/ 215798 w 469125"/>
                <a:gd name="csY6" fmla="*/ 1928 h 281479"/>
                <a:gd name="csX7" fmla="*/ 233812 w 469125"/>
                <a:gd name="csY7" fmla="*/ 5 h 281479"/>
                <a:gd name="csX8" fmla="*/ 253421 w 469125"/>
                <a:gd name="csY8" fmla="*/ 1741 h 281479"/>
                <a:gd name="csX9" fmla="*/ 355878 w 469125"/>
                <a:gd name="csY9" fmla="*/ 70374 h 281479"/>
                <a:gd name="csX10" fmla="*/ 369436 w 469125"/>
                <a:gd name="csY10" fmla="*/ 93830 h 281479"/>
                <a:gd name="csX11" fmla="*/ 422213 w 469125"/>
                <a:gd name="csY11" fmla="*/ 93830 h 281479"/>
                <a:gd name="csX12" fmla="*/ 469125 w 469125"/>
                <a:gd name="csY12" fmla="*/ 140742 h 281479"/>
                <a:gd name="csX13" fmla="*/ 469125 w 469125"/>
                <a:gd name="csY13" fmla="*/ 234567 h 281479"/>
                <a:gd name="csX14" fmla="*/ 422213 w 469125"/>
                <a:gd name="csY14" fmla="*/ 281480 h 2814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469125" h="281479">
                  <a:moveTo>
                    <a:pt x="46913" y="281480"/>
                  </a:moveTo>
                  <a:cubicBezTo>
                    <a:pt x="21003" y="281480"/>
                    <a:pt x="0" y="260477"/>
                    <a:pt x="0" y="234567"/>
                  </a:cubicBezTo>
                  <a:lnTo>
                    <a:pt x="0" y="140742"/>
                  </a:lnTo>
                  <a:cubicBezTo>
                    <a:pt x="0" y="114833"/>
                    <a:pt x="21003" y="93830"/>
                    <a:pt x="46913" y="93830"/>
                  </a:cubicBezTo>
                  <a:lnTo>
                    <a:pt x="99689" y="93830"/>
                  </a:lnTo>
                  <a:lnTo>
                    <a:pt x="113294" y="70374"/>
                  </a:lnTo>
                  <a:cubicBezTo>
                    <a:pt x="134904" y="32809"/>
                    <a:pt x="172819" y="7492"/>
                    <a:pt x="215798" y="1928"/>
                  </a:cubicBezTo>
                  <a:cubicBezTo>
                    <a:pt x="221721" y="677"/>
                    <a:pt x="227757" y="33"/>
                    <a:pt x="233812" y="5"/>
                  </a:cubicBezTo>
                  <a:cubicBezTo>
                    <a:pt x="240390" y="-61"/>
                    <a:pt x="246958" y="521"/>
                    <a:pt x="253421" y="1741"/>
                  </a:cubicBezTo>
                  <a:cubicBezTo>
                    <a:pt x="296408" y="7388"/>
                    <a:pt x="334299" y="32769"/>
                    <a:pt x="355878" y="70374"/>
                  </a:cubicBezTo>
                  <a:lnTo>
                    <a:pt x="369436" y="93830"/>
                  </a:lnTo>
                  <a:lnTo>
                    <a:pt x="422213" y="93830"/>
                  </a:lnTo>
                  <a:cubicBezTo>
                    <a:pt x="448122" y="93830"/>
                    <a:pt x="469125" y="114833"/>
                    <a:pt x="469125" y="140742"/>
                  </a:cubicBezTo>
                  <a:lnTo>
                    <a:pt x="469125" y="234567"/>
                  </a:lnTo>
                  <a:cubicBezTo>
                    <a:pt x="469125" y="260477"/>
                    <a:pt x="448122" y="281480"/>
                    <a:pt x="422213" y="281480"/>
                  </a:cubicBezTo>
                  <a:close/>
                </a:path>
              </a:pathLst>
            </a:custGeom>
            <a:solidFill>
              <a:srgbClr val="000000"/>
            </a:solidFill>
            <a:ln w="4673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1103A28F-7F23-9FEC-DACF-301F3BF8B5ED}"/>
              </a:ext>
            </a:extLst>
          </p:cNvPr>
          <p:cNvSpPr/>
          <p:nvPr/>
        </p:nvSpPr>
        <p:spPr>
          <a:xfrm>
            <a:off x="1263146" y="2292972"/>
            <a:ext cx="1300454" cy="1501200"/>
          </a:xfrm>
          <a:custGeom>
            <a:avLst/>
            <a:gdLst>
              <a:gd name="csX0" fmla="*/ 149050 w 1300454"/>
              <a:gd name="csY0" fmla="*/ 301821 h 1501200"/>
              <a:gd name="csX1" fmla="*/ 99160 w 1300454"/>
              <a:gd name="csY1" fmla="*/ 351711 h 1501200"/>
              <a:gd name="csX2" fmla="*/ 99160 w 1300454"/>
              <a:gd name="csY2" fmla="*/ 1351307 h 1501200"/>
              <a:gd name="csX3" fmla="*/ 149050 w 1300454"/>
              <a:gd name="csY3" fmla="*/ 1401197 h 1501200"/>
              <a:gd name="csX4" fmla="*/ 851751 w 1300454"/>
              <a:gd name="csY4" fmla="*/ 1401197 h 1501200"/>
              <a:gd name="csX5" fmla="*/ 901641 w 1300454"/>
              <a:gd name="csY5" fmla="*/ 1351307 h 1501200"/>
              <a:gd name="csX6" fmla="*/ 901641 w 1300454"/>
              <a:gd name="csY6" fmla="*/ 351711 h 1501200"/>
              <a:gd name="csX7" fmla="*/ 851751 w 1300454"/>
              <a:gd name="csY7" fmla="*/ 301821 h 1501200"/>
              <a:gd name="csX8" fmla="*/ 448803 w 1300454"/>
              <a:gd name="csY8" fmla="*/ 0 h 1501200"/>
              <a:gd name="csX9" fmla="*/ 1151305 w 1300454"/>
              <a:gd name="csY9" fmla="*/ 0 h 1501200"/>
              <a:gd name="csX10" fmla="*/ 1300454 w 1300454"/>
              <a:gd name="csY10" fmla="*/ 149149 h 1501200"/>
              <a:gd name="csX11" fmla="*/ 1300454 w 1300454"/>
              <a:gd name="csY11" fmla="*/ 1150451 h 1501200"/>
              <a:gd name="csX12" fmla="*/ 1151305 w 1300454"/>
              <a:gd name="csY12" fmla="*/ 1299600 h 1501200"/>
              <a:gd name="csX13" fmla="*/ 1000800 w 1300454"/>
              <a:gd name="csY13" fmla="*/ 1299600 h 1501200"/>
              <a:gd name="csX14" fmla="*/ 1000800 w 1300454"/>
              <a:gd name="csY14" fmla="*/ 1352051 h 1501200"/>
              <a:gd name="csX15" fmla="*/ 851651 w 1300454"/>
              <a:gd name="csY15" fmla="*/ 1501200 h 1501200"/>
              <a:gd name="csX16" fmla="*/ 149149 w 1300454"/>
              <a:gd name="csY16" fmla="*/ 1501200 h 1501200"/>
              <a:gd name="csX17" fmla="*/ 0 w 1300454"/>
              <a:gd name="csY17" fmla="*/ 1352051 h 1501200"/>
              <a:gd name="csX18" fmla="*/ 0 w 1300454"/>
              <a:gd name="csY18" fmla="*/ 350749 h 1501200"/>
              <a:gd name="csX19" fmla="*/ 149149 w 1300454"/>
              <a:gd name="csY19" fmla="*/ 201600 h 1501200"/>
              <a:gd name="csX20" fmla="*/ 299654 w 1300454"/>
              <a:gd name="csY20" fmla="*/ 201600 h 1501200"/>
              <a:gd name="csX21" fmla="*/ 299654 w 1300454"/>
              <a:gd name="csY21" fmla="*/ 149149 h 1501200"/>
              <a:gd name="csX22" fmla="*/ 448803 w 1300454"/>
              <a:gd name="csY22" fmla="*/ 0 h 150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300454" h="1501200">
                <a:moveTo>
                  <a:pt x="149050" y="301821"/>
                </a:moveTo>
                <a:cubicBezTo>
                  <a:pt x="121497" y="301821"/>
                  <a:pt x="99160" y="324158"/>
                  <a:pt x="99160" y="351711"/>
                </a:cubicBezTo>
                <a:lnTo>
                  <a:pt x="99160" y="1351307"/>
                </a:lnTo>
                <a:cubicBezTo>
                  <a:pt x="99160" y="1378860"/>
                  <a:pt x="121497" y="1401197"/>
                  <a:pt x="149050" y="1401197"/>
                </a:cubicBezTo>
                <a:lnTo>
                  <a:pt x="851751" y="1401197"/>
                </a:lnTo>
                <a:cubicBezTo>
                  <a:pt x="879304" y="1401197"/>
                  <a:pt x="901641" y="1378860"/>
                  <a:pt x="901641" y="1351307"/>
                </a:cubicBezTo>
                <a:lnTo>
                  <a:pt x="901641" y="351711"/>
                </a:lnTo>
                <a:cubicBezTo>
                  <a:pt x="901641" y="324158"/>
                  <a:pt x="879304" y="301821"/>
                  <a:pt x="851751" y="301821"/>
                </a:cubicBezTo>
                <a:close/>
                <a:moveTo>
                  <a:pt x="448803" y="0"/>
                </a:moveTo>
                <a:lnTo>
                  <a:pt x="1151305" y="0"/>
                </a:lnTo>
                <a:cubicBezTo>
                  <a:pt x="1233678" y="0"/>
                  <a:pt x="1300454" y="66776"/>
                  <a:pt x="1300454" y="149149"/>
                </a:cubicBezTo>
                <a:lnTo>
                  <a:pt x="1300454" y="1150451"/>
                </a:lnTo>
                <a:cubicBezTo>
                  <a:pt x="1300454" y="1232824"/>
                  <a:pt x="1233678" y="1299600"/>
                  <a:pt x="1151305" y="1299600"/>
                </a:cubicBezTo>
                <a:lnTo>
                  <a:pt x="1000800" y="1299600"/>
                </a:lnTo>
                <a:lnTo>
                  <a:pt x="1000800" y="1352051"/>
                </a:lnTo>
                <a:cubicBezTo>
                  <a:pt x="1000800" y="1434424"/>
                  <a:pt x="934024" y="1501200"/>
                  <a:pt x="851651" y="1501200"/>
                </a:cubicBezTo>
                <a:lnTo>
                  <a:pt x="149149" y="1501200"/>
                </a:lnTo>
                <a:cubicBezTo>
                  <a:pt x="66776" y="1501200"/>
                  <a:pt x="0" y="1434424"/>
                  <a:pt x="0" y="1352051"/>
                </a:cubicBezTo>
                <a:lnTo>
                  <a:pt x="0" y="350749"/>
                </a:lnTo>
                <a:cubicBezTo>
                  <a:pt x="0" y="268376"/>
                  <a:pt x="66776" y="201600"/>
                  <a:pt x="149149" y="201600"/>
                </a:cubicBezTo>
                <a:lnTo>
                  <a:pt x="299654" y="201600"/>
                </a:lnTo>
                <a:lnTo>
                  <a:pt x="299654" y="149149"/>
                </a:lnTo>
                <a:cubicBezTo>
                  <a:pt x="299654" y="66776"/>
                  <a:pt x="366430" y="0"/>
                  <a:pt x="44880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1798C64C-8589-A567-634C-696B5D2BFFF7}"/>
              </a:ext>
            </a:extLst>
          </p:cNvPr>
          <p:cNvSpPr/>
          <p:nvPr/>
        </p:nvSpPr>
        <p:spPr>
          <a:xfrm>
            <a:off x="8072058" y="2292972"/>
            <a:ext cx="1300454" cy="1501200"/>
          </a:xfrm>
          <a:custGeom>
            <a:avLst/>
            <a:gdLst>
              <a:gd name="csX0" fmla="*/ 448803 w 1300454"/>
              <a:gd name="csY0" fmla="*/ 0 h 1501200"/>
              <a:gd name="csX1" fmla="*/ 1151305 w 1300454"/>
              <a:gd name="csY1" fmla="*/ 0 h 1501200"/>
              <a:gd name="csX2" fmla="*/ 1300454 w 1300454"/>
              <a:gd name="csY2" fmla="*/ 149149 h 1501200"/>
              <a:gd name="csX3" fmla="*/ 1300454 w 1300454"/>
              <a:gd name="csY3" fmla="*/ 1150451 h 1501200"/>
              <a:gd name="csX4" fmla="*/ 1151305 w 1300454"/>
              <a:gd name="csY4" fmla="*/ 1299600 h 1501200"/>
              <a:gd name="csX5" fmla="*/ 1000800 w 1300454"/>
              <a:gd name="csY5" fmla="*/ 1299600 h 1501200"/>
              <a:gd name="csX6" fmla="*/ 1000800 w 1300454"/>
              <a:gd name="csY6" fmla="*/ 1352051 h 1501200"/>
              <a:gd name="csX7" fmla="*/ 851651 w 1300454"/>
              <a:gd name="csY7" fmla="*/ 1501200 h 1501200"/>
              <a:gd name="csX8" fmla="*/ 149149 w 1300454"/>
              <a:gd name="csY8" fmla="*/ 1501200 h 1501200"/>
              <a:gd name="csX9" fmla="*/ 0 w 1300454"/>
              <a:gd name="csY9" fmla="*/ 1352051 h 1501200"/>
              <a:gd name="csX10" fmla="*/ 0 w 1300454"/>
              <a:gd name="csY10" fmla="*/ 350749 h 1501200"/>
              <a:gd name="csX11" fmla="*/ 149149 w 1300454"/>
              <a:gd name="csY11" fmla="*/ 201600 h 1501200"/>
              <a:gd name="csX12" fmla="*/ 299654 w 1300454"/>
              <a:gd name="csY12" fmla="*/ 201600 h 1501200"/>
              <a:gd name="csX13" fmla="*/ 299654 w 1300454"/>
              <a:gd name="csY13" fmla="*/ 149149 h 1501200"/>
              <a:gd name="csX14" fmla="*/ 448803 w 1300454"/>
              <a:gd name="csY14" fmla="*/ 0 h 150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300454" h="1501200">
                <a:moveTo>
                  <a:pt x="448803" y="0"/>
                </a:moveTo>
                <a:lnTo>
                  <a:pt x="1151305" y="0"/>
                </a:lnTo>
                <a:cubicBezTo>
                  <a:pt x="1233678" y="0"/>
                  <a:pt x="1300454" y="66776"/>
                  <a:pt x="1300454" y="149149"/>
                </a:cubicBezTo>
                <a:lnTo>
                  <a:pt x="1300454" y="1150451"/>
                </a:lnTo>
                <a:cubicBezTo>
                  <a:pt x="1300454" y="1232824"/>
                  <a:pt x="1233678" y="1299600"/>
                  <a:pt x="1151305" y="1299600"/>
                </a:cubicBezTo>
                <a:lnTo>
                  <a:pt x="1000800" y="1299600"/>
                </a:lnTo>
                <a:lnTo>
                  <a:pt x="1000800" y="1352051"/>
                </a:lnTo>
                <a:cubicBezTo>
                  <a:pt x="1000800" y="1434424"/>
                  <a:pt x="934024" y="1501200"/>
                  <a:pt x="851651" y="1501200"/>
                </a:cubicBezTo>
                <a:lnTo>
                  <a:pt x="149149" y="1501200"/>
                </a:lnTo>
                <a:cubicBezTo>
                  <a:pt x="66776" y="1501200"/>
                  <a:pt x="0" y="1434424"/>
                  <a:pt x="0" y="1352051"/>
                </a:cubicBezTo>
                <a:lnTo>
                  <a:pt x="0" y="350749"/>
                </a:lnTo>
                <a:cubicBezTo>
                  <a:pt x="0" y="268376"/>
                  <a:pt x="66776" y="201600"/>
                  <a:pt x="149149" y="201600"/>
                </a:cubicBezTo>
                <a:lnTo>
                  <a:pt x="299654" y="201600"/>
                </a:lnTo>
                <a:lnTo>
                  <a:pt x="299654" y="149149"/>
                </a:lnTo>
                <a:cubicBezTo>
                  <a:pt x="299654" y="66776"/>
                  <a:pt x="366430" y="0"/>
                  <a:pt x="448803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65DFA75-46A7-958F-3D79-82C543F26C96}"/>
              </a:ext>
            </a:extLst>
          </p:cNvPr>
          <p:cNvGrpSpPr/>
          <p:nvPr/>
        </p:nvGrpSpPr>
        <p:grpSpPr>
          <a:xfrm>
            <a:off x="9506284" y="2292972"/>
            <a:ext cx="1300454" cy="1501200"/>
            <a:chOff x="10813794" y="2292972"/>
            <a:chExt cx="1300454" cy="1501200"/>
          </a:xfrm>
        </p:grpSpPr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3AEC0D9-5828-2FB8-20C5-2FD660C59D61}"/>
                </a:ext>
              </a:extLst>
            </p:cNvPr>
            <p:cNvSpPr/>
            <p:nvPr/>
          </p:nvSpPr>
          <p:spPr>
            <a:xfrm>
              <a:off x="11119882" y="2292972"/>
              <a:ext cx="994366" cy="1299600"/>
            </a:xfrm>
            <a:custGeom>
              <a:avLst/>
              <a:gdLst>
                <a:gd name="csX0" fmla="*/ 142715 w 994366"/>
                <a:gd name="csY0" fmla="*/ 0 h 1299600"/>
                <a:gd name="csX1" fmla="*/ 845217 w 994366"/>
                <a:gd name="csY1" fmla="*/ 0 h 1299600"/>
                <a:gd name="csX2" fmla="*/ 994366 w 994366"/>
                <a:gd name="csY2" fmla="*/ 149149 h 1299600"/>
                <a:gd name="csX3" fmla="*/ 994366 w 994366"/>
                <a:gd name="csY3" fmla="*/ 1150451 h 1299600"/>
                <a:gd name="csX4" fmla="*/ 845217 w 994366"/>
                <a:gd name="csY4" fmla="*/ 1299600 h 1299600"/>
                <a:gd name="csX5" fmla="*/ 794960 w 994366"/>
                <a:gd name="csY5" fmla="*/ 1299600 h 1299600"/>
                <a:gd name="csX6" fmla="*/ 794960 w 994366"/>
                <a:gd name="csY6" fmla="*/ 358731 h 1299600"/>
                <a:gd name="csX7" fmla="*/ 553509 w 994366"/>
                <a:gd name="csY7" fmla="*/ 117280 h 1299600"/>
                <a:gd name="csX8" fmla="*/ 0 w 994366"/>
                <a:gd name="csY8" fmla="*/ 117280 h 1299600"/>
                <a:gd name="csX9" fmla="*/ 5287 w 994366"/>
                <a:gd name="csY9" fmla="*/ 91094 h 1299600"/>
                <a:gd name="csX10" fmla="*/ 142715 w 994366"/>
                <a:gd name="csY10" fmla="*/ 0 h 1299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94366" h="1299600">
                  <a:moveTo>
                    <a:pt x="142715" y="0"/>
                  </a:moveTo>
                  <a:lnTo>
                    <a:pt x="845217" y="0"/>
                  </a:lnTo>
                  <a:cubicBezTo>
                    <a:pt x="927590" y="0"/>
                    <a:pt x="994366" y="66776"/>
                    <a:pt x="994366" y="149149"/>
                  </a:cubicBezTo>
                  <a:lnTo>
                    <a:pt x="994366" y="1150451"/>
                  </a:lnTo>
                  <a:cubicBezTo>
                    <a:pt x="994366" y="1232824"/>
                    <a:pt x="927590" y="1299600"/>
                    <a:pt x="845217" y="1299600"/>
                  </a:cubicBezTo>
                  <a:lnTo>
                    <a:pt x="794960" y="1299600"/>
                  </a:lnTo>
                  <a:lnTo>
                    <a:pt x="794960" y="358731"/>
                  </a:lnTo>
                  <a:cubicBezTo>
                    <a:pt x="794960" y="225381"/>
                    <a:pt x="686859" y="117280"/>
                    <a:pt x="553509" y="117280"/>
                  </a:cubicBezTo>
                  <a:lnTo>
                    <a:pt x="0" y="117280"/>
                  </a:lnTo>
                  <a:lnTo>
                    <a:pt x="5287" y="91094"/>
                  </a:lnTo>
                  <a:cubicBezTo>
                    <a:pt x="27929" y="37562"/>
                    <a:pt x="80936" y="0"/>
                    <a:pt x="142715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C5C0DA1-8418-655B-6EC4-DEA43D3E1E22}"/>
                </a:ext>
              </a:extLst>
            </p:cNvPr>
            <p:cNvSpPr/>
            <p:nvPr/>
          </p:nvSpPr>
          <p:spPr>
            <a:xfrm>
              <a:off x="10813794" y="2494572"/>
              <a:ext cx="1000800" cy="1299600"/>
            </a:xfrm>
            <a:custGeom>
              <a:avLst/>
              <a:gdLst>
                <a:gd name="csX0" fmla="*/ 149050 w 1000800"/>
                <a:gd name="csY0" fmla="*/ 100221 h 1299600"/>
                <a:gd name="csX1" fmla="*/ 99160 w 1000800"/>
                <a:gd name="csY1" fmla="*/ 150111 h 1299600"/>
                <a:gd name="csX2" fmla="*/ 99160 w 1000800"/>
                <a:gd name="csY2" fmla="*/ 1149707 h 1299600"/>
                <a:gd name="csX3" fmla="*/ 149050 w 1000800"/>
                <a:gd name="csY3" fmla="*/ 1199597 h 1299600"/>
                <a:gd name="csX4" fmla="*/ 851751 w 1000800"/>
                <a:gd name="csY4" fmla="*/ 1199597 h 1299600"/>
                <a:gd name="csX5" fmla="*/ 901641 w 1000800"/>
                <a:gd name="csY5" fmla="*/ 1149707 h 1299600"/>
                <a:gd name="csX6" fmla="*/ 901641 w 1000800"/>
                <a:gd name="csY6" fmla="*/ 150111 h 1299600"/>
                <a:gd name="csX7" fmla="*/ 851751 w 1000800"/>
                <a:gd name="csY7" fmla="*/ 100221 h 1299600"/>
                <a:gd name="csX8" fmla="*/ 149149 w 1000800"/>
                <a:gd name="csY8" fmla="*/ 0 h 1299600"/>
                <a:gd name="csX9" fmla="*/ 851651 w 1000800"/>
                <a:gd name="csY9" fmla="*/ 0 h 1299600"/>
                <a:gd name="csX10" fmla="*/ 1000800 w 1000800"/>
                <a:gd name="csY10" fmla="*/ 149149 h 1299600"/>
                <a:gd name="csX11" fmla="*/ 1000800 w 1000800"/>
                <a:gd name="csY11" fmla="*/ 1150451 h 1299600"/>
                <a:gd name="csX12" fmla="*/ 851651 w 1000800"/>
                <a:gd name="csY12" fmla="*/ 1299600 h 1299600"/>
                <a:gd name="csX13" fmla="*/ 149149 w 1000800"/>
                <a:gd name="csY13" fmla="*/ 1299600 h 1299600"/>
                <a:gd name="csX14" fmla="*/ 0 w 1000800"/>
                <a:gd name="csY14" fmla="*/ 1150451 h 1299600"/>
                <a:gd name="csX15" fmla="*/ 0 w 1000800"/>
                <a:gd name="csY15" fmla="*/ 149149 h 1299600"/>
                <a:gd name="csX16" fmla="*/ 149149 w 1000800"/>
                <a:gd name="csY16" fmla="*/ 0 h 1299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000800" h="1299600">
                  <a:moveTo>
                    <a:pt x="149050" y="100221"/>
                  </a:moveTo>
                  <a:cubicBezTo>
                    <a:pt x="121497" y="100221"/>
                    <a:pt x="99160" y="122558"/>
                    <a:pt x="99160" y="150111"/>
                  </a:cubicBezTo>
                  <a:lnTo>
                    <a:pt x="99160" y="1149707"/>
                  </a:lnTo>
                  <a:cubicBezTo>
                    <a:pt x="99160" y="1177260"/>
                    <a:pt x="121497" y="1199597"/>
                    <a:pt x="149050" y="1199597"/>
                  </a:cubicBezTo>
                  <a:lnTo>
                    <a:pt x="851751" y="1199597"/>
                  </a:lnTo>
                  <a:cubicBezTo>
                    <a:pt x="879304" y="1199597"/>
                    <a:pt x="901641" y="1177260"/>
                    <a:pt x="901641" y="1149707"/>
                  </a:cubicBezTo>
                  <a:lnTo>
                    <a:pt x="901641" y="150111"/>
                  </a:lnTo>
                  <a:cubicBezTo>
                    <a:pt x="901641" y="122558"/>
                    <a:pt x="879304" y="100221"/>
                    <a:pt x="851751" y="100221"/>
                  </a:cubicBezTo>
                  <a:close/>
                  <a:moveTo>
                    <a:pt x="149149" y="0"/>
                  </a:moveTo>
                  <a:lnTo>
                    <a:pt x="851651" y="0"/>
                  </a:lnTo>
                  <a:cubicBezTo>
                    <a:pt x="934024" y="0"/>
                    <a:pt x="1000800" y="66776"/>
                    <a:pt x="1000800" y="149149"/>
                  </a:cubicBezTo>
                  <a:lnTo>
                    <a:pt x="1000800" y="1150451"/>
                  </a:lnTo>
                  <a:cubicBezTo>
                    <a:pt x="1000800" y="1232824"/>
                    <a:pt x="934024" y="1299600"/>
                    <a:pt x="851651" y="1299600"/>
                  </a:cubicBezTo>
                  <a:lnTo>
                    <a:pt x="149149" y="1299600"/>
                  </a:lnTo>
                  <a:cubicBezTo>
                    <a:pt x="66776" y="1299600"/>
                    <a:pt x="0" y="1232824"/>
                    <a:pt x="0" y="1150451"/>
                  </a:cubicBezTo>
                  <a:lnTo>
                    <a:pt x="0" y="149149"/>
                  </a:lnTo>
                  <a:cubicBezTo>
                    <a:pt x="0" y="66776"/>
                    <a:pt x="66776" y="0"/>
                    <a:pt x="149149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D9EDB3E0-DAA4-AACD-500F-93FD93EADD62}"/>
              </a:ext>
            </a:extLst>
          </p:cNvPr>
          <p:cNvSpPr/>
          <p:nvPr/>
        </p:nvSpPr>
        <p:spPr>
          <a:xfrm>
            <a:off x="2697369" y="2292972"/>
            <a:ext cx="1300454" cy="1501200"/>
          </a:xfrm>
          <a:custGeom>
            <a:avLst/>
            <a:gdLst>
              <a:gd name="csX0" fmla="*/ 149149 w 1300454"/>
              <a:gd name="csY0" fmla="*/ 201600 h 1501200"/>
              <a:gd name="csX1" fmla="*/ 851651 w 1300454"/>
              <a:gd name="csY1" fmla="*/ 201600 h 1501200"/>
              <a:gd name="csX2" fmla="*/ 1000800 w 1300454"/>
              <a:gd name="csY2" fmla="*/ 350749 h 1501200"/>
              <a:gd name="csX3" fmla="*/ 1000800 w 1300454"/>
              <a:gd name="csY3" fmla="*/ 1352051 h 1501200"/>
              <a:gd name="csX4" fmla="*/ 851651 w 1300454"/>
              <a:gd name="csY4" fmla="*/ 1501200 h 1501200"/>
              <a:gd name="csX5" fmla="*/ 149149 w 1300454"/>
              <a:gd name="csY5" fmla="*/ 1501200 h 1501200"/>
              <a:gd name="csX6" fmla="*/ 0 w 1300454"/>
              <a:gd name="csY6" fmla="*/ 1352051 h 1501200"/>
              <a:gd name="csX7" fmla="*/ 0 w 1300454"/>
              <a:gd name="csY7" fmla="*/ 350749 h 1501200"/>
              <a:gd name="csX8" fmla="*/ 149149 w 1300454"/>
              <a:gd name="csY8" fmla="*/ 201600 h 1501200"/>
              <a:gd name="csX9" fmla="*/ 448803 w 1300454"/>
              <a:gd name="csY9" fmla="*/ 0 h 1501200"/>
              <a:gd name="csX10" fmla="*/ 1151305 w 1300454"/>
              <a:gd name="csY10" fmla="*/ 0 h 1501200"/>
              <a:gd name="csX11" fmla="*/ 1300454 w 1300454"/>
              <a:gd name="csY11" fmla="*/ 149149 h 1501200"/>
              <a:gd name="csX12" fmla="*/ 1300454 w 1300454"/>
              <a:gd name="csY12" fmla="*/ 1150451 h 1501200"/>
              <a:gd name="csX13" fmla="*/ 1151305 w 1300454"/>
              <a:gd name="csY13" fmla="*/ 1299600 h 1501200"/>
              <a:gd name="csX14" fmla="*/ 1101048 w 1300454"/>
              <a:gd name="csY14" fmla="*/ 1299600 h 1501200"/>
              <a:gd name="csX15" fmla="*/ 1101048 w 1300454"/>
              <a:gd name="csY15" fmla="*/ 358731 h 1501200"/>
              <a:gd name="csX16" fmla="*/ 859597 w 1300454"/>
              <a:gd name="csY16" fmla="*/ 117280 h 1501200"/>
              <a:gd name="csX17" fmla="*/ 306088 w 1300454"/>
              <a:gd name="csY17" fmla="*/ 117280 h 1501200"/>
              <a:gd name="csX18" fmla="*/ 311375 w 1300454"/>
              <a:gd name="csY18" fmla="*/ 91094 h 1501200"/>
              <a:gd name="csX19" fmla="*/ 448803 w 1300454"/>
              <a:gd name="csY19" fmla="*/ 0 h 150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300454" h="1501200">
                <a:moveTo>
                  <a:pt x="149149" y="201600"/>
                </a:moveTo>
                <a:lnTo>
                  <a:pt x="851651" y="201600"/>
                </a:lnTo>
                <a:cubicBezTo>
                  <a:pt x="934024" y="201600"/>
                  <a:pt x="1000800" y="268376"/>
                  <a:pt x="1000800" y="350749"/>
                </a:cubicBezTo>
                <a:lnTo>
                  <a:pt x="1000800" y="1352051"/>
                </a:lnTo>
                <a:cubicBezTo>
                  <a:pt x="1000800" y="1434424"/>
                  <a:pt x="934024" y="1501200"/>
                  <a:pt x="851651" y="1501200"/>
                </a:cubicBezTo>
                <a:lnTo>
                  <a:pt x="149149" y="1501200"/>
                </a:lnTo>
                <a:cubicBezTo>
                  <a:pt x="66776" y="1501200"/>
                  <a:pt x="0" y="1434424"/>
                  <a:pt x="0" y="1352051"/>
                </a:cubicBezTo>
                <a:lnTo>
                  <a:pt x="0" y="350749"/>
                </a:lnTo>
                <a:cubicBezTo>
                  <a:pt x="0" y="268376"/>
                  <a:pt x="66776" y="201600"/>
                  <a:pt x="149149" y="201600"/>
                </a:cubicBezTo>
                <a:close/>
                <a:moveTo>
                  <a:pt x="448803" y="0"/>
                </a:moveTo>
                <a:lnTo>
                  <a:pt x="1151305" y="0"/>
                </a:lnTo>
                <a:cubicBezTo>
                  <a:pt x="1233678" y="0"/>
                  <a:pt x="1300454" y="66776"/>
                  <a:pt x="1300454" y="149149"/>
                </a:cubicBezTo>
                <a:lnTo>
                  <a:pt x="1300454" y="1150451"/>
                </a:lnTo>
                <a:cubicBezTo>
                  <a:pt x="1300454" y="1232824"/>
                  <a:pt x="1233678" y="1299600"/>
                  <a:pt x="1151305" y="1299600"/>
                </a:cubicBezTo>
                <a:lnTo>
                  <a:pt x="1101048" y="1299600"/>
                </a:lnTo>
                <a:lnTo>
                  <a:pt x="1101048" y="358731"/>
                </a:lnTo>
                <a:cubicBezTo>
                  <a:pt x="1101048" y="225381"/>
                  <a:pt x="992947" y="117280"/>
                  <a:pt x="859597" y="117280"/>
                </a:cubicBezTo>
                <a:lnTo>
                  <a:pt x="306088" y="117280"/>
                </a:lnTo>
                <a:lnTo>
                  <a:pt x="311375" y="91094"/>
                </a:lnTo>
                <a:cubicBezTo>
                  <a:pt x="334017" y="37562"/>
                  <a:pt x="387024" y="0"/>
                  <a:pt x="44880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A49AB6E0-6E2B-598D-3F2A-8365A7D9A387}"/>
              </a:ext>
            </a:extLst>
          </p:cNvPr>
          <p:cNvGrpSpPr/>
          <p:nvPr/>
        </p:nvGrpSpPr>
        <p:grpSpPr>
          <a:xfrm>
            <a:off x="320040" y="4211901"/>
            <a:ext cx="11871960" cy="1501200"/>
            <a:chOff x="1644242" y="6040073"/>
            <a:chExt cx="7684316" cy="562063"/>
          </a:xfrm>
        </p:grpSpPr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857F4746-32AD-3C08-EF9A-99AAA2922DA4}"/>
                </a:ext>
              </a:extLst>
            </p:cNvPr>
            <p:cNvCxnSpPr/>
            <p:nvPr/>
          </p:nvCxnSpPr>
          <p:spPr>
            <a:xfrm>
              <a:off x="1644242" y="6040073"/>
              <a:ext cx="768431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A38C8A33-363E-FD44-0ACC-78907758F412}"/>
                </a:ext>
              </a:extLst>
            </p:cNvPr>
            <p:cNvCxnSpPr/>
            <p:nvPr/>
          </p:nvCxnSpPr>
          <p:spPr>
            <a:xfrm>
              <a:off x="1644242" y="6602136"/>
              <a:ext cx="768431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0863D569-85DE-B1B1-1080-4670FD3DD715}"/>
              </a:ext>
            </a:extLst>
          </p:cNvPr>
          <p:cNvSpPr/>
          <p:nvPr/>
        </p:nvSpPr>
        <p:spPr>
          <a:xfrm>
            <a:off x="4708157" y="4211901"/>
            <a:ext cx="1035632" cy="1501200"/>
          </a:xfrm>
          <a:custGeom>
            <a:avLst/>
            <a:gdLst>
              <a:gd name="csX0" fmla="*/ 140738 w 938250"/>
              <a:gd name="csY0" fmla="*/ 140742 h 1313555"/>
              <a:gd name="csX1" fmla="*/ 140738 w 938250"/>
              <a:gd name="csY1" fmla="*/ 234567 h 1313555"/>
              <a:gd name="csX2" fmla="*/ 281475 w 938250"/>
              <a:gd name="csY2" fmla="*/ 375305 h 1313555"/>
              <a:gd name="csX3" fmla="*/ 656775 w 938250"/>
              <a:gd name="csY3" fmla="*/ 375305 h 1313555"/>
              <a:gd name="csX4" fmla="*/ 797513 w 938250"/>
              <a:gd name="csY4" fmla="*/ 234567 h 1313555"/>
              <a:gd name="csX5" fmla="*/ 797513 w 938250"/>
              <a:gd name="csY5" fmla="*/ 140742 h 1313555"/>
              <a:gd name="csX6" fmla="*/ 938250 w 938250"/>
              <a:gd name="csY6" fmla="*/ 281480 h 1313555"/>
              <a:gd name="csX7" fmla="*/ 938250 w 938250"/>
              <a:gd name="csY7" fmla="*/ 1172817 h 1313555"/>
              <a:gd name="csX8" fmla="*/ 797513 w 938250"/>
              <a:gd name="csY8" fmla="*/ 1313555 h 1313555"/>
              <a:gd name="csX9" fmla="*/ 140738 w 938250"/>
              <a:gd name="csY9" fmla="*/ 1313555 h 1313555"/>
              <a:gd name="csX10" fmla="*/ 0 w 938250"/>
              <a:gd name="csY10" fmla="*/ 1172817 h 1313555"/>
              <a:gd name="csX11" fmla="*/ 0 w 938250"/>
              <a:gd name="csY11" fmla="*/ 281480 h 1313555"/>
              <a:gd name="csX12" fmla="*/ 140738 w 938250"/>
              <a:gd name="csY12" fmla="*/ 140742 h 1313555"/>
              <a:gd name="csX13" fmla="*/ 468374 w 938250"/>
              <a:gd name="csY13" fmla="*/ 5 h 1313555"/>
              <a:gd name="csX14" fmla="*/ 487983 w 938250"/>
              <a:gd name="csY14" fmla="*/ 1741 h 1313555"/>
              <a:gd name="csX15" fmla="*/ 590440 w 938250"/>
              <a:gd name="csY15" fmla="*/ 70374 h 1313555"/>
              <a:gd name="csX16" fmla="*/ 603998 w 938250"/>
              <a:gd name="csY16" fmla="*/ 93830 h 1313555"/>
              <a:gd name="csX17" fmla="*/ 656775 w 938250"/>
              <a:gd name="csY17" fmla="*/ 93830 h 1313555"/>
              <a:gd name="csX18" fmla="*/ 703687 w 938250"/>
              <a:gd name="csY18" fmla="*/ 140742 h 1313555"/>
              <a:gd name="csX19" fmla="*/ 703687 w 938250"/>
              <a:gd name="csY19" fmla="*/ 234567 h 1313555"/>
              <a:gd name="csX20" fmla="*/ 656775 w 938250"/>
              <a:gd name="csY20" fmla="*/ 281480 h 1313555"/>
              <a:gd name="csX21" fmla="*/ 281475 w 938250"/>
              <a:gd name="csY21" fmla="*/ 281480 h 1313555"/>
              <a:gd name="csX22" fmla="*/ 234562 w 938250"/>
              <a:gd name="csY22" fmla="*/ 234567 h 1313555"/>
              <a:gd name="csX23" fmla="*/ 234562 w 938250"/>
              <a:gd name="csY23" fmla="*/ 140742 h 1313555"/>
              <a:gd name="csX24" fmla="*/ 281475 w 938250"/>
              <a:gd name="csY24" fmla="*/ 93830 h 1313555"/>
              <a:gd name="csX25" fmla="*/ 334251 w 938250"/>
              <a:gd name="csY25" fmla="*/ 93830 h 1313555"/>
              <a:gd name="csX26" fmla="*/ 347856 w 938250"/>
              <a:gd name="csY26" fmla="*/ 70374 h 1313555"/>
              <a:gd name="csX27" fmla="*/ 450360 w 938250"/>
              <a:gd name="csY27" fmla="*/ 1928 h 1313555"/>
              <a:gd name="csX28" fmla="*/ 468374 w 938250"/>
              <a:gd name="csY28" fmla="*/ 5 h 13135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938250" h="1313555">
                <a:moveTo>
                  <a:pt x="140738" y="140742"/>
                </a:moveTo>
                <a:lnTo>
                  <a:pt x="140738" y="234567"/>
                </a:lnTo>
                <a:cubicBezTo>
                  <a:pt x="140969" y="312198"/>
                  <a:pt x="203844" y="375073"/>
                  <a:pt x="281475" y="375305"/>
                </a:cubicBezTo>
                <a:lnTo>
                  <a:pt x="656775" y="375305"/>
                </a:lnTo>
                <a:cubicBezTo>
                  <a:pt x="734406" y="375073"/>
                  <a:pt x="797281" y="312198"/>
                  <a:pt x="797513" y="234567"/>
                </a:cubicBezTo>
                <a:lnTo>
                  <a:pt x="797513" y="140742"/>
                </a:lnTo>
                <a:cubicBezTo>
                  <a:pt x="875143" y="140974"/>
                  <a:pt x="938018" y="203849"/>
                  <a:pt x="938250" y="281480"/>
                </a:cubicBezTo>
                <a:lnTo>
                  <a:pt x="938250" y="1172817"/>
                </a:lnTo>
                <a:cubicBezTo>
                  <a:pt x="938018" y="1250448"/>
                  <a:pt x="875143" y="1313323"/>
                  <a:pt x="797513" y="1313555"/>
                </a:cubicBezTo>
                <a:lnTo>
                  <a:pt x="140738" y="1313555"/>
                </a:lnTo>
                <a:cubicBezTo>
                  <a:pt x="63107" y="1313323"/>
                  <a:pt x="232" y="1250448"/>
                  <a:pt x="0" y="1172817"/>
                </a:cubicBezTo>
                <a:lnTo>
                  <a:pt x="0" y="281480"/>
                </a:lnTo>
                <a:cubicBezTo>
                  <a:pt x="232" y="203849"/>
                  <a:pt x="63107" y="140974"/>
                  <a:pt x="140738" y="140742"/>
                </a:cubicBezTo>
                <a:close/>
                <a:moveTo>
                  <a:pt x="468374" y="5"/>
                </a:moveTo>
                <a:cubicBezTo>
                  <a:pt x="474952" y="-61"/>
                  <a:pt x="481520" y="521"/>
                  <a:pt x="487983" y="1741"/>
                </a:cubicBezTo>
                <a:cubicBezTo>
                  <a:pt x="530970" y="7388"/>
                  <a:pt x="568861" y="32769"/>
                  <a:pt x="590440" y="70374"/>
                </a:cubicBezTo>
                <a:lnTo>
                  <a:pt x="603998" y="93830"/>
                </a:lnTo>
                <a:lnTo>
                  <a:pt x="656775" y="93830"/>
                </a:lnTo>
                <a:cubicBezTo>
                  <a:pt x="682684" y="93830"/>
                  <a:pt x="703687" y="114833"/>
                  <a:pt x="703687" y="140742"/>
                </a:cubicBezTo>
                <a:lnTo>
                  <a:pt x="703687" y="234567"/>
                </a:lnTo>
                <a:cubicBezTo>
                  <a:pt x="703687" y="260477"/>
                  <a:pt x="682684" y="281480"/>
                  <a:pt x="656775" y="281480"/>
                </a:cubicBezTo>
                <a:lnTo>
                  <a:pt x="281475" y="281480"/>
                </a:lnTo>
                <a:cubicBezTo>
                  <a:pt x="255565" y="281480"/>
                  <a:pt x="234562" y="260477"/>
                  <a:pt x="234562" y="234567"/>
                </a:cubicBezTo>
                <a:lnTo>
                  <a:pt x="234562" y="140742"/>
                </a:lnTo>
                <a:cubicBezTo>
                  <a:pt x="234562" y="114833"/>
                  <a:pt x="255565" y="93830"/>
                  <a:pt x="281475" y="93830"/>
                </a:cubicBezTo>
                <a:lnTo>
                  <a:pt x="334251" y="93830"/>
                </a:lnTo>
                <a:lnTo>
                  <a:pt x="347856" y="70374"/>
                </a:lnTo>
                <a:cubicBezTo>
                  <a:pt x="369466" y="32809"/>
                  <a:pt x="407381" y="7492"/>
                  <a:pt x="450360" y="1928"/>
                </a:cubicBezTo>
                <a:cubicBezTo>
                  <a:pt x="456283" y="677"/>
                  <a:pt x="462319" y="33"/>
                  <a:pt x="468374" y="5"/>
                </a:cubicBezTo>
                <a:close/>
              </a:path>
            </a:pathLst>
          </a:custGeom>
          <a:solidFill>
            <a:schemeClr val="tx1"/>
          </a:solidFill>
          <a:ln w="46732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62" name="Freeform: Shape 161">
            <a:extLst>
              <a:ext uri="{FF2B5EF4-FFF2-40B4-BE49-F238E27FC236}">
                <a16:creationId xmlns:a16="http://schemas.microsoft.com/office/drawing/2014/main" id="{7819108B-6AF1-1D1E-551C-E38E388CEA0A}"/>
              </a:ext>
            </a:extLst>
          </p:cNvPr>
          <p:cNvSpPr/>
          <p:nvPr/>
        </p:nvSpPr>
        <p:spPr>
          <a:xfrm>
            <a:off x="1858863" y="4211901"/>
            <a:ext cx="1104674" cy="1501200"/>
          </a:xfrm>
          <a:custGeom>
            <a:avLst/>
            <a:gdLst>
              <a:gd name="csX0" fmla="*/ 149050 w 1000800"/>
              <a:gd name="csY0" fmla="*/ 100221 h 1299600"/>
              <a:gd name="csX1" fmla="*/ 99160 w 1000800"/>
              <a:gd name="csY1" fmla="*/ 150111 h 1299600"/>
              <a:gd name="csX2" fmla="*/ 99160 w 1000800"/>
              <a:gd name="csY2" fmla="*/ 1149707 h 1299600"/>
              <a:gd name="csX3" fmla="*/ 149050 w 1000800"/>
              <a:gd name="csY3" fmla="*/ 1199597 h 1299600"/>
              <a:gd name="csX4" fmla="*/ 851751 w 1000800"/>
              <a:gd name="csY4" fmla="*/ 1199597 h 1299600"/>
              <a:gd name="csX5" fmla="*/ 901641 w 1000800"/>
              <a:gd name="csY5" fmla="*/ 1149707 h 1299600"/>
              <a:gd name="csX6" fmla="*/ 901641 w 1000800"/>
              <a:gd name="csY6" fmla="*/ 150111 h 1299600"/>
              <a:gd name="csX7" fmla="*/ 851751 w 1000800"/>
              <a:gd name="csY7" fmla="*/ 100221 h 1299600"/>
              <a:gd name="csX8" fmla="*/ 149149 w 1000800"/>
              <a:gd name="csY8" fmla="*/ 0 h 1299600"/>
              <a:gd name="csX9" fmla="*/ 851651 w 1000800"/>
              <a:gd name="csY9" fmla="*/ 0 h 1299600"/>
              <a:gd name="csX10" fmla="*/ 1000800 w 1000800"/>
              <a:gd name="csY10" fmla="*/ 149149 h 1299600"/>
              <a:gd name="csX11" fmla="*/ 1000800 w 1000800"/>
              <a:gd name="csY11" fmla="*/ 1150451 h 1299600"/>
              <a:gd name="csX12" fmla="*/ 851651 w 1000800"/>
              <a:gd name="csY12" fmla="*/ 1299600 h 1299600"/>
              <a:gd name="csX13" fmla="*/ 149149 w 1000800"/>
              <a:gd name="csY13" fmla="*/ 1299600 h 1299600"/>
              <a:gd name="csX14" fmla="*/ 0 w 1000800"/>
              <a:gd name="csY14" fmla="*/ 1150451 h 1299600"/>
              <a:gd name="csX15" fmla="*/ 0 w 1000800"/>
              <a:gd name="csY15" fmla="*/ 149149 h 1299600"/>
              <a:gd name="csX16" fmla="*/ 149149 w 1000800"/>
              <a:gd name="csY16" fmla="*/ 0 h 1299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000800" h="1299600">
                <a:moveTo>
                  <a:pt x="149050" y="100221"/>
                </a:moveTo>
                <a:cubicBezTo>
                  <a:pt x="121497" y="100221"/>
                  <a:pt x="99160" y="122558"/>
                  <a:pt x="99160" y="150111"/>
                </a:cubicBezTo>
                <a:lnTo>
                  <a:pt x="99160" y="1149707"/>
                </a:lnTo>
                <a:cubicBezTo>
                  <a:pt x="99160" y="1177260"/>
                  <a:pt x="121497" y="1199597"/>
                  <a:pt x="149050" y="1199597"/>
                </a:cubicBezTo>
                <a:lnTo>
                  <a:pt x="851751" y="1199597"/>
                </a:lnTo>
                <a:cubicBezTo>
                  <a:pt x="879304" y="1199597"/>
                  <a:pt x="901641" y="1177260"/>
                  <a:pt x="901641" y="1149707"/>
                </a:cubicBezTo>
                <a:lnTo>
                  <a:pt x="901641" y="150111"/>
                </a:lnTo>
                <a:cubicBezTo>
                  <a:pt x="901641" y="122558"/>
                  <a:pt x="879304" y="100221"/>
                  <a:pt x="851751" y="100221"/>
                </a:cubicBezTo>
                <a:close/>
                <a:moveTo>
                  <a:pt x="149149" y="0"/>
                </a:moveTo>
                <a:lnTo>
                  <a:pt x="851651" y="0"/>
                </a:lnTo>
                <a:cubicBezTo>
                  <a:pt x="934024" y="0"/>
                  <a:pt x="1000800" y="66776"/>
                  <a:pt x="1000800" y="149149"/>
                </a:cubicBezTo>
                <a:lnTo>
                  <a:pt x="1000800" y="1150451"/>
                </a:lnTo>
                <a:cubicBezTo>
                  <a:pt x="1000800" y="1232824"/>
                  <a:pt x="934024" y="1299600"/>
                  <a:pt x="851651" y="1299600"/>
                </a:cubicBezTo>
                <a:lnTo>
                  <a:pt x="149149" y="1299600"/>
                </a:lnTo>
                <a:cubicBezTo>
                  <a:pt x="66776" y="1299600"/>
                  <a:pt x="0" y="1232824"/>
                  <a:pt x="0" y="1150451"/>
                </a:cubicBezTo>
                <a:lnTo>
                  <a:pt x="0" y="149149"/>
                </a:lnTo>
                <a:cubicBezTo>
                  <a:pt x="0" y="66776"/>
                  <a:pt x="66776" y="0"/>
                  <a:pt x="14914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4CEC6272-D4B3-D807-7325-5691C62E9530}"/>
              </a:ext>
            </a:extLst>
          </p:cNvPr>
          <p:cNvSpPr/>
          <p:nvPr/>
        </p:nvSpPr>
        <p:spPr>
          <a:xfrm>
            <a:off x="3296967" y="4211901"/>
            <a:ext cx="1104674" cy="1501200"/>
          </a:xfrm>
          <a:prstGeom prst="roundRect">
            <a:avLst>
              <a:gd name="adj" fmla="val 14903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2B7A7E0-C297-BA50-9403-962B567EC93F}"/>
              </a:ext>
            </a:extLst>
          </p:cNvPr>
          <p:cNvSpPr/>
          <p:nvPr/>
        </p:nvSpPr>
        <p:spPr>
          <a:xfrm rot="19319567">
            <a:off x="6304634" y="675989"/>
            <a:ext cx="627137" cy="900000"/>
          </a:xfrm>
          <a:custGeom>
            <a:avLst/>
            <a:gdLst>
              <a:gd name="csX0" fmla="*/ 450000 w 645150"/>
              <a:gd name="csY0" fmla="*/ 0 h 900000"/>
              <a:gd name="csX1" fmla="*/ 625161 w 645150"/>
              <a:gd name="csY1" fmla="*/ 35364 h 900000"/>
              <a:gd name="csX2" fmla="*/ 645150 w 645150"/>
              <a:gd name="csY2" fmla="*/ 46214 h 900000"/>
              <a:gd name="csX3" fmla="*/ 588701 w 645150"/>
              <a:gd name="csY3" fmla="*/ 76853 h 900000"/>
              <a:gd name="csX4" fmla="*/ 390300 w 645150"/>
              <a:gd name="csY4" fmla="*/ 450000 h 900000"/>
              <a:gd name="csX5" fmla="*/ 588701 w 645150"/>
              <a:gd name="csY5" fmla="*/ 823147 h 900000"/>
              <a:gd name="csX6" fmla="*/ 645150 w 645150"/>
              <a:gd name="csY6" fmla="*/ 853787 h 900000"/>
              <a:gd name="csX7" fmla="*/ 625161 w 645150"/>
              <a:gd name="csY7" fmla="*/ 864637 h 900000"/>
              <a:gd name="csX8" fmla="*/ 450000 w 645150"/>
              <a:gd name="csY8" fmla="*/ 900000 h 900000"/>
              <a:gd name="csX9" fmla="*/ 0 w 645150"/>
              <a:gd name="csY9" fmla="*/ 450000 h 900000"/>
              <a:gd name="csX10" fmla="*/ 450000 w 645150"/>
              <a:gd name="csY10" fmla="*/ 0 h 900000"/>
              <a:gd name="csX0" fmla="*/ 450000 w 645150"/>
              <a:gd name="csY0" fmla="*/ 0 h 900000"/>
              <a:gd name="csX1" fmla="*/ 625161 w 645150"/>
              <a:gd name="csY1" fmla="*/ 35364 h 900000"/>
              <a:gd name="csX2" fmla="*/ 588701 w 645150"/>
              <a:gd name="csY2" fmla="*/ 76853 h 900000"/>
              <a:gd name="csX3" fmla="*/ 390300 w 645150"/>
              <a:gd name="csY3" fmla="*/ 450000 h 900000"/>
              <a:gd name="csX4" fmla="*/ 588701 w 645150"/>
              <a:gd name="csY4" fmla="*/ 823147 h 900000"/>
              <a:gd name="csX5" fmla="*/ 645150 w 645150"/>
              <a:gd name="csY5" fmla="*/ 853787 h 900000"/>
              <a:gd name="csX6" fmla="*/ 625161 w 645150"/>
              <a:gd name="csY6" fmla="*/ 864637 h 900000"/>
              <a:gd name="csX7" fmla="*/ 450000 w 645150"/>
              <a:gd name="csY7" fmla="*/ 900000 h 900000"/>
              <a:gd name="csX8" fmla="*/ 0 w 645150"/>
              <a:gd name="csY8" fmla="*/ 450000 h 900000"/>
              <a:gd name="csX9" fmla="*/ 450000 w 645150"/>
              <a:gd name="csY9" fmla="*/ 0 h 900000"/>
              <a:gd name="csX0" fmla="*/ 450000 w 625161"/>
              <a:gd name="csY0" fmla="*/ 0 h 900000"/>
              <a:gd name="csX1" fmla="*/ 625161 w 625161"/>
              <a:gd name="csY1" fmla="*/ 35364 h 900000"/>
              <a:gd name="csX2" fmla="*/ 588701 w 625161"/>
              <a:gd name="csY2" fmla="*/ 76853 h 900000"/>
              <a:gd name="csX3" fmla="*/ 390300 w 625161"/>
              <a:gd name="csY3" fmla="*/ 450000 h 900000"/>
              <a:gd name="csX4" fmla="*/ 588701 w 625161"/>
              <a:gd name="csY4" fmla="*/ 823147 h 900000"/>
              <a:gd name="csX5" fmla="*/ 625161 w 625161"/>
              <a:gd name="csY5" fmla="*/ 864637 h 900000"/>
              <a:gd name="csX6" fmla="*/ 450000 w 625161"/>
              <a:gd name="csY6" fmla="*/ 900000 h 900000"/>
              <a:gd name="csX7" fmla="*/ 0 w 625161"/>
              <a:gd name="csY7" fmla="*/ 450000 h 900000"/>
              <a:gd name="csX8" fmla="*/ 450000 w 625161"/>
              <a:gd name="csY8" fmla="*/ 0 h 900000"/>
              <a:gd name="csX0" fmla="*/ 450000 w 627137"/>
              <a:gd name="csY0" fmla="*/ 0 h 900000"/>
              <a:gd name="csX1" fmla="*/ 625161 w 627137"/>
              <a:gd name="csY1" fmla="*/ 35364 h 900000"/>
              <a:gd name="csX2" fmla="*/ 588701 w 627137"/>
              <a:gd name="csY2" fmla="*/ 76853 h 900000"/>
              <a:gd name="csX3" fmla="*/ 390300 w 627137"/>
              <a:gd name="csY3" fmla="*/ 450000 h 900000"/>
              <a:gd name="csX4" fmla="*/ 588701 w 627137"/>
              <a:gd name="csY4" fmla="*/ 823147 h 900000"/>
              <a:gd name="csX5" fmla="*/ 625161 w 627137"/>
              <a:gd name="csY5" fmla="*/ 864637 h 900000"/>
              <a:gd name="csX6" fmla="*/ 450000 w 627137"/>
              <a:gd name="csY6" fmla="*/ 900000 h 900000"/>
              <a:gd name="csX7" fmla="*/ 0 w 627137"/>
              <a:gd name="csY7" fmla="*/ 450000 h 900000"/>
              <a:gd name="csX8" fmla="*/ 450000 w 627137"/>
              <a:gd name="csY8" fmla="*/ 0 h 900000"/>
              <a:gd name="csX0" fmla="*/ 450000 w 627137"/>
              <a:gd name="csY0" fmla="*/ 0 h 900000"/>
              <a:gd name="csX1" fmla="*/ 625161 w 627137"/>
              <a:gd name="csY1" fmla="*/ 35364 h 900000"/>
              <a:gd name="csX2" fmla="*/ 588701 w 627137"/>
              <a:gd name="csY2" fmla="*/ 76853 h 900000"/>
              <a:gd name="csX3" fmla="*/ 390300 w 627137"/>
              <a:gd name="csY3" fmla="*/ 450000 h 900000"/>
              <a:gd name="csX4" fmla="*/ 588701 w 627137"/>
              <a:gd name="csY4" fmla="*/ 823147 h 900000"/>
              <a:gd name="csX5" fmla="*/ 625161 w 627137"/>
              <a:gd name="csY5" fmla="*/ 864637 h 900000"/>
              <a:gd name="csX6" fmla="*/ 450000 w 627137"/>
              <a:gd name="csY6" fmla="*/ 900000 h 900000"/>
              <a:gd name="csX7" fmla="*/ 0 w 627137"/>
              <a:gd name="csY7" fmla="*/ 450000 h 900000"/>
              <a:gd name="csX8" fmla="*/ 450000 w 627137"/>
              <a:gd name="csY8" fmla="*/ 0 h 90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27137" h="900000">
                <a:moveTo>
                  <a:pt x="450000" y="0"/>
                </a:moveTo>
                <a:cubicBezTo>
                  <a:pt x="512132" y="0"/>
                  <a:pt x="571323" y="12592"/>
                  <a:pt x="625161" y="35364"/>
                </a:cubicBezTo>
                <a:cubicBezTo>
                  <a:pt x="635760" y="54886"/>
                  <a:pt x="600854" y="63023"/>
                  <a:pt x="588701" y="76853"/>
                </a:cubicBezTo>
                <a:cubicBezTo>
                  <a:pt x="469000" y="157722"/>
                  <a:pt x="390300" y="294670"/>
                  <a:pt x="390300" y="450000"/>
                </a:cubicBezTo>
                <a:cubicBezTo>
                  <a:pt x="390300" y="605330"/>
                  <a:pt x="469000" y="742279"/>
                  <a:pt x="588701" y="823147"/>
                </a:cubicBezTo>
                <a:cubicBezTo>
                  <a:pt x="600854" y="836977"/>
                  <a:pt x="630540" y="855442"/>
                  <a:pt x="625161" y="864637"/>
                </a:cubicBezTo>
                <a:cubicBezTo>
                  <a:pt x="571323" y="887408"/>
                  <a:pt x="512132" y="900000"/>
                  <a:pt x="450000" y="900000"/>
                </a:cubicBezTo>
                <a:cubicBezTo>
                  <a:pt x="201472" y="900000"/>
                  <a:pt x="0" y="698528"/>
                  <a:pt x="0" y="450000"/>
                </a:cubicBezTo>
                <a:cubicBezTo>
                  <a:pt x="0" y="201472"/>
                  <a:pt x="201472" y="0"/>
                  <a:pt x="450000" y="0"/>
                </a:cubicBezTo>
                <a:close/>
              </a:path>
            </a:pathLst>
          </a:custGeom>
          <a:solidFill>
            <a:schemeClr val="tx1"/>
          </a:solidFill>
          <a:ln w="74613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F4AF6DA-7D07-E738-4A9F-CEE710B947E8}"/>
              </a:ext>
            </a:extLst>
          </p:cNvPr>
          <p:cNvSpPr/>
          <p:nvPr/>
        </p:nvSpPr>
        <p:spPr>
          <a:xfrm>
            <a:off x="5974687" y="293525"/>
            <a:ext cx="3600" cy="3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2B824D2-7DE3-E2C3-50F3-E6B764B52C3F}"/>
              </a:ext>
            </a:extLst>
          </p:cNvPr>
          <p:cNvSpPr/>
          <p:nvPr/>
        </p:nvSpPr>
        <p:spPr>
          <a:xfrm>
            <a:off x="7471087" y="1789925"/>
            <a:ext cx="3600" cy="3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A5332B49-81DA-2D0E-EB26-DDE65500F3B0}"/>
              </a:ext>
            </a:extLst>
          </p:cNvPr>
          <p:cNvSpPr/>
          <p:nvPr/>
        </p:nvSpPr>
        <p:spPr>
          <a:xfrm>
            <a:off x="6572738" y="4211901"/>
            <a:ext cx="1527730" cy="1501200"/>
          </a:xfrm>
          <a:custGeom>
            <a:avLst/>
            <a:gdLst>
              <a:gd name="csX0" fmla="*/ 4008944 w 4008943"/>
              <a:gd name="csY0" fmla="*/ 1167165 h 3916469"/>
              <a:gd name="csX1" fmla="*/ 4008944 w 4008943"/>
              <a:gd name="csY1" fmla="*/ 2749696 h 3916469"/>
              <a:gd name="csX2" fmla="*/ 3709059 w 4008943"/>
              <a:gd name="csY2" fmla="*/ 3049315 h 3916469"/>
              <a:gd name="csX3" fmla="*/ 2166704 w 4008943"/>
              <a:gd name="csY3" fmla="*/ 3049315 h 3916469"/>
              <a:gd name="csX4" fmla="*/ 2028020 w 4008943"/>
              <a:gd name="csY4" fmla="*/ 3188170 h 3916469"/>
              <a:gd name="csX5" fmla="*/ 2028020 w 4008943"/>
              <a:gd name="csY5" fmla="*/ 3704044 h 3916469"/>
              <a:gd name="csX6" fmla="*/ 1893327 w 4008943"/>
              <a:gd name="csY6" fmla="*/ 3901164 h 3916469"/>
              <a:gd name="csX7" fmla="*/ 1660812 w 4008943"/>
              <a:gd name="csY7" fmla="*/ 3847100 h 3916469"/>
              <a:gd name="csX8" fmla="*/ 56136 w 4008943"/>
              <a:gd name="csY8" fmla="*/ 2101263 h 3916469"/>
              <a:gd name="csX9" fmla="*/ 56136 w 4008943"/>
              <a:gd name="csY9" fmla="*/ 1815141 h 3916469"/>
              <a:gd name="csX10" fmla="*/ 1660812 w 4008943"/>
              <a:gd name="csY10" fmla="*/ 69304 h 3916469"/>
              <a:gd name="csX11" fmla="*/ 1813679 w 4008943"/>
              <a:gd name="csY11" fmla="*/ 0 h 3916469"/>
              <a:gd name="csX12" fmla="*/ 1893318 w 4008943"/>
              <a:gd name="csY12" fmla="*/ 15697 h 3916469"/>
              <a:gd name="csX13" fmla="*/ 2028011 w 4008943"/>
              <a:gd name="csY13" fmla="*/ 212817 h 3916469"/>
              <a:gd name="csX14" fmla="*/ 2028011 w 4008943"/>
              <a:gd name="csY14" fmla="*/ 728243 h 3916469"/>
              <a:gd name="csX15" fmla="*/ 2166695 w 4008943"/>
              <a:gd name="csY15" fmla="*/ 867099 h 3916469"/>
              <a:gd name="csX16" fmla="*/ 3709040 w 4008943"/>
              <a:gd name="csY16" fmla="*/ 867099 h 3916469"/>
              <a:gd name="csX17" fmla="*/ 4008944 w 4008943"/>
              <a:gd name="csY17" fmla="*/ 1167165 h 39164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4008943" h="3916469">
                <a:moveTo>
                  <a:pt x="4008944" y="1167165"/>
                </a:moveTo>
                <a:lnTo>
                  <a:pt x="4008944" y="2749696"/>
                </a:lnTo>
                <a:cubicBezTo>
                  <a:pt x="4008944" y="2914936"/>
                  <a:pt x="3874241" y="3049315"/>
                  <a:pt x="3709059" y="3049315"/>
                </a:cubicBezTo>
                <a:lnTo>
                  <a:pt x="2166704" y="3049315"/>
                </a:lnTo>
                <a:cubicBezTo>
                  <a:pt x="2090123" y="3049315"/>
                  <a:pt x="2028020" y="3111627"/>
                  <a:pt x="2028020" y="3188170"/>
                </a:cubicBezTo>
                <a:lnTo>
                  <a:pt x="2028020" y="3704044"/>
                </a:lnTo>
                <a:cubicBezTo>
                  <a:pt x="2028020" y="3794303"/>
                  <a:pt x="1977500" y="3868455"/>
                  <a:pt x="1893327" y="3901164"/>
                </a:cubicBezTo>
                <a:cubicBezTo>
                  <a:pt x="1809288" y="3933825"/>
                  <a:pt x="1721830" y="3913489"/>
                  <a:pt x="1660812" y="3847100"/>
                </a:cubicBezTo>
                <a:lnTo>
                  <a:pt x="56136" y="2101263"/>
                </a:lnTo>
                <a:cubicBezTo>
                  <a:pt x="-18712" y="2019834"/>
                  <a:pt x="-18712" y="1896570"/>
                  <a:pt x="56136" y="1815141"/>
                </a:cubicBezTo>
                <a:lnTo>
                  <a:pt x="1660812" y="69304"/>
                </a:lnTo>
                <a:cubicBezTo>
                  <a:pt x="1700836" y="25765"/>
                  <a:pt x="1754319" y="0"/>
                  <a:pt x="1813679" y="0"/>
                </a:cubicBezTo>
                <a:cubicBezTo>
                  <a:pt x="1841006" y="0"/>
                  <a:pt x="1867895" y="5829"/>
                  <a:pt x="1893318" y="15697"/>
                </a:cubicBezTo>
                <a:cubicBezTo>
                  <a:pt x="1977642" y="48406"/>
                  <a:pt x="2028011" y="122415"/>
                  <a:pt x="2028011" y="212817"/>
                </a:cubicBezTo>
                <a:lnTo>
                  <a:pt x="2028011" y="728243"/>
                </a:lnTo>
                <a:cubicBezTo>
                  <a:pt x="2028011" y="804786"/>
                  <a:pt x="2090114" y="867099"/>
                  <a:pt x="2166695" y="867099"/>
                </a:cubicBezTo>
                <a:lnTo>
                  <a:pt x="3709040" y="867099"/>
                </a:lnTo>
                <a:cubicBezTo>
                  <a:pt x="3874508" y="867099"/>
                  <a:pt x="4008944" y="1001744"/>
                  <a:pt x="4008944" y="1167165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Graphic 3">
            <a:extLst>
              <a:ext uri="{FF2B5EF4-FFF2-40B4-BE49-F238E27FC236}">
                <a16:creationId xmlns:a16="http://schemas.microsoft.com/office/drawing/2014/main" id="{6630DA6B-E113-196F-F9F4-583640753620}"/>
              </a:ext>
            </a:extLst>
          </p:cNvPr>
          <p:cNvSpPr/>
          <p:nvPr/>
        </p:nvSpPr>
        <p:spPr>
          <a:xfrm flipH="1">
            <a:off x="8444713" y="4211901"/>
            <a:ext cx="1527730" cy="1501200"/>
          </a:xfrm>
          <a:custGeom>
            <a:avLst/>
            <a:gdLst>
              <a:gd name="csX0" fmla="*/ 4008944 w 4008943"/>
              <a:gd name="csY0" fmla="*/ 1167165 h 3916469"/>
              <a:gd name="csX1" fmla="*/ 4008944 w 4008943"/>
              <a:gd name="csY1" fmla="*/ 2749696 h 3916469"/>
              <a:gd name="csX2" fmla="*/ 3709059 w 4008943"/>
              <a:gd name="csY2" fmla="*/ 3049315 h 3916469"/>
              <a:gd name="csX3" fmla="*/ 2166704 w 4008943"/>
              <a:gd name="csY3" fmla="*/ 3049315 h 3916469"/>
              <a:gd name="csX4" fmla="*/ 2028020 w 4008943"/>
              <a:gd name="csY4" fmla="*/ 3188170 h 3916469"/>
              <a:gd name="csX5" fmla="*/ 2028020 w 4008943"/>
              <a:gd name="csY5" fmla="*/ 3704044 h 3916469"/>
              <a:gd name="csX6" fmla="*/ 1893327 w 4008943"/>
              <a:gd name="csY6" fmla="*/ 3901164 h 3916469"/>
              <a:gd name="csX7" fmla="*/ 1660812 w 4008943"/>
              <a:gd name="csY7" fmla="*/ 3847100 h 3916469"/>
              <a:gd name="csX8" fmla="*/ 56136 w 4008943"/>
              <a:gd name="csY8" fmla="*/ 2101263 h 3916469"/>
              <a:gd name="csX9" fmla="*/ 56136 w 4008943"/>
              <a:gd name="csY9" fmla="*/ 1815141 h 3916469"/>
              <a:gd name="csX10" fmla="*/ 1660812 w 4008943"/>
              <a:gd name="csY10" fmla="*/ 69304 h 3916469"/>
              <a:gd name="csX11" fmla="*/ 1813679 w 4008943"/>
              <a:gd name="csY11" fmla="*/ 0 h 3916469"/>
              <a:gd name="csX12" fmla="*/ 1893318 w 4008943"/>
              <a:gd name="csY12" fmla="*/ 15697 h 3916469"/>
              <a:gd name="csX13" fmla="*/ 2028011 w 4008943"/>
              <a:gd name="csY13" fmla="*/ 212817 h 3916469"/>
              <a:gd name="csX14" fmla="*/ 2028011 w 4008943"/>
              <a:gd name="csY14" fmla="*/ 728243 h 3916469"/>
              <a:gd name="csX15" fmla="*/ 2166695 w 4008943"/>
              <a:gd name="csY15" fmla="*/ 867099 h 3916469"/>
              <a:gd name="csX16" fmla="*/ 3709040 w 4008943"/>
              <a:gd name="csY16" fmla="*/ 867099 h 3916469"/>
              <a:gd name="csX17" fmla="*/ 4008944 w 4008943"/>
              <a:gd name="csY17" fmla="*/ 1167165 h 39164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4008943" h="3916469">
                <a:moveTo>
                  <a:pt x="4008944" y="1167165"/>
                </a:moveTo>
                <a:lnTo>
                  <a:pt x="4008944" y="2749696"/>
                </a:lnTo>
                <a:cubicBezTo>
                  <a:pt x="4008944" y="2914936"/>
                  <a:pt x="3874241" y="3049315"/>
                  <a:pt x="3709059" y="3049315"/>
                </a:cubicBezTo>
                <a:lnTo>
                  <a:pt x="2166704" y="3049315"/>
                </a:lnTo>
                <a:cubicBezTo>
                  <a:pt x="2090123" y="3049315"/>
                  <a:pt x="2028020" y="3111627"/>
                  <a:pt x="2028020" y="3188170"/>
                </a:cubicBezTo>
                <a:lnTo>
                  <a:pt x="2028020" y="3704044"/>
                </a:lnTo>
                <a:cubicBezTo>
                  <a:pt x="2028020" y="3794303"/>
                  <a:pt x="1977500" y="3868455"/>
                  <a:pt x="1893327" y="3901164"/>
                </a:cubicBezTo>
                <a:cubicBezTo>
                  <a:pt x="1809288" y="3933825"/>
                  <a:pt x="1721830" y="3913489"/>
                  <a:pt x="1660812" y="3847100"/>
                </a:cubicBezTo>
                <a:lnTo>
                  <a:pt x="56136" y="2101263"/>
                </a:lnTo>
                <a:cubicBezTo>
                  <a:pt x="-18712" y="2019834"/>
                  <a:pt x="-18712" y="1896570"/>
                  <a:pt x="56136" y="1815141"/>
                </a:cubicBezTo>
                <a:lnTo>
                  <a:pt x="1660812" y="69304"/>
                </a:lnTo>
                <a:cubicBezTo>
                  <a:pt x="1700836" y="25765"/>
                  <a:pt x="1754319" y="0"/>
                  <a:pt x="1813679" y="0"/>
                </a:cubicBezTo>
                <a:cubicBezTo>
                  <a:pt x="1841006" y="0"/>
                  <a:pt x="1867895" y="5829"/>
                  <a:pt x="1893318" y="15697"/>
                </a:cubicBezTo>
                <a:cubicBezTo>
                  <a:pt x="1977642" y="48406"/>
                  <a:pt x="2028011" y="122415"/>
                  <a:pt x="2028011" y="212817"/>
                </a:cubicBezTo>
                <a:lnTo>
                  <a:pt x="2028011" y="728243"/>
                </a:lnTo>
                <a:cubicBezTo>
                  <a:pt x="2028011" y="804786"/>
                  <a:pt x="2090114" y="867099"/>
                  <a:pt x="2166695" y="867099"/>
                </a:cubicBezTo>
                <a:lnTo>
                  <a:pt x="3709040" y="867099"/>
                </a:lnTo>
                <a:cubicBezTo>
                  <a:pt x="3874508" y="867099"/>
                  <a:pt x="4008944" y="1001744"/>
                  <a:pt x="4008944" y="1167165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C22B8D03-523A-206C-4090-293FFD3FC430}"/>
              </a:ext>
            </a:extLst>
          </p:cNvPr>
          <p:cNvGrpSpPr/>
          <p:nvPr/>
        </p:nvGrpSpPr>
        <p:grpSpPr>
          <a:xfrm>
            <a:off x="8652288" y="31075"/>
            <a:ext cx="1219200" cy="1712897"/>
            <a:chOff x="10901363" y="2178066"/>
            <a:chExt cx="1219200" cy="1712897"/>
          </a:xfrm>
        </p:grpSpPr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14FA0619-A15E-477C-BFD5-492E1982DB01}"/>
                </a:ext>
              </a:extLst>
            </p:cNvPr>
            <p:cNvSpPr/>
            <p:nvPr/>
          </p:nvSpPr>
          <p:spPr>
            <a:xfrm>
              <a:off x="10901363" y="2609225"/>
              <a:ext cx="1219200" cy="100221"/>
            </a:xfrm>
            <a:custGeom>
              <a:avLst/>
              <a:gdLst>
                <a:gd name="csX0" fmla="*/ 0 w 592388"/>
                <a:gd name="csY0" fmla="*/ 0 h 100221"/>
                <a:gd name="csX1" fmla="*/ 592388 w 592388"/>
                <a:gd name="csY1" fmla="*/ 0 h 100221"/>
                <a:gd name="csX2" fmla="*/ 592388 w 592388"/>
                <a:gd name="csY2" fmla="*/ 100221 h 100221"/>
                <a:gd name="csX3" fmla="*/ 0 w 592388"/>
                <a:gd name="csY3" fmla="*/ 100221 h 1002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92388" h="100221">
                  <a:moveTo>
                    <a:pt x="0" y="0"/>
                  </a:moveTo>
                  <a:lnTo>
                    <a:pt x="592388" y="0"/>
                  </a:lnTo>
                  <a:lnTo>
                    <a:pt x="592388" y="100221"/>
                  </a:lnTo>
                  <a:lnTo>
                    <a:pt x="0" y="10022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04A51BA-368F-3272-032F-8AA91956FDB7}"/>
                </a:ext>
              </a:extLst>
            </p:cNvPr>
            <p:cNvSpPr/>
            <p:nvPr/>
          </p:nvSpPr>
          <p:spPr>
            <a:xfrm>
              <a:off x="10901363" y="2803272"/>
              <a:ext cx="1219200" cy="100221"/>
            </a:xfrm>
            <a:custGeom>
              <a:avLst/>
              <a:gdLst>
                <a:gd name="csX0" fmla="*/ 0 w 592388"/>
                <a:gd name="csY0" fmla="*/ 0 h 100221"/>
                <a:gd name="csX1" fmla="*/ 592388 w 592388"/>
                <a:gd name="csY1" fmla="*/ 0 h 100221"/>
                <a:gd name="csX2" fmla="*/ 592388 w 592388"/>
                <a:gd name="csY2" fmla="*/ 100221 h 100221"/>
                <a:gd name="csX3" fmla="*/ 0 w 592388"/>
                <a:gd name="csY3" fmla="*/ 100221 h 1002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92388" h="100221">
                  <a:moveTo>
                    <a:pt x="0" y="0"/>
                  </a:moveTo>
                  <a:lnTo>
                    <a:pt x="592388" y="0"/>
                  </a:lnTo>
                  <a:lnTo>
                    <a:pt x="592388" y="100221"/>
                  </a:lnTo>
                  <a:lnTo>
                    <a:pt x="0" y="10022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7E0E10C4-66DD-0E0E-EA81-B1B801B9CE6A}"/>
                </a:ext>
              </a:extLst>
            </p:cNvPr>
            <p:cNvSpPr/>
            <p:nvPr/>
          </p:nvSpPr>
          <p:spPr>
            <a:xfrm>
              <a:off x="10901363" y="2997319"/>
              <a:ext cx="1219200" cy="100221"/>
            </a:xfrm>
            <a:custGeom>
              <a:avLst/>
              <a:gdLst>
                <a:gd name="csX0" fmla="*/ 0 w 592388"/>
                <a:gd name="csY0" fmla="*/ 0 h 100221"/>
                <a:gd name="csX1" fmla="*/ 592388 w 592388"/>
                <a:gd name="csY1" fmla="*/ 0 h 100221"/>
                <a:gd name="csX2" fmla="*/ 592388 w 592388"/>
                <a:gd name="csY2" fmla="*/ 100221 h 100221"/>
                <a:gd name="csX3" fmla="*/ 0 w 592388"/>
                <a:gd name="csY3" fmla="*/ 100221 h 1002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92388" h="100221">
                  <a:moveTo>
                    <a:pt x="0" y="0"/>
                  </a:moveTo>
                  <a:lnTo>
                    <a:pt x="592388" y="0"/>
                  </a:lnTo>
                  <a:lnTo>
                    <a:pt x="592388" y="100221"/>
                  </a:lnTo>
                  <a:lnTo>
                    <a:pt x="0" y="10022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46B9479-1B37-447A-CB51-38540F70FEAD}"/>
                </a:ext>
              </a:extLst>
            </p:cNvPr>
            <p:cNvSpPr/>
            <p:nvPr/>
          </p:nvSpPr>
          <p:spPr>
            <a:xfrm>
              <a:off x="10901363" y="3191366"/>
              <a:ext cx="1219200" cy="100221"/>
            </a:xfrm>
            <a:custGeom>
              <a:avLst/>
              <a:gdLst>
                <a:gd name="csX0" fmla="*/ 0 w 592388"/>
                <a:gd name="csY0" fmla="*/ 0 h 100221"/>
                <a:gd name="csX1" fmla="*/ 592388 w 592388"/>
                <a:gd name="csY1" fmla="*/ 0 h 100221"/>
                <a:gd name="csX2" fmla="*/ 592388 w 592388"/>
                <a:gd name="csY2" fmla="*/ 100221 h 100221"/>
                <a:gd name="csX3" fmla="*/ 0 w 592388"/>
                <a:gd name="csY3" fmla="*/ 100221 h 1002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92388" h="100221">
                  <a:moveTo>
                    <a:pt x="0" y="0"/>
                  </a:moveTo>
                  <a:lnTo>
                    <a:pt x="592388" y="0"/>
                  </a:lnTo>
                  <a:lnTo>
                    <a:pt x="592388" y="100221"/>
                  </a:lnTo>
                  <a:lnTo>
                    <a:pt x="0" y="10022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28C4343A-56A1-DDDC-3BFA-BF686C93B9A3}"/>
                </a:ext>
              </a:extLst>
            </p:cNvPr>
            <p:cNvSpPr/>
            <p:nvPr/>
          </p:nvSpPr>
          <p:spPr>
            <a:xfrm>
              <a:off x="10901363" y="3385251"/>
              <a:ext cx="1219200" cy="100221"/>
            </a:xfrm>
            <a:custGeom>
              <a:avLst/>
              <a:gdLst>
                <a:gd name="csX0" fmla="*/ 0 w 592388"/>
                <a:gd name="csY0" fmla="*/ 0 h 100221"/>
                <a:gd name="csX1" fmla="*/ 592388 w 592388"/>
                <a:gd name="csY1" fmla="*/ 0 h 100221"/>
                <a:gd name="csX2" fmla="*/ 592388 w 592388"/>
                <a:gd name="csY2" fmla="*/ 100221 h 100221"/>
                <a:gd name="csX3" fmla="*/ 0 w 592388"/>
                <a:gd name="csY3" fmla="*/ 100221 h 1002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92388" h="100221">
                  <a:moveTo>
                    <a:pt x="0" y="0"/>
                  </a:moveTo>
                  <a:lnTo>
                    <a:pt x="592388" y="0"/>
                  </a:lnTo>
                  <a:lnTo>
                    <a:pt x="592388" y="100221"/>
                  </a:lnTo>
                  <a:lnTo>
                    <a:pt x="0" y="10022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19C522BE-A2B3-BADB-45F7-59B99D3D2C95}"/>
                </a:ext>
              </a:extLst>
            </p:cNvPr>
            <p:cNvSpPr/>
            <p:nvPr/>
          </p:nvSpPr>
          <p:spPr>
            <a:xfrm>
              <a:off x="10901363" y="3579298"/>
              <a:ext cx="1219200" cy="100221"/>
            </a:xfrm>
            <a:custGeom>
              <a:avLst/>
              <a:gdLst>
                <a:gd name="csX0" fmla="*/ 0 w 592388"/>
                <a:gd name="csY0" fmla="*/ 0 h 100221"/>
                <a:gd name="csX1" fmla="*/ 592388 w 592388"/>
                <a:gd name="csY1" fmla="*/ 0 h 100221"/>
                <a:gd name="csX2" fmla="*/ 592388 w 592388"/>
                <a:gd name="csY2" fmla="*/ 100221 h 100221"/>
                <a:gd name="csX3" fmla="*/ 0 w 592388"/>
                <a:gd name="csY3" fmla="*/ 100221 h 1002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92388" h="100221">
                  <a:moveTo>
                    <a:pt x="0" y="0"/>
                  </a:moveTo>
                  <a:lnTo>
                    <a:pt x="592388" y="0"/>
                  </a:lnTo>
                  <a:lnTo>
                    <a:pt x="592388" y="100221"/>
                  </a:lnTo>
                  <a:lnTo>
                    <a:pt x="0" y="10022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8FF00A8E-E518-CD95-09A7-B7731EEFB93E}"/>
                </a:ext>
              </a:extLst>
            </p:cNvPr>
            <p:cNvSpPr/>
            <p:nvPr/>
          </p:nvSpPr>
          <p:spPr>
            <a:xfrm rot="16200000">
              <a:off x="10382142" y="2984404"/>
              <a:ext cx="1712897" cy="100221"/>
            </a:xfrm>
            <a:custGeom>
              <a:avLst/>
              <a:gdLst>
                <a:gd name="csX0" fmla="*/ 0 w 592388"/>
                <a:gd name="csY0" fmla="*/ 0 h 100221"/>
                <a:gd name="csX1" fmla="*/ 592388 w 592388"/>
                <a:gd name="csY1" fmla="*/ 0 h 100221"/>
                <a:gd name="csX2" fmla="*/ 592388 w 592388"/>
                <a:gd name="csY2" fmla="*/ 100221 h 100221"/>
                <a:gd name="csX3" fmla="*/ 0 w 592388"/>
                <a:gd name="csY3" fmla="*/ 100221 h 1002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92388" h="100221">
                  <a:moveTo>
                    <a:pt x="0" y="0"/>
                  </a:moveTo>
                  <a:lnTo>
                    <a:pt x="592388" y="0"/>
                  </a:lnTo>
                  <a:lnTo>
                    <a:pt x="592388" y="100221"/>
                  </a:lnTo>
                  <a:lnTo>
                    <a:pt x="0" y="10022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A7C49330-D19A-2395-F62C-C6C398152B29}"/>
                </a:ext>
              </a:extLst>
            </p:cNvPr>
            <p:cNvSpPr/>
            <p:nvPr/>
          </p:nvSpPr>
          <p:spPr>
            <a:xfrm rot="16200000">
              <a:off x="10576189" y="2984404"/>
              <a:ext cx="1712897" cy="100221"/>
            </a:xfrm>
            <a:custGeom>
              <a:avLst/>
              <a:gdLst>
                <a:gd name="csX0" fmla="*/ 0 w 592388"/>
                <a:gd name="csY0" fmla="*/ 0 h 100221"/>
                <a:gd name="csX1" fmla="*/ 592388 w 592388"/>
                <a:gd name="csY1" fmla="*/ 0 h 100221"/>
                <a:gd name="csX2" fmla="*/ 592388 w 592388"/>
                <a:gd name="csY2" fmla="*/ 100221 h 100221"/>
                <a:gd name="csX3" fmla="*/ 0 w 592388"/>
                <a:gd name="csY3" fmla="*/ 100221 h 1002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92388" h="100221">
                  <a:moveTo>
                    <a:pt x="0" y="0"/>
                  </a:moveTo>
                  <a:lnTo>
                    <a:pt x="592388" y="0"/>
                  </a:lnTo>
                  <a:lnTo>
                    <a:pt x="592388" y="100221"/>
                  </a:lnTo>
                  <a:lnTo>
                    <a:pt x="0" y="10022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C930B3B-0FD6-46F4-5249-98D2CA09B60F}"/>
                </a:ext>
              </a:extLst>
            </p:cNvPr>
            <p:cNvSpPr/>
            <p:nvPr/>
          </p:nvSpPr>
          <p:spPr>
            <a:xfrm rot="16200000">
              <a:off x="10770236" y="2984404"/>
              <a:ext cx="1712897" cy="100221"/>
            </a:xfrm>
            <a:custGeom>
              <a:avLst/>
              <a:gdLst>
                <a:gd name="csX0" fmla="*/ 0 w 592388"/>
                <a:gd name="csY0" fmla="*/ 0 h 100221"/>
                <a:gd name="csX1" fmla="*/ 592388 w 592388"/>
                <a:gd name="csY1" fmla="*/ 0 h 100221"/>
                <a:gd name="csX2" fmla="*/ 592388 w 592388"/>
                <a:gd name="csY2" fmla="*/ 100221 h 100221"/>
                <a:gd name="csX3" fmla="*/ 0 w 592388"/>
                <a:gd name="csY3" fmla="*/ 100221 h 1002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92388" h="100221">
                  <a:moveTo>
                    <a:pt x="0" y="0"/>
                  </a:moveTo>
                  <a:lnTo>
                    <a:pt x="592388" y="0"/>
                  </a:lnTo>
                  <a:lnTo>
                    <a:pt x="592388" y="100221"/>
                  </a:lnTo>
                  <a:lnTo>
                    <a:pt x="0" y="10022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D8737D3F-B870-B98A-A807-42CB8DAE0F77}"/>
                </a:ext>
              </a:extLst>
            </p:cNvPr>
            <p:cNvSpPr/>
            <p:nvPr/>
          </p:nvSpPr>
          <p:spPr>
            <a:xfrm rot="16200000">
              <a:off x="10964283" y="2984404"/>
              <a:ext cx="1712897" cy="100221"/>
            </a:xfrm>
            <a:custGeom>
              <a:avLst/>
              <a:gdLst>
                <a:gd name="csX0" fmla="*/ 0 w 592388"/>
                <a:gd name="csY0" fmla="*/ 0 h 100221"/>
                <a:gd name="csX1" fmla="*/ 592388 w 592388"/>
                <a:gd name="csY1" fmla="*/ 0 h 100221"/>
                <a:gd name="csX2" fmla="*/ 592388 w 592388"/>
                <a:gd name="csY2" fmla="*/ 100221 h 100221"/>
                <a:gd name="csX3" fmla="*/ 0 w 592388"/>
                <a:gd name="csY3" fmla="*/ 100221 h 1002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92388" h="100221">
                  <a:moveTo>
                    <a:pt x="0" y="0"/>
                  </a:moveTo>
                  <a:lnTo>
                    <a:pt x="592388" y="0"/>
                  </a:lnTo>
                  <a:lnTo>
                    <a:pt x="592388" y="100221"/>
                  </a:lnTo>
                  <a:lnTo>
                    <a:pt x="0" y="10022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89547180-156E-7F8A-372F-13C18EE81F00}"/>
              </a:ext>
            </a:extLst>
          </p:cNvPr>
          <p:cNvSpPr/>
          <p:nvPr/>
        </p:nvSpPr>
        <p:spPr>
          <a:xfrm>
            <a:off x="11029260" y="2292972"/>
            <a:ext cx="1300454" cy="1501200"/>
          </a:xfrm>
          <a:custGeom>
            <a:avLst/>
            <a:gdLst>
              <a:gd name="csX0" fmla="*/ 647535 w 1300454"/>
              <a:gd name="csY0" fmla="*/ 1401197 h 1501200"/>
              <a:gd name="csX1" fmla="*/ 741361 w 1300454"/>
              <a:gd name="csY1" fmla="*/ 1401197 h 1501200"/>
              <a:gd name="csX2" fmla="*/ 741361 w 1300454"/>
              <a:gd name="csY2" fmla="*/ 1501200 h 1501200"/>
              <a:gd name="csX3" fmla="*/ 647535 w 1300454"/>
              <a:gd name="csY3" fmla="*/ 1501200 h 1501200"/>
              <a:gd name="csX4" fmla="*/ 453488 w 1300454"/>
              <a:gd name="csY4" fmla="*/ 1401197 h 1501200"/>
              <a:gd name="csX5" fmla="*/ 547314 w 1300454"/>
              <a:gd name="csY5" fmla="*/ 1401197 h 1501200"/>
              <a:gd name="csX6" fmla="*/ 547314 w 1300454"/>
              <a:gd name="csY6" fmla="*/ 1501200 h 1501200"/>
              <a:gd name="csX7" fmla="*/ 453488 w 1300454"/>
              <a:gd name="csY7" fmla="*/ 1501200 h 1501200"/>
              <a:gd name="csX8" fmla="*/ 259441 w 1300454"/>
              <a:gd name="csY8" fmla="*/ 1401197 h 1501200"/>
              <a:gd name="csX9" fmla="*/ 353267 w 1300454"/>
              <a:gd name="csY9" fmla="*/ 1401197 h 1501200"/>
              <a:gd name="csX10" fmla="*/ 353267 w 1300454"/>
              <a:gd name="csY10" fmla="*/ 1501200 h 1501200"/>
              <a:gd name="csX11" fmla="*/ 259441 w 1300454"/>
              <a:gd name="csY11" fmla="*/ 1501200 h 1501200"/>
              <a:gd name="csX12" fmla="*/ 887054 w 1300454"/>
              <a:gd name="csY12" fmla="*/ 1386547 h 1501200"/>
              <a:gd name="csX13" fmla="*/ 993836 w 1300454"/>
              <a:gd name="csY13" fmla="*/ 1386547 h 1501200"/>
              <a:gd name="csX14" fmla="*/ 989079 w 1300454"/>
              <a:gd name="csY14" fmla="*/ 1410107 h 1501200"/>
              <a:gd name="csX15" fmla="*/ 851651 w 1300454"/>
              <a:gd name="csY15" fmla="*/ 1501200 h 1501200"/>
              <a:gd name="csX16" fmla="*/ 841582 w 1300454"/>
              <a:gd name="csY16" fmla="*/ 1501200 h 1501200"/>
              <a:gd name="csX17" fmla="*/ 841582 w 1300454"/>
              <a:gd name="csY17" fmla="*/ 1401197 h 1501200"/>
              <a:gd name="csX18" fmla="*/ 851751 w 1300454"/>
              <a:gd name="csY18" fmla="*/ 1401197 h 1501200"/>
              <a:gd name="csX19" fmla="*/ 887028 w 1300454"/>
              <a:gd name="csY19" fmla="*/ 1386584 h 1501200"/>
              <a:gd name="csX20" fmla="*/ 6964 w 1300454"/>
              <a:gd name="csY20" fmla="*/ 1386547 h 1501200"/>
              <a:gd name="csX21" fmla="*/ 113747 w 1300454"/>
              <a:gd name="csY21" fmla="*/ 1386547 h 1501200"/>
              <a:gd name="csX22" fmla="*/ 113773 w 1300454"/>
              <a:gd name="csY22" fmla="*/ 1386584 h 1501200"/>
              <a:gd name="csX23" fmla="*/ 149050 w 1300454"/>
              <a:gd name="csY23" fmla="*/ 1401197 h 1501200"/>
              <a:gd name="csX24" fmla="*/ 159220 w 1300454"/>
              <a:gd name="csY24" fmla="*/ 1401197 h 1501200"/>
              <a:gd name="csX25" fmla="*/ 159220 w 1300454"/>
              <a:gd name="csY25" fmla="*/ 1501200 h 1501200"/>
              <a:gd name="csX26" fmla="*/ 149149 w 1300454"/>
              <a:gd name="csY26" fmla="*/ 1501200 h 1501200"/>
              <a:gd name="csX27" fmla="*/ 11721 w 1300454"/>
              <a:gd name="csY27" fmla="*/ 1410107 h 1501200"/>
              <a:gd name="csX28" fmla="*/ 0 w 1300454"/>
              <a:gd name="csY28" fmla="*/ 1192500 h 1501200"/>
              <a:gd name="csX29" fmla="*/ 99160 w 1300454"/>
              <a:gd name="csY29" fmla="*/ 1192500 h 1501200"/>
              <a:gd name="csX30" fmla="*/ 99160 w 1300454"/>
              <a:gd name="csY30" fmla="*/ 1286326 h 1501200"/>
              <a:gd name="csX31" fmla="*/ 0 w 1300454"/>
              <a:gd name="csY31" fmla="*/ 1286326 h 1501200"/>
              <a:gd name="csX32" fmla="*/ 0 w 1300454"/>
              <a:gd name="csY32" fmla="*/ 998615 h 1501200"/>
              <a:gd name="csX33" fmla="*/ 99160 w 1300454"/>
              <a:gd name="csY33" fmla="*/ 998615 h 1501200"/>
              <a:gd name="csX34" fmla="*/ 99160 w 1300454"/>
              <a:gd name="csY34" fmla="*/ 1092279 h 1501200"/>
              <a:gd name="csX35" fmla="*/ 0 w 1300454"/>
              <a:gd name="csY35" fmla="*/ 1092279 h 1501200"/>
              <a:gd name="csX36" fmla="*/ 0 w 1300454"/>
              <a:gd name="csY36" fmla="*/ 804568 h 1501200"/>
              <a:gd name="csX37" fmla="*/ 99160 w 1300454"/>
              <a:gd name="csY37" fmla="*/ 804568 h 1501200"/>
              <a:gd name="csX38" fmla="*/ 99160 w 1300454"/>
              <a:gd name="csY38" fmla="*/ 898394 h 1501200"/>
              <a:gd name="csX39" fmla="*/ 0 w 1300454"/>
              <a:gd name="csY39" fmla="*/ 898394 h 1501200"/>
              <a:gd name="csX40" fmla="*/ 0 w 1300454"/>
              <a:gd name="csY40" fmla="*/ 610521 h 1501200"/>
              <a:gd name="csX41" fmla="*/ 99160 w 1300454"/>
              <a:gd name="csY41" fmla="*/ 610521 h 1501200"/>
              <a:gd name="csX42" fmla="*/ 99160 w 1300454"/>
              <a:gd name="csY42" fmla="*/ 704347 h 1501200"/>
              <a:gd name="csX43" fmla="*/ 0 w 1300454"/>
              <a:gd name="csY43" fmla="*/ 704347 h 1501200"/>
              <a:gd name="csX44" fmla="*/ 0 w 1300454"/>
              <a:gd name="csY44" fmla="*/ 416474 h 1501200"/>
              <a:gd name="csX45" fmla="*/ 99160 w 1300454"/>
              <a:gd name="csY45" fmla="*/ 416474 h 1501200"/>
              <a:gd name="csX46" fmla="*/ 99160 w 1300454"/>
              <a:gd name="csY46" fmla="*/ 510300 h 1501200"/>
              <a:gd name="csX47" fmla="*/ 0 w 1300454"/>
              <a:gd name="csY47" fmla="*/ 510300 h 1501200"/>
              <a:gd name="csX48" fmla="*/ 989074 w 1300454"/>
              <a:gd name="csY48" fmla="*/ 292686 h 1501200"/>
              <a:gd name="csX49" fmla="*/ 989079 w 1300454"/>
              <a:gd name="csY49" fmla="*/ 292694 h 1501200"/>
              <a:gd name="csX50" fmla="*/ 991046 w 1300454"/>
              <a:gd name="csY50" fmla="*/ 302434 h 1501200"/>
              <a:gd name="csX51" fmla="*/ 989079 w 1300454"/>
              <a:gd name="csY51" fmla="*/ 292694 h 1501200"/>
              <a:gd name="csX52" fmla="*/ 949245 w 1300454"/>
              <a:gd name="csY52" fmla="*/ 239978 h 1501200"/>
              <a:gd name="csX53" fmla="*/ 960327 w 1300454"/>
              <a:gd name="csY53" fmla="*/ 250048 h 1501200"/>
              <a:gd name="csX54" fmla="*/ 957115 w 1300454"/>
              <a:gd name="csY54" fmla="*/ 245285 h 1501200"/>
              <a:gd name="csX55" fmla="*/ 904068 w 1300454"/>
              <a:gd name="csY55" fmla="*/ 212183 h 1501200"/>
              <a:gd name="csX56" fmla="*/ 917832 w 1300454"/>
              <a:gd name="csY56" fmla="*/ 218800 h 1501200"/>
              <a:gd name="csX57" fmla="*/ 909707 w 1300454"/>
              <a:gd name="csY57" fmla="*/ 213321 h 1501200"/>
              <a:gd name="csX58" fmla="*/ 149149 w 1300454"/>
              <a:gd name="csY58" fmla="*/ 201600 h 1501200"/>
              <a:gd name="csX59" fmla="*/ 159220 w 1300454"/>
              <a:gd name="csY59" fmla="*/ 201600 h 1501200"/>
              <a:gd name="csX60" fmla="*/ 159220 w 1300454"/>
              <a:gd name="csY60" fmla="*/ 301821 h 1501200"/>
              <a:gd name="csX61" fmla="*/ 149050 w 1300454"/>
              <a:gd name="csY61" fmla="*/ 301821 h 1501200"/>
              <a:gd name="csX62" fmla="*/ 114209 w 1300454"/>
              <a:gd name="csY62" fmla="*/ 316253 h 1501200"/>
              <a:gd name="csX63" fmla="*/ 6964 w 1300454"/>
              <a:gd name="csY63" fmla="*/ 316253 h 1501200"/>
              <a:gd name="csX64" fmla="*/ 11721 w 1300454"/>
              <a:gd name="csY64" fmla="*/ 292694 h 1501200"/>
              <a:gd name="csX65" fmla="*/ 149149 w 1300454"/>
              <a:gd name="csY65" fmla="*/ 201600 h 1501200"/>
              <a:gd name="csX66" fmla="*/ 448803 w 1300454"/>
              <a:gd name="csY66" fmla="*/ 0 h 1501200"/>
              <a:gd name="csX67" fmla="*/ 1151305 w 1300454"/>
              <a:gd name="csY67" fmla="*/ 0 h 1501200"/>
              <a:gd name="csX68" fmla="*/ 1300454 w 1300454"/>
              <a:gd name="csY68" fmla="*/ 149149 h 1501200"/>
              <a:gd name="csX69" fmla="*/ 1300454 w 1300454"/>
              <a:gd name="csY69" fmla="*/ 1150451 h 1501200"/>
              <a:gd name="csX70" fmla="*/ 1151305 w 1300454"/>
              <a:gd name="csY70" fmla="*/ 1299600 h 1501200"/>
              <a:gd name="csX71" fmla="*/ 1000800 w 1300454"/>
              <a:gd name="csY71" fmla="*/ 1299600 h 1501200"/>
              <a:gd name="csX72" fmla="*/ 1000800 w 1300454"/>
              <a:gd name="csY72" fmla="*/ 1286326 h 1501200"/>
              <a:gd name="csX73" fmla="*/ 901641 w 1300454"/>
              <a:gd name="csY73" fmla="*/ 1286326 h 1501200"/>
              <a:gd name="csX74" fmla="*/ 901641 w 1300454"/>
              <a:gd name="csY74" fmla="*/ 1192500 h 1501200"/>
              <a:gd name="csX75" fmla="*/ 1000800 w 1300454"/>
              <a:gd name="csY75" fmla="*/ 1192500 h 1501200"/>
              <a:gd name="csX76" fmla="*/ 1000800 w 1300454"/>
              <a:gd name="csY76" fmla="*/ 1092279 h 1501200"/>
              <a:gd name="csX77" fmla="*/ 901641 w 1300454"/>
              <a:gd name="csY77" fmla="*/ 1092279 h 1501200"/>
              <a:gd name="csX78" fmla="*/ 901641 w 1300454"/>
              <a:gd name="csY78" fmla="*/ 998615 h 1501200"/>
              <a:gd name="csX79" fmla="*/ 1000800 w 1300454"/>
              <a:gd name="csY79" fmla="*/ 998615 h 1501200"/>
              <a:gd name="csX80" fmla="*/ 1000800 w 1300454"/>
              <a:gd name="csY80" fmla="*/ 898394 h 1501200"/>
              <a:gd name="csX81" fmla="*/ 901641 w 1300454"/>
              <a:gd name="csY81" fmla="*/ 898394 h 1501200"/>
              <a:gd name="csX82" fmla="*/ 901641 w 1300454"/>
              <a:gd name="csY82" fmla="*/ 804568 h 1501200"/>
              <a:gd name="csX83" fmla="*/ 1000800 w 1300454"/>
              <a:gd name="csY83" fmla="*/ 804568 h 1501200"/>
              <a:gd name="csX84" fmla="*/ 1000800 w 1300454"/>
              <a:gd name="csY84" fmla="*/ 704347 h 1501200"/>
              <a:gd name="csX85" fmla="*/ 901641 w 1300454"/>
              <a:gd name="csY85" fmla="*/ 704347 h 1501200"/>
              <a:gd name="csX86" fmla="*/ 901641 w 1300454"/>
              <a:gd name="csY86" fmla="*/ 610521 h 1501200"/>
              <a:gd name="csX87" fmla="*/ 1000800 w 1300454"/>
              <a:gd name="csY87" fmla="*/ 610521 h 1501200"/>
              <a:gd name="csX88" fmla="*/ 1000800 w 1300454"/>
              <a:gd name="csY88" fmla="*/ 510300 h 1501200"/>
              <a:gd name="csX89" fmla="*/ 901641 w 1300454"/>
              <a:gd name="csY89" fmla="*/ 510300 h 1501200"/>
              <a:gd name="csX90" fmla="*/ 901641 w 1300454"/>
              <a:gd name="csY90" fmla="*/ 416474 h 1501200"/>
              <a:gd name="csX91" fmla="*/ 1000800 w 1300454"/>
              <a:gd name="csY91" fmla="*/ 416474 h 1501200"/>
              <a:gd name="csX92" fmla="*/ 1000800 w 1300454"/>
              <a:gd name="csY92" fmla="*/ 350749 h 1501200"/>
              <a:gd name="csX93" fmla="*/ 993836 w 1300454"/>
              <a:gd name="csY93" fmla="*/ 316253 h 1501200"/>
              <a:gd name="csX94" fmla="*/ 886592 w 1300454"/>
              <a:gd name="csY94" fmla="*/ 316253 h 1501200"/>
              <a:gd name="csX95" fmla="*/ 851751 w 1300454"/>
              <a:gd name="csY95" fmla="*/ 301821 h 1501200"/>
              <a:gd name="csX96" fmla="*/ 841582 w 1300454"/>
              <a:gd name="csY96" fmla="*/ 301821 h 1501200"/>
              <a:gd name="csX97" fmla="*/ 841582 w 1300454"/>
              <a:gd name="csY97" fmla="*/ 201600 h 1501200"/>
              <a:gd name="csX98" fmla="*/ 741361 w 1300454"/>
              <a:gd name="csY98" fmla="*/ 201600 h 1501200"/>
              <a:gd name="csX99" fmla="*/ 741361 w 1300454"/>
              <a:gd name="csY99" fmla="*/ 301821 h 1501200"/>
              <a:gd name="csX100" fmla="*/ 647535 w 1300454"/>
              <a:gd name="csY100" fmla="*/ 301821 h 1501200"/>
              <a:gd name="csX101" fmla="*/ 647535 w 1300454"/>
              <a:gd name="csY101" fmla="*/ 201600 h 1501200"/>
              <a:gd name="csX102" fmla="*/ 547314 w 1300454"/>
              <a:gd name="csY102" fmla="*/ 201600 h 1501200"/>
              <a:gd name="csX103" fmla="*/ 547314 w 1300454"/>
              <a:gd name="csY103" fmla="*/ 301821 h 1501200"/>
              <a:gd name="csX104" fmla="*/ 453488 w 1300454"/>
              <a:gd name="csY104" fmla="*/ 301821 h 1501200"/>
              <a:gd name="csX105" fmla="*/ 453488 w 1300454"/>
              <a:gd name="csY105" fmla="*/ 201600 h 1501200"/>
              <a:gd name="csX106" fmla="*/ 353267 w 1300454"/>
              <a:gd name="csY106" fmla="*/ 201600 h 1501200"/>
              <a:gd name="csX107" fmla="*/ 353267 w 1300454"/>
              <a:gd name="csY107" fmla="*/ 301821 h 1501200"/>
              <a:gd name="csX108" fmla="*/ 259441 w 1300454"/>
              <a:gd name="csY108" fmla="*/ 301821 h 1501200"/>
              <a:gd name="csX109" fmla="*/ 259441 w 1300454"/>
              <a:gd name="csY109" fmla="*/ 201600 h 1501200"/>
              <a:gd name="csX110" fmla="*/ 299654 w 1300454"/>
              <a:gd name="csY110" fmla="*/ 201600 h 1501200"/>
              <a:gd name="csX111" fmla="*/ 299654 w 1300454"/>
              <a:gd name="csY111" fmla="*/ 149149 h 1501200"/>
              <a:gd name="csX112" fmla="*/ 448803 w 1300454"/>
              <a:gd name="csY112" fmla="*/ 0 h 150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</a:cxnLst>
            <a:rect l="l" t="t" r="r" b="b"/>
            <a:pathLst>
              <a:path w="1300454" h="1501200">
                <a:moveTo>
                  <a:pt x="647535" y="1401197"/>
                </a:moveTo>
                <a:lnTo>
                  <a:pt x="741361" y="1401197"/>
                </a:lnTo>
                <a:lnTo>
                  <a:pt x="741361" y="1501200"/>
                </a:lnTo>
                <a:lnTo>
                  <a:pt x="647535" y="1501200"/>
                </a:lnTo>
                <a:close/>
                <a:moveTo>
                  <a:pt x="453488" y="1401197"/>
                </a:moveTo>
                <a:lnTo>
                  <a:pt x="547314" y="1401197"/>
                </a:lnTo>
                <a:lnTo>
                  <a:pt x="547314" y="1501200"/>
                </a:lnTo>
                <a:lnTo>
                  <a:pt x="453488" y="1501200"/>
                </a:lnTo>
                <a:close/>
                <a:moveTo>
                  <a:pt x="259441" y="1401197"/>
                </a:moveTo>
                <a:lnTo>
                  <a:pt x="353267" y="1401197"/>
                </a:lnTo>
                <a:lnTo>
                  <a:pt x="353267" y="1501200"/>
                </a:lnTo>
                <a:lnTo>
                  <a:pt x="259441" y="1501200"/>
                </a:lnTo>
                <a:close/>
                <a:moveTo>
                  <a:pt x="887054" y="1386547"/>
                </a:moveTo>
                <a:lnTo>
                  <a:pt x="993836" y="1386547"/>
                </a:lnTo>
                <a:lnTo>
                  <a:pt x="989079" y="1410107"/>
                </a:lnTo>
                <a:cubicBezTo>
                  <a:pt x="966437" y="1463639"/>
                  <a:pt x="913431" y="1501200"/>
                  <a:pt x="851651" y="1501200"/>
                </a:cubicBezTo>
                <a:lnTo>
                  <a:pt x="841582" y="1501200"/>
                </a:lnTo>
                <a:lnTo>
                  <a:pt x="841582" y="1401197"/>
                </a:lnTo>
                <a:lnTo>
                  <a:pt x="851751" y="1401197"/>
                </a:lnTo>
                <a:cubicBezTo>
                  <a:pt x="865528" y="1401197"/>
                  <a:pt x="878000" y="1395613"/>
                  <a:pt x="887028" y="1386584"/>
                </a:cubicBezTo>
                <a:close/>
                <a:moveTo>
                  <a:pt x="6964" y="1386547"/>
                </a:moveTo>
                <a:lnTo>
                  <a:pt x="113747" y="1386547"/>
                </a:lnTo>
                <a:lnTo>
                  <a:pt x="113773" y="1386584"/>
                </a:lnTo>
                <a:cubicBezTo>
                  <a:pt x="122801" y="1395613"/>
                  <a:pt x="135274" y="1401197"/>
                  <a:pt x="149050" y="1401197"/>
                </a:cubicBezTo>
                <a:lnTo>
                  <a:pt x="159220" y="1401197"/>
                </a:lnTo>
                <a:lnTo>
                  <a:pt x="159220" y="1501200"/>
                </a:lnTo>
                <a:lnTo>
                  <a:pt x="149149" y="1501200"/>
                </a:lnTo>
                <a:cubicBezTo>
                  <a:pt x="87369" y="1501200"/>
                  <a:pt x="34363" y="1463639"/>
                  <a:pt x="11721" y="1410107"/>
                </a:cubicBezTo>
                <a:close/>
                <a:moveTo>
                  <a:pt x="0" y="1192500"/>
                </a:moveTo>
                <a:lnTo>
                  <a:pt x="99160" y="1192500"/>
                </a:lnTo>
                <a:lnTo>
                  <a:pt x="99160" y="1286326"/>
                </a:lnTo>
                <a:lnTo>
                  <a:pt x="0" y="1286326"/>
                </a:lnTo>
                <a:close/>
                <a:moveTo>
                  <a:pt x="0" y="998615"/>
                </a:moveTo>
                <a:lnTo>
                  <a:pt x="99160" y="998615"/>
                </a:lnTo>
                <a:lnTo>
                  <a:pt x="99160" y="1092279"/>
                </a:lnTo>
                <a:lnTo>
                  <a:pt x="0" y="1092279"/>
                </a:lnTo>
                <a:close/>
                <a:moveTo>
                  <a:pt x="0" y="804568"/>
                </a:moveTo>
                <a:lnTo>
                  <a:pt x="99160" y="804568"/>
                </a:lnTo>
                <a:lnTo>
                  <a:pt x="99160" y="898394"/>
                </a:lnTo>
                <a:lnTo>
                  <a:pt x="0" y="898394"/>
                </a:lnTo>
                <a:close/>
                <a:moveTo>
                  <a:pt x="0" y="610521"/>
                </a:moveTo>
                <a:lnTo>
                  <a:pt x="99160" y="610521"/>
                </a:lnTo>
                <a:lnTo>
                  <a:pt x="99160" y="704347"/>
                </a:lnTo>
                <a:lnTo>
                  <a:pt x="0" y="704347"/>
                </a:lnTo>
                <a:close/>
                <a:moveTo>
                  <a:pt x="0" y="416474"/>
                </a:moveTo>
                <a:lnTo>
                  <a:pt x="99160" y="416474"/>
                </a:lnTo>
                <a:lnTo>
                  <a:pt x="99160" y="510300"/>
                </a:lnTo>
                <a:lnTo>
                  <a:pt x="0" y="510300"/>
                </a:lnTo>
                <a:close/>
                <a:moveTo>
                  <a:pt x="989074" y="292686"/>
                </a:moveTo>
                <a:lnTo>
                  <a:pt x="989079" y="292694"/>
                </a:lnTo>
                <a:lnTo>
                  <a:pt x="991046" y="302434"/>
                </a:lnTo>
                <a:lnTo>
                  <a:pt x="989079" y="292694"/>
                </a:lnTo>
                <a:close/>
                <a:moveTo>
                  <a:pt x="949245" y="239978"/>
                </a:moveTo>
                <a:lnTo>
                  <a:pt x="960327" y="250048"/>
                </a:lnTo>
                <a:lnTo>
                  <a:pt x="957115" y="245285"/>
                </a:lnTo>
                <a:close/>
                <a:moveTo>
                  <a:pt x="904068" y="212183"/>
                </a:moveTo>
                <a:lnTo>
                  <a:pt x="917832" y="218800"/>
                </a:lnTo>
                <a:lnTo>
                  <a:pt x="909707" y="213321"/>
                </a:lnTo>
                <a:close/>
                <a:moveTo>
                  <a:pt x="149149" y="201600"/>
                </a:moveTo>
                <a:lnTo>
                  <a:pt x="159220" y="201600"/>
                </a:lnTo>
                <a:lnTo>
                  <a:pt x="159220" y="301821"/>
                </a:lnTo>
                <a:lnTo>
                  <a:pt x="149050" y="301821"/>
                </a:lnTo>
                <a:lnTo>
                  <a:pt x="114209" y="316253"/>
                </a:lnTo>
                <a:lnTo>
                  <a:pt x="6964" y="316253"/>
                </a:lnTo>
                <a:lnTo>
                  <a:pt x="11721" y="292694"/>
                </a:lnTo>
                <a:cubicBezTo>
                  <a:pt x="34363" y="239162"/>
                  <a:pt x="87369" y="201600"/>
                  <a:pt x="149149" y="201600"/>
                </a:cubicBezTo>
                <a:close/>
                <a:moveTo>
                  <a:pt x="448803" y="0"/>
                </a:moveTo>
                <a:lnTo>
                  <a:pt x="1151305" y="0"/>
                </a:lnTo>
                <a:cubicBezTo>
                  <a:pt x="1233678" y="0"/>
                  <a:pt x="1300454" y="66776"/>
                  <a:pt x="1300454" y="149149"/>
                </a:cubicBezTo>
                <a:lnTo>
                  <a:pt x="1300454" y="1150451"/>
                </a:lnTo>
                <a:cubicBezTo>
                  <a:pt x="1300454" y="1232824"/>
                  <a:pt x="1233678" y="1299600"/>
                  <a:pt x="1151305" y="1299600"/>
                </a:cubicBezTo>
                <a:lnTo>
                  <a:pt x="1000800" y="1299600"/>
                </a:lnTo>
                <a:lnTo>
                  <a:pt x="1000800" y="1286326"/>
                </a:lnTo>
                <a:lnTo>
                  <a:pt x="901641" y="1286326"/>
                </a:lnTo>
                <a:lnTo>
                  <a:pt x="901641" y="1192500"/>
                </a:lnTo>
                <a:lnTo>
                  <a:pt x="1000800" y="1192500"/>
                </a:lnTo>
                <a:lnTo>
                  <a:pt x="1000800" y="1092279"/>
                </a:lnTo>
                <a:lnTo>
                  <a:pt x="901641" y="1092279"/>
                </a:lnTo>
                <a:lnTo>
                  <a:pt x="901641" y="998615"/>
                </a:lnTo>
                <a:lnTo>
                  <a:pt x="1000800" y="998615"/>
                </a:lnTo>
                <a:lnTo>
                  <a:pt x="1000800" y="898394"/>
                </a:lnTo>
                <a:lnTo>
                  <a:pt x="901641" y="898394"/>
                </a:lnTo>
                <a:lnTo>
                  <a:pt x="901641" y="804568"/>
                </a:lnTo>
                <a:lnTo>
                  <a:pt x="1000800" y="804568"/>
                </a:lnTo>
                <a:lnTo>
                  <a:pt x="1000800" y="704347"/>
                </a:lnTo>
                <a:lnTo>
                  <a:pt x="901641" y="704347"/>
                </a:lnTo>
                <a:lnTo>
                  <a:pt x="901641" y="610521"/>
                </a:lnTo>
                <a:lnTo>
                  <a:pt x="1000800" y="610521"/>
                </a:lnTo>
                <a:lnTo>
                  <a:pt x="1000800" y="510300"/>
                </a:lnTo>
                <a:lnTo>
                  <a:pt x="901641" y="510300"/>
                </a:lnTo>
                <a:lnTo>
                  <a:pt x="901641" y="416474"/>
                </a:lnTo>
                <a:lnTo>
                  <a:pt x="1000800" y="416474"/>
                </a:lnTo>
                <a:lnTo>
                  <a:pt x="1000800" y="350749"/>
                </a:lnTo>
                <a:lnTo>
                  <a:pt x="993836" y="316253"/>
                </a:lnTo>
                <a:lnTo>
                  <a:pt x="886592" y="316253"/>
                </a:lnTo>
                <a:lnTo>
                  <a:pt x="851751" y="301821"/>
                </a:lnTo>
                <a:lnTo>
                  <a:pt x="841582" y="301821"/>
                </a:lnTo>
                <a:lnTo>
                  <a:pt x="841582" y="201600"/>
                </a:lnTo>
                <a:lnTo>
                  <a:pt x="741361" y="201600"/>
                </a:lnTo>
                <a:lnTo>
                  <a:pt x="741361" y="301821"/>
                </a:lnTo>
                <a:lnTo>
                  <a:pt x="647535" y="301821"/>
                </a:lnTo>
                <a:lnTo>
                  <a:pt x="647535" y="201600"/>
                </a:lnTo>
                <a:lnTo>
                  <a:pt x="547314" y="201600"/>
                </a:lnTo>
                <a:lnTo>
                  <a:pt x="547314" y="301821"/>
                </a:lnTo>
                <a:lnTo>
                  <a:pt x="453488" y="301821"/>
                </a:lnTo>
                <a:lnTo>
                  <a:pt x="453488" y="201600"/>
                </a:lnTo>
                <a:lnTo>
                  <a:pt x="353267" y="201600"/>
                </a:lnTo>
                <a:lnTo>
                  <a:pt x="353267" y="301821"/>
                </a:lnTo>
                <a:lnTo>
                  <a:pt x="259441" y="301821"/>
                </a:lnTo>
                <a:lnTo>
                  <a:pt x="259441" y="201600"/>
                </a:lnTo>
                <a:lnTo>
                  <a:pt x="299654" y="201600"/>
                </a:lnTo>
                <a:lnTo>
                  <a:pt x="299654" y="149149"/>
                </a:lnTo>
                <a:cubicBezTo>
                  <a:pt x="299654" y="66776"/>
                  <a:pt x="366430" y="0"/>
                  <a:pt x="44880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93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9461E-2929-F0E0-9A9A-C64B19510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15B8D0B-088F-E006-B454-68E173216F79}"/>
              </a:ext>
            </a:extLst>
          </p:cNvPr>
          <p:cNvGrpSpPr/>
          <p:nvPr/>
        </p:nvGrpSpPr>
        <p:grpSpPr>
          <a:xfrm>
            <a:off x="160020" y="713062"/>
            <a:ext cx="11871960" cy="1501200"/>
            <a:chOff x="320040" y="2292972"/>
            <a:chExt cx="11871960" cy="15012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084B74D-6E33-059D-C310-769B0C0A64CC}"/>
                </a:ext>
              </a:extLst>
            </p:cNvPr>
            <p:cNvCxnSpPr>
              <a:cxnSpLocks/>
            </p:cNvCxnSpPr>
            <p:nvPr/>
          </p:nvCxnSpPr>
          <p:spPr>
            <a:xfrm>
              <a:off x="320040" y="3794172"/>
              <a:ext cx="118719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82F8AA9-A43B-EF92-E374-ADAAB10C3000}"/>
                </a:ext>
              </a:extLst>
            </p:cNvPr>
            <p:cNvCxnSpPr>
              <a:cxnSpLocks/>
            </p:cNvCxnSpPr>
            <p:nvPr/>
          </p:nvCxnSpPr>
          <p:spPr>
            <a:xfrm>
              <a:off x="320040" y="2292972"/>
              <a:ext cx="118719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BCE097D1-9A27-9DBD-691C-02A1221F5784}"/>
              </a:ext>
            </a:extLst>
          </p:cNvPr>
          <p:cNvGrpSpPr/>
          <p:nvPr/>
        </p:nvGrpSpPr>
        <p:grpSpPr>
          <a:xfrm flipV="1">
            <a:off x="160020" y="4643146"/>
            <a:ext cx="11871960" cy="1501200"/>
            <a:chOff x="1644242" y="6040073"/>
            <a:chExt cx="7684316" cy="562063"/>
          </a:xfrm>
        </p:grpSpPr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FB86424E-09E6-9480-D056-7D4801914F94}"/>
                </a:ext>
              </a:extLst>
            </p:cNvPr>
            <p:cNvCxnSpPr/>
            <p:nvPr/>
          </p:nvCxnSpPr>
          <p:spPr>
            <a:xfrm>
              <a:off x="1644242" y="6040073"/>
              <a:ext cx="768431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DEF670F8-E3EB-A435-69A3-6C35EA2BF1E0}"/>
                </a:ext>
              </a:extLst>
            </p:cNvPr>
            <p:cNvCxnSpPr/>
            <p:nvPr/>
          </p:nvCxnSpPr>
          <p:spPr>
            <a:xfrm>
              <a:off x="1644242" y="6602136"/>
              <a:ext cx="768431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217390-DEF4-2509-2D15-1F1A1DC1C622}"/>
              </a:ext>
            </a:extLst>
          </p:cNvPr>
          <p:cNvCxnSpPr/>
          <p:nvPr/>
        </p:nvCxnSpPr>
        <p:spPr>
          <a:xfrm>
            <a:off x="160020" y="4225417"/>
            <a:ext cx="11871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1D8605A7-47EB-B34B-D620-4901426FF285}"/>
              </a:ext>
            </a:extLst>
          </p:cNvPr>
          <p:cNvGrpSpPr/>
          <p:nvPr/>
        </p:nvGrpSpPr>
        <p:grpSpPr>
          <a:xfrm>
            <a:off x="160020" y="2724217"/>
            <a:ext cx="11871960" cy="1501200"/>
            <a:chOff x="320040" y="2292972"/>
            <a:chExt cx="11871960" cy="1501200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AFC95941-033E-D87C-2780-4A3FE5BB83F2}"/>
                </a:ext>
              </a:extLst>
            </p:cNvPr>
            <p:cNvCxnSpPr>
              <a:cxnSpLocks/>
            </p:cNvCxnSpPr>
            <p:nvPr/>
          </p:nvCxnSpPr>
          <p:spPr>
            <a:xfrm>
              <a:off x="320040" y="3794172"/>
              <a:ext cx="118719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26CB6E25-05E3-9D11-DFA9-629104B9072B}"/>
                </a:ext>
              </a:extLst>
            </p:cNvPr>
            <p:cNvCxnSpPr>
              <a:cxnSpLocks/>
            </p:cNvCxnSpPr>
            <p:nvPr/>
          </p:nvCxnSpPr>
          <p:spPr>
            <a:xfrm>
              <a:off x="320040" y="2292972"/>
              <a:ext cx="118719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488E39B-5FB0-375E-D1A0-F5B1B0B0C225}"/>
              </a:ext>
            </a:extLst>
          </p:cNvPr>
          <p:cNvSpPr/>
          <p:nvPr/>
        </p:nvSpPr>
        <p:spPr>
          <a:xfrm>
            <a:off x="6140382" y="713062"/>
            <a:ext cx="1501200" cy="1501200"/>
          </a:xfrm>
          <a:custGeom>
            <a:avLst/>
            <a:gdLst>
              <a:gd name="csX0" fmla="*/ 364722 w 1501200"/>
              <a:gd name="csY0" fmla="*/ 128718 h 1501200"/>
              <a:gd name="csX1" fmla="*/ 128718 w 1501200"/>
              <a:gd name="csY1" fmla="*/ 364722 h 1501200"/>
              <a:gd name="csX2" fmla="*/ 128718 w 1501200"/>
              <a:gd name="csY2" fmla="*/ 1136478 h 1501200"/>
              <a:gd name="csX3" fmla="*/ 364722 w 1501200"/>
              <a:gd name="csY3" fmla="*/ 1372482 h 1501200"/>
              <a:gd name="csX4" fmla="*/ 1136478 w 1501200"/>
              <a:gd name="csY4" fmla="*/ 1372482 h 1501200"/>
              <a:gd name="csX5" fmla="*/ 1372482 w 1501200"/>
              <a:gd name="csY5" fmla="*/ 1136478 h 1501200"/>
              <a:gd name="csX6" fmla="*/ 1372482 w 1501200"/>
              <a:gd name="csY6" fmla="*/ 364722 h 1501200"/>
              <a:gd name="csX7" fmla="*/ 1136478 w 1501200"/>
              <a:gd name="csY7" fmla="*/ 128718 h 1501200"/>
              <a:gd name="csX8" fmla="*/ 388315 w 1501200"/>
              <a:gd name="csY8" fmla="*/ 0 h 1501200"/>
              <a:gd name="csX9" fmla="*/ 1112885 w 1501200"/>
              <a:gd name="csY9" fmla="*/ 0 h 1501200"/>
              <a:gd name="csX10" fmla="*/ 1501200 w 1501200"/>
              <a:gd name="csY10" fmla="*/ 388315 h 1501200"/>
              <a:gd name="csX11" fmla="*/ 1501200 w 1501200"/>
              <a:gd name="csY11" fmla="*/ 1112885 h 1501200"/>
              <a:gd name="csX12" fmla="*/ 1112885 w 1501200"/>
              <a:gd name="csY12" fmla="*/ 1501200 h 1501200"/>
              <a:gd name="csX13" fmla="*/ 388315 w 1501200"/>
              <a:gd name="csY13" fmla="*/ 1501200 h 1501200"/>
              <a:gd name="csX14" fmla="*/ 0 w 1501200"/>
              <a:gd name="csY14" fmla="*/ 1112885 h 1501200"/>
              <a:gd name="csX15" fmla="*/ 0 w 1501200"/>
              <a:gd name="csY15" fmla="*/ 388315 h 1501200"/>
              <a:gd name="csX16" fmla="*/ 388315 w 1501200"/>
              <a:gd name="csY16" fmla="*/ 0 h 150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501200" h="1501200">
                <a:moveTo>
                  <a:pt x="364722" y="128718"/>
                </a:moveTo>
                <a:cubicBezTo>
                  <a:pt x="234381" y="128718"/>
                  <a:pt x="128718" y="234381"/>
                  <a:pt x="128718" y="364722"/>
                </a:cubicBezTo>
                <a:lnTo>
                  <a:pt x="128718" y="1136478"/>
                </a:lnTo>
                <a:cubicBezTo>
                  <a:pt x="128718" y="1266819"/>
                  <a:pt x="234381" y="1372482"/>
                  <a:pt x="364722" y="1372482"/>
                </a:cubicBezTo>
                <a:lnTo>
                  <a:pt x="1136478" y="1372482"/>
                </a:lnTo>
                <a:cubicBezTo>
                  <a:pt x="1266819" y="1372482"/>
                  <a:pt x="1372482" y="1266819"/>
                  <a:pt x="1372482" y="1136478"/>
                </a:cubicBezTo>
                <a:lnTo>
                  <a:pt x="1372482" y="364722"/>
                </a:lnTo>
                <a:cubicBezTo>
                  <a:pt x="1372482" y="234381"/>
                  <a:pt x="1266819" y="128718"/>
                  <a:pt x="1136478" y="128718"/>
                </a:cubicBezTo>
                <a:close/>
                <a:moveTo>
                  <a:pt x="388315" y="0"/>
                </a:moveTo>
                <a:lnTo>
                  <a:pt x="1112885" y="0"/>
                </a:lnTo>
                <a:cubicBezTo>
                  <a:pt x="1327345" y="0"/>
                  <a:pt x="1501200" y="173855"/>
                  <a:pt x="1501200" y="388315"/>
                </a:cubicBezTo>
                <a:lnTo>
                  <a:pt x="1501200" y="1112885"/>
                </a:lnTo>
                <a:cubicBezTo>
                  <a:pt x="1501200" y="1327345"/>
                  <a:pt x="1327345" y="1501200"/>
                  <a:pt x="1112885" y="1501200"/>
                </a:cubicBezTo>
                <a:lnTo>
                  <a:pt x="388315" y="1501200"/>
                </a:lnTo>
                <a:cubicBezTo>
                  <a:pt x="173855" y="1501200"/>
                  <a:pt x="0" y="1327345"/>
                  <a:pt x="0" y="1112885"/>
                </a:cubicBezTo>
                <a:lnTo>
                  <a:pt x="0" y="388315"/>
                </a:lnTo>
                <a:cubicBezTo>
                  <a:pt x="0" y="173855"/>
                  <a:pt x="173855" y="0"/>
                  <a:pt x="38831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F824F3E-F600-C178-72FA-02EAA25E1518}"/>
              </a:ext>
            </a:extLst>
          </p:cNvPr>
          <p:cNvSpPr/>
          <p:nvPr/>
        </p:nvSpPr>
        <p:spPr>
          <a:xfrm>
            <a:off x="7955489" y="713062"/>
            <a:ext cx="1501200" cy="1501200"/>
          </a:xfrm>
          <a:custGeom>
            <a:avLst/>
            <a:gdLst>
              <a:gd name="csX0" fmla="*/ 364722 w 1501200"/>
              <a:gd name="csY0" fmla="*/ 128718 h 1501200"/>
              <a:gd name="csX1" fmla="*/ 128718 w 1501200"/>
              <a:gd name="csY1" fmla="*/ 364722 h 1501200"/>
              <a:gd name="csX2" fmla="*/ 128718 w 1501200"/>
              <a:gd name="csY2" fmla="*/ 1136478 h 1501200"/>
              <a:gd name="csX3" fmla="*/ 364722 w 1501200"/>
              <a:gd name="csY3" fmla="*/ 1372482 h 1501200"/>
              <a:gd name="csX4" fmla="*/ 1136478 w 1501200"/>
              <a:gd name="csY4" fmla="*/ 1372482 h 1501200"/>
              <a:gd name="csX5" fmla="*/ 1372482 w 1501200"/>
              <a:gd name="csY5" fmla="*/ 1136478 h 1501200"/>
              <a:gd name="csX6" fmla="*/ 1372482 w 1501200"/>
              <a:gd name="csY6" fmla="*/ 364722 h 1501200"/>
              <a:gd name="csX7" fmla="*/ 1136478 w 1501200"/>
              <a:gd name="csY7" fmla="*/ 128718 h 1501200"/>
              <a:gd name="csX8" fmla="*/ 388315 w 1501200"/>
              <a:gd name="csY8" fmla="*/ 0 h 1501200"/>
              <a:gd name="csX9" fmla="*/ 1112885 w 1501200"/>
              <a:gd name="csY9" fmla="*/ 0 h 1501200"/>
              <a:gd name="csX10" fmla="*/ 1501200 w 1501200"/>
              <a:gd name="csY10" fmla="*/ 388315 h 1501200"/>
              <a:gd name="csX11" fmla="*/ 1501200 w 1501200"/>
              <a:gd name="csY11" fmla="*/ 1112885 h 1501200"/>
              <a:gd name="csX12" fmla="*/ 1112885 w 1501200"/>
              <a:gd name="csY12" fmla="*/ 1501200 h 1501200"/>
              <a:gd name="csX13" fmla="*/ 388315 w 1501200"/>
              <a:gd name="csY13" fmla="*/ 1501200 h 1501200"/>
              <a:gd name="csX14" fmla="*/ 0 w 1501200"/>
              <a:gd name="csY14" fmla="*/ 1112885 h 1501200"/>
              <a:gd name="csX15" fmla="*/ 0 w 1501200"/>
              <a:gd name="csY15" fmla="*/ 388315 h 1501200"/>
              <a:gd name="csX16" fmla="*/ 388315 w 1501200"/>
              <a:gd name="csY16" fmla="*/ 0 h 150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501200" h="1501200">
                <a:moveTo>
                  <a:pt x="364722" y="128718"/>
                </a:moveTo>
                <a:cubicBezTo>
                  <a:pt x="234381" y="128718"/>
                  <a:pt x="128718" y="234381"/>
                  <a:pt x="128718" y="364722"/>
                </a:cubicBezTo>
                <a:lnTo>
                  <a:pt x="128718" y="1136478"/>
                </a:lnTo>
                <a:cubicBezTo>
                  <a:pt x="128718" y="1266819"/>
                  <a:pt x="234381" y="1372482"/>
                  <a:pt x="364722" y="1372482"/>
                </a:cubicBezTo>
                <a:lnTo>
                  <a:pt x="1136478" y="1372482"/>
                </a:lnTo>
                <a:cubicBezTo>
                  <a:pt x="1266819" y="1372482"/>
                  <a:pt x="1372482" y="1266819"/>
                  <a:pt x="1372482" y="1136478"/>
                </a:cubicBezTo>
                <a:lnTo>
                  <a:pt x="1372482" y="364722"/>
                </a:lnTo>
                <a:cubicBezTo>
                  <a:pt x="1372482" y="234381"/>
                  <a:pt x="1266819" y="128718"/>
                  <a:pt x="1136478" y="128718"/>
                </a:cubicBezTo>
                <a:close/>
                <a:moveTo>
                  <a:pt x="388315" y="0"/>
                </a:moveTo>
                <a:lnTo>
                  <a:pt x="1112885" y="0"/>
                </a:lnTo>
                <a:cubicBezTo>
                  <a:pt x="1327345" y="0"/>
                  <a:pt x="1501200" y="173855"/>
                  <a:pt x="1501200" y="388315"/>
                </a:cubicBezTo>
                <a:lnTo>
                  <a:pt x="1501200" y="1112885"/>
                </a:lnTo>
                <a:cubicBezTo>
                  <a:pt x="1501200" y="1327345"/>
                  <a:pt x="1327345" y="1501200"/>
                  <a:pt x="1112885" y="1501200"/>
                </a:cubicBezTo>
                <a:lnTo>
                  <a:pt x="388315" y="1501200"/>
                </a:lnTo>
                <a:cubicBezTo>
                  <a:pt x="173855" y="1501200"/>
                  <a:pt x="0" y="1327345"/>
                  <a:pt x="0" y="1112885"/>
                </a:cubicBezTo>
                <a:lnTo>
                  <a:pt x="0" y="388315"/>
                </a:lnTo>
                <a:cubicBezTo>
                  <a:pt x="0" y="173855"/>
                  <a:pt x="173855" y="0"/>
                  <a:pt x="38831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679DAB4-22EB-2FBC-2CFC-BB2B752CC48F}"/>
              </a:ext>
            </a:extLst>
          </p:cNvPr>
          <p:cNvSpPr/>
          <p:nvPr/>
        </p:nvSpPr>
        <p:spPr>
          <a:xfrm flipH="1" flipV="1">
            <a:off x="8330789" y="1463662"/>
            <a:ext cx="375300" cy="375300"/>
          </a:xfrm>
          <a:custGeom>
            <a:avLst/>
            <a:gdLst>
              <a:gd name="csX0" fmla="*/ 62550 w 375300"/>
              <a:gd name="csY0" fmla="*/ 0 h 375300"/>
              <a:gd name="csX1" fmla="*/ 125100 w 375300"/>
              <a:gd name="csY1" fmla="*/ 62550 h 375300"/>
              <a:gd name="csX2" fmla="*/ 125100 w 375300"/>
              <a:gd name="csY2" fmla="*/ 161742 h 375300"/>
              <a:gd name="csX3" fmla="*/ 268520 w 375300"/>
              <a:gd name="csY3" fmla="*/ 18321 h 375300"/>
              <a:gd name="csX4" fmla="*/ 356979 w 375300"/>
              <a:gd name="csY4" fmla="*/ 18321 h 375300"/>
              <a:gd name="csX5" fmla="*/ 356979 w 375300"/>
              <a:gd name="csY5" fmla="*/ 106779 h 375300"/>
              <a:gd name="csX6" fmla="*/ 213559 w 375300"/>
              <a:gd name="csY6" fmla="*/ 250200 h 375300"/>
              <a:gd name="csX7" fmla="*/ 312750 w 375300"/>
              <a:gd name="csY7" fmla="*/ 250200 h 375300"/>
              <a:gd name="csX8" fmla="*/ 375300 w 375300"/>
              <a:gd name="csY8" fmla="*/ 312750 h 375300"/>
              <a:gd name="csX9" fmla="*/ 312750 w 375300"/>
              <a:gd name="csY9" fmla="*/ 375300 h 375300"/>
              <a:gd name="csX10" fmla="*/ 62550 w 375300"/>
              <a:gd name="csY10" fmla="*/ 375300 h 375300"/>
              <a:gd name="csX11" fmla="*/ 18320 w 375300"/>
              <a:gd name="csY11" fmla="*/ 356979 h 375300"/>
              <a:gd name="csX12" fmla="*/ 0 w 375300"/>
              <a:gd name="csY12" fmla="*/ 312750 h 375300"/>
              <a:gd name="csX13" fmla="*/ 0 w 375300"/>
              <a:gd name="csY13" fmla="*/ 62550 h 375300"/>
              <a:gd name="csX14" fmla="*/ 62550 w 375300"/>
              <a:gd name="csY14" fmla="*/ 0 h 375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75300" h="375300">
                <a:moveTo>
                  <a:pt x="62550" y="0"/>
                </a:moveTo>
                <a:cubicBezTo>
                  <a:pt x="97096" y="0"/>
                  <a:pt x="125100" y="28004"/>
                  <a:pt x="125100" y="62550"/>
                </a:cubicBezTo>
                <a:lnTo>
                  <a:pt x="125100" y="161742"/>
                </a:lnTo>
                <a:lnTo>
                  <a:pt x="268520" y="18321"/>
                </a:lnTo>
                <a:cubicBezTo>
                  <a:pt x="292948" y="-6105"/>
                  <a:pt x="332553" y="-6105"/>
                  <a:pt x="356979" y="18321"/>
                </a:cubicBezTo>
                <a:cubicBezTo>
                  <a:pt x="381405" y="42747"/>
                  <a:pt x="381405" y="82353"/>
                  <a:pt x="356979" y="106779"/>
                </a:cubicBezTo>
                <a:lnTo>
                  <a:pt x="213559" y="250200"/>
                </a:lnTo>
                <a:lnTo>
                  <a:pt x="312750" y="250200"/>
                </a:lnTo>
                <a:cubicBezTo>
                  <a:pt x="347296" y="250200"/>
                  <a:pt x="375300" y="278204"/>
                  <a:pt x="375300" y="312750"/>
                </a:cubicBezTo>
                <a:cubicBezTo>
                  <a:pt x="375300" y="347296"/>
                  <a:pt x="347296" y="375300"/>
                  <a:pt x="312750" y="375300"/>
                </a:cubicBezTo>
                <a:lnTo>
                  <a:pt x="62550" y="375300"/>
                </a:lnTo>
                <a:cubicBezTo>
                  <a:pt x="45960" y="375300"/>
                  <a:pt x="30051" y="368707"/>
                  <a:pt x="18320" y="356979"/>
                </a:cubicBezTo>
                <a:cubicBezTo>
                  <a:pt x="6590" y="345251"/>
                  <a:pt x="0" y="329338"/>
                  <a:pt x="0" y="312750"/>
                </a:cubicBezTo>
                <a:lnTo>
                  <a:pt x="0" y="62550"/>
                </a:lnTo>
                <a:cubicBezTo>
                  <a:pt x="0" y="28004"/>
                  <a:pt x="28005" y="0"/>
                  <a:pt x="62550" y="0"/>
                </a:cubicBezTo>
                <a:close/>
              </a:path>
            </a:pathLst>
          </a:custGeom>
          <a:solidFill>
            <a:srgbClr val="111111"/>
          </a:solidFill>
          <a:ln w="62309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D62348-6A3C-B71F-D0B7-A7689CBC967C}"/>
              </a:ext>
            </a:extLst>
          </p:cNvPr>
          <p:cNvSpPr/>
          <p:nvPr/>
        </p:nvSpPr>
        <p:spPr>
          <a:xfrm flipH="1" flipV="1">
            <a:off x="8706089" y="1088362"/>
            <a:ext cx="375300" cy="375300"/>
          </a:xfrm>
          <a:custGeom>
            <a:avLst/>
            <a:gdLst>
              <a:gd name="csX0" fmla="*/ 62550 w 375300"/>
              <a:gd name="csY0" fmla="*/ 0 h 375300"/>
              <a:gd name="csX1" fmla="*/ 312750 w 375300"/>
              <a:gd name="csY1" fmla="*/ 0 h 375300"/>
              <a:gd name="csX2" fmla="*/ 375300 w 375300"/>
              <a:gd name="csY2" fmla="*/ 62550 h 375300"/>
              <a:gd name="csX3" fmla="*/ 375300 w 375300"/>
              <a:gd name="csY3" fmla="*/ 312750 h 375300"/>
              <a:gd name="csX4" fmla="*/ 312750 w 375300"/>
              <a:gd name="csY4" fmla="*/ 375300 h 375300"/>
              <a:gd name="csX5" fmla="*/ 250200 w 375300"/>
              <a:gd name="csY5" fmla="*/ 312750 h 375300"/>
              <a:gd name="csX6" fmla="*/ 250200 w 375300"/>
              <a:gd name="csY6" fmla="*/ 213559 h 375300"/>
              <a:gd name="csX7" fmla="*/ 106779 w 375300"/>
              <a:gd name="csY7" fmla="*/ 356979 h 375300"/>
              <a:gd name="csX8" fmla="*/ 18321 w 375300"/>
              <a:gd name="csY8" fmla="*/ 356979 h 375300"/>
              <a:gd name="csX9" fmla="*/ 18321 w 375300"/>
              <a:gd name="csY9" fmla="*/ 268520 h 375300"/>
              <a:gd name="csX10" fmla="*/ 161742 w 375300"/>
              <a:gd name="csY10" fmla="*/ 125100 h 375300"/>
              <a:gd name="csX11" fmla="*/ 62550 w 375300"/>
              <a:gd name="csY11" fmla="*/ 125100 h 375300"/>
              <a:gd name="csX12" fmla="*/ 0 w 375300"/>
              <a:gd name="csY12" fmla="*/ 62550 h 375300"/>
              <a:gd name="csX13" fmla="*/ 62550 w 375300"/>
              <a:gd name="csY13" fmla="*/ 0 h 375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75300" h="375300">
                <a:moveTo>
                  <a:pt x="62550" y="0"/>
                </a:moveTo>
                <a:lnTo>
                  <a:pt x="312750" y="0"/>
                </a:lnTo>
                <a:cubicBezTo>
                  <a:pt x="347296" y="0"/>
                  <a:pt x="375300" y="28005"/>
                  <a:pt x="375300" y="62550"/>
                </a:cubicBezTo>
                <a:lnTo>
                  <a:pt x="375300" y="312750"/>
                </a:lnTo>
                <a:cubicBezTo>
                  <a:pt x="375300" y="347296"/>
                  <a:pt x="347296" y="375300"/>
                  <a:pt x="312750" y="375300"/>
                </a:cubicBezTo>
                <a:cubicBezTo>
                  <a:pt x="278204" y="375300"/>
                  <a:pt x="250200" y="347296"/>
                  <a:pt x="250200" y="312750"/>
                </a:cubicBezTo>
                <a:lnTo>
                  <a:pt x="250200" y="213559"/>
                </a:lnTo>
                <a:lnTo>
                  <a:pt x="106779" y="356979"/>
                </a:lnTo>
                <a:cubicBezTo>
                  <a:pt x="82353" y="381405"/>
                  <a:pt x="42747" y="381405"/>
                  <a:pt x="18321" y="356979"/>
                </a:cubicBezTo>
                <a:cubicBezTo>
                  <a:pt x="-6105" y="332553"/>
                  <a:pt x="-6105" y="292948"/>
                  <a:pt x="18321" y="268520"/>
                </a:cubicBezTo>
                <a:lnTo>
                  <a:pt x="161742" y="125100"/>
                </a:lnTo>
                <a:lnTo>
                  <a:pt x="62550" y="125100"/>
                </a:lnTo>
                <a:cubicBezTo>
                  <a:pt x="28004" y="125100"/>
                  <a:pt x="0" y="97096"/>
                  <a:pt x="0" y="62550"/>
                </a:cubicBezTo>
                <a:cubicBezTo>
                  <a:pt x="0" y="28005"/>
                  <a:pt x="28004" y="0"/>
                  <a:pt x="62550" y="0"/>
                </a:cubicBezTo>
                <a:close/>
              </a:path>
            </a:pathLst>
          </a:custGeom>
          <a:solidFill>
            <a:srgbClr val="111111"/>
          </a:solidFill>
          <a:ln w="62309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10E0D305-D7D8-21C4-46CC-04CD8240D096}"/>
              </a:ext>
            </a:extLst>
          </p:cNvPr>
          <p:cNvSpPr/>
          <p:nvPr/>
        </p:nvSpPr>
        <p:spPr>
          <a:xfrm>
            <a:off x="6345699" y="1633647"/>
            <a:ext cx="375300" cy="375300"/>
          </a:xfrm>
          <a:custGeom>
            <a:avLst/>
            <a:gdLst>
              <a:gd name="csX0" fmla="*/ 62550 w 375300"/>
              <a:gd name="csY0" fmla="*/ 0 h 375300"/>
              <a:gd name="csX1" fmla="*/ 125100 w 375300"/>
              <a:gd name="csY1" fmla="*/ 62550 h 375300"/>
              <a:gd name="csX2" fmla="*/ 125100 w 375300"/>
              <a:gd name="csY2" fmla="*/ 161742 h 375300"/>
              <a:gd name="csX3" fmla="*/ 268520 w 375300"/>
              <a:gd name="csY3" fmla="*/ 18321 h 375300"/>
              <a:gd name="csX4" fmla="*/ 356979 w 375300"/>
              <a:gd name="csY4" fmla="*/ 18321 h 375300"/>
              <a:gd name="csX5" fmla="*/ 356979 w 375300"/>
              <a:gd name="csY5" fmla="*/ 106779 h 375300"/>
              <a:gd name="csX6" fmla="*/ 213559 w 375300"/>
              <a:gd name="csY6" fmla="*/ 250200 h 375300"/>
              <a:gd name="csX7" fmla="*/ 312750 w 375300"/>
              <a:gd name="csY7" fmla="*/ 250200 h 375300"/>
              <a:gd name="csX8" fmla="*/ 375300 w 375300"/>
              <a:gd name="csY8" fmla="*/ 312750 h 375300"/>
              <a:gd name="csX9" fmla="*/ 312750 w 375300"/>
              <a:gd name="csY9" fmla="*/ 375300 h 375300"/>
              <a:gd name="csX10" fmla="*/ 62550 w 375300"/>
              <a:gd name="csY10" fmla="*/ 375300 h 375300"/>
              <a:gd name="csX11" fmla="*/ 18320 w 375300"/>
              <a:gd name="csY11" fmla="*/ 356979 h 375300"/>
              <a:gd name="csX12" fmla="*/ 0 w 375300"/>
              <a:gd name="csY12" fmla="*/ 312750 h 375300"/>
              <a:gd name="csX13" fmla="*/ 0 w 375300"/>
              <a:gd name="csY13" fmla="*/ 62550 h 375300"/>
              <a:gd name="csX14" fmla="*/ 62550 w 375300"/>
              <a:gd name="csY14" fmla="*/ 0 h 375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75300" h="375300">
                <a:moveTo>
                  <a:pt x="62550" y="0"/>
                </a:moveTo>
                <a:cubicBezTo>
                  <a:pt x="97096" y="0"/>
                  <a:pt x="125100" y="28004"/>
                  <a:pt x="125100" y="62550"/>
                </a:cubicBezTo>
                <a:lnTo>
                  <a:pt x="125100" y="161742"/>
                </a:lnTo>
                <a:lnTo>
                  <a:pt x="268520" y="18321"/>
                </a:lnTo>
                <a:cubicBezTo>
                  <a:pt x="292948" y="-6105"/>
                  <a:pt x="332553" y="-6105"/>
                  <a:pt x="356979" y="18321"/>
                </a:cubicBezTo>
                <a:cubicBezTo>
                  <a:pt x="381405" y="42747"/>
                  <a:pt x="381405" y="82353"/>
                  <a:pt x="356979" y="106779"/>
                </a:cubicBezTo>
                <a:lnTo>
                  <a:pt x="213559" y="250200"/>
                </a:lnTo>
                <a:lnTo>
                  <a:pt x="312750" y="250200"/>
                </a:lnTo>
                <a:cubicBezTo>
                  <a:pt x="347296" y="250200"/>
                  <a:pt x="375300" y="278204"/>
                  <a:pt x="375300" y="312750"/>
                </a:cubicBezTo>
                <a:cubicBezTo>
                  <a:pt x="375300" y="347296"/>
                  <a:pt x="347296" y="375300"/>
                  <a:pt x="312750" y="375300"/>
                </a:cubicBezTo>
                <a:lnTo>
                  <a:pt x="62550" y="375300"/>
                </a:lnTo>
                <a:cubicBezTo>
                  <a:pt x="45960" y="375300"/>
                  <a:pt x="30051" y="368707"/>
                  <a:pt x="18320" y="356979"/>
                </a:cubicBezTo>
                <a:cubicBezTo>
                  <a:pt x="6590" y="345251"/>
                  <a:pt x="0" y="329338"/>
                  <a:pt x="0" y="312750"/>
                </a:cubicBezTo>
                <a:lnTo>
                  <a:pt x="0" y="62550"/>
                </a:lnTo>
                <a:cubicBezTo>
                  <a:pt x="0" y="28004"/>
                  <a:pt x="28005" y="0"/>
                  <a:pt x="62550" y="0"/>
                </a:cubicBezTo>
                <a:close/>
              </a:path>
            </a:pathLst>
          </a:custGeom>
          <a:solidFill>
            <a:srgbClr val="111111"/>
          </a:solidFill>
          <a:ln w="62309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6952547F-9D33-6E9D-7497-BA69F800B495}"/>
              </a:ext>
            </a:extLst>
          </p:cNvPr>
          <p:cNvSpPr/>
          <p:nvPr/>
        </p:nvSpPr>
        <p:spPr>
          <a:xfrm>
            <a:off x="7060969" y="918377"/>
            <a:ext cx="375300" cy="375300"/>
          </a:xfrm>
          <a:custGeom>
            <a:avLst/>
            <a:gdLst>
              <a:gd name="csX0" fmla="*/ 62550 w 375300"/>
              <a:gd name="csY0" fmla="*/ 0 h 375300"/>
              <a:gd name="csX1" fmla="*/ 312750 w 375300"/>
              <a:gd name="csY1" fmla="*/ 0 h 375300"/>
              <a:gd name="csX2" fmla="*/ 375300 w 375300"/>
              <a:gd name="csY2" fmla="*/ 62550 h 375300"/>
              <a:gd name="csX3" fmla="*/ 375300 w 375300"/>
              <a:gd name="csY3" fmla="*/ 312750 h 375300"/>
              <a:gd name="csX4" fmla="*/ 312750 w 375300"/>
              <a:gd name="csY4" fmla="*/ 375300 h 375300"/>
              <a:gd name="csX5" fmla="*/ 250200 w 375300"/>
              <a:gd name="csY5" fmla="*/ 312750 h 375300"/>
              <a:gd name="csX6" fmla="*/ 250200 w 375300"/>
              <a:gd name="csY6" fmla="*/ 213559 h 375300"/>
              <a:gd name="csX7" fmla="*/ 106779 w 375300"/>
              <a:gd name="csY7" fmla="*/ 356979 h 375300"/>
              <a:gd name="csX8" fmla="*/ 18321 w 375300"/>
              <a:gd name="csY8" fmla="*/ 356979 h 375300"/>
              <a:gd name="csX9" fmla="*/ 18321 w 375300"/>
              <a:gd name="csY9" fmla="*/ 268520 h 375300"/>
              <a:gd name="csX10" fmla="*/ 161742 w 375300"/>
              <a:gd name="csY10" fmla="*/ 125100 h 375300"/>
              <a:gd name="csX11" fmla="*/ 62550 w 375300"/>
              <a:gd name="csY11" fmla="*/ 125100 h 375300"/>
              <a:gd name="csX12" fmla="*/ 0 w 375300"/>
              <a:gd name="csY12" fmla="*/ 62550 h 375300"/>
              <a:gd name="csX13" fmla="*/ 62550 w 375300"/>
              <a:gd name="csY13" fmla="*/ 0 h 375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75300" h="375300">
                <a:moveTo>
                  <a:pt x="62550" y="0"/>
                </a:moveTo>
                <a:lnTo>
                  <a:pt x="312750" y="0"/>
                </a:lnTo>
                <a:cubicBezTo>
                  <a:pt x="347296" y="0"/>
                  <a:pt x="375300" y="28005"/>
                  <a:pt x="375300" y="62550"/>
                </a:cubicBezTo>
                <a:lnTo>
                  <a:pt x="375300" y="312750"/>
                </a:lnTo>
                <a:cubicBezTo>
                  <a:pt x="375300" y="347296"/>
                  <a:pt x="347296" y="375300"/>
                  <a:pt x="312750" y="375300"/>
                </a:cubicBezTo>
                <a:cubicBezTo>
                  <a:pt x="278204" y="375300"/>
                  <a:pt x="250200" y="347296"/>
                  <a:pt x="250200" y="312750"/>
                </a:cubicBezTo>
                <a:lnTo>
                  <a:pt x="250200" y="213559"/>
                </a:lnTo>
                <a:lnTo>
                  <a:pt x="106779" y="356979"/>
                </a:lnTo>
                <a:cubicBezTo>
                  <a:pt x="82353" y="381405"/>
                  <a:pt x="42747" y="381405"/>
                  <a:pt x="18321" y="356979"/>
                </a:cubicBezTo>
                <a:cubicBezTo>
                  <a:pt x="-6105" y="332553"/>
                  <a:pt x="-6105" y="292948"/>
                  <a:pt x="18321" y="268520"/>
                </a:cubicBezTo>
                <a:lnTo>
                  <a:pt x="161742" y="125100"/>
                </a:lnTo>
                <a:lnTo>
                  <a:pt x="62550" y="125100"/>
                </a:lnTo>
                <a:cubicBezTo>
                  <a:pt x="28004" y="125100"/>
                  <a:pt x="0" y="97096"/>
                  <a:pt x="0" y="62550"/>
                </a:cubicBezTo>
                <a:cubicBezTo>
                  <a:pt x="0" y="28005"/>
                  <a:pt x="28004" y="0"/>
                  <a:pt x="62550" y="0"/>
                </a:cubicBezTo>
                <a:close/>
              </a:path>
            </a:pathLst>
          </a:custGeom>
          <a:solidFill>
            <a:srgbClr val="111111"/>
          </a:solidFill>
          <a:ln w="62309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B20A9D2-09F8-1826-5EC1-CEFA68B2F4C8}"/>
              </a:ext>
            </a:extLst>
          </p:cNvPr>
          <p:cNvGrpSpPr/>
          <p:nvPr/>
        </p:nvGrpSpPr>
        <p:grpSpPr>
          <a:xfrm>
            <a:off x="2735311" y="713062"/>
            <a:ext cx="2962440" cy="1501199"/>
            <a:chOff x="5643562" y="3199729"/>
            <a:chExt cx="904875" cy="458540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FB3DCA9-97C1-7B67-DF7E-7FFB662B2E59}"/>
                </a:ext>
              </a:extLst>
            </p:cNvPr>
            <p:cNvSpPr/>
            <p:nvPr/>
          </p:nvSpPr>
          <p:spPr>
            <a:xfrm>
              <a:off x="6089930" y="3199746"/>
              <a:ext cx="458507" cy="458507"/>
            </a:xfrm>
            <a:custGeom>
              <a:avLst/>
              <a:gdLst>
                <a:gd name="csX0" fmla="*/ 452360 w 458507"/>
                <a:gd name="csY0" fmla="*/ 244118 h 458507"/>
                <a:gd name="csX1" fmla="*/ 244118 w 458507"/>
                <a:gd name="csY1" fmla="*/ 452360 h 458507"/>
                <a:gd name="csX2" fmla="*/ 214389 w 458507"/>
                <a:gd name="csY2" fmla="*/ 452360 h 458507"/>
                <a:gd name="csX3" fmla="*/ 6148 w 458507"/>
                <a:gd name="csY3" fmla="*/ 244118 h 458507"/>
                <a:gd name="csX4" fmla="*/ 6148 w 458507"/>
                <a:gd name="csY4" fmla="*/ 214389 h 458507"/>
                <a:gd name="csX5" fmla="*/ 214389 w 458507"/>
                <a:gd name="csY5" fmla="*/ 6147 h 458507"/>
                <a:gd name="csX6" fmla="*/ 244118 w 458507"/>
                <a:gd name="csY6" fmla="*/ 6147 h 458507"/>
                <a:gd name="csX7" fmla="*/ 452360 w 458507"/>
                <a:gd name="csY7" fmla="*/ 214389 h 458507"/>
                <a:gd name="csX8" fmla="*/ 452360 w 458507"/>
                <a:gd name="csY8" fmla="*/ 244118 h 4585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58507" h="458507">
                  <a:moveTo>
                    <a:pt x="452360" y="244118"/>
                  </a:moveTo>
                  <a:lnTo>
                    <a:pt x="244118" y="452360"/>
                  </a:lnTo>
                  <a:cubicBezTo>
                    <a:pt x="235922" y="460556"/>
                    <a:pt x="222586" y="460556"/>
                    <a:pt x="214389" y="452360"/>
                  </a:cubicBezTo>
                  <a:lnTo>
                    <a:pt x="6148" y="244118"/>
                  </a:lnTo>
                  <a:cubicBezTo>
                    <a:pt x="-2049" y="235922"/>
                    <a:pt x="-2049" y="222586"/>
                    <a:pt x="6148" y="214389"/>
                  </a:cubicBezTo>
                  <a:lnTo>
                    <a:pt x="214389" y="6147"/>
                  </a:lnTo>
                  <a:cubicBezTo>
                    <a:pt x="222586" y="-2049"/>
                    <a:pt x="235922" y="-2049"/>
                    <a:pt x="244118" y="6147"/>
                  </a:cubicBezTo>
                  <a:lnTo>
                    <a:pt x="452360" y="214389"/>
                  </a:lnTo>
                  <a:cubicBezTo>
                    <a:pt x="460556" y="222586"/>
                    <a:pt x="460556" y="235922"/>
                    <a:pt x="452360" y="244118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5FF091A-D82C-3031-4129-2EDB41B66220}"/>
                </a:ext>
              </a:extLst>
            </p:cNvPr>
            <p:cNvSpPr/>
            <p:nvPr/>
          </p:nvSpPr>
          <p:spPr>
            <a:xfrm>
              <a:off x="5866787" y="3199729"/>
              <a:ext cx="318581" cy="458540"/>
            </a:xfrm>
            <a:custGeom>
              <a:avLst/>
              <a:gdLst>
                <a:gd name="csX0" fmla="*/ 184669 w 318581"/>
                <a:gd name="csY0" fmla="*/ 244098 h 458540"/>
                <a:gd name="csX1" fmla="*/ 318581 w 318581"/>
                <a:gd name="csY1" fmla="*/ 378010 h 458540"/>
                <a:gd name="csX2" fmla="*/ 244098 w 318581"/>
                <a:gd name="csY2" fmla="*/ 452381 h 458540"/>
                <a:gd name="csX3" fmla="*/ 214327 w 318581"/>
                <a:gd name="csY3" fmla="*/ 452381 h 458540"/>
                <a:gd name="csX4" fmla="*/ 6159 w 318581"/>
                <a:gd name="csY4" fmla="*/ 244098 h 458540"/>
                <a:gd name="csX5" fmla="*/ 6159 w 318581"/>
                <a:gd name="csY5" fmla="*/ 214442 h 458540"/>
                <a:gd name="csX6" fmla="*/ 214327 w 318581"/>
                <a:gd name="csY6" fmla="*/ 6160 h 458540"/>
                <a:gd name="csX7" fmla="*/ 244098 w 318581"/>
                <a:gd name="csY7" fmla="*/ 6160 h 458540"/>
                <a:gd name="csX8" fmla="*/ 318581 w 318581"/>
                <a:gd name="csY8" fmla="*/ 80644 h 458540"/>
                <a:gd name="csX9" fmla="*/ 184669 w 318581"/>
                <a:gd name="csY9" fmla="*/ 214442 h 458540"/>
                <a:gd name="csX10" fmla="*/ 184669 w 318581"/>
                <a:gd name="csY10" fmla="*/ 244098 h 4585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18581" h="458540">
                  <a:moveTo>
                    <a:pt x="184669" y="244098"/>
                  </a:moveTo>
                  <a:lnTo>
                    <a:pt x="318581" y="378010"/>
                  </a:lnTo>
                  <a:lnTo>
                    <a:pt x="244098" y="452381"/>
                  </a:lnTo>
                  <a:cubicBezTo>
                    <a:pt x="235884" y="460594"/>
                    <a:pt x="222540" y="460594"/>
                    <a:pt x="214327" y="452381"/>
                  </a:cubicBezTo>
                  <a:lnTo>
                    <a:pt x="6159" y="244098"/>
                  </a:lnTo>
                  <a:cubicBezTo>
                    <a:pt x="-2053" y="235886"/>
                    <a:pt x="-2053" y="222654"/>
                    <a:pt x="6159" y="214442"/>
                  </a:cubicBezTo>
                  <a:lnTo>
                    <a:pt x="214327" y="6160"/>
                  </a:lnTo>
                  <a:cubicBezTo>
                    <a:pt x="222540" y="-2053"/>
                    <a:pt x="235884" y="-2053"/>
                    <a:pt x="244098" y="6160"/>
                  </a:cubicBezTo>
                  <a:lnTo>
                    <a:pt x="318581" y="80644"/>
                  </a:lnTo>
                  <a:lnTo>
                    <a:pt x="184669" y="214442"/>
                  </a:lnTo>
                  <a:cubicBezTo>
                    <a:pt x="176457" y="222654"/>
                    <a:pt x="176457" y="235886"/>
                    <a:pt x="184669" y="244098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9122843-D9E5-C879-0C5E-0067314F1FE0}"/>
                </a:ext>
              </a:extLst>
            </p:cNvPr>
            <p:cNvSpPr/>
            <p:nvPr/>
          </p:nvSpPr>
          <p:spPr>
            <a:xfrm>
              <a:off x="5643562" y="3199729"/>
              <a:ext cx="318582" cy="458540"/>
            </a:xfrm>
            <a:custGeom>
              <a:avLst/>
              <a:gdLst>
                <a:gd name="csX0" fmla="*/ 184671 w 318582"/>
                <a:gd name="csY0" fmla="*/ 244098 h 458540"/>
                <a:gd name="csX1" fmla="*/ 318582 w 318582"/>
                <a:gd name="csY1" fmla="*/ 378010 h 458540"/>
                <a:gd name="csX2" fmla="*/ 244099 w 318582"/>
                <a:gd name="csY2" fmla="*/ 452381 h 458540"/>
                <a:gd name="csX3" fmla="*/ 214441 w 318582"/>
                <a:gd name="csY3" fmla="*/ 452381 h 458540"/>
                <a:gd name="csX4" fmla="*/ 6159 w 318582"/>
                <a:gd name="csY4" fmla="*/ 244098 h 458540"/>
                <a:gd name="csX5" fmla="*/ 6159 w 318582"/>
                <a:gd name="csY5" fmla="*/ 214442 h 458540"/>
                <a:gd name="csX6" fmla="*/ 214441 w 318582"/>
                <a:gd name="csY6" fmla="*/ 6160 h 458540"/>
                <a:gd name="csX7" fmla="*/ 244099 w 318582"/>
                <a:gd name="csY7" fmla="*/ 6160 h 458540"/>
                <a:gd name="csX8" fmla="*/ 318582 w 318582"/>
                <a:gd name="csY8" fmla="*/ 80644 h 458540"/>
                <a:gd name="csX9" fmla="*/ 184671 w 318582"/>
                <a:gd name="csY9" fmla="*/ 214442 h 458540"/>
                <a:gd name="csX10" fmla="*/ 184671 w 318582"/>
                <a:gd name="csY10" fmla="*/ 244098 h 4585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18582" h="458540">
                  <a:moveTo>
                    <a:pt x="184671" y="244098"/>
                  </a:moveTo>
                  <a:lnTo>
                    <a:pt x="318582" y="378010"/>
                  </a:lnTo>
                  <a:lnTo>
                    <a:pt x="244099" y="452381"/>
                  </a:lnTo>
                  <a:cubicBezTo>
                    <a:pt x="236000" y="460594"/>
                    <a:pt x="222654" y="460594"/>
                    <a:pt x="214441" y="452381"/>
                  </a:cubicBezTo>
                  <a:lnTo>
                    <a:pt x="6159" y="244098"/>
                  </a:lnTo>
                  <a:cubicBezTo>
                    <a:pt x="-2053" y="235886"/>
                    <a:pt x="-2053" y="222654"/>
                    <a:pt x="6159" y="214442"/>
                  </a:cubicBezTo>
                  <a:lnTo>
                    <a:pt x="214441" y="6160"/>
                  </a:lnTo>
                  <a:cubicBezTo>
                    <a:pt x="222654" y="-2053"/>
                    <a:pt x="236000" y="-2053"/>
                    <a:pt x="244099" y="6160"/>
                  </a:cubicBezTo>
                  <a:lnTo>
                    <a:pt x="318582" y="80644"/>
                  </a:lnTo>
                  <a:lnTo>
                    <a:pt x="184671" y="214442"/>
                  </a:lnTo>
                  <a:cubicBezTo>
                    <a:pt x="176458" y="222654"/>
                    <a:pt x="176458" y="235886"/>
                    <a:pt x="184671" y="244098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C669059-7241-0F92-5E5B-6361055BFEF9}"/>
              </a:ext>
            </a:extLst>
          </p:cNvPr>
          <p:cNvGrpSpPr/>
          <p:nvPr/>
        </p:nvGrpSpPr>
        <p:grpSpPr>
          <a:xfrm>
            <a:off x="1250836" y="4643145"/>
            <a:ext cx="9690328" cy="1501794"/>
            <a:chOff x="489832" y="4643145"/>
            <a:chExt cx="9690328" cy="1501794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BF73B3A-9A2D-B872-771E-5EAE9A4EEF3B}"/>
                </a:ext>
              </a:extLst>
            </p:cNvPr>
            <p:cNvSpPr/>
            <p:nvPr/>
          </p:nvSpPr>
          <p:spPr>
            <a:xfrm flipV="1">
              <a:off x="489832" y="4643146"/>
              <a:ext cx="1101792" cy="1501201"/>
            </a:xfrm>
            <a:custGeom>
              <a:avLst/>
              <a:gdLst>
                <a:gd name="csX0" fmla="*/ 165382 w 1101792"/>
                <a:gd name="csY0" fmla="*/ 1399496 h 1501201"/>
                <a:gd name="csX1" fmla="*/ 101705 w 1101792"/>
                <a:gd name="csY1" fmla="*/ 1335819 h 1501201"/>
                <a:gd name="csX2" fmla="*/ 101705 w 1101792"/>
                <a:gd name="csY2" fmla="*/ 817139 h 1501201"/>
                <a:gd name="csX3" fmla="*/ 101705 w 1101792"/>
                <a:gd name="csY3" fmla="*/ 684062 h 1501201"/>
                <a:gd name="csX4" fmla="*/ 101705 w 1101792"/>
                <a:gd name="csY4" fmla="*/ 165382 h 1501201"/>
                <a:gd name="csX5" fmla="*/ 165382 w 1101792"/>
                <a:gd name="csY5" fmla="*/ 101705 h 1501201"/>
                <a:gd name="csX6" fmla="*/ 936410 w 1101792"/>
                <a:gd name="csY6" fmla="*/ 101705 h 1501201"/>
                <a:gd name="csX7" fmla="*/ 1000087 w 1101792"/>
                <a:gd name="csY7" fmla="*/ 165382 h 1501201"/>
                <a:gd name="csX8" fmla="*/ 1000087 w 1101792"/>
                <a:gd name="csY8" fmla="*/ 684062 h 1501201"/>
                <a:gd name="csX9" fmla="*/ 1000087 w 1101792"/>
                <a:gd name="csY9" fmla="*/ 817139 h 1501201"/>
                <a:gd name="csX10" fmla="*/ 1000087 w 1101792"/>
                <a:gd name="csY10" fmla="*/ 1335819 h 1501201"/>
                <a:gd name="csX11" fmla="*/ 936410 w 1101792"/>
                <a:gd name="csY11" fmla="*/ 1399496 h 1501201"/>
                <a:gd name="csX12" fmla="*/ 69336 w 1101792"/>
                <a:gd name="csY12" fmla="*/ 1501201 h 1501201"/>
                <a:gd name="csX13" fmla="*/ 1032456 w 1101792"/>
                <a:gd name="csY13" fmla="*/ 1501201 h 1501201"/>
                <a:gd name="csX14" fmla="*/ 1101792 w 1101792"/>
                <a:gd name="csY14" fmla="*/ 1431865 h 1501201"/>
                <a:gd name="csX15" fmla="*/ 1101792 w 1101792"/>
                <a:gd name="csY15" fmla="*/ 817139 h 1501201"/>
                <a:gd name="csX16" fmla="*/ 1101792 w 1101792"/>
                <a:gd name="csY16" fmla="*/ 684062 h 1501201"/>
                <a:gd name="csX17" fmla="*/ 1101792 w 1101792"/>
                <a:gd name="csY17" fmla="*/ 69336 h 1501201"/>
                <a:gd name="csX18" fmla="*/ 1032456 w 1101792"/>
                <a:gd name="csY18" fmla="*/ 0 h 1501201"/>
                <a:gd name="csX19" fmla="*/ 69336 w 1101792"/>
                <a:gd name="csY19" fmla="*/ 0 h 1501201"/>
                <a:gd name="csX20" fmla="*/ 0 w 1101792"/>
                <a:gd name="csY20" fmla="*/ 69336 h 1501201"/>
                <a:gd name="csX21" fmla="*/ 0 w 1101792"/>
                <a:gd name="csY21" fmla="*/ 684062 h 1501201"/>
                <a:gd name="csX22" fmla="*/ 0 w 1101792"/>
                <a:gd name="csY22" fmla="*/ 817139 h 1501201"/>
                <a:gd name="csX23" fmla="*/ 0 w 1101792"/>
                <a:gd name="csY23" fmla="*/ 1431865 h 1501201"/>
                <a:gd name="csX24" fmla="*/ 69336 w 1101792"/>
                <a:gd name="csY24" fmla="*/ 1501201 h 1501201"/>
                <a:gd name="csX0" fmla="*/ 165382 w 1101792"/>
                <a:gd name="csY0" fmla="*/ 1399496 h 1501201"/>
                <a:gd name="csX1" fmla="*/ 101705 w 1101792"/>
                <a:gd name="csY1" fmla="*/ 1335819 h 1501201"/>
                <a:gd name="csX2" fmla="*/ 101705 w 1101792"/>
                <a:gd name="csY2" fmla="*/ 684062 h 1501201"/>
                <a:gd name="csX3" fmla="*/ 101705 w 1101792"/>
                <a:gd name="csY3" fmla="*/ 165382 h 1501201"/>
                <a:gd name="csX4" fmla="*/ 165382 w 1101792"/>
                <a:gd name="csY4" fmla="*/ 101705 h 1501201"/>
                <a:gd name="csX5" fmla="*/ 936410 w 1101792"/>
                <a:gd name="csY5" fmla="*/ 101705 h 1501201"/>
                <a:gd name="csX6" fmla="*/ 1000087 w 1101792"/>
                <a:gd name="csY6" fmla="*/ 165382 h 1501201"/>
                <a:gd name="csX7" fmla="*/ 1000087 w 1101792"/>
                <a:gd name="csY7" fmla="*/ 684062 h 1501201"/>
                <a:gd name="csX8" fmla="*/ 1000087 w 1101792"/>
                <a:gd name="csY8" fmla="*/ 817139 h 1501201"/>
                <a:gd name="csX9" fmla="*/ 1000087 w 1101792"/>
                <a:gd name="csY9" fmla="*/ 1335819 h 1501201"/>
                <a:gd name="csX10" fmla="*/ 936410 w 1101792"/>
                <a:gd name="csY10" fmla="*/ 1399496 h 1501201"/>
                <a:gd name="csX11" fmla="*/ 165382 w 1101792"/>
                <a:gd name="csY11" fmla="*/ 1399496 h 1501201"/>
                <a:gd name="csX12" fmla="*/ 69336 w 1101792"/>
                <a:gd name="csY12" fmla="*/ 1501201 h 1501201"/>
                <a:gd name="csX13" fmla="*/ 1032456 w 1101792"/>
                <a:gd name="csY13" fmla="*/ 1501201 h 1501201"/>
                <a:gd name="csX14" fmla="*/ 1101792 w 1101792"/>
                <a:gd name="csY14" fmla="*/ 1431865 h 1501201"/>
                <a:gd name="csX15" fmla="*/ 1101792 w 1101792"/>
                <a:gd name="csY15" fmla="*/ 817139 h 1501201"/>
                <a:gd name="csX16" fmla="*/ 1101792 w 1101792"/>
                <a:gd name="csY16" fmla="*/ 684062 h 1501201"/>
                <a:gd name="csX17" fmla="*/ 1101792 w 1101792"/>
                <a:gd name="csY17" fmla="*/ 69336 h 1501201"/>
                <a:gd name="csX18" fmla="*/ 1032456 w 1101792"/>
                <a:gd name="csY18" fmla="*/ 0 h 1501201"/>
                <a:gd name="csX19" fmla="*/ 69336 w 1101792"/>
                <a:gd name="csY19" fmla="*/ 0 h 1501201"/>
                <a:gd name="csX20" fmla="*/ 0 w 1101792"/>
                <a:gd name="csY20" fmla="*/ 69336 h 1501201"/>
                <a:gd name="csX21" fmla="*/ 0 w 1101792"/>
                <a:gd name="csY21" fmla="*/ 684062 h 1501201"/>
                <a:gd name="csX22" fmla="*/ 0 w 1101792"/>
                <a:gd name="csY22" fmla="*/ 817139 h 1501201"/>
                <a:gd name="csX23" fmla="*/ 0 w 1101792"/>
                <a:gd name="csY23" fmla="*/ 1431865 h 1501201"/>
                <a:gd name="csX24" fmla="*/ 69336 w 1101792"/>
                <a:gd name="csY24" fmla="*/ 1501201 h 1501201"/>
                <a:gd name="csX0" fmla="*/ 165382 w 1101792"/>
                <a:gd name="csY0" fmla="*/ 1399496 h 1501201"/>
                <a:gd name="csX1" fmla="*/ 101705 w 1101792"/>
                <a:gd name="csY1" fmla="*/ 1335819 h 1501201"/>
                <a:gd name="csX2" fmla="*/ 101705 w 1101792"/>
                <a:gd name="csY2" fmla="*/ 165382 h 1501201"/>
                <a:gd name="csX3" fmla="*/ 165382 w 1101792"/>
                <a:gd name="csY3" fmla="*/ 101705 h 1501201"/>
                <a:gd name="csX4" fmla="*/ 936410 w 1101792"/>
                <a:gd name="csY4" fmla="*/ 101705 h 1501201"/>
                <a:gd name="csX5" fmla="*/ 1000087 w 1101792"/>
                <a:gd name="csY5" fmla="*/ 165382 h 1501201"/>
                <a:gd name="csX6" fmla="*/ 1000087 w 1101792"/>
                <a:gd name="csY6" fmla="*/ 684062 h 1501201"/>
                <a:gd name="csX7" fmla="*/ 1000087 w 1101792"/>
                <a:gd name="csY7" fmla="*/ 817139 h 1501201"/>
                <a:gd name="csX8" fmla="*/ 1000087 w 1101792"/>
                <a:gd name="csY8" fmla="*/ 1335819 h 1501201"/>
                <a:gd name="csX9" fmla="*/ 936410 w 1101792"/>
                <a:gd name="csY9" fmla="*/ 1399496 h 1501201"/>
                <a:gd name="csX10" fmla="*/ 165382 w 1101792"/>
                <a:gd name="csY10" fmla="*/ 1399496 h 1501201"/>
                <a:gd name="csX11" fmla="*/ 69336 w 1101792"/>
                <a:gd name="csY11" fmla="*/ 1501201 h 1501201"/>
                <a:gd name="csX12" fmla="*/ 1032456 w 1101792"/>
                <a:gd name="csY12" fmla="*/ 1501201 h 1501201"/>
                <a:gd name="csX13" fmla="*/ 1101792 w 1101792"/>
                <a:gd name="csY13" fmla="*/ 1431865 h 1501201"/>
                <a:gd name="csX14" fmla="*/ 1101792 w 1101792"/>
                <a:gd name="csY14" fmla="*/ 817139 h 1501201"/>
                <a:gd name="csX15" fmla="*/ 1101792 w 1101792"/>
                <a:gd name="csY15" fmla="*/ 684062 h 1501201"/>
                <a:gd name="csX16" fmla="*/ 1101792 w 1101792"/>
                <a:gd name="csY16" fmla="*/ 69336 h 1501201"/>
                <a:gd name="csX17" fmla="*/ 1032456 w 1101792"/>
                <a:gd name="csY17" fmla="*/ 0 h 1501201"/>
                <a:gd name="csX18" fmla="*/ 69336 w 1101792"/>
                <a:gd name="csY18" fmla="*/ 0 h 1501201"/>
                <a:gd name="csX19" fmla="*/ 0 w 1101792"/>
                <a:gd name="csY19" fmla="*/ 69336 h 1501201"/>
                <a:gd name="csX20" fmla="*/ 0 w 1101792"/>
                <a:gd name="csY20" fmla="*/ 684062 h 1501201"/>
                <a:gd name="csX21" fmla="*/ 0 w 1101792"/>
                <a:gd name="csY21" fmla="*/ 817139 h 1501201"/>
                <a:gd name="csX22" fmla="*/ 0 w 1101792"/>
                <a:gd name="csY22" fmla="*/ 1431865 h 1501201"/>
                <a:gd name="csX23" fmla="*/ 69336 w 1101792"/>
                <a:gd name="csY23" fmla="*/ 1501201 h 1501201"/>
                <a:gd name="csX0" fmla="*/ 165382 w 1101792"/>
                <a:gd name="csY0" fmla="*/ 1399496 h 1501201"/>
                <a:gd name="csX1" fmla="*/ 101705 w 1101792"/>
                <a:gd name="csY1" fmla="*/ 1335819 h 1501201"/>
                <a:gd name="csX2" fmla="*/ 101705 w 1101792"/>
                <a:gd name="csY2" fmla="*/ 165382 h 1501201"/>
                <a:gd name="csX3" fmla="*/ 165382 w 1101792"/>
                <a:gd name="csY3" fmla="*/ 101705 h 1501201"/>
                <a:gd name="csX4" fmla="*/ 936410 w 1101792"/>
                <a:gd name="csY4" fmla="*/ 101705 h 1501201"/>
                <a:gd name="csX5" fmla="*/ 1000087 w 1101792"/>
                <a:gd name="csY5" fmla="*/ 165382 h 1501201"/>
                <a:gd name="csX6" fmla="*/ 1000087 w 1101792"/>
                <a:gd name="csY6" fmla="*/ 817139 h 1501201"/>
                <a:gd name="csX7" fmla="*/ 1000087 w 1101792"/>
                <a:gd name="csY7" fmla="*/ 1335819 h 1501201"/>
                <a:gd name="csX8" fmla="*/ 936410 w 1101792"/>
                <a:gd name="csY8" fmla="*/ 1399496 h 1501201"/>
                <a:gd name="csX9" fmla="*/ 165382 w 1101792"/>
                <a:gd name="csY9" fmla="*/ 1399496 h 1501201"/>
                <a:gd name="csX10" fmla="*/ 69336 w 1101792"/>
                <a:gd name="csY10" fmla="*/ 1501201 h 1501201"/>
                <a:gd name="csX11" fmla="*/ 1032456 w 1101792"/>
                <a:gd name="csY11" fmla="*/ 1501201 h 1501201"/>
                <a:gd name="csX12" fmla="*/ 1101792 w 1101792"/>
                <a:gd name="csY12" fmla="*/ 1431865 h 1501201"/>
                <a:gd name="csX13" fmla="*/ 1101792 w 1101792"/>
                <a:gd name="csY13" fmla="*/ 817139 h 1501201"/>
                <a:gd name="csX14" fmla="*/ 1101792 w 1101792"/>
                <a:gd name="csY14" fmla="*/ 684062 h 1501201"/>
                <a:gd name="csX15" fmla="*/ 1101792 w 1101792"/>
                <a:gd name="csY15" fmla="*/ 69336 h 1501201"/>
                <a:gd name="csX16" fmla="*/ 1032456 w 1101792"/>
                <a:gd name="csY16" fmla="*/ 0 h 1501201"/>
                <a:gd name="csX17" fmla="*/ 69336 w 1101792"/>
                <a:gd name="csY17" fmla="*/ 0 h 1501201"/>
                <a:gd name="csX18" fmla="*/ 0 w 1101792"/>
                <a:gd name="csY18" fmla="*/ 69336 h 1501201"/>
                <a:gd name="csX19" fmla="*/ 0 w 1101792"/>
                <a:gd name="csY19" fmla="*/ 684062 h 1501201"/>
                <a:gd name="csX20" fmla="*/ 0 w 1101792"/>
                <a:gd name="csY20" fmla="*/ 817139 h 1501201"/>
                <a:gd name="csX21" fmla="*/ 0 w 1101792"/>
                <a:gd name="csY21" fmla="*/ 1431865 h 1501201"/>
                <a:gd name="csX22" fmla="*/ 69336 w 1101792"/>
                <a:gd name="csY22" fmla="*/ 1501201 h 1501201"/>
                <a:gd name="csX0" fmla="*/ 165382 w 1101792"/>
                <a:gd name="csY0" fmla="*/ 1399496 h 1501201"/>
                <a:gd name="csX1" fmla="*/ 101705 w 1101792"/>
                <a:gd name="csY1" fmla="*/ 1335819 h 1501201"/>
                <a:gd name="csX2" fmla="*/ 101705 w 1101792"/>
                <a:gd name="csY2" fmla="*/ 165382 h 1501201"/>
                <a:gd name="csX3" fmla="*/ 165382 w 1101792"/>
                <a:gd name="csY3" fmla="*/ 101705 h 1501201"/>
                <a:gd name="csX4" fmla="*/ 936410 w 1101792"/>
                <a:gd name="csY4" fmla="*/ 101705 h 1501201"/>
                <a:gd name="csX5" fmla="*/ 1000087 w 1101792"/>
                <a:gd name="csY5" fmla="*/ 165382 h 1501201"/>
                <a:gd name="csX6" fmla="*/ 1000087 w 1101792"/>
                <a:gd name="csY6" fmla="*/ 1335819 h 1501201"/>
                <a:gd name="csX7" fmla="*/ 936410 w 1101792"/>
                <a:gd name="csY7" fmla="*/ 1399496 h 1501201"/>
                <a:gd name="csX8" fmla="*/ 165382 w 1101792"/>
                <a:gd name="csY8" fmla="*/ 1399496 h 1501201"/>
                <a:gd name="csX9" fmla="*/ 69336 w 1101792"/>
                <a:gd name="csY9" fmla="*/ 1501201 h 1501201"/>
                <a:gd name="csX10" fmla="*/ 1032456 w 1101792"/>
                <a:gd name="csY10" fmla="*/ 1501201 h 1501201"/>
                <a:gd name="csX11" fmla="*/ 1101792 w 1101792"/>
                <a:gd name="csY11" fmla="*/ 1431865 h 1501201"/>
                <a:gd name="csX12" fmla="*/ 1101792 w 1101792"/>
                <a:gd name="csY12" fmla="*/ 817139 h 1501201"/>
                <a:gd name="csX13" fmla="*/ 1101792 w 1101792"/>
                <a:gd name="csY13" fmla="*/ 684062 h 1501201"/>
                <a:gd name="csX14" fmla="*/ 1101792 w 1101792"/>
                <a:gd name="csY14" fmla="*/ 69336 h 1501201"/>
                <a:gd name="csX15" fmla="*/ 1032456 w 1101792"/>
                <a:gd name="csY15" fmla="*/ 0 h 1501201"/>
                <a:gd name="csX16" fmla="*/ 69336 w 1101792"/>
                <a:gd name="csY16" fmla="*/ 0 h 1501201"/>
                <a:gd name="csX17" fmla="*/ 0 w 1101792"/>
                <a:gd name="csY17" fmla="*/ 69336 h 1501201"/>
                <a:gd name="csX18" fmla="*/ 0 w 1101792"/>
                <a:gd name="csY18" fmla="*/ 684062 h 1501201"/>
                <a:gd name="csX19" fmla="*/ 0 w 1101792"/>
                <a:gd name="csY19" fmla="*/ 817139 h 1501201"/>
                <a:gd name="csX20" fmla="*/ 0 w 1101792"/>
                <a:gd name="csY20" fmla="*/ 1431865 h 1501201"/>
                <a:gd name="csX21" fmla="*/ 69336 w 1101792"/>
                <a:gd name="csY21" fmla="*/ 1501201 h 1501201"/>
                <a:gd name="csX0" fmla="*/ 165382 w 1101792"/>
                <a:gd name="csY0" fmla="*/ 1399496 h 1501201"/>
                <a:gd name="csX1" fmla="*/ 101705 w 1101792"/>
                <a:gd name="csY1" fmla="*/ 1335819 h 1501201"/>
                <a:gd name="csX2" fmla="*/ 101705 w 1101792"/>
                <a:gd name="csY2" fmla="*/ 165382 h 1501201"/>
                <a:gd name="csX3" fmla="*/ 165382 w 1101792"/>
                <a:gd name="csY3" fmla="*/ 101705 h 1501201"/>
                <a:gd name="csX4" fmla="*/ 936410 w 1101792"/>
                <a:gd name="csY4" fmla="*/ 101705 h 1501201"/>
                <a:gd name="csX5" fmla="*/ 1000087 w 1101792"/>
                <a:gd name="csY5" fmla="*/ 165382 h 1501201"/>
                <a:gd name="csX6" fmla="*/ 1000087 w 1101792"/>
                <a:gd name="csY6" fmla="*/ 1335819 h 1501201"/>
                <a:gd name="csX7" fmla="*/ 936410 w 1101792"/>
                <a:gd name="csY7" fmla="*/ 1399496 h 1501201"/>
                <a:gd name="csX8" fmla="*/ 165382 w 1101792"/>
                <a:gd name="csY8" fmla="*/ 1399496 h 1501201"/>
                <a:gd name="csX9" fmla="*/ 69336 w 1101792"/>
                <a:gd name="csY9" fmla="*/ 1501201 h 1501201"/>
                <a:gd name="csX10" fmla="*/ 1032456 w 1101792"/>
                <a:gd name="csY10" fmla="*/ 1501201 h 1501201"/>
                <a:gd name="csX11" fmla="*/ 1101792 w 1101792"/>
                <a:gd name="csY11" fmla="*/ 1431865 h 1501201"/>
                <a:gd name="csX12" fmla="*/ 1101792 w 1101792"/>
                <a:gd name="csY12" fmla="*/ 817139 h 1501201"/>
                <a:gd name="csX13" fmla="*/ 1101792 w 1101792"/>
                <a:gd name="csY13" fmla="*/ 69336 h 1501201"/>
                <a:gd name="csX14" fmla="*/ 1032456 w 1101792"/>
                <a:gd name="csY14" fmla="*/ 0 h 1501201"/>
                <a:gd name="csX15" fmla="*/ 69336 w 1101792"/>
                <a:gd name="csY15" fmla="*/ 0 h 1501201"/>
                <a:gd name="csX16" fmla="*/ 0 w 1101792"/>
                <a:gd name="csY16" fmla="*/ 69336 h 1501201"/>
                <a:gd name="csX17" fmla="*/ 0 w 1101792"/>
                <a:gd name="csY17" fmla="*/ 684062 h 1501201"/>
                <a:gd name="csX18" fmla="*/ 0 w 1101792"/>
                <a:gd name="csY18" fmla="*/ 817139 h 1501201"/>
                <a:gd name="csX19" fmla="*/ 0 w 1101792"/>
                <a:gd name="csY19" fmla="*/ 1431865 h 1501201"/>
                <a:gd name="csX20" fmla="*/ 69336 w 1101792"/>
                <a:gd name="csY20" fmla="*/ 1501201 h 1501201"/>
                <a:gd name="csX0" fmla="*/ 165382 w 1101792"/>
                <a:gd name="csY0" fmla="*/ 1399496 h 1501201"/>
                <a:gd name="csX1" fmla="*/ 101705 w 1101792"/>
                <a:gd name="csY1" fmla="*/ 1335819 h 1501201"/>
                <a:gd name="csX2" fmla="*/ 101705 w 1101792"/>
                <a:gd name="csY2" fmla="*/ 165382 h 1501201"/>
                <a:gd name="csX3" fmla="*/ 165382 w 1101792"/>
                <a:gd name="csY3" fmla="*/ 101705 h 1501201"/>
                <a:gd name="csX4" fmla="*/ 936410 w 1101792"/>
                <a:gd name="csY4" fmla="*/ 101705 h 1501201"/>
                <a:gd name="csX5" fmla="*/ 1000087 w 1101792"/>
                <a:gd name="csY5" fmla="*/ 165382 h 1501201"/>
                <a:gd name="csX6" fmla="*/ 1000087 w 1101792"/>
                <a:gd name="csY6" fmla="*/ 1335819 h 1501201"/>
                <a:gd name="csX7" fmla="*/ 936410 w 1101792"/>
                <a:gd name="csY7" fmla="*/ 1399496 h 1501201"/>
                <a:gd name="csX8" fmla="*/ 165382 w 1101792"/>
                <a:gd name="csY8" fmla="*/ 1399496 h 1501201"/>
                <a:gd name="csX9" fmla="*/ 69336 w 1101792"/>
                <a:gd name="csY9" fmla="*/ 1501201 h 1501201"/>
                <a:gd name="csX10" fmla="*/ 1032456 w 1101792"/>
                <a:gd name="csY10" fmla="*/ 1501201 h 1501201"/>
                <a:gd name="csX11" fmla="*/ 1101792 w 1101792"/>
                <a:gd name="csY11" fmla="*/ 1431865 h 1501201"/>
                <a:gd name="csX12" fmla="*/ 1101792 w 1101792"/>
                <a:gd name="csY12" fmla="*/ 69336 h 1501201"/>
                <a:gd name="csX13" fmla="*/ 1032456 w 1101792"/>
                <a:gd name="csY13" fmla="*/ 0 h 1501201"/>
                <a:gd name="csX14" fmla="*/ 69336 w 1101792"/>
                <a:gd name="csY14" fmla="*/ 0 h 1501201"/>
                <a:gd name="csX15" fmla="*/ 0 w 1101792"/>
                <a:gd name="csY15" fmla="*/ 69336 h 1501201"/>
                <a:gd name="csX16" fmla="*/ 0 w 1101792"/>
                <a:gd name="csY16" fmla="*/ 684062 h 1501201"/>
                <a:gd name="csX17" fmla="*/ 0 w 1101792"/>
                <a:gd name="csY17" fmla="*/ 817139 h 1501201"/>
                <a:gd name="csX18" fmla="*/ 0 w 1101792"/>
                <a:gd name="csY18" fmla="*/ 1431865 h 1501201"/>
                <a:gd name="csX19" fmla="*/ 69336 w 1101792"/>
                <a:gd name="csY19" fmla="*/ 1501201 h 1501201"/>
                <a:gd name="csX0" fmla="*/ 165382 w 1101792"/>
                <a:gd name="csY0" fmla="*/ 1399496 h 1501201"/>
                <a:gd name="csX1" fmla="*/ 101705 w 1101792"/>
                <a:gd name="csY1" fmla="*/ 1335819 h 1501201"/>
                <a:gd name="csX2" fmla="*/ 101705 w 1101792"/>
                <a:gd name="csY2" fmla="*/ 165382 h 1501201"/>
                <a:gd name="csX3" fmla="*/ 165382 w 1101792"/>
                <a:gd name="csY3" fmla="*/ 101705 h 1501201"/>
                <a:gd name="csX4" fmla="*/ 936410 w 1101792"/>
                <a:gd name="csY4" fmla="*/ 101705 h 1501201"/>
                <a:gd name="csX5" fmla="*/ 1000087 w 1101792"/>
                <a:gd name="csY5" fmla="*/ 165382 h 1501201"/>
                <a:gd name="csX6" fmla="*/ 1000087 w 1101792"/>
                <a:gd name="csY6" fmla="*/ 1335819 h 1501201"/>
                <a:gd name="csX7" fmla="*/ 936410 w 1101792"/>
                <a:gd name="csY7" fmla="*/ 1399496 h 1501201"/>
                <a:gd name="csX8" fmla="*/ 165382 w 1101792"/>
                <a:gd name="csY8" fmla="*/ 1399496 h 1501201"/>
                <a:gd name="csX9" fmla="*/ 69336 w 1101792"/>
                <a:gd name="csY9" fmla="*/ 1501201 h 1501201"/>
                <a:gd name="csX10" fmla="*/ 1032456 w 1101792"/>
                <a:gd name="csY10" fmla="*/ 1501201 h 1501201"/>
                <a:gd name="csX11" fmla="*/ 1101792 w 1101792"/>
                <a:gd name="csY11" fmla="*/ 1431865 h 1501201"/>
                <a:gd name="csX12" fmla="*/ 1101792 w 1101792"/>
                <a:gd name="csY12" fmla="*/ 69336 h 1501201"/>
                <a:gd name="csX13" fmla="*/ 1032456 w 1101792"/>
                <a:gd name="csY13" fmla="*/ 0 h 1501201"/>
                <a:gd name="csX14" fmla="*/ 69336 w 1101792"/>
                <a:gd name="csY14" fmla="*/ 0 h 1501201"/>
                <a:gd name="csX15" fmla="*/ 0 w 1101792"/>
                <a:gd name="csY15" fmla="*/ 69336 h 1501201"/>
                <a:gd name="csX16" fmla="*/ 0 w 1101792"/>
                <a:gd name="csY16" fmla="*/ 684062 h 1501201"/>
                <a:gd name="csX17" fmla="*/ 0 w 1101792"/>
                <a:gd name="csY17" fmla="*/ 1431865 h 1501201"/>
                <a:gd name="csX18" fmla="*/ 69336 w 1101792"/>
                <a:gd name="csY18" fmla="*/ 1501201 h 1501201"/>
                <a:gd name="csX0" fmla="*/ 165382 w 1101792"/>
                <a:gd name="csY0" fmla="*/ 1399496 h 1501201"/>
                <a:gd name="csX1" fmla="*/ 101705 w 1101792"/>
                <a:gd name="csY1" fmla="*/ 1335819 h 1501201"/>
                <a:gd name="csX2" fmla="*/ 101705 w 1101792"/>
                <a:gd name="csY2" fmla="*/ 165382 h 1501201"/>
                <a:gd name="csX3" fmla="*/ 165382 w 1101792"/>
                <a:gd name="csY3" fmla="*/ 101705 h 1501201"/>
                <a:gd name="csX4" fmla="*/ 936410 w 1101792"/>
                <a:gd name="csY4" fmla="*/ 101705 h 1501201"/>
                <a:gd name="csX5" fmla="*/ 1000087 w 1101792"/>
                <a:gd name="csY5" fmla="*/ 165382 h 1501201"/>
                <a:gd name="csX6" fmla="*/ 1000087 w 1101792"/>
                <a:gd name="csY6" fmla="*/ 1335819 h 1501201"/>
                <a:gd name="csX7" fmla="*/ 936410 w 1101792"/>
                <a:gd name="csY7" fmla="*/ 1399496 h 1501201"/>
                <a:gd name="csX8" fmla="*/ 165382 w 1101792"/>
                <a:gd name="csY8" fmla="*/ 1399496 h 1501201"/>
                <a:gd name="csX9" fmla="*/ 69336 w 1101792"/>
                <a:gd name="csY9" fmla="*/ 1501201 h 1501201"/>
                <a:gd name="csX10" fmla="*/ 1032456 w 1101792"/>
                <a:gd name="csY10" fmla="*/ 1501201 h 1501201"/>
                <a:gd name="csX11" fmla="*/ 1101792 w 1101792"/>
                <a:gd name="csY11" fmla="*/ 1431865 h 1501201"/>
                <a:gd name="csX12" fmla="*/ 1101792 w 1101792"/>
                <a:gd name="csY12" fmla="*/ 69336 h 1501201"/>
                <a:gd name="csX13" fmla="*/ 1032456 w 1101792"/>
                <a:gd name="csY13" fmla="*/ 0 h 1501201"/>
                <a:gd name="csX14" fmla="*/ 69336 w 1101792"/>
                <a:gd name="csY14" fmla="*/ 0 h 1501201"/>
                <a:gd name="csX15" fmla="*/ 0 w 1101792"/>
                <a:gd name="csY15" fmla="*/ 69336 h 1501201"/>
                <a:gd name="csX16" fmla="*/ 0 w 1101792"/>
                <a:gd name="csY16" fmla="*/ 1431865 h 1501201"/>
                <a:gd name="csX17" fmla="*/ 69336 w 1101792"/>
                <a:gd name="csY17" fmla="*/ 1501201 h 1501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101792" h="1501201">
                  <a:moveTo>
                    <a:pt x="165382" y="1399496"/>
                  </a:moveTo>
                  <a:cubicBezTo>
                    <a:pt x="130214" y="1399496"/>
                    <a:pt x="101705" y="1370987"/>
                    <a:pt x="101705" y="1335819"/>
                  </a:cubicBezTo>
                  <a:lnTo>
                    <a:pt x="101705" y="165382"/>
                  </a:lnTo>
                  <a:cubicBezTo>
                    <a:pt x="101705" y="130214"/>
                    <a:pt x="130214" y="101705"/>
                    <a:pt x="165382" y="101705"/>
                  </a:cubicBezTo>
                  <a:lnTo>
                    <a:pt x="936410" y="101705"/>
                  </a:lnTo>
                  <a:cubicBezTo>
                    <a:pt x="971578" y="101705"/>
                    <a:pt x="1000087" y="130214"/>
                    <a:pt x="1000087" y="165382"/>
                  </a:cubicBezTo>
                  <a:lnTo>
                    <a:pt x="1000087" y="1335819"/>
                  </a:lnTo>
                  <a:cubicBezTo>
                    <a:pt x="1000087" y="1370987"/>
                    <a:pt x="971578" y="1399496"/>
                    <a:pt x="936410" y="1399496"/>
                  </a:cubicBezTo>
                  <a:lnTo>
                    <a:pt x="165382" y="1399496"/>
                  </a:lnTo>
                  <a:close/>
                  <a:moveTo>
                    <a:pt x="69336" y="1501201"/>
                  </a:moveTo>
                  <a:lnTo>
                    <a:pt x="1032456" y="1501201"/>
                  </a:lnTo>
                  <a:cubicBezTo>
                    <a:pt x="1070749" y="1501201"/>
                    <a:pt x="1101792" y="1470158"/>
                    <a:pt x="1101792" y="1431865"/>
                  </a:cubicBezTo>
                  <a:lnTo>
                    <a:pt x="1101792" y="69336"/>
                  </a:lnTo>
                  <a:cubicBezTo>
                    <a:pt x="1101792" y="31043"/>
                    <a:pt x="1070749" y="0"/>
                    <a:pt x="1032456" y="0"/>
                  </a:cubicBezTo>
                  <a:lnTo>
                    <a:pt x="69336" y="0"/>
                  </a:lnTo>
                  <a:cubicBezTo>
                    <a:pt x="31043" y="0"/>
                    <a:pt x="0" y="31043"/>
                    <a:pt x="0" y="69336"/>
                  </a:cubicBezTo>
                  <a:lnTo>
                    <a:pt x="0" y="1431865"/>
                  </a:lnTo>
                  <a:cubicBezTo>
                    <a:pt x="0" y="1470158"/>
                    <a:pt x="31043" y="1501201"/>
                    <a:pt x="69336" y="150120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135BCCE-790E-71A7-E46A-3B8CC0049B5A}"/>
                </a:ext>
              </a:extLst>
            </p:cNvPr>
            <p:cNvSpPr/>
            <p:nvPr/>
          </p:nvSpPr>
          <p:spPr>
            <a:xfrm>
              <a:off x="3849362" y="4643737"/>
              <a:ext cx="2962440" cy="1501201"/>
            </a:xfrm>
            <a:custGeom>
              <a:avLst/>
              <a:gdLst>
                <a:gd name="csX0" fmla="*/ 165382 w 2962440"/>
                <a:gd name="csY0" fmla="*/ 101705 h 1501201"/>
                <a:gd name="csX1" fmla="*/ 101705 w 2962440"/>
                <a:gd name="csY1" fmla="*/ 165382 h 1501201"/>
                <a:gd name="csX2" fmla="*/ 101705 w 2962440"/>
                <a:gd name="csY2" fmla="*/ 1335819 h 1501201"/>
                <a:gd name="csX3" fmla="*/ 165382 w 2962440"/>
                <a:gd name="csY3" fmla="*/ 1399496 h 1501201"/>
                <a:gd name="csX4" fmla="*/ 575299 w 2962440"/>
                <a:gd name="csY4" fmla="*/ 1399496 h 1501201"/>
                <a:gd name="csX5" fmla="*/ 575299 w 2962440"/>
                <a:gd name="csY5" fmla="*/ 1394368 h 1501201"/>
                <a:gd name="csX6" fmla="*/ 605497 w 2962440"/>
                <a:gd name="csY6" fmla="*/ 1399496 h 1501201"/>
                <a:gd name="csX7" fmla="*/ 861858 w 2962440"/>
                <a:gd name="csY7" fmla="*/ 1399496 h 1501201"/>
                <a:gd name="csX8" fmla="*/ 2163120 w 2962440"/>
                <a:gd name="csY8" fmla="*/ 1399496 h 1501201"/>
                <a:gd name="csX9" fmla="*/ 2339299 w 2962440"/>
                <a:gd name="csY9" fmla="*/ 1399496 h 1501201"/>
                <a:gd name="csX10" fmla="*/ 2797058 w 2962440"/>
                <a:gd name="csY10" fmla="*/ 1399496 h 1501201"/>
                <a:gd name="csX11" fmla="*/ 2860735 w 2962440"/>
                <a:gd name="csY11" fmla="*/ 1335819 h 1501201"/>
                <a:gd name="csX12" fmla="*/ 2860735 w 2962440"/>
                <a:gd name="csY12" fmla="*/ 165382 h 1501201"/>
                <a:gd name="csX13" fmla="*/ 2797058 w 2962440"/>
                <a:gd name="csY13" fmla="*/ 101705 h 1501201"/>
                <a:gd name="csX14" fmla="*/ 2339299 w 2962440"/>
                <a:gd name="csY14" fmla="*/ 101705 h 1501201"/>
                <a:gd name="csX15" fmla="*/ 2163120 w 2962440"/>
                <a:gd name="csY15" fmla="*/ 101705 h 1501201"/>
                <a:gd name="csX16" fmla="*/ 861858 w 2962440"/>
                <a:gd name="csY16" fmla="*/ 101705 h 1501201"/>
                <a:gd name="csX17" fmla="*/ 605497 w 2962440"/>
                <a:gd name="csY17" fmla="*/ 101705 h 1501201"/>
                <a:gd name="csX18" fmla="*/ 575299 w 2962440"/>
                <a:gd name="csY18" fmla="*/ 106833 h 1501201"/>
                <a:gd name="csX19" fmla="*/ 575299 w 2962440"/>
                <a:gd name="csY19" fmla="*/ 101705 h 1501201"/>
                <a:gd name="csX20" fmla="*/ 69336 w 2962440"/>
                <a:gd name="csY20" fmla="*/ 0 h 1501201"/>
                <a:gd name="csX21" fmla="*/ 575299 w 2962440"/>
                <a:gd name="csY21" fmla="*/ 0 h 1501201"/>
                <a:gd name="csX22" fmla="*/ 861858 w 2962440"/>
                <a:gd name="csY22" fmla="*/ 0 h 1501201"/>
                <a:gd name="csX23" fmla="*/ 2163120 w 2962440"/>
                <a:gd name="csY23" fmla="*/ 0 h 1501201"/>
                <a:gd name="csX24" fmla="*/ 2339299 w 2962440"/>
                <a:gd name="csY24" fmla="*/ 0 h 1501201"/>
                <a:gd name="csX25" fmla="*/ 2893104 w 2962440"/>
                <a:gd name="csY25" fmla="*/ 0 h 1501201"/>
                <a:gd name="csX26" fmla="*/ 2962440 w 2962440"/>
                <a:gd name="csY26" fmla="*/ 69336 h 1501201"/>
                <a:gd name="csX27" fmla="*/ 2962440 w 2962440"/>
                <a:gd name="csY27" fmla="*/ 1431865 h 1501201"/>
                <a:gd name="csX28" fmla="*/ 2893104 w 2962440"/>
                <a:gd name="csY28" fmla="*/ 1501201 h 1501201"/>
                <a:gd name="csX29" fmla="*/ 2339299 w 2962440"/>
                <a:gd name="csY29" fmla="*/ 1501201 h 1501201"/>
                <a:gd name="csX30" fmla="*/ 2163120 w 2962440"/>
                <a:gd name="csY30" fmla="*/ 1501201 h 1501201"/>
                <a:gd name="csX31" fmla="*/ 861858 w 2962440"/>
                <a:gd name="csY31" fmla="*/ 1501201 h 1501201"/>
                <a:gd name="csX32" fmla="*/ 575299 w 2962440"/>
                <a:gd name="csY32" fmla="*/ 1501201 h 1501201"/>
                <a:gd name="csX33" fmla="*/ 69336 w 2962440"/>
                <a:gd name="csY33" fmla="*/ 1501201 h 1501201"/>
                <a:gd name="csX34" fmla="*/ 0 w 2962440"/>
                <a:gd name="csY34" fmla="*/ 1431865 h 1501201"/>
                <a:gd name="csX35" fmla="*/ 0 w 2962440"/>
                <a:gd name="csY35" fmla="*/ 69336 h 1501201"/>
                <a:gd name="csX36" fmla="*/ 69336 w 2962440"/>
                <a:gd name="csY36" fmla="*/ 0 h 1501201"/>
                <a:gd name="csX0" fmla="*/ 165382 w 2962440"/>
                <a:gd name="csY0" fmla="*/ 101705 h 1501201"/>
                <a:gd name="csX1" fmla="*/ 101705 w 2962440"/>
                <a:gd name="csY1" fmla="*/ 165382 h 1501201"/>
                <a:gd name="csX2" fmla="*/ 101705 w 2962440"/>
                <a:gd name="csY2" fmla="*/ 1335819 h 1501201"/>
                <a:gd name="csX3" fmla="*/ 165382 w 2962440"/>
                <a:gd name="csY3" fmla="*/ 1399496 h 1501201"/>
                <a:gd name="csX4" fmla="*/ 575299 w 2962440"/>
                <a:gd name="csY4" fmla="*/ 1399496 h 1501201"/>
                <a:gd name="csX5" fmla="*/ 605497 w 2962440"/>
                <a:gd name="csY5" fmla="*/ 1399496 h 1501201"/>
                <a:gd name="csX6" fmla="*/ 861858 w 2962440"/>
                <a:gd name="csY6" fmla="*/ 1399496 h 1501201"/>
                <a:gd name="csX7" fmla="*/ 2163120 w 2962440"/>
                <a:gd name="csY7" fmla="*/ 1399496 h 1501201"/>
                <a:gd name="csX8" fmla="*/ 2339299 w 2962440"/>
                <a:gd name="csY8" fmla="*/ 1399496 h 1501201"/>
                <a:gd name="csX9" fmla="*/ 2797058 w 2962440"/>
                <a:gd name="csY9" fmla="*/ 1399496 h 1501201"/>
                <a:gd name="csX10" fmla="*/ 2860735 w 2962440"/>
                <a:gd name="csY10" fmla="*/ 1335819 h 1501201"/>
                <a:gd name="csX11" fmla="*/ 2860735 w 2962440"/>
                <a:gd name="csY11" fmla="*/ 165382 h 1501201"/>
                <a:gd name="csX12" fmla="*/ 2797058 w 2962440"/>
                <a:gd name="csY12" fmla="*/ 101705 h 1501201"/>
                <a:gd name="csX13" fmla="*/ 2339299 w 2962440"/>
                <a:gd name="csY13" fmla="*/ 101705 h 1501201"/>
                <a:gd name="csX14" fmla="*/ 2163120 w 2962440"/>
                <a:gd name="csY14" fmla="*/ 101705 h 1501201"/>
                <a:gd name="csX15" fmla="*/ 861858 w 2962440"/>
                <a:gd name="csY15" fmla="*/ 101705 h 1501201"/>
                <a:gd name="csX16" fmla="*/ 605497 w 2962440"/>
                <a:gd name="csY16" fmla="*/ 101705 h 1501201"/>
                <a:gd name="csX17" fmla="*/ 575299 w 2962440"/>
                <a:gd name="csY17" fmla="*/ 106833 h 1501201"/>
                <a:gd name="csX18" fmla="*/ 575299 w 2962440"/>
                <a:gd name="csY18" fmla="*/ 101705 h 1501201"/>
                <a:gd name="csX19" fmla="*/ 165382 w 2962440"/>
                <a:gd name="csY19" fmla="*/ 101705 h 1501201"/>
                <a:gd name="csX20" fmla="*/ 69336 w 2962440"/>
                <a:gd name="csY20" fmla="*/ 0 h 1501201"/>
                <a:gd name="csX21" fmla="*/ 575299 w 2962440"/>
                <a:gd name="csY21" fmla="*/ 0 h 1501201"/>
                <a:gd name="csX22" fmla="*/ 861858 w 2962440"/>
                <a:gd name="csY22" fmla="*/ 0 h 1501201"/>
                <a:gd name="csX23" fmla="*/ 2163120 w 2962440"/>
                <a:gd name="csY23" fmla="*/ 0 h 1501201"/>
                <a:gd name="csX24" fmla="*/ 2339299 w 2962440"/>
                <a:gd name="csY24" fmla="*/ 0 h 1501201"/>
                <a:gd name="csX25" fmla="*/ 2893104 w 2962440"/>
                <a:gd name="csY25" fmla="*/ 0 h 1501201"/>
                <a:gd name="csX26" fmla="*/ 2962440 w 2962440"/>
                <a:gd name="csY26" fmla="*/ 69336 h 1501201"/>
                <a:gd name="csX27" fmla="*/ 2962440 w 2962440"/>
                <a:gd name="csY27" fmla="*/ 1431865 h 1501201"/>
                <a:gd name="csX28" fmla="*/ 2893104 w 2962440"/>
                <a:gd name="csY28" fmla="*/ 1501201 h 1501201"/>
                <a:gd name="csX29" fmla="*/ 2339299 w 2962440"/>
                <a:gd name="csY29" fmla="*/ 1501201 h 1501201"/>
                <a:gd name="csX30" fmla="*/ 2163120 w 2962440"/>
                <a:gd name="csY30" fmla="*/ 1501201 h 1501201"/>
                <a:gd name="csX31" fmla="*/ 861858 w 2962440"/>
                <a:gd name="csY31" fmla="*/ 1501201 h 1501201"/>
                <a:gd name="csX32" fmla="*/ 575299 w 2962440"/>
                <a:gd name="csY32" fmla="*/ 1501201 h 1501201"/>
                <a:gd name="csX33" fmla="*/ 69336 w 2962440"/>
                <a:gd name="csY33" fmla="*/ 1501201 h 1501201"/>
                <a:gd name="csX34" fmla="*/ 0 w 2962440"/>
                <a:gd name="csY34" fmla="*/ 1431865 h 1501201"/>
                <a:gd name="csX35" fmla="*/ 0 w 2962440"/>
                <a:gd name="csY35" fmla="*/ 69336 h 1501201"/>
                <a:gd name="csX36" fmla="*/ 69336 w 2962440"/>
                <a:gd name="csY36" fmla="*/ 0 h 1501201"/>
                <a:gd name="csX0" fmla="*/ 165382 w 2962440"/>
                <a:gd name="csY0" fmla="*/ 101705 h 1501201"/>
                <a:gd name="csX1" fmla="*/ 101705 w 2962440"/>
                <a:gd name="csY1" fmla="*/ 165382 h 1501201"/>
                <a:gd name="csX2" fmla="*/ 101705 w 2962440"/>
                <a:gd name="csY2" fmla="*/ 1335819 h 1501201"/>
                <a:gd name="csX3" fmla="*/ 165382 w 2962440"/>
                <a:gd name="csY3" fmla="*/ 1399496 h 1501201"/>
                <a:gd name="csX4" fmla="*/ 575299 w 2962440"/>
                <a:gd name="csY4" fmla="*/ 1399496 h 1501201"/>
                <a:gd name="csX5" fmla="*/ 861858 w 2962440"/>
                <a:gd name="csY5" fmla="*/ 1399496 h 1501201"/>
                <a:gd name="csX6" fmla="*/ 2163120 w 2962440"/>
                <a:gd name="csY6" fmla="*/ 1399496 h 1501201"/>
                <a:gd name="csX7" fmla="*/ 2339299 w 2962440"/>
                <a:gd name="csY7" fmla="*/ 1399496 h 1501201"/>
                <a:gd name="csX8" fmla="*/ 2797058 w 2962440"/>
                <a:gd name="csY8" fmla="*/ 1399496 h 1501201"/>
                <a:gd name="csX9" fmla="*/ 2860735 w 2962440"/>
                <a:gd name="csY9" fmla="*/ 1335819 h 1501201"/>
                <a:gd name="csX10" fmla="*/ 2860735 w 2962440"/>
                <a:gd name="csY10" fmla="*/ 165382 h 1501201"/>
                <a:gd name="csX11" fmla="*/ 2797058 w 2962440"/>
                <a:gd name="csY11" fmla="*/ 101705 h 1501201"/>
                <a:gd name="csX12" fmla="*/ 2339299 w 2962440"/>
                <a:gd name="csY12" fmla="*/ 101705 h 1501201"/>
                <a:gd name="csX13" fmla="*/ 2163120 w 2962440"/>
                <a:gd name="csY13" fmla="*/ 101705 h 1501201"/>
                <a:gd name="csX14" fmla="*/ 861858 w 2962440"/>
                <a:gd name="csY14" fmla="*/ 101705 h 1501201"/>
                <a:gd name="csX15" fmla="*/ 605497 w 2962440"/>
                <a:gd name="csY15" fmla="*/ 101705 h 1501201"/>
                <a:gd name="csX16" fmla="*/ 575299 w 2962440"/>
                <a:gd name="csY16" fmla="*/ 106833 h 1501201"/>
                <a:gd name="csX17" fmla="*/ 575299 w 2962440"/>
                <a:gd name="csY17" fmla="*/ 101705 h 1501201"/>
                <a:gd name="csX18" fmla="*/ 165382 w 2962440"/>
                <a:gd name="csY18" fmla="*/ 101705 h 1501201"/>
                <a:gd name="csX19" fmla="*/ 69336 w 2962440"/>
                <a:gd name="csY19" fmla="*/ 0 h 1501201"/>
                <a:gd name="csX20" fmla="*/ 575299 w 2962440"/>
                <a:gd name="csY20" fmla="*/ 0 h 1501201"/>
                <a:gd name="csX21" fmla="*/ 861858 w 2962440"/>
                <a:gd name="csY21" fmla="*/ 0 h 1501201"/>
                <a:gd name="csX22" fmla="*/ 2163120 w 2962440"/>
                <a:gd name="csY22" fmla="*/ 0 h 1501201"/>
                <a:gd name="csX23" fmla="*/ 2339299 w 2962440"/>
                <a:gd name="csY23" fmla="*/ 0 h 1501201"/>
                <a:gd name="csX24" fmla="*/ 2893104 w 2962440"/>
                <a:gd name="csY24" fmla="*/ 0 h 1501201"/>
                <a:gd name="csX25" fmla="*/ 2962440 w 2962440"/>
                <a:gd name="csY25" fmla="*/ 69336 h 1501201"/>
                <a:gd name="csX26" fmla="*/ 2962440 w 2962440"/>
                <a:gd name="csY26" fmla="*/ 1431865 h 1501201"/>
                <a:gd name="csX27" fmla="*/ 2893104 w 2962440"/>
                <a:gd name="csY27" fmla="*/ 1501201 h 1501201"/>
                <a:gd name="csX28" fmla="*/ 2339299 w 2962440"/>
                <a:gd name="csY28" fmla="*/ 1501201 h 1501201"/>
                <a:gd name="csX29" fmla="*/ 2163120 w 2962440"/>
                <a:gd name="csY29" fmla="*/ 1501201 h 1501201"/>
                <a:gd name="csX30" fmla="*/ 861858 w 2962440"/>
                <a:gd name="csY30" fmla="*/ 1501201 h 1501201"/>
                <a:gd name="csX31" fmla="*/ 575299 w 2962440"/>
                <a:gd name="csY31" fmla="*/ 1501201 h 1501201"/>
                <a:gd name="csX32" fmla="*/ 69336 w 2962440"/>
                <a:gd name="csY32" fmla="*/ 1501201 h 1501201"/>
                <a:gd name="csX33" fmla="*/ 0 w 2962440"/>
                <a:gd name="csY33" fmla="*/ 1431865 h 1501201"/>
                <a:gd name="csX34" fmla="*/ 0 w 2962440"/>
                <a:gd name="csY34" fmla="*/ 69336 h 1501201"/>
                <a:gd name="csX35" fmla="*/ 69336 w 2962440"/>
                <a:gd name="csY35" fmla="*/ 0 h 1501201"/>
                <a:gd name="csX0" fmla="*/ 165382 w 2962440"/>
                <a:gd name="csY0" fmla="*/ 101705 h 1501201"/>
                <a:gd name="csX1" fmla="*/ 101705 w 2962440"/>
                <a:gd name="csY1" fmla="*/ 165382 h 1501201"/>
                <a:gd name="csX2" fmla="*/ 101705 w 2962440"/>
                <a:gd name="csY2" fmla="*/ 1335819 h 1501201"/>
                <a:gd name="csX3" fmla="*/ 165382 w 2962440"/>
                <a:gd name="csY3" fmla="*/ 1399496 h 1501201"/>
                <a:gd name="csX4" fmla="*/ 861858 w 2962440"/>
                <a:gd name="csY4" fmla="*/ 1399496 h 1501201"/>
                <a:gd name="csX5" fmla="*/ 2163120 w 2962440"/>
                <a:gd name="csY5" fmla="*/ 1399496 h 1501201"/>
                <a:gd name="csX6" fmla="*/ 2339299 w 2962440"/>
                <a:gd name="csY6" fmla="*/ 1399496 h 1501201"/>
                <a:gd name="csX7" fmla="*/ 2797058 w 2962440"/>
                <a:gd name="csY7" fmla="*/ 1399496 h 1501201"/>
                <a:gd name="csX8" fmla="*/ 2860735 w 2962440"/>
                <a:gd name="csY8" fmla="*/ 1335819 h 1501201"/>
                <a:gd name="csX9" fmla="*/ 2860735 w 2962440"/>
                <a:gd name="csY9" fmla="*/ 165382 h 1501201"/>
                <a:gd name="csX10" fmla="*/ 2797058 w 2962440"/>
                <a:gd name="csY10" fmla="*/ 101705 h 1501201"/>
                <a:gd name="csX11" fmla="*/ 2339299 w 2962440"/>
                <a:gd name="csY11" fmla="*/ 101705 h 1501201"/>
                <a:gd name="csX12" fmla="*/ 2163120 w 2962440"/>
                <a:gd name="csY12" fmla="*/ 101705 h 1501201"/>
                <a:gd name="csX13" fmla="*/ 861858 w 2962440"/>
                <a:gd name="csY13" fmla="*/ 101705 h 1501201"/>
                <a:gd name="csX14" fmla="*/ 605497 w 2962440"/>
                <a:gd name="csY14" fmla="*/ 101705 h 1501201"/>
                <a:gd name="csX15" fmla="*/ 575299 w 2962440"/>
                <a:gd name="csY15" fmla="*/ 106833 h 1501201"/>
                <a:gd name="csX16" fmla="*/ 575299 w 2962440"/>
                <a:gd name="csY16" fmla="*/ 101705 h 1501201"/>
                <a:gd name="csX17" fmla="*/ 165382 w 2962440"/>
                <a:gd name="csY17" fmla="*/ 101705 h 1501201"/>
                <a:gd name="csX18" fmla="*/ 69336 w 2962440"/>
                <a:gd name="csY18" fmla="*/ 0 h 1501201"/>
                <a:gd name="csX19" fmla="*/ 575299 w 2962440"/>
                <a:gd name="csY19" fmla="*/ 0 h 1501201"/>
                <a:gd name="csX20" fmla="*/ 861858 w 2962440"/>
                <a:gd name="csY20" fmla="*/ 0 h 1501201"/>
                <a:gd name="csX21" fmla="*/ 2163120 w 2962440"/>
                <a:gd name="csY21" fmla="*/ 0 h 1501201"/>
                <a:gd name="csX22" fmla="*/ 2339299 w 2962440"/>
                <a:gd name="csY22" fmla="*/ 0 h 1501201"/>
                <a:gd name="csX23" fmla="*/ 2893104 w 2962440"/>
                <a:gd name="csY23" fmla="*/ 0 h 1501201"/>
                <a:gd name="csX24" fmla="*/ 2962440 w 2962440"/>
                <a:gd name="csY24" fmla="*/ 69336 h 1501201"/>
                <a:gd name="csX25" fmla="*/ 2962440 w 2962440"/>
                <a:gd name="csY25" fmla="*/ 1431865 h 1501201"/>
                <a:gd name="csX26" fmla="*/ 2893104 w 2962440"/>
                <a:gd name="csY26" fmla="*/ 1501201 h 1501201"/>
                <a:gd name="csX27" fmla="*/ 2339299 w 2962440"/>
                <a:gd name="csY27" fmla="*/ 1501201 h 1501201"/>
                <a:gd name="csX28" fmla="*/ 2163120 w 2962440"/>
                <a:gd name="csY28" fmla="*/ 1501201 h 1501201"/>
                <a:gd name="csX29" fmla="*/ 861858 w 2962440"/>
                <a:gd name="csY29" fmla="*/ 1501201 h 1501201"/>
                <a:gd name="csX30" fmla="*/ 575299 w 2962440"/>
                <a:gd name="csY30" fmla="*/ 1501201 h 1501201"/>
                <a:gd name="csX31" fmla="*/ 69336 w 2962440"/>
                <a:gd name="csY31" fmla="*/ 1501201 h 1501201"/>
                <a:gd name="csX32" fmla="*/ 0 w 2962440"/>
                <a:gd name="csY32" fmla="*/ 1431865 h 1501201"/>
                <a:gd name="csX33" fmla="*/ 0 w 2962440"/>
                <a:gd name="csY33" fmla="*/ 69336 h 1501201"/>
                <a:gd name="csX34" fmla="*/ 69336 w 2962440"/>
                <a:gd name="csY34" fmla="*/ 0 h 1501201"/>
                <a:gd name="csX0" fmla="*/ 165382 w 2962440"/>
                <a:gd name="csY0" fmla="*/ 101705 h 1501201"/>
                <a:gd name="csX1" fmla="*/ 101705 w 2962440"/>
                <a:gd name="csY1" fmla="*/ 165382 h 1501201"/>
                <a:gd name="csX2" fmla="*/ 101705 w 2962440"/>
                <a:gd name="csY2" fmla="*/ 1335819 h 1501201"/>
                <a:gd name="csX3" fmla="*/ 165382 w 2962440"/>
                <a:gd name="csY3" fmla="*/ 1399496 h 1501201"/>
                <a:gd name="csX4" fmla="*/ 2163120 w 2962440"/>
                <a:gd name="csY4" fmla="*/ 1399496 h 1501201"/>
                <a:gd name="csX5" fmla="*/ 2339299 w 2962440"/>
                <a:gd name="csY5" fmla="*/ 1399496 h 1501201"/>
                <a:gd name="csX6" fmla="*/ 2797058 w 2962440"/>
                <a:gd name="csY6" fmla="*/ 1399496 h 1501201"/>
                <a:gd name="csX7" fmla="*/ 2860735 w 2962440"/>
                <a:gd name="csY7" fmla="*/ 1335819 h 1501201"/>
                <a:gd name="csX8" fmla="*/ 2860735 w 2962440"/>
                <a:gd name="csY8" fmla="*/ 165382 h 1501201"/>
                <a:gd name="csX9" fmla="*/ 2797058 w 2962440"/>
                <a:gd name="csY9" fmla="*/ 101705 h 1501201"/>
                <a:gd name="csX10" fmla="*/ 2339299 w 2962440"/>
                <a:gd name="csY10" fmla="*/ 101705 h 1501201"/>
                <a:gd name="csX11" fmla="*/ 2163120 w 2962440"/>
                <a:gd name="csY11" fmla="*/ 101705 h 1501201"/>
                <a:gd name="csX12" fmla="*/ 861858 w 2962440"/>
                <a:gd name="csY12" fmla="*/ 101705 h 1501201"/>
                <a:gd name="csX13" fmla="*/ 605497 w 2962440"/>
                <a:gd name="csY13" fmla="*/ 101705 h 1501201"/>
                <a:gd name="csX14" fmla="*/ 575299 w 2962440"/>
                <a:gd name="csY14" fmla="*/ 106833 h 1501201"/>
                <a:gd name="csX15" fmla="*/ 575299 w 2962440"/>
                <a:gd name="csY15" fmla="*/ 101705 h 1501201"/>
                <a:gd name="csX16" fmla="*/ 165382 w 2962440"/>
                <a:gd name="csY16" fmla="*/ 101705 h 1501201"/>
                <a:gd name="csX17" fmla="*/ 69336 w 2962440"/>
                <a:gd name="csY17" fmla="*/ 0 h 1501201"/>
                <a:gd name="csX18" fmla="*/ 575299 w 2962440"/>
                <a:gd name="csY18" fmla="*/ 0 h 1501201"/>
                <a:gd name="csX19" fmla="*/ 861858 w 2962440"/>
                <a:gd name="csY19" fmla="*/ 0 h 1501201"/>
                <a:gd name="csX20" fmla="*/ 2163120 w 2962440"/>
                <a:gd name="csY20" fmla="*/ 0 h 1501201"/>
                <a:gd name="csX21" fmla="*/ 2339299 w 2962440"/>
                <a:gd name="csY21" fmla="*/ 0 h 1501201"/>
                <a:gd name="csX22" fmla="*/ 2893104 w 2962440"/>
                <a:gd name="csY22" fmla="*/ 0 h 1501201"/>
                <a:gd name="csX23" fmla="*/ 2962440 w 2962440"/>
                <a:gd name="csY23" fmla="*/ 69336 h 1501201"/>
                <a:gd name="csX24" fmla="*/ 2962440 w 2962440"/>
                <a:gd name="csY24" fmla="*/ 1431865 h 1501201"/>
                <a:gd name="csX25" fmla="*/ 2893104 w 2962440"/>
                <a:gd name="csY25" fmla="*/ 1501201 h 1501201"/>
                <a:gd name="csX26" fmla="*/ 2339299 w 2962440"/>
                <a:gd name="csY26" fmla="*/ 1501201 h 1501201"/>
                <a:gd name="csX27" fmla="*/ 2163120 w 2962440"/>
                <a:gd name="csY27" fmla="*/ 1501201 h 1501201"/>
                <a:gd name="csX28" fmla="*/ 861858 w 2962440"/>
                <a:gd name="csY28" fmla="*/ 1501201 h 1501201"/>
                <a:gd name="csX29" fmla="*/ 575299 w 2962440"/>
                <a:gd name="csY29" fmla="*/ 1501201 h 1501201"/>
                <a:gd name="csX30" fmla="*/ 69336 w 2962440"/>
                <a:gd name="csY30" fmla="*/ 1501201 h 1501201"/>
                <a:gd name="csX31" fmla="*/ 0 w 2962440"/>
                <a:gd name="csY31" fmla="*/ 1431865 h 1501201"/>
                <a:gd name="csX32" fmla="*/ 0 w 2962440"/>
                <a:gd name="csY32" fmla="*/ 69336 h 1501201"/>
                <a:gd name="csX33" fmla="*/ 69336 w 2962440"/>
                <a:gd name="csY33" fmla="*/ 0 h 1501201"/>
                <a:gd name="csX0" fmla="*/ 165382 w 2962440"/>
                <a:gd name="csY0" fmla="*/ 101705 h 1501201"/>
                <a:gd name="csX1" fmla="*/ 101705 w 2962440"/>
                <a:gd name="csY1" fmla="*/ 165382 h 1501201"/>
                <a:gd name="csX2" fmla="*/ 101705 w 2962440"/>
                <a:gd name="csY2" fmla="*/ 1335819 h 1501201"/>
                <a:gd name="csX3" fmla="*/ 165382 w 2962440"/>
                <a:gd name="csY3" fmla="*/ 1399496 h 1501201"/>
                <a:gd name="csX4" fmla="*/ 2339299 w 2962440"/>
                <a:gd name="csY4" fmla="*/ 1399496 h 1501201"/>
                <a:gd name="csX5" fmla="*/ 2797058 w 2962440"/>
                <a:gd name="csY5" fmla="*/ 1399496 h 1501201"/>
                <a:gd name="csX6" fmla="*/ 2860735 w 2962440"/>
                <a:gd name="csY6" fmla="*/ 1335819 h 1501201"/>
                <a:gd name="csX7" fmla="*/ 2860735 w 2962440"/>
                <a:gd name="csY7" fmla="*/ 165382 h 1501201"/>
                <a:gd name="csX8" fmla="*/ 2797058 w 2962440"/>
                <a:gd name="csY8" fmla="*/ 101705 h 1501201"/>
                <a:gd name="csX9" fmla="*/ 2339299 w 2962440"/>
                <a:gd name="csY9" fmla="*/ 101705 h 1501201"/>
                <a:gd name="csX10" fmla="*/ 2163120 w 2962440"/>
                <a:gd name="csY10" fmla="*/ 101705 h 1501201"/>
                <a:gd name="csX11" fmla="*/ 861858 w 2962440"/>
                <a:gd name="csY11" fmla="*/ 101705 h 1501201"/>
                <a:gd name="csX12" fmla="*/ 605497 w 2962440"/>
                <a:gd name="csY12" fmla="*/ 101705 h 1501201"/>
                <a:gd name="csX13" fmla="*/ 575299 w 2962440"/>
                <a:gd name="csY13" fmla="*/ 106833 h 1501201"/>
                <a:gd name="csX14" fmla="*/ 575299 w 2962440"/>
                <a:gd name="csY14" fmla="*/ 101705 h 1501201"/>
                <a:gd name="csX15" fmla="*/ 165382 w 2962440"/>
                <a:gd name="csY15" fmla="*/ 101705 h 1501201"/>
                <a:gd name="csX16" fmla="*/ 69336 w 2962440"/>
                <a:gd name="csY16" fmla="*/ 0 h 1501201"/>
                <a:gd name="csX17" fmla="*/ 575299 w 2962440"/>
                <a:gd name="csY17" fmla="*/ 0 h 1501201"/>
                <a:gd name="csX18" fmla="*/ 861858 w 2962440"/>
                <a:gd name="csY18" fmla="*/ 0 h 1501201"/>
                <a:gd name="csX19" fmla="*/ 2163120 w 2962440"/>
                <a:gd name="csY19" fmla="*/ 0 h 1501201"/>
                <a:gd name="csX20" fmla="*/ 2339299 w 2962440"/>
                <a:gd name="csY20" fmla="*/ 0 h 1501201"/>
                <a:gd name="csX21" fmla="*/ 2893104 w 2962440"/>
                <a:gd name="csY21" fmla="*/ 0 h 1501201"/>
                <a:gd name="csX22" fmla="*/ 2962440 w 2962440"/>
                <a:gd name="csY22" fmla="*/ 69336 h 1501201"/>
                <a:gd name="csX23" fmla="*/ 2962440 w 2962440"/>
                <a:gd name="csY23" fmla="*/ 1431865 h 1501201"/>
                <a:gd name="csX24" fmla="*/ 2893104 w 2962440"/>
                <a:gd name="csY24" fmla="*/ 1501201 h 1501201"/>
                <a:gd name="csX25" fmla="*/ 2339299 w 2962440"/>
                <a:gd name="csY25" fmla="*/ 1501201 h 1501201"/>
                <a:gd name="csX26" fmla="*/ 2163120 w 2962440"/>
                <a:gd name="csY26" fmla="*/ 1501201 h 1501201"/>
                <a:gd name="csX27" fmla="*/ 861858 w 2962440"/>
                <a:gd name="csY27" fmla="*/ 1501201 h 1501201"/>
                <a:gd name="csX28" fmla="*/ 575299 w 2962440"/>
                <a:gd name="csY28" fmla="*/ 1501201 h 1501201"/>
                <a:gd name="csX29" fmla="*/ 69336 w 2962440"/>
                <a:gd name="csY29" fmla="*/ 1501201 h 1501201"/>
                <a:gd name="csX30" fmla="*/ 0 w 2962440"/>
                <a:gd name="csY30" fmla="*/ 1431865 h 1501201"/>
                <a:gd name="csX31" fmla="*/ 0 w 2962440"/>
                <a:gd name="csY31" fmla="*/ 69336 h 1501201"/>
                <a:gd name="csX32" fmla="*/ 69336 w 2962440"/>
                <a:gd name="csY32" fmla="*/ 0 h 1501201"/>
                <a:gd name="csX0" fmla="*/ 165382 w 2962440"/>
                <a:gd name="csY0" fmla="*/ 101705 h 1501201"/>
                <a:gd name="csX1" fmla="*/ 101705 w 2962440"/>
                <a:gd name="csY1" fmla="*/ 165382 h 1501201"/>
                <a:gd name="csX2" fmla="*/ 101705 w 2962440"/>
                <a:gd name="csY2" fmla="*/ 1335819 h 1501201"/>
                <a:gd name="csX3" fmla="*/ 165382 w 2962440"/>
                <a:gd name="csY3" fmla="*/ 1399496 h 1501201"/>
                <a:gd name="csX4" fmla="*/ 2797058 w 2962440"/>
                <a:gd name="csY4" fmla="*/ 1399496 h 1501201"/>
                <a:gd name="csX5" fmla="*/ 2860735 w 2962440"/>
                <a:gd name="csY5" fmla="*/ 1335819 h 1501201"/>
                <a:gd name="csX6" fmla="*/ 2860735 w 2962440"/>
                <a:gd name="csY6" fmla="*/ 165382 h 1501201"/>
                <a:gd name="csX7" fmla="*/ 2797058 w 2962440"/>
                <a:gd name="csY7" fmla="*/ 101705 h 1501201"/>
                <a:gd name="csX8" fmla="*/ 2339299 w 2962440"/>
                <a:gd name="csY8" fmla="*/ 101705 h 1501201"/>
                <a:gd name="csX9" fmla="*/ 2163120 w 2962440"/>
                <a:gd name="csY9" fmla="*/ 101705 h 1501201"/>
                <a:gd name="csX10" fmla="*/ 861858 w 2962440"/>
                <a:gd name="csY10" fmla="*/ 101705 h 1501201"/>
                <a:gd name="csX11" fmla="*/ 605497 w 2962440"/>
                <a:gd name="csY11" fmla="*/ 101705 h 1501201"/>
                <a:gd name="csX12" fmla="*/ 575299 w 2962440"/>
                <a:gd name="csY12" fmla="*/ 106833 h 1501201"/>
                <a:gd name="csX13" fmla="*/ 575299 w 2962440"/>
                <a:gd name="csY13" fmla="*/ 101705 h 1501201"/>
                <a:gd name="csX14" fmla="*/ 165382 w 2962440"/>
                <a:gd name="csY14" fmla="*/ 101705 h 1501201"/>
                <a:gd name="csX15" fmla="*/ 69336 w 2962440"/>
                <a:gd name="csY15" fmla="*/ 0 h 1501201"/>
                <a:gd name="csX16" fmla="*/ 575299 w 2962440"/>
                <a:gd name="csY16" fmla="*/ 0 h 1501201"/>
                <a:gd name="csX17" fmla="*/ 861858 w 2962440"/>
                <a:gd name="csY17" fmla="*/ 0 h 1501201"/>
                <a:gd name="csX18" fmla="*/ 2163120 w 2962440"/>
                <a:gd name="csY18" fmla="*/ 0 h 1501201"/>
                <a:gd name="csX19" fmla="*/ 2339299 w 2962440"/>
                <a:gd name="csY19" fmla="*/ 0 h 1501201"/>
                <a:gd name="csX20" fmla="*/ 2893104 w 2962440"/>
                <a:gd name="csY20" fmla="*/ 0 h 1501201"/>
                <a:gd name="csX21" fmla="*/ 2962440 w 2962440"/>
                <a:gd name="csY21" fmla="*/ 69336 h 1501201"/>
                <a:gd name="csX22" fmla="*/ 2962440 w 2962440"/>
                <a:gd name="csY22" fmla="*/ 1431865 h 1501201"/>
                <a:gd name="csX23" fmla="*/ 2893104 w 2962440"/>
                <a:gd name="csY23" fmla="*/ 1501201 h 1501201"/>
                <a:gd name="csX24" fmla="*/ 2339299 w 2962440"/>
                <a:gd name="csY24" fmla="*/ 1501201 h 1501201"/>
                <a:gd name="csX25" fmla="*/ 2163120 w 2962440"/>
                <a:gd name="csY25" fmla="*/ 1501201 h 1501201"/>
                <a:gd name="csX26" fmla="*/ 861858 w 2962440"/>
                <a:gd name="csY26" fmla="*/ 1501201 h 1501201"/>
                <a:gd name="csX27" fmla="*/ 575299 w 2962440"/>
                <a:gd name="csY27" fmla="*/ 1501201 h 1501201"/>
                <a:gd name="csX28" fmla="*/ 69336 w 2962440"/>
                <a:gd name="csY28" fmla="*/ 1501201 h 1501201"/>
                <a:gd name="csX29" fmla="*/ 0 w 2962440"/>
                <a:gd name="csY29" fmla="*/ 1431865 h 1501201"/>
                <a:gd name="csX30" fmla="*/ 0 w 2962440"/>
                <a:gd name="csY30" fmla="*/ 69336 h 1501201"/>
                <a:gd name="csX31" fmla="*/ 69336 w 2962440"/>
                <a:gd name="csY31" fmla="*/ 0 h 1501201"/>
                <a:gd name="csX0" fmla="*/ 165382 w 2962440"/>
                <a:gd name="csY0" fmla="*/ 101705 h 1501201"/>
                <a:gd name="csX1" fmla="*/ 101705 w 2962440"/>
                <a:gd name="csY1" fmla="*/ 165382 h 1501201"/>
                <a:gd name="csX2" fmla="*/ 101705 w 2962440"/>
                <a:gd name="csY2" fmla="*/ 1335819 h 1501201"/>
                <a:gd name="csX3" fmla="*/ 165382 w 2962440"/>
                <a:gd name="csY3" fmla="*/ 1399496 h 1501201"/>
                <a:gd name="csX4" fmla="*/ 2797058 w 2962440"/>
                <a:gd name="csY4" fmla="*/ 1399496 h 1501201"/>
                <a:gd name="csX5" fmla="*/ 2860735 w 2962440"/>
                <a:gd name="csY5" fmla="*/ 1335819 h 1501201"/>
                <a:gd name="csX6" fmla="*/ 2860735 w 2962440"/>
                <a:gd name="csY6" fmla="*/ 165382 h 1501201"/>
                <a:gd name="csX7" fmla="*/ 2797058 w 2962440"/>
                <a:gd name="csY7" fmla="*/ 101705 h 1501201"/>
                <a:gd name="csX8" fmla="*/ 2163120 w 2962440"/>
                <a:gd name="csY8" fmla="*/ 101705 h 1501201"/>
                <a:gd name="csX9" fmla="*/ 861858 w 2962440"/>
                <a:gd name="csY9" fmla="*/ 101705 h 1501201"/>
                <a:gd name="csX10" fmla="*/ 605497 w 2962440"/>
                <a:gd name="csY10" fmla="*/ 101705 h 1501201"/>
                <a:gd name="csX11" fmla="*/ 575299 w 2962440"/>
                <a:gd name="csY11" fmla="*/ 106833 h 1501201"/>
                <a:gd name="csX12" fmla="*/ 575299 w 2962440"/>
                <a:gd name="csY12" fmla="*/ 101705 h 1501201"/>
                <a:gd name="csX13" fmla="*/ 165382 w 2962440"/>
                <a:gd name="csY13" fmla="*/ 101705 h 1501201"/>
                <a:gd name="csX14" fmla="*/ 69336 w 2962440"/>
                <a:gd name="csY14" fmla="*/ 0 h 1501201"/>
                <a:gd name="csX15" fmla="*/ 575299 w 2962440"/>
                <a:gd name="csY15" fmla="*/ 0 h 1501201"/>
                <a:gd name="csX16" fmla="*/ 861858 w 2962440"/>
                <a:gd name="csY16" fmla="*/ 0 h 1501201"/>
                <a:gd name="csX17" fmla="*/ 2163120 w 2962440"/>
                <a:gd name="csY17" fmla="*/ 0 h 1501201"/>
                <a:gd name="csX18" fmla="*/ 2339299 w 2962440"/>
                <a:gd name="csY18" fmla="*/ 0 h 1501201"/>
                <a:gd name="csX19" fmla="*/ 2893104 w 2962440"/>
                <a:gd name="csY19" fmla="*/ 0 h 1501201"/>
                <a:gd name="csX20" fmla="*/ 2962440 w 2962440"/>
                <a:gd name="csY20" fmla="*/ 69336 h 1501201"/>
                <a:gd name="csX21" fmla="*/ 2962440 w 2962440"/>
                <a:gd name="csY21" fmla="*/ 1431865 h 1501201"/>
                <a:gd name="csX22" fmla="*/ 2893104 w 2962440"/>
                <a:gd name="csY22" fmla="*/ 1501201 h 1501201"/>
                <a:gd name="csX23" fmla="*/ 2339299 w 2962440"/>
                <a:gd name="csY23" fmla="*/ 1501201 h 1501201"/>
                <a:gd name="csX24" fmla="*/ 2163120 w 2962440"/>
                <a:gd name="csY24" fmla="*/ 1501201 h 1501201"/>
                <a:gd name="csX25" fmla="*/ 861858 w 2962440"/>
                <a:gd name="csY25" fmla="*/ 1501201 h 1501201"/>
                <a:gd name="csX26" fmla="*/ 575299 w 2962440"/>
                <a:gd name="csY26" fmla="*/ 1501201 h 1501201"/>
                <a:gd name="csX27" fmla="*/ 69336 w 2962440"/>
                <a:gd name="csY27" fmla="*/ 1501201 h 1501201"/>
                <a:gd name="csX28" fmla="*/ 0 w 2962440"/>
                <a:gd name="csY28" fmla="*/ 1431865 h 1501201"/>
                <a:gd name="csX29" fmla="*/ 0 w 2962440"/>
                <a:gd name="csY29" fmla="*/ 69336 h 1501201"/>
                <a:gd name="csX30" fmla="*/ 69336 w 2962440"/>
                <a:gd name="csY30" fmla="*/ 0 h 1501201"/>
                <a:gd name="csX0" fmla="*/ 165382 w 2962440"/>
                <a:gd name="csY0" fmla="*/ 101705 h 1501201"/>
                <a:gd name="csX1" fmla="*/ 101705 w 2962440"/>
                <a:gd name="csY1" fmla="*/ 165382 h 1501201"/>
                <a:gd name="csX2" fmla="*/ 101705 w 2962440"/>
                <a:gd name="csY2" fmla="*/ 1335819 h 1501201"/>
                <a:gd name="csX3" fmla="*/ 165382 w 2962440"/>
                <a:gd name="csY3" fmla="*/ 1399496 h 1501201"/>
                <a:gd name="csX4" fmla="*/ 2797058 w 2962440"/>
                <a:gd name="csY4" fmla="*/ 1399496 h 1501201"/>
                <a:gd name="csX5" fmla="*/ 2860735 w 2962440"/>
                <a:gd name="csY5" fmla="*/ 1335819 h 1501201"/>
                <a:gd name="csX6" fmla="*/ 2860735 w 2962440"/>
                <a:gd name="csY6" fmla="*/ 165382 h 1501201"/>
                <a:gd name="csX7" fmla="*/ 2797058 w 2962440"/>
                <a:gd name="csY7" fmla="*/ 101705 h 1501201"/>
                <a:gd name="csX8" fmla="*/ 861858 w 2962440"/>
                <a:gd name="csY8" fmla="*/ 101705 h 1501201"/>
                <a:gd name="csX9" fmla="*/ 605497 w 2962440"/>
                <a:gd name="csY9" fmla="*/ 101705 h 1501201"/>
                <a:gd name="csX10" fmla="*/ 575299 w 2962440"/>
                <a:gd name="csY10" fmla="*/ 106833 h 1501201"/>
                <a:gd name="csX11" fmla="*/ 575299 w 2962440"/>
                <a:gd name="csY11" fmla="*/ 101705 h 1501201"/>
                <a:gd name="csX12" fmla="*/ 165382 w 2962440"/>
                <a:gd name="csY12" fmla="*/ 101705 h 1501201"/>
                <a:gd name="csX13" fmla="*/ 69336 w 2962440"/>
                <a:gd name="csY13" fmla="*/ 0 h 1501201"/>
                <a:gd name="csX14" fmla="*/ 575299 w 2962440"/>
                <a:gd name="csY14" fmla="*/ 0 h 1501201"/>
                <a:gd name="csX15" fmla="*/ 861858 w 2962440"/>
                <a:gd name="csY15" fmla="*/ 0 h 1501201"/>
                <a:gd name="csX16" fmla="*/ 2163120 w 2962440"/>
                <a:gd name="csY16" fmla="*/ 0 h 1501201"/>
                <a:gd name="csX17" fmla="*/ 2339299 w 2962440"/>
                <a:gd name="csY17" fmla="*/ 0 h 1501201"/>
                <a:gd name="csX18" fmla="*/ 2893104 w 2962440"/>
                <a:gd name="csY18" fmla="*/ 0 h 1501201"/>
                <a:gd name="csX19" fmla="*/ 2962440 w 2962440"/>
                <a:gd name="csY19" fmla="*/ 69336 h 1501201"/>
                <a:gd name="csX20" fmla="*/ 2962440 w 2962440"/>
                <a:gd name="csY20" fmla="*/ 1431865 h 1501201"/>
                <a:gd name="csX21" fmla="*/ 2893104 w 2962440"/>
                <a:gd name="csY21" fmla="*/ 1501201 h 1501201"/>
                <a:gd name="csX22" fmla="*/ 2339299 w 2962440"/>
                <a:gd name="csY22" fmla="*/ 1501201 h 1501201"/>
                <a:gd name="csX23" fmla="*/ 2163120 w 2962440"/>
                <a:gd name="csY23" fmla="*/ 1501201 h 1501201"/>
                <a:gd name="csX24" fmla="*/ 861858 w 2962440"/>
                <a:gd name="csY24" fmla="*/ 1501201 h 1501201"/>
                <a:gd name="csX25" fmla="*/ 575299 w 2962440"/>
                <a:gd name="csY25" fmla="*/ 1501201 h 1501201"/>
                <a:gd name="csX26" fmla="*/ 69336 w 2962440"/>
                <a:gd name="csY26" fmla="*/ 1501201 h 1501201"/>
                <a:gd name="csX27" fmla="*/ 0 w 2962440"/>
                <a:gd name="csY27" fmla="*/ 1431865 h 1501201"/>
                <a:gd name="csX28" fmla="*/ 0 w 2962440"/>
                <a:gd name="csY28" fmla="*/ 69336 h 1501201"/>
                <a:gd name="csX29" fmla="*/ 69336 w 2962440"/>
                <a:gd name="csY29" fmla="*/ 0 h 1501201"/>
                <a:gd name="csX0" fmla="*/ 165382 w 2962440"/>
                <a:gd name="csY0" fmla="*/ 101705 h 1501201"/>
                <a:gd name="csX1" fmla="*/ 101705 w 2962440"/>
                <a:gd name="csY1" fmla="*/ 165382 h 1501201"/>
                <a:gd name="csX2" fmla="*/ 101705 w 2962440"/>
                <a:gd name="csY2" fmla="*/ 1335819 h 1501201"/>
                <a:gd name="csX3" fmla="*/ 165382 w 2962440"/>
                <a:gd name="csY3" fmla="*/ 1399496 h 1501201"/>
                <a:gd name="csX4" fmla="*/ 2797058 w 2962440"/>
                <a:gd name="csY4" fmla="*/ 1399496 h 1501201"/>
                <a:gd name="csX5" fmla="*/ 2860735 w 2962440"/>
                <a:gd name="csY5" fmla="*/ 1335819 h 1501201"/>
                <a:gd name="csX6" fmla="*/ 2860735 w 2962440"/>
                <a:gd name="csY6" fmla="*/ 165382 h 1501201"/>
                <a:gd name="csX7" fmla="*/ 2797058 w 2962440"/>
                <a:gd name="csY7" fmla="*/ 101705 h 1501201"/>
                <a:gd name="csX8" fmla="*/ 605497 w 2962440"/>
                <a:gd name="csY8" fmla="*/ 101705 h 1501201"/>
                <a:gd name="csX9" fmla="*/ 575299 w 2962440"/>
                <a:gd name="csY9" fmla="*/ 106833 h 1501201"/>
                <a:gd name="csX10" fmla="*/ 575299 w 2962440"/>
                <a:gd name="csY10" fmla="*/ 101705 h 1501201"/>
                <a:gd name="csX11" fmla="*/ 165382 w 2962440"/>
                <a:gd name="csY11" fmla="*/ 101705 h 1501201"/>
                <a:gd name="csX12" fmla="*/ 69336 w 2962440"/>
                <a:gd name="csY12" fmla="*/ 0 h 1501201"/>
                <a:gd name="csX13" fmla="*/ 575299 w 2962440"/>
                <a:gd name="csY13" fmla="*/ 0 h 1501201"/>
                <a:gd name="csX14" fmla="*/ 861858 w 2962440"/>
                <a:gd name="csY14" fmla="*/ 0 h 1501201"/>
                <a:gd name="csX15" fmla="*/ 2163120 w 2962440"/>
                <a:gd name="csY15" fmla="*/ 0 h 1501201"/>
                <a:gd name="csX16" fmla="*/ 2339299 w 2962440"/>
                <a:gd name="csY16" fmla="*/ 0 h 1501201"/>
                <a:gd name="csX17" fmla="*/ 2893104 w 2962440"/>
                <a:gd name="csY17" fmla="*/ 0 h 1501201"/>
                <a:gd name="csX18" fmla="*/ 2962440 w 2962440"/>
                <a:gd name="csY18" fmla="*/ 69336 h 1501201"/>
                <a:gd name="csX19" fmla="*/ 2962440 w 2962440"/>
                <a:gd name="csY19" fmla="*/ 1431865 h 1501201"/>
                <a:gd name="csX20" fmla="*/ 2893104 w 2962440"/>
                <a:gd name="csY20" fmla="*/ 1501201 h 1501201"/>
                <a:gd name="csX21" fmla="*/ 2339299 w 2962440"/>
                <a:gd name="csY21" fmla="*/ 1501201 h 1501201"/>
                <a:gd name="csX22" fmla="*/ 2163120 w 2962440"/>
                <a:gd name="csY22" fmla="*/ 1501201 h 1501201"/>
                <a:gd name="csX23" fmla="*/ 861858 w 2962440"/>
                <a:gd name="csY23" fmla="*/ 1501201 h 1501201"/>
                <a:gd name="csX24" fmla="*/ 575299 w 2962440"/>
                <a:gd name="csY24" fmla="*/ 1501201 h 1501201"/>
                <a:gd name="csX25" fmla="*/ 69336 w 2962440"/>
                <a:gd name="csY25" fmla="*/ 1501201 h 1501201"/>
                <a:gd name="csX26" fmla="*/ 0 w 2962440"/>
                <a:gd name="csY26" fmla="*/ 1431865 h 1501201"/>
                <a:gd name="csX27" fmla="*/ 0 w 2962440"/>
                <a:gd name="csY27" fmla="*/ 69336 h 1501201"/>
                <a:gd name="csX28" fmla="*/ 69336 w 2962440"/>
                <a:gd name="csY28" fmla="*/ 0 h 1501201"/>
                <a:gd name="csX0" fmla="*/ 165382 w 2962440"/>
                <a:gd name="csY0" fmla="*/ 101705 h 1501201"/>
                <a:gd name="csX1" fmla="*/ 101705 w 2962440"/>
                <a:gd name="csY1" fmla="*/ 165382 h 1501201"/>
                <a:gd name="csX2" fmla="*/ 101705 w 2962440"/>
                <a:gd name="csY2" fmla="*/ 1335819 h 1501201"/>
                <a:gd name="csX3" fmla="*/ 165382 w 2962440"/>
                <a:gd name="csY3" fmla="*/ 1399496 h 1501201"/>
                <a:gd name="csX4" fmla="*/ 2797058 w 2962440"/>
                <a:gd name="csY4" fmla="*/ 1399496 h 1501201"/>
                <a:gd name="csX5" fmla="*/ 2860735 w 2962440"/>
                <a:gd name="csY5" fmla="*/ 1335819 h 1501201"/>
                <a:gd name="csX6" fmla="*/ 2860735 w 2962440"/>
                <a:gd name="csY6" fmla="*/ 165382 h 1501201"/>
                <a:gd name="csX7" fmla="*/ 2797058 w 2962440"/>
                <a:gd name="csY7" fmla="*/ 101705 h 1501201"/>
                <a:gd name="csX8" fmla="*/ 575299 w 2962440"/>
                <a:gd name="csY8" fmla="*/ 106833 h 1501201"/>
                <a:gd name="csX9" fmla="*/ 575299 w 2962440"/>
                <a:gd name="csY9" fmla="*/ 101705 h 1501201"/>
                <a:gd name="csX10" fmla="*/ 165382 w 2962440"/>
                <a:gd name="csY10" fmla="*/ 101705 h 1501201"/>
                <a:gd name="csX11" fmla="*/ 69336 w 2962440"/>
                <a:gd name="csY11" fmla="*/ 0 h 1501201"/>
                <a:gd name="csX12" fmla="*/ 575299 w 2962440"/>
                <a:gd name="csY12" fmla="*/ 0 h 1501201"/>
                <a:gd name="csX13" fmla="*/ 861858 w 2962440"/>
                <a:gd name="csY13" fmla="*/ 0 h 1501201"/>
                <a:gd name="csX14" fmla="*/ 2163120 w 2962440"/>
                <a:gd name="csY14" fmla="*/ 0 h 1501201"/>
                <a:gd name="csX15" fmla="*/ 2339299 w 2962440"/>
                <a:gd name="csY15" fmla="*/ 0 h 1501201"/>
                <a:gd name="csX16" fmla="*/ 2893104 w 2962440"/>
                <a:gd name="csY16" fmla="*/ 0 h 1501201"/>
                <a:gd name="csX17" fmla="*/ 2962440 w 2962440"/>
                <a:gd name="csY17" fmla="*/ 69336 h 1501201"/>
                <a:gd name="csX18" fmla="*/ 2962440 w 2962440"/>
                <a:gd name="csY18" fmla="*/ 1431865 h 1501201"/>
                <a:gd name="csX19" fmla="*/ 2893104 w 2962440"/>
                <a:gd name="csY19" fmla="*/ 1501201 h 1501201"/>
                <a:gd name="csX20" fmla="*/ 2339299 w 2962440"/>
                <a:gd name="csY20" fmla="*/ 1501201 h 1501201"/>
                <a:gd name="csX21" fmla="*/ 2163120 w 2962440"/>
                <a:gd name="csY21" fmla="*/ 1501201 h 1501201"/>
                <a:gd name="csX22" fmla="*/ 861858 w 2962440"/>
                <a:gd name="csY22" fmla="*/ 1501201 h 1501201"/>
                <a:gd name="csX23" fmla="*/ 575299 w 2962440"/>
                <a:gd name="csY23" fmla="*/ 1501201 h 1501201"/>
                <a:gd name="csX24" fmla="*/ 69336 w 2962440"/>
                <a:gd name="csY24" fmla="*/ 1501201 h 1501201"/>
                <a:gd name="csX25" fmla="*/ 0 w 2962440"/>
                <a:gd name="csY25" fmla="*/ 1431865 h 1501201"/>
                <a:gd name="csX26" fmla="*/ 0 w 2962440"/>
                <a:gd name="csY26" fmla="*/ 69336 h 1501201"/>
                <a:gd name="csX27" fmla="*/ 69336 w 2962440"/>
                <a:gd name="csY27" fmla="*/ 0 h 1501201"/>
                <a:gd name="csX0" fmla="*/ 165382 w 2962440"/>
                <a:gd name="csY0" fmla="*/ 101705 h 1501201"/>
                <a:gd name="csX1" fmla="*/ 101705 w 2962440"/>
                <a:gd name="csY1" fmla="*/ 165382 h 1501201"/>
                <a:gd name="csX2" fmla="*/ 101705 w 2962440"/>
                <a:gd name="csY2" fmla="*/ 1335819 h 1501201"/>
                <a:gd name="csX3" fmla="*/ 165382 w 2962440"/>
                <a:gd name="csY3" fmla="*/ 1399496 h 1501201"/>
                <a:gd name="csX4" fmla="*/ 2797058 w 2962440"/>
                <a:gd name="csY4" fmla="*/ 1399496 h 1501201"/>
                <a:gd name="csX5" fmla="*/ 2860735 w 2962440"/>
                <a:gd name="csY5" fmla="*/ 1335819 h 1501201"/>
                <a:gd name="csX6" fmla="*/ 2860735 w 2962440"/>
                <a:gd name="csY6" fmla="*/ 165382 h 1501201"/>
                <a:gd name="csX7" fmla="*/ 2797058 w 2962440"/>
                <a:gd name="csY7" fmla="*/ 101705 h 1501201"/>
                <a:gd name="csX8" fmla="*/ 575299 w 2962440"/>
                <a:gd name="csY8" fmla="*/ 106833 h 1501201"/>
                <a:gd name="csX9" fmla="*/ 165382 w 2962440"/>
                <a:gd name="csY9" fmla="*/ 101705 h 1501201"/>
                <a:gd name="csX10" fmla="*/ 69336 w 2962440"/>
                <a:gd name="csY10" fmla="*/ 0 h 1501201"/>
                <a:gd name="csX11" fmla="*/ 575299 w 2962440"/>
                <a:gd name="csY11" fmla="*/ 0 h 1501201"/>
                <a:gd name="csX12" fmla="*/ 861858 w 2962440"/>
                <a:gd name="csY12" fmla="*/ 0 h 1501201"/>
                <a:gd name="csX13" fmla="*/ 2163120 w 2962440"/>
                <a:gd name="csY13" fmla="*/ 0 h 1501201"/>
                <a:gd name="csX14" fmla="*/ 2339299 w 2962440"/>
                <a:gd name="csY14" fmla="*/ 0 h 1501201"/>
                <a:gd name="csX15" fmla="*/ 2893104 w 2962440"/>
                <a:gd name="csY15" fmla="*/ 0 h 1501201"/>
                <a:gd name="csX16" fmla="*/ 2962440 w 2962440"/>
                <a:gd name="csY16" fmla="*/ 69336 h 1501201"/>
                <a:gd name="csX17" fmla="*/ 2962440 w 2962440"/>
                <a:gd name="csY17" fmla="*/ 1431865 h 1501201"/>
                <a:gd name="csX18" fmla="*/ 2893104 w 2962440"/>
                <a:gd name="csY18" fmla="*/ 1501201 h 1501201"/>
                <a:gd name="csX19" fmla="*/ 2339299 w 2962440"/>
                <a:gd name="csY19" fmla="*/ 1501201 h 1501201"/>
                <a:gd name="csX20" fmla="*/ 2163120 w 2962440"/>
                <a:gd name="csY20" fmla="*/ 1501201 h 1501201"/>
                <a:gd name="csX21" fmla="*/ 861858 w 2962440"/>
                <a:gd name="csY21" fmla="*/ 1501201 h 1501201"/>
                <a:gd name="csX22" fmla="*/ 575299 w 2962440"/>
                <a:gd name="csY22" fmla="*/ 1501201 h 1501201"/>
                <a:gd name="csX23" fmla="*/ 69336 w 2962440"/>
                <a:gd name="csY23" fmla="*/ 1501201 h 1501201"/>
                <a:gd name="csX24" fmla="*/ 0 w 2962440"/>
                <a:gd name="csY24" fmla="*/ 1431865 h 1501201"/>
                <a:gd name="csX25" fmla="*/ 0 w 2962440"/>
                <a:gd name="csY25" fmla="*/ 69336 h 1501201"/>
                <a:gd name="csX26" fmla="*/ 69336 w 2962440"/>
                <a:gd name="csY26" fmla="*/ 0 h 1501201"/>
                <a:gd name="csX0" fmla="*/ 165382 w 2962440"/>
                <a:gd name="csY0" fmla="*/ 101705 h 1501201"/>
                <a:gd name="csX1" fmla="*/ 101705 w 2962440"/>
                <a:gd name="csY1" fmla="*/ 165382 h 1501201"/>
                <a:gd name="csX2" fmla="*/ 101705 w 2962440"/>
                <a:gd name="csY2" fmla="*/ 1335819 h 1501201"/>
                <a:gd name="csX3" fmla="*/ 165382 w 2962440"/>
                <a:gd name="csY3" fmla="*/ 1399496 h 1501201"/>
                <a:gd name="csX4" fmla="*/ 2797058 w 2962440"/>
                <a:gd name="csY4" fmla="*/ 1399496 h 1501201"/>
                <a:gd name="csX5" fmla="*/ 2860735 w 2962440"/>
                <a:gd name="csY5" fmla="*/ 1335819 h 1501201"/>
                <a:gd name="csX6" fmla="*/ 2860735 w 2962440"/>
                <a:gd name="csY6" fmla="*/ 165382 h 1501201"/>
                <a:gd name="csX7" fmla="*/ 2797058 w 2962440"/>
                <a:gd name="csY7" fmla="*/ 101705 h 1501201"/>
                <a:gd name="csX8" fmla="*/ 165382 w 2962440"/>
                <a:gd name="csY8" fmla="*/ 101705 h 1501201"/>
                <a:gd name="csX9" fmla="*/ 69336 w 2962440"/>
                <a:gd name="csY9" fmla="*/ 0 h 1501201"/>
                <a:gd name="csX10" fmla="*/ 575299 w 2962440"/>
                <a:gd name="csY10" fmla="*/ 0 h 1501201"/>
                <a:gd name="csX11" fmla="*/ 861858 w 2962440"/>
                <a:gd name="csY11" fmla="*/ 0 h 1501201"/>
                <a:gd name="csX12" fmla="*/ 2163120 w 2962440"/>
                <a:gd name="csY12" fmla="*/ 0 h 1501201"/>
                <a:gd name="csX13" fmla="*/ 2339299 w 2962440"/>
                <a:gd name="csY13" fmla="*/ 0 h 1501201"/>
                <a:gd name="csX14" fmla="*/ 2893104 w 2962440"/>
                <a:gd name="csY14" fmla="*/ 0 h 1501201"/>
                <a:gd name="csX15" fmla="*/ 2962440 w 2962440"/>
                <a:gd name="csY15" fmla="*/ 69336 h 1501201"/>
                <a:gd name="csX16" fmla="*/ 2962440 w 2962440"/>
                <a:gd name="csY16" fmla="*/ 1431865 h 1501201"/>
                <a:gd name="csX17" fmla="*/ 2893104 w 2962440"/>
                <a:gd name="csY17" fmla="*/ 1501201 h 1501201"/>
                <a:gd name="csX18" fmla="*/ 2339299 w 2962440"/>
                <a:gd name="csY18" fmla="*/ 1501201 h 1501201"/>
                <a:gd name="csX19" fmla="*/ 2163120 w 2962440"/>
                <a:gd name="csY19" fmla="*/ 1501201 h 1501201"/>
                <a:gd name="csX20" fmla="*/ 861858 w 2962440"/>
                <a:gd name="csY20" fmla="*/ 1501201 h 1501201"/>
                <a:gd name="csX21" fmla="*/ 575299 w 2962440"/>
                <a:gd name="csY21" fmla="*/ 1501201 h 1501201"/>
                <a:gd name="csX22" fmla="*/ 69336 w 2962440"/>
                <a:gd name="csY22" fmla="*/ 1501201 h 1501201"/>
                <a:gd name="csX23" fmla="*/ 0 w 2962440"/>
                <a:gd name="csY23" fmla="*/ 1431865 h 1501201"/>
                <a:gd name="csX24" fmla="*/ 0 w 2962440"/>
                <a:gd name="csY24" fmla="*/ 69336 h 1501201"/>
                <a:gd name="csX25" fmla="*/ 69336 w 2962440"/>
                <a:gd name="csY25" fmla="*/ 0 h 1501201"/>
                <a:gd name="csX0" fmla="*/ 165382 w 2962440"/>
                <a:gd name="csY0" fmla="*/ 101705 h 1501201"/>
                <a:gd name="csX1" fmla="*/ 101705 w 2962440"/>
                <a:gd name="csY1" fmla="*/ 165382 h 1501201"/>
                <a:gd name="csX2" fmla="*/ 101705 w 2962440"/>
                <a:gd name="csY2" fmla="*/ 1335819 h 1501201"/>
                <a:gd name="csX3" fmla="*/ 165382 w 2962440"/>
                <a:gd name="csY3" fmla="*/ 1399496 h 1501201"/>
                <a:gd name="csX4" fmla="*/ 2797058 w 2962440"/>
                <a:gd name="csY4" fmla="*/ 1399496 h 1501201"/>
                <a:gd name="csX5" fmla="*/ 2860735 w 2962440"/>
                <a:gd name="csY5" fmla="*/ 1335819 h 1501201"/>
                <a:gd name="csX6" fmla="*/ 2860735 w 2962440"/>
                <a:gd name="csY6" fmla="*/ 165382 h 1501201"/>
                <a:gd name="csX7" fmla="*/ 2797058 w 2962440"/>
                <a:gd name="csY7" fmla="*/ 101705 h 1501201"/>
                <a:gd name="csX8" fmla="*/ 165382 w 2962440"/>
                <a:gd name="csY8" fmla="*/ 101705 h 1501201"/>
                <a:gd name="csX9" fmla="*/ 69336 w 2962440"/>
                <a:gd name="csY9" fmla="*/ 0 h 1501201"/>
                <a:gd name="csX10" fmla="*/ 861858 w 2962440"/>
                <a:gd name="csY10" fmla="*/ 0 h 1501201"/>
                <a:gd name="csX11" fmla="*/ 2163120 w 2962440"/>
                <a:gd name="csY11" fmla="*/ 0 h 1501201"/>
                <a:gd name="csX12" fmla="*/ 2339299 w 2962440"/>
                <a:gd name="csY12" fmla="*/ 0 h 1501201"/>
                <a:gd name="csX13" fmla="*/ 2893104 w 2962440"/>
                <a:gd name="csY13" fmla="*/ 0 h 1501201"/>
                <a:gd name="csX14" fmla="*/ 2962440 w 2962440"/>
                <a:gd name="csY14" fmla="*/ 69336 h 1501201"/>
                <a:gd name="csX15" fmla="*/ 2962440 w 2962440"/>
                <a:gd name="csY15" fmla="*/ 1431865 h 1501201"/>
                <a:gd name="csX16" fmla="*/ 2893104 w 2962440"/>
                <a:gd name="csY16" fmla="*/ 1501201 h 1501201"/>
                <a:gd name="csX17" fmla="*/ 2339299 w 2962440"/>
                <a:gd name="csY17" fmla="*/ 1501201 h 1501201"/>
                <a:gd name="csX18" fmla="*/ 2163120 w 2962440"/>
                <a:gd name="csY18" fmla="*/ 1501201 h 1501201"/>
                <a:gd name="csX19" fmla="*/ 861858 w 2962440"/>
                <a:gd name="csY19" fmla="*/ 1501201 h 1501201"/>
                <a:gd name="csX20" fmla="*/ 575299 w 2962440"/>
                <a:gd name="csY20" fmla="*/ 1501201 h 1501201"/>
                <a:gd name="csX21" fmla="*/ 69336 w 2962440"/>
                <a:gd name="csY21" fmla="*/ 1501201 h 1501201"/>
                <a:gd name="csX22" fmla="*/ 0 w 2962440"/>
                <a:gd name="csY22" fmla="*/ 1431865 h 1501201"/>
                <a:gd name="csX23" fmla="*/ 0 w 2962440"/>
                <a:gd name="csY23" fmla="*/ 69336 h 1501201"/>
                <a:gd name="csX24" fmla="*/ 69336 w 2962440"/>
                <a:gd name="csY24" fmla="*/ 0 h 1501201"/>
                <a:gd name="csX0" fmla="*/ 165382 w 2962440"/>
                <a:gd name="csY0" fmla="*/ 101705 h 1501201"/>
                <a:gd name="csX1" fmla="*/ 101705 w 2962440"/>
                <a:gd name="csY1" fmla="*/ 165382 h 1501201"/>
                <a:gd name="csX2" fmla="*/ 101705 w 2962440"/>
                <a:gd name="csY2" fmla="*/ 1335819 h 1501201"/>
                <a:gd name="csX3" fmla="*/ 165382 w 2962440"/>
                <a:gd name="csY3" fmla="*/ 1399496 h 1501201"/>
                <a:gd name="csX4" fmla="*/ 2797058 w 2962440"/>
                <a:gd name="csY4" fmla="*/ 1399496 h 1501201"/>
                <a:gd name="csX5" fmla="*/ 2860735 w 2962440"/>
                <a:gd name="csY5" fmla="*/ 1335819 h 1501201"/>
                <a:gd name="csX6" fmla="*/ 2860735 w 2962440"/>
                <a:gd name="csY6" fmla="*/ 165382 h 1501201"/>
                <a:gd name="csX7" fmla="*/ 2797058 w 2962440"/>
                <a:gd name="csY7" fmla="*/ 101705 h 1501201"/>
                <a:gd name="csX8" fmla="*/ 165382 w 2962440"/>
                <a:gd name="csY8" fmla="*/ 101705 h 1501201"/>
                <a:gd name="csX9" fmla="*/ 69336 w 2962440"/>
                <a:gd name="csY9" fmla="*/ 0 h 1501201"/>
                <a:gd name="csX10" fmla="*/ 2163120 w 2962440"/>
                <a:gd name="csY10" fmla="*/ 0 h 1501201"/>
                <a:gd name="csX11" fmla="*/ 2339299 w 2962440"/>
                <a:gd name="csY11" fmla="*/ 0 h 1501201"/>
                <a:gd name="csX12" fmla="*/ 2893104 w 2962440"/>
                <a:gd name="csY12" fmla="*/ 0 h 1501201"/>
                <a:gd name="csX13" fmla="*/ 2962440 w 2962440"/>
                <a:gd name="csY13" fmla="*/ 69336 h 1501201"/>
                <a:gd name="csX14" fmla="*/ 2962440 w 2962440"/>
                <a:gd name="csY14" fmla="*/ 1431865 h 1501201"/>
                <a:gd name="csX15" fmla="*/ 2893104 w 2962440"/>
                <a:gd name="csY15" fmla="*/ 1501201 h 1501201"/>
                <a:gd name="csX16" fmla="*/ 2339299 w 2962440"/>
                <a:gd name="csY16" fmla="*/ 1501201 h 1501201"/>
                <a:gd name="csX17" fmla="*/ 2163120 w 2962440"/>
                <a:gd name="csY17" fmla="*/ 1501201 h 1501201"/>
                <a:gd name="csX18" fmla="*/ 861858 w 2962440"/>
                <a:gd name="csY18" fmla="*/ 1501201 h 1501201"/>
                <a:gd name="csX19" fmla="*/ 575299 w 2962440"/>
                <a:gd name="csY19" fmla="*/ 1501201 h 1501201"/>
                <a:gd name="csX20" fmla="*/ 69336 w 2962440"/>
                <a:gd name="csY20" fmla="*/ 1501201 h 1501201"/>
                <a:gd name="csX21" fmla="*/ 0 w 2962440"/>
                <a:gd name="csY21" fmla="*/ 1431865 h 1501201"/>
                <a:gd name="csX22" fmla="*/ 0 w 2962440"/>
                <a:gd name="csY22" fmla="*/ 69336 h 1501201"/>
                <a:gd name="csX23" fmla="*/ 69336 w 2962440"/>
                <a:gd name="csY23" fmla="*/ 0 h 1501201"/>
                <a:gd name="csX0" fmla="*/ 165382 w 2962440"/>
                <a:gd name="csY0" fmla="*/ 101705 h 1501201"/>
                <a:gd name="csX1" fmla="*/ 101705 w 2962440"/>
                <a:gd name="csY1" fmla="*/ 165382 h 1501201"/>
                <a:gd name="csX2" fmla="*/ 101705 w 2962440"/>
                <a:gd name="csY2" fmla="*/ 1335819 h 1501201"/>
                <a:gd name="csX3" fmla="*/ 165382 w 2962440"/>
                <a:gd name="csY3" fmla="*/ 1399496 h 1501201"/>
                <a:gd name="csX4" fmla="*/ 2797058 w 2962440"/>
                <a:gd name="csY4" fmla="*/ 1399496 h 1501201"/>
                <a:gd name="csX5" fmla="*/ 2860735 w 2962440"/>
                <a:gd name="csY5" fmla="*/ 1335819 h 1501201"/>
                <a:gd name="csX6" fmla="*/ 2860735 w 2962440"/>
                <a:gd name="csY6" fmla="*/ 165382 h 1501201"/>
                <a:gd name="csX7" fmla="*/ 2797058 w 2962440"/>
                <a:gd name="csY7" fmla="*/ 101705 h 1501201"/>
                <a:gd name="csX8" fmla="*/ 165382 w 2962440"/>
                <a:gd name="csY8" fmla="*/ 101705 h 1501201"/>
                <a:gd name="csX9" fmla="*/ 69336 w 2962440"/>
                <a:gd name="csY9" fmla="*/ 0 h 1501201"/>
                <a:gd name="csX10" fmla="*/ 2339299 w 2962440"/>
                <a:gd name="csY10" fmla="*/ 0 h 1501201"/>
                <a:gd name="csX11" fmla="*/ 2893104 w 2962440"/>
                <a:gd name="csY11" fmla="*/ 0 h 1501201"/>
                <a:gd name="csX12" fmla="*/ 2962440 w 2962440"/>
                <a:gd name="csY12" fmla="*/ 69336 h 1501201"/>
                <a:gd name="csX13" fmla="*/ 2962440 w 2962440"/>
                <a:gd name="csY13" fmla="*/ 1431865 h 1501201"/>
                <a:gd name="csX14" fmla="*/ 2893104 w 2962440"/>
                <a:gd name="csY14" fmla="*/ 1501201 h 1501201"/>
                <a:gd name="csX15" fmla="*/ 2339299 w 2962440"/>
                <a:gd name="csY15" fmla="*/ 1501201 h 1501201"/>
                <a:gd name="csX16" fmla="*/ 2163120 w 2962440"/>
                <a:gd name="csY16" fmla="*/ 1501201 h 1501201"/>
                <a:gd name="csX17" fmla="*/ 861858 w 2962440"/>
                <a:gd name="csY17" fmla="*/ 1501201 h 1501201"/>
                <a:gd name="csX18" fmla="*/ 575299 w 2962440"/>
                <a:gd name="csY18" fmla="*/ 1501201 h 1501201"/>
                <a:gd name="csX19" fmla="*/ 69336 w 2962440"/>
                <a:gd name="csY19" fmla="*/ 1501201 h 1501201"/>
                <a:gd name="csX20" fmla="*/ 0 w 2962440"/>
                <a:gd name="csY20" fmla="*/ 1431865 h 1501201"/>
                <a:gd name="csX21" fmla="*/ 0 w 2962440"/>
                <a:gd name="csY21" fmla="*/ 69336 h 1501201"/>
                <a:gd name="csX22" fmla="*/ 69336 w 2962440"/>
                <a:gd name="csY22" fmla="*/ 0 h 1501201"/>
                <a:gd name="csX0" fmla="*/ 165382 w 2962440"/>
                <a:gd name="csY0" fmla="*/ 101705 h 1501201"/>
                <a:gd name="csX1" fmla="*/ 101705 w 2962440"/>
                <a:gd name="csY1" fmla="*/ 165382 h 1501201"/>
                <a:gd name="csX2" fmla="*/ 101705 w 2962440"/>
                <a:gd name="csY2" fmla="*/ 1335819 h 1501201"/>
                <a:gd name="csX3" fmla="*/ 165382 w 2962440"/>
                <a:gd name="csY3" fmla="*/ 1399496 h 1501201"/>
                <a:gd name="csX4" fmla="*/ 2797058 w 2962440"/>
                <a:gd name="csY4" fmla="*/ 1399496 h 1501201"/>
                <a:gd name="csX5" fmla="*/ 2860735 w 2962440"/>
                <a:gd name="csY5" fmla="*/ 1335819 h 1501201"/>
                <a:gd name="csX6" fmla="*/ 2860735 w 2962440"/>
                <a:gd name="csY6" fmla="*/ 165382 h 1501201"/>
                <a:gd name="csX7" fmla="*/ 2797058 w 2962440"/>
                <a:gd name="csY7" fmla="*/ 101705 h 1501201"/>
                <a:gd name="csX8" fmla="*/ 165382 w 2962440"/>
                <a:gd name="csY8" fmla="*/ 101705 h 1501201"/>
                <a:gd name="csX9" fmla="*/ 69336 w 2962440"/>
                <a:gd name="csY9" fmla="*/ 0 h 1501201"/>
                <a:gd name="csX10" fmla="*/ 2893104 w 2962440"/>
                <a:gd name="csY10" fmla="*/ 0 h 1501201"/>
                <a:gd name="csX11" fmla="*/ 2962440 w 2962440"/>
                <a:gd name="csY11" fmla="*/ 69336 h 1501201"/>
                <a:gd name="csX12" fmla="*/ 2962440 w 2962440"/>
                <a:gd name="csY12" fmla="*/ 1431865 h 1501201"/>
                <a:gd name="csX13" fmla="*/ 2893104 w 2962440"/>
                <a:gd name="csY13" fmla="*/ 1501201 h 1501201"/>
                <a:gd name="csX14" fmla="*/ 2339299 w 2962440"/>
                <a:gd name="csY14" fmla="*/ 1501201 h 1501201"/>
                <a:gd name="csX15" fmla="*/ 2163120 w 2962440"/>
                <a:gd name="csY15" fmla="*/ 1501201 h 1501201"/>
                <a:gd name="csX16" fmla="*/ 861858 w 2962440"/>
                <a:gd name="csY16" fmla="*/ 1501201 h 1501201"/>
                <a:gd name="csX17" fmla="*/ 575299 w 2962440"/>
                <a:gd name="csY17" fmla="*/ 1501201 h 1501201"/>
                <a:gd name="csX18" fmla="*/ 69336 w 2962440"/>
                <a:gd name="csY18" fmla="*/ 1501201 h 1501201"/>
                <a:gd name="csX19" fmla="*/ 0 w 2962440"/>
                <a:gd name="csY19" fmla="*/ 1431865 h 1501201"/>
                <a:gd name="csX20" fmla="*/ 0 w 2962440"/>
                <a:gd name="csY20" fmla="*/ 69336 h 1501201"/>
                <a:gd name="csX21" fmla="*/ 69336 w 2962440"/>
                <a:gd name="csY21" fmla="*/ 0 h 1501201"/>
                <a:gd name="csX0" fmla="*/ 165382 w 2962440"/>
                <a:gd name="csY0" fmla="*/ 101705 h 1501201"/>
                <a:gd name="csX1" fmla="*/ 101705 w 2962440"/>
                <a:gd name="csY1" fmla="*/ 165382 h 1501201"/>
                <a:gd name="csX2" fmla="*/ 101705 w 2962440"/>
                <a:gd name="csY2" fmla="*/ 1335819 h 1501201"/>
                <a:gd name="csX3" fmla="*/ 165382 w 2962440"/>
                <a:gd name="csY3" fmla="*/ 1399496 h 1501201"/>
                <a:gd name="csX4" fmla="*/ 2797058 w 2962440"/>
                <a:gd name="csY4" fmla="*/ 1399496 h 1501201"/>
                <a:gd name="csX5" fmla="*/ 2860735 w 2962440"/>
                <a:gd name="csY5" fmla="*/ 1335819 h 1501201"/>
                <a:gd name="csX6" fmla="*/ 2860735 w 2962440"/>
                <a:gd name="csY6" fmla="*/ 165382 h 1501201"/>
                <a:gd name="csX7" fmla="*/ 2797058 w 2962440"/>
                <a:gd name="csY7" fmla="*/ 101705 h 1501201"/>
                <a:gd name="csX8" fmla="*/ 165382 w 2962440"/>
                <a:gd name="csY8" fmla="*/ 101705 h 1501201"/>
                <a:gd name="csX9" fmla="*/ 69336 w 2962440"/>
                <a:gd name="csY9" fmla="*/ 0 h 1501201"/>
                <a:gd name="csX10" fmla="*/ 2893104 w 2962440"/>
                <a:gd name="csY10" fmla="*/ 0 h 1501201"/>
                <a:gd name="csX11" fmla="*/ 2962440 w 2962440"/>
                <a:gd name="csY11" fmla="*/ 69336 h 1501201"/>
                <a:gd name="csX12" fmla="*/ 2962440 w 2962440"/>
                <a:gd name="csY12" fmla="*/ 1431865 h 1501201"/>
                <a:gd name="csX13" fmla="*/ 2893104 w 2962440"/>
                <a:gd name="csY13" fmla="*/ 1501201 h 1501201"/>
                <a:gd name="csX14" fmla="*/ 2163120 w 2962440"/>
                <a:gd name="csY14" fmla="*/ 1501201 h 1501201"/>
                <a:gd name="csX15" fmla="*/ 861858 w 2962440"/>
                <a:gd name="csY15" fmla="*/ 1501201 h 1501201"/>
                <a:gd name="csX16" fmla="*/ 575299 w 2962440"/>
                <a:gd name="csY16" fmla="*/ 1501201 h 1501201"/>
                <a:gd name="csX17" fmla="*/ 69336 w 2962440"/>
                <a:gd name="csY17" fmla="*/ 1501201 h 1501201"/>
                <a:gd name="csX18" fmla="*/ 0 w 2962440"/>
                <a:gd name="csY18" fmla="*/ 1431865 h 1501201"/>
                <a:gd name="csX19" fmla="*/ 0 w 2962440"/>
                <a:gd name="csY19" fmla="*/ 69336 h 1501201"/>
                <a:gd name="csX20" fmla="*/ 69336 w 2962440"/>
                <a:gd name="csY20" fmla="*/ 0 h 1501201"/>
                <a:gd name="csX0" fmla="*/ 165382 w 2962440"/>
                <a:gd name="csY0" fmla="*/ 101705 h 1501201"/>
                <a:gd name="csX1" fmla="*/ 101705 w 2962440"/>
                <a:gd name="csY1" fmla="*/ 165382 h 1501201"/>
                <a:gd name="csX2" fmla="*/ 101705 w 2962440"/>
                <a:gd name="csY2" fmla="*/ 1335819 h 1501201"/>
                <a:gd name="csX3" fmla="*/ 165382 w 2962440"/>
                <a:gd name="csY3" fmla="*/ 1399496 h 1501201"/>
                <a:gd name="csX4" fmla="*/ 2797058 w 2962440"/>
                <a:gd name="csY4" fmla="*/ 1399496 h 1501201"/>
                <a:gd name="csX5" fmla="*/ 2860735 w 2962440"/>
                <a:gd name="csY5" fmla="*/ 1335819 h 1501201"/>
                <a:gd name="csX6" fmla="*/ 2860735 w 2962440"/>
                <a:gd name="csY6" fmla="*/ 165382 h 1501201"/>
                <a:gd name="csX7" fmla="*/ 2797058 w 2962440"/>
                <a:gd name="csY7" fmla="*/ 101705 h 1501201"/>
                <a:gd name="csX8" fmla="*/ 165382 w 2962440"/>
                <a:gd name="csY8" fmla="*/ 101705 h 1501201"/>
                <a:gd name="csX9" fmla="*/ 69336 w 2962440"/>
                <a:gd name="csY9" fmla="*/ 0 h 1501201"/>
                <a:gd name="csX10" fmla="*/ 2893104 w 2962440"/>
                <a:gd name="csY10" fmla="*/ 0 h 1501201"/>
                <a:gd name="csX11" fmla="*/ 2962440 w 2962440"/>
                <a:gd name="csY11" fmla="*/ 69336 h 1501201"/>
                <a:gd name="csX12" fmla="*/ 2962440 w 2962440"/>
                <a:gd name="csY12" fmla="*/ 1431865 h 1501201"/>
                <a:gd name="csX13" fmla="*/ 2893104 w 2962440"/>
                <a:gd name="csY13" fmla="*/ 1501201 h 1501201"/>
                <a:gd name="csX14" fmla="*/ 861858 w 2962440"/>
                <a:gd name="csY14" fmla="*/ 1501201 h 1501201"/>
                <a:gd name="csX15" fmla="*/ 575299 w 2962440"/>
                <a:gd name="csY15" fmla="*/ 1501201 h 1501201"/>
                <a:gd name="csX16" fmla="*/ 69336 w 2962440"/>
                <a:gd name="csY16" fmla="*/ 1501201 h 1501201"/>
                <a:gd name="csX17" fmla="*/ 0 w 2962440"/>
                <a:gd name="csY17" fmla="*/ 1431865 h 1501201"/>
                <a:gd name="csX18" fmla="*/ 0 w 2962440"/>
                <a:gd name="csY18" fmla="*/ 69336 h 1501201"/>
                <a:gd name="csX19" fmla="*/ 69336 w 2962440"/>
                <a:gd name="csY19" fmla="*/ 0 h 1501201"/>
                <a:gd name="csX0" fmla="*/ 165382 w 2962440"/>
                <a:gd name="csY0" fmla="*/ 101705 h 1501201"/>
                <a:gd name="csX1" fmla="*/ 101705 w 2962440"/>
                <a:gd name="csY1" fmla="*/ 165382 h 1501201"/>
                <a:gd name="csX2" fmla="*/ 101705 w 2962440"/>
                <a:gd name="csY2" fmla="*/ 1335819 h 1501201"/>
                <a:gd name="csX3" fmla="*/ 165382 w 2962440"/>
                <a:gd name="csY3" fmla="*/ 1399496 h 1501201"/>
                <a:gd name="csX4" fmla="*/ 2797058 w 2962440"/>
                <a:gd name="csY4" fmla="*/ 1399496 h 1501201"/>
                <a:gd name="csX5" fmla="*/ 2860735 w 2962440"/>
                <a:gd name="csY5" fmla="*/ 1335819 h 1501201"/>
                <a:gd name="csX6" fmla="*/ 2860735 w 2962440"/>
                <a:gd name="csY6" fmla="*/ 165382 h 1501201"/>
                <a:gd name="csX7" fmla="*/ 2797058 w 2962440"/>
                <a:gd name="csY7" fmla="*/ 101705 h 1501201"/>
                <a:gd name="csX8" fmla="*/ 165382 w 2962440"/>
                <a:gd name="csY8" fmla="*/ 101705 h 1501201"/>
                <a:gd name="csX9" fmla="*/ 69336 w 2962440"/>
                <a:gd name="csY9" fmla="*/ 0 h 1501201"/>
                <a:gd name="csX10" fmla="*/ 2893104 w 2962440"/>
                <a:gd name="csY10" fmla="*/ 0 h 1501201"/>
                <a:gd name="csX11" fmla="*/ 2962440 w 2962440"/>
                <a:gd name="csY11" fmla="*/ 69336 h 1501201"/>
                <a:gd name="csX12" fmla="*/ 2962440 w 2962440"/>
                <a:gd name="csY12" fmla="*/ 1431865 h 1501201"/>
                <a:gd name="csX13" fmla="*/ 2893104 w 2962440"/>
                <a:gd name="csY13" fmla="*/ 1501201 h 1501201"/>
                <a:gd name="csX14" fmla="*/ 575299 w 2962440"/>
                <a:gd name="csY14" fmla="*/ 1501201 h 1501201"/>
                <a:gd name="csX15" fmla="*/ 69336 w 2962440"/>
                <a:gd name="csY15" fmla="*/ 1501201 h 1501201"/>
                <a:gd name="csX16" fmla="*/ 0 w 2962440"/>
                <a:gd name="csY16" fmla="*/ 1431865 h 1501201"/>
                <a:gd name="csX17" fmla="*/ 0 w 2962440"/>
                <a:gd name="csY17" fmla="*/ 69336 h 1501201"/>
                <a:gd name="csX18" fmla="*/ 69336 w 2962440"/>
                <a:gd name="csY18" fmla="*/ 0 h 1501201"/>
                <a:gd name="csX0" fmla="*/ 165382 w 2962440"/>
                <a:gd name="csY0" fmla="*/ 101705 h 1501201"/>
                <a:gd name="csX1" fmla="*/ 101705 w 2962440"/>
                <a:gd name="csY1" fmla="*/ 165382 h 1501201"/>
                <a:gd name="csX2" fmla="*/ 101705 w 2962440"/>
                <a:gd name="csY2" fmla="*/ 1335819 h 1501201"/>
                <a:gd name="csX3" fmla="*/ 165382 w 2962440"/>
                <a:gd name="csY3" fmla="*/ 1399496 h 1501201"/>
                <a:gd name="csX4" fmla="*/ 2797058 w 2962440"/>
                <a:gd name="csY4" fmla="*/ 1399496 h 1501201"/>
                <a:gd name="csX5" fmla="*/ 2860735 w 2962440"/>
                <a:gd name="csY5" fmla="*/ 1335819 h 1501201"/>
                <a:gd name="csX6" fmla="*/ 2860735 w 2962440"/>
                <a:gd name="csY6" fmla="*/ 165382 h 1501201"/>
                <a:gd name="csX7" fmla="*/ 2797058 w 2962440"/>
                <a:gd name="csY7" fmla="*/ 101705 h 1501201"/>
                <a:gd name="csX8" fmla="*/ 165382 w 2962440"/>
                <a:gd name="csY8" fmla="*/ 101705 h 1501201"/>
                <a:gd name="csX9" fmla="*/ 69336 w 2962440"/>
                <a:gd name="csY9" fmla="*/ 0 h 1501201"/>
                <a:gd name="csX10" fmla="*/ 2893104 w 2962440"/>
                <a:gd name="csY10" fmla="*/ 0 h 1501201"/>
                <a:gd name="csX11" fmla="*/ 2962440 w 2962440"/>
                <a:gd name="csY11" fmla="*/ 69336 h 1501201"/>
                <a:gd name="csX12" fmla="*/ 2962440 w 2962440"/>
                <a:gd name="csY12" fmla="*/ 1431865 h 1501201"/>
                <a:gd name="csX13" fmla="*/ 2893104 w 2962440"/>
                <a:gd name="csY13" fmla="*/ 1501201 h 1501201"/>
                <a:gd name="csX14" fmla="*/ 69336 w 2962440"/>
                <a:gd name="csY14" fmla="*/ 1501201 h 1501201"/>
                <a:gd name="csX15" fmla="*/ 0 w 2962440"/>
                <a:gd name="csY15" fmla="*/ 1431865 h 1501201"/>
                <a:gd name="csX16" fmla="*/ 0 w 2962440"/>
                <a:gd name="csY16" fmla="*/ 69336 h 1501201"/>
                <a:gd name="csX17" fmla="*/ 69336 w 2962440"/>
                <a:gd name="csY17" fmla="*/ 0 h 1501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962440" h="1501201">
                  <a:moveTo>
                    <a:pt x="165382" y="101705"/>
                  </a:moveTo>
                  <a:cubicBezTo>
                    <a:pt x="130214" y="101705"/>
                    <a:pt x="101705" y="130214"/>
                    <a:pt x="101705" y="165382"/>
                  </a:cubicBezTo>
                  <a:lnTo>
                    <a:pt x="101705" y="1335819"/>
                  </a:lnTo>
                  <a:cubicBezTo>
                    <a:pt x="101705" y="1370987"/>
                    <a:pt x="130214" y="1399496"/>
                    <a:pt x="165382" y="1399496"/>
                  </a:cubicBezTo>
                  <a:lnTo>
                    <a:pt x="2797058" y="1399496"/>
                  </a:lnTo>
                  <a:cubicBezTo>
                    <a:pt x="2832226" y="1399496"/>
                    <a:pt x="2860735" y="1370987"/>
                    <a:pt x="2860735" y="1335819"/>
                  </a:cubicBezTo>
                  <a:lnTo>
                    <a:pt x="2860735" y="165382"/>
                  </a:lnTo>
                  <a:cubicBezTo>
                    <a:pt x="2860735" y="130214"/>
                    <a:pt x="2832226" y="101705"/>
                    <a:pt x="2797058" y="101705"/>
                  </a:cubicBezTo>
                  <a:lnTo>
                    <a:pt x="165382" y="101705"/>
                  </a:lnTo>
                  <a:close/>
                  <a:moveTo>
                    <a:pt x="69336" y="0"/>
                  </a:moveTo>
                  <a:lnTo>
                    <a:pt x="2893104" y="0"/>
                  </a:lnTo>
                  <a:cubicBezTo>
                    <a:pt x="2931397" y="0"/>
                    <a:pt x="2962440" y="31043"/>
                    <a:pt x="2962440" y="69336"/>
                  </a:cubicBezTo>
                  <a:lnTo>
                    <a:pt x="2962440" y="1431865"/>
                  </a:lnTo>
                  <a:cubicBezTo>
                    <a:pt x="2962440" y="1470158"/>
                    <a:pt x="2931397" y="1501201"/>
                    <a:pt x="2893104" y="1501201"/>
                  </a:cubicBezTo>
                  <a:lnTo>
                    <a:pt x="69336" y="1501201"/>
                  </a:lnTo>
                  <a:cubicBezTo>
                    <a:pt x="31043" y="1501201"/>
                    <a:pt x="0" y="1470158"/>
                    <a:pt x="0" y="1431865"/>
                  </a:cubicBezTo>
                  <a:lnTo>
                    <a:pt x="0" y="69336"/>
                  </a:lnTo>
                  <a:cubicBezTo>
                    <a:pt x="0" y="31043"/>
                    <a:pt x="31043" y="0"/>
                    <a:pt x="69336" y="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5451AF8-0D65-A525-4682-B58772A058D3}"/>
                </a:ext>
              </a:extLst>
            </p:cNvPr>
            <p:cNvSpPr/>
            <p:nvPr/>
          </p:nvSpPr>
          <p:spPr>
            <a:xfrm flipV="1">
              <a:off x="8746421" y="4643738"/>
              <a:ext cx="1433739" cy="1501201"/>
            </a:xfrm>
            <a:custGeom>
              <a:avLst/>
              <a:gdLst>
                <a:gd name="csX0" fmla="*/ 651700 w 1433739"/>
                <a:gd name="csY0" fmla="*/ 1084065 h 1501201"/>
                <a:gd name="csX1" fmla="*/ 782040 w 1433739"/>
                <a:gd name="csY1" fmla="*/ 1084065 h 1501201"/>
                <a:gd name="csX2" fmla="*/ 782040 w 1433739"/>
                <a:gd name="csY2" fmla="*/ 221902 h 1501201"/>
                <a:gd name="csX3" fmla="*/ 866298 w 1433739"/>
                <a:gd name="csY3" fmla="*/ 305933 h 1501201"/>
                <a:gd name="csX4" fmla="*/ 958462 w 1433739"/>
                <a:gd name="csY4" fmla="*/ 214019 h 1501201"/>
                <a:gd name="csX5" fmla="*/ 762952 w 1433739"/>
                <a:gd name="csY5" fmla="*/ 19036 h 1501201"/>
                <a:gd name="csX6" fmla="*/ 670788 w 1433739"/>
                <a:gd name="csY6" fmla="*/ 19036 h 1501201"/>
                <a:gd name="csX7" fmla="*/ 475279 w 1433739"/>
                <a:gd name="csY7" fmla="*/ 214019 h 1501201"/>
                <a:gd name="csX8" fmla="*/ 567443 w 1433739"/>
                <a:gd name="csY8" fmla="*/ 305933 h 1501201"/>
                <a:gd name="csX9" fmla="*/ 651700 w 1433739"/>
                <a:gd name="csY9" fmla="*/ 221903 h 1501201"/>
                <a:gd name="csX10" fmla="*/ 655773 w 1433739"/>
                <a:gd name="csY10" fmla="*/ 1501201 h 1501201"/>
                <a:gd name="csX11" fmla="*/ 1034984 w 1433739"/>
                <a:gd name="csY11" fmla="*/ 1288886 h 1501201"/>
                <a:gd name="csX12" fmla="*/ 1063086 w 1433739"/>
                <a:gd name="csY12" fmla="*/ 1289970 h 1501201"/>
                <a:gd name="csX13" fmla="*/ 1433739 w 1433739"/>
                <a:gd name="csY13" fmla="*/ 908129 h 1501201"/>
                <a:gd name="csX14" fmla="*/ 1195830 w 1433739"/>
                <a:gd name="csY14" fmla="*/ 551518 h 1501201"/>
                <a:gd name="csX15" fmla="*/ 1083451 w 1433739"/>
                <a:gd name="csY15" fmla="*/ 526288 h 1501201"/>
                <a:gd name="csX16" fmla="*/ 920287 w 1433739"/>
                <a:gd name="csY16" fmla="*/ 526288 h 1501201"/>
                <a:gd name="csX17" fmla="*/ 920287 w 1433739"/>
                <a:gd name="csY17" fmla="*/ 656276 h 1501201"/>
                <a:gd name="csX18" fmla="*/ 1083451 w 1433739"/>
                <a:gd name="csY18" fmla="*/ 656277 h 1501201"/>
                <a:gd name="csX19" fmla="*/ 1141231 w 1433739"/>
                <a:gd name="csY19" fmla="*/ 669568 h 1501201"/>
                <a:gd name="csX20" fmla="*/ 1146229 w 1433739"/>
                <a:gd name="csY20" fmla="*/ 671745 h 1501201"/>
                <a:gd name="csX21" fmla="*/ 1303399 w 1433739"/>
                <a:gd name="csY21" fmla="*/ 908129 h 1501201"/>
                <a:gd name="csX22" fmla="*/ 1063086 w 1433739"/>
                <a:gd name="csY22" fmla="*/ 1159982 h 1501201"/>
                <a:gd name="csX23" fmla="*/ 1013954 w 1433739"/>
                <a:gd name="csY23" fmla="*/ 1154725 h 1501201"/>
                <a:gd name="csX24" fmla="*/ 941654 w 1433739"/>
                <a:gd name="csY24" fmla="*/ 1189407 h 1501201"/>
                <a:gd name="csX25" fmla="*/ 655773 w 1433739"/>
                <a:gd name="csY25" fmla="*/ 1371213 h 1501201"/>
                <a:gd name="csX26" fmla="*/ 333996 w 1433739"/>
                <a:gd name="csY26" fmla="*/ 1034868 h 1501201"/>
                <a:gd name="csX27" fmla="*/ 334442 w 1433739"/>
                <a:gd name="csY27" fmla="*/ 1016981 h 1501201"/>
                <a:gd name="csX28" fmla="*/ 316568 w 1433739"/>
                <a:gd name="csY28" fmla="*/ 968944 h 1501201"/>
                <a:gd name="csX29" fmla="*/ 269352 w 1433739"/>
                <a:gd name="csY29" fmla="*/ 948750 h 1501201"/>
                <a:gd name="csX30" fmla="*/ 268826 w 1433739"/>
                <a:gd name="csY30" fmla="*/ 948750 h 1501201"/>
                <a:gd name="csX31" fmla="*/ 130340 w 1433739"/>
                <a:gd name="csY31" fmla="*/ 802514 h 1501201"/>
                <a:gd name="csX32" fmla="*/ 268826 w 1433739"/>
                <a:gd name="csY32" fmla="*/ 656277 h 1501201"/>
                <a:gd name="csX33" fmla="*/ 513452 w 1433739"/>
                <a:gd name="csY33" fmla="*/ 656276 h 1501201"/>
                <a:gd name="csX34" fmla="*/ 513452 w 1433739"/>
                <a:gd name="csY34" fmla="*/ 526288 h 1501201"/>
                <a:gd name="csX35" fmla="*/ 268826 w 1433739"/>
                <a:gd name="csY35" fmla="*/ 526288 h 1501201"/>
                <a:gd name="csX36" fmla="*/ 0 w 1433739"/>
                <a:gd name="csY36" fmla="*/ 802514 h 1501201"/>
                <a:gd name="csX37" fmla="*/ 204998 w 1433739"/>
                <a:gd name="csY37" fmla="*/ 1070962 h 1501201"/>
                <a:gd name="csX38" fmla="*/ 655773 w 1433739"/>
                <a:gd name="csY38" fmla="*/ 1501201 h 1501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1433739" h="1501201">
                  <a:moveTo>
                    <a:pt x="651700" y="1084065"/>
                  </a:moveTo>
                  <a:lnTo>
                    <a:pt x="782040" y="1084065"/>
                  </a:lnTo>
                  <a:lnTo>
                    <a:pt x="782040" y="221902"/>
                  </a:lnTo>
                  <a:lnTo>
                    <a:pt x="866298" y="305933"/>
                  </a:lnTo>
                  <a:lnTo>
                    <a:pt x="958462" y="214019"/>
                  </a:lnTo>
                  <a:lnTo>
                    <a:pt x="762952" y="19036"/>
                  </a:lnTo>
                  <a:cubicBezTo>
                    <a:pt x="737503" y="-6345"/>
                    <a:pt x="696237" y="-6345"/>
                    <a:pt x="670788" y="19036"/>
                  </a:cubicBezTo>
                  <a:lnTo>
                    <a:pt x="475279" y="214019"/>
                  </a:lnTo>
                  <a:lnTo>
                    <a:pt x="567443" y="305933"/>
                  </a:lnTo>
                  <a:lnTo>
                    <a:pt x="651700" y="221903"/>
                  </a:lnTo>
                  <a:close/>
                  <a:moveTo>
                    <a:pt x="655773" y="1501201"/>
                  </a:moveTo>
                  <a:cubicBezTo>
                    <a:pt x="815538" y="1501201"/>
                    <a:pt x="954812" y="1415933"/>
                    <a:pt x="1034984" y="1288886"/>
                  </a:cubicBezTo>
                  <a:cubicBezTo>
                    <a:pt x="1044264" y="1289605"/>
                    <a:pt x="1053642" y="1289970"/>
                    <a:pt x="1063086" y="1289970"/>
                  </a:cubicBezTo>
                  <a:cubicBezTo>
                    <a:pt x="1270175" y="1289970"/>
                    <a:pt x="1433739" y="1116587"/>
                    <a:pt x="1433739" y="908129"/>
                  </a:cubicBezTo>
                  <a:cubicBezTo>
                    <a:pt x="1433739" y="746560"/>
                    <a:pt x="1336023" y="606919"/>
                    <a:pt x="1195830" y="551518"/>
                  </a:cubicBezTo>
                  <a:cubicBezTo>
                    <a:pt x="1161616" y="535329"/>
                    <a:pt x="1123505" y="526288"/>
                    <a:pt x="1083451" y="526288"/>
                  </a:cubicBezTo>
                  <a:lnTo>
                    <a:pt x="920287" y="526288"/>
                  </a:lnTo>
                  <a:lnTo>
                    <a:pt x="920287" y="656276"/>
                  </a:lnTo>
                  <a:lnTo>
                    <a:pt x="1083451" y="656277"/>
                  </a:lnTo>
                  <a:cubicBezTo>
                    <a:pt x="1104142" y="656277"/>
                    <a:pt x="1123654" y="661027"/>
                    <a:pt x="1141231" y="669568"/>
                  </a:cubicBezTo>
                  <a:cubicBezTo>
                    <a:pt x="1142860" y="670361"/>
                    <a:pt x="1144528" y="671089"/>
                    <a:pt x="1146229" y="671745"/>
                  </a:cubicBezTo>
                  <a:cubicBezTo>
                    <a:pt x="1236900" y="706803"/>
                    <a:pt x="1303399" y="798529"/>
                    <a:pt x="1303399" y="908129"/>
                  </a:cubicBezTo>
                  <a:cubicBezTo>
                    <a:pt x="1303399" y="1049649"/>
                    <a:pt x="1193418" y="1159982"/>
                    <a:pt x="1063086" y="1159982"/>
                  </a:cubicBezTo>
                  <a:cubicBezTo>
                    <a:pt x="1046187" y="1159982"/>
                    <a:pt x="1029764" y="1158164"/>
                    <a:pt x="1013954" y="1154725"/>
                  </a:cubicBezTo>
                  <a:cubicBezTo>
                    <a:pt x="984731" y="1148368"/>
                    <a:pt x="954917" y="1162669"/>
                    <a:pt x="941654" y="1189407"/>
                  </a:cubicBezTo>
                  <a:cubicBezTo>
                    <a:pt x="887550" y="1298479"/>
                    <a:pt x="779068" y="1371213"/>
                    <a:pt x="655773" y="1371213"/>
                  </a:cubicBezTo>
                  <a:cubicBezTo>
                    <a:pt x="480446" y="1371213"/>
                    <a:pt x="333996" y="1223052"/>
                    <a:pt x="333996" y="1034868"/>
                  </a:cubicBezTo>
                  <a:cubicBezTo>
                    <a:pt x="333996" y="1028862"/>
                    <a:pt x="334145" y="1022898"/>
                    <a:pt x="334442" y="1016981"/>
                  </a:cubicBezTo>
                  <a:cubicBezTo>
                    <a:pt x="335331" y="999204"/>
                    <a:pt x="328870" y="981841"/>
                    <a:pt x="316568" y="968944"/>
                  </a:cubicBezTo>
                  <a:cubicBezTo>
                    <a:pt x="304267" y="956049"/>
                    <a:pt x="287200" y="948750"/>
                    <a:pt x="269352" y="948750"/>
                  </a:cubicBezTo>
                  <a:lnTo>
                    <a:pt x="268826" y="948750"/>
                  </a:lnTo>
                  <a:cubicBezTo>
                    <a:pt x="194728" y="948750"/>
                    <a:pt x="130340" y="885706"/>
                    <a:pt x="130340" y="802514"/>
                  </a:cubicBezTo>
                  <a:cubicBezTo>
                    <a:pt x="130340" y="719320"/>
                    <a:pt x="194728" y="656277"/>
                    <a:pt x="268826" y="656277"/>
                  </a:cubicBezTo>
                  <a:lnTo>
                    <a:pt x="513452" y="656276"/>
                  </a:lnTo>
                  <a:lnTo>
                    <a:pt x="513452" y="526288"/>
                  </a:lnTo>
                  <a:lnTo>
                    <a:pt x="268826" y="526288"/>
                  </a:lnTo>
                  <a:cubicBezTo>
                    <a:pt x="117971" y="526288"/>
                    <a:pt x="0" y="652383"/>
                    <a:pt x="0" y="802514"/>
                  </a:cubicBezTo>
                  <a:cubicBezTo>
                    <a:pt x="0" y="930681"/>
                    <a:pt x="85980" y="1041331"/>
                    <a:pt x="204998" y="1070962"/>
                  </a:cubicBezTo>
                  <a:cubicBezTo>
                    <a:pt x="222807" y="1309609"/>
                    <a:pt x="415683" y="1501201"/>
                    <a:pt x="655773" y="1501201"/>
                  </a:cubicBezTo>
                  <a:close/>
                </a:path>
              </a:pathLst>
            </a:custGeom>
            <a:solidFill>
              <a:schemeClr val="tx1"/>
            </a:solidFill>
            <a:ln w="62309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ED30121-02D2-249A-42A8-26CFD9F316A8}"/>
                </a:ext>
              </a:extLst>
            </p:cNvPr>
            <p:cNvSpPr/>
            <p:nvPr/>
          </p:nvSpPr>
          <p:spPr>
            <a:xfrm>
              <a:off x="7103358" y="4643738"/>
              <a:ext cx="1433739" cy="1501201"/>
            </a:xfrm>
            <a:custGeom>
              <a:avLst/>
              <a:gdLst>
                <a:gd name="csX0" fmla="*/ 716870 w 1433739"/>
                <a:gd name="csY0" fmla="*/ 417137 h 1501201"/>
                <a:gd name="csX1" fmla="*/ 762952 w 1433739"/>
                <a:gd name="csY1" fmla="*/ 436173 h 1501201"/>
                <a:gd name="csX2" fmla="*/ 958462 w 1433739"/>
                <a:gd name="csY2" fmla="*/ 631156 h 1501201"/>
                <a:gd name="csX3" fmla="*/ 866298 w 1433739"/>
                <a:gd name="csY3" fmla="*/ 723070 h 1501201"/>
                <a:gd name="csX4" fmla="*/ 782040 w 1433739"/>
                <a:gd name="csY4" fmla="*/ 639040 h 1501201"/>
                <a:gd name="csX5" fmla="*/ 782040 w 1433739"/>
                <a:gd name="csY5" fmla="*/ 1501201 h 1501201"/>
                <a:gd name="csX6" fmla="*/ 651700 w 1433739"/>
                <a:gd name="csY6" fmla="*/ 1501201 h 1501201"/>
                <a:gd name="csX7" fmla="*/ 651700 w 1433739"/>
                <a:gd name="csY7" fmla="*/ 639040 h 1501201"/>
                <a:gd name="csX8" fmla="*/ 567443 w 1433739"/>
                <a:gd name="csY8" fmla="*/ 723070 h 1501201"/>
                <a:gd name="csX9" fmla="*/ 475279 w 1433739"/>
                <a:gd name="csY9" fmla="*/ 631156 h 1501201"/>
                <a:gd name="csX10" fmla="*/ 670788 w 1433739"/>
                <a:gd name="csY10" fmla="*/ 436173 h 1501201"/>
                <a:gd name="csX11" fmla="*/ 716870 w 1433739"/>
                <a:gd name="csY11" fmla="*/ 417137 h 1501201"/>
                <a:gd name="csX12" fmla="*/ 655773 w 1433739"/>
                <a:gd name="csY12" fmla="*/ 0 h 1501201"/>
                <a:gd name="csX13" fmla="*/ 1034984 w 1433739"/>
                <a:gd name="csY13" fmla="*/ 212315 h 1501201"/>
                <a:gd name="csX14" fmla="*/ 1063086 w 1433739"/>
                <a:gd name="csY14" fmla="*/ 211231 h 1501201"/>
                <a:gd name="csX15" fmla="*/ 1433739 w 1433739"/>
                <a:gd name="csY15" fmla="*/ 593072 h 1501201"/>
                <a:gd name="csX16" fmla="*/ 1195830 w 1433739"/>
                <a:gd name="csY16" fmla="*/ 949683 h 1501201"/>
                <a:gd name="csX17" fmla="*/ 1083451 w 1433739"/>
                <a:gd name="csY17" fmla="*/ 974913 h 1501201"/>
                <a:gd name="csX18" fmla="*/ 920287 w 1433739"/>
                <a:gd name="csY18" fmla="*/ 974913 h 1501201"/>
                <a:gd name="csX19" fmla="*/ 920287 w 1433739"/>
                <a:gd name="csY19" fmla="*/ 844925 h 1501201"/>
                <a:gd name="csX20" fmla="*/ 1083451 w 1433739"/>
                <a:gd name="csY20" fmla="*/ 844924 h 1501201"/>
                <a:gd name="csX21" fmla="*/ 1141231 w 1433739"/>
                <a:gd name="csY21" fmla="*/ 831633 h 1501201"/>
                <a:gd name="csX22" fmla="*/ 1146229 w 1433739"/>
                <a:gd name="csY22" fmla="*/ 829456 h 1501201"/>
                <a:gd name="csX23" fmla="*/ 1303399 w 1433739"/>
                <a:gd name="csY23" fmla="*/ 593072 h 1501201"/>
                <a:gd name="csX24" fmla="*/ 1063086 w 1433739"/>
                <a:gd name="csY24" fmla="*/ 341219 h 1501201"/>
                <a:gd name="csX25" fmla="*/ 1013954 w 1433739"/>
                <a:gd name="csY25" fmla="*/ 346476 h 1501201"/>
                <a:gd name="csX26" fmla="*/ 941654 w 1433739"/>
                <a:gd name="csY26" fmla="*/ 311794 h 1501201"/>
                <a:gd name="csX27" fmla="*/ 655773 w 1433739"/>
                <a:gd name="csY27" fmla="*/ 129988 h 1501201"/>
                <a:gd name="csX28" fmla="*/ 333996 w 1433739"/>
                <a:gd name="csY28" fmla="*/ 466333 h 1501201"/>
                <a:gd name="csX29" fmla="*/ 334442 w 1433739"/>
                <a:gd name="csY29" fmla="*/ 484220 h 1501201"/>
                <a:gd name="csX30" fmla="*/ 316568 w 1433739"/>
                <a:gd name="csY30" fmla="*/ 532257 h 1501201"/>
                <a:gd name="csX31" fmla="*/ 269352 w 1433739"/>
                <a:gd name="csY31" fmla="*/ 552451 h 1501201"/>
                <a:gd name="csX32" fmla="*/ 268826 w 1433739"/>
                <a:gd name="csY32" fmla="*/ 552451 h 1501201"/>
                <a:gd name="csX33" fmla="*/ 130340 w 1433739"/>
                <a:gd name="csY33" fmla="*/ 698687 h 1501201"/>
                <a:gd name="csX34" fmla="*/ 268826 w 1433739"/>
                <a:gd name="csY34" fmla="*/ 844924 h 1501201"/>
                <a:gd name="csX35" fmla="*/ 513452 w 1433739"/>
                <a:gd name="csY35" fmla="*/ 844925 h 1501201"/>
                <a:gd name="csX36" fmla="*/ 513452 w 1433739"/>
                <a:gd name="csY36" fmla="*/ 974913 h 1501201"/>
                <a:gd name="csX37" fmla="*/ 268826 w 1433739"/>
                <a:gd name="csY37" fmla="*/ 974913 h 1501201"/>
                <a:gd name="csX38" fmla="*/ 0 w 1433739"/>
                <a:gd name="csY38" fmla="*/ 698687 h 1501201"/>
                <a:gd name="csX39" fmla="*/ 204998 w 1433739"/>
                <a:gd name="csY39" fmla="*/ 430239 h 1501201"/>
                <a:gd name="csX40" fmla="*/ 655773 w 1433739"/>
                <a:gd name="csY40" fmla="*/ 0 h 1501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1433739" h="1501201">
                  <a:moveTo>
                    <a:pt x="716870" y="417137"/>
                  </a:moveTo>
                  <a:cubicBezTo>
                    <a:pt x="733549" y="417137"/>
                    <a:pt x="750227" y="423483"/>
                    <a:pt x="762952" y="436173"/>
                  </a:cubicBezTo>
                  <a:lnTo>
                    <a:pt x="958462" y="631156"/>
                  </a:lnTo>
                  <a:lnTo>
                    <a:pt x="866298" y="723070"/>
                  </a:lnTo>
                  <a:lnTo>
                    <a:pt x="782040" y="639040"/>
                  </a:lnTo>
                  <a:lnTo>
                    <a:pt x="782040" y="1501201"/>
                  </a:lnTo>
                  <a:lnTo>
                    <a:pt x="651700" y="1501201"/>
                  </a:lnTo>
                  <a:lnTo>
                    <a:pt x="651700" y="639040"/>
                  </a:lnTo>
                  <a:lnTo>
                    <a:pt x="567443" y="723070"/>
                  </a:lnTo>
                  <a:lnTo>
                    <a:pt x="475279" y="631156"/>
                  </a:lnTo>
                  <a:lnTo>
                    <a:pt x="670788" y="436173"/>
                  </a:lnTo>
                  <a:cubicBezTo>
                    <a:pt x="683513" y="423483"/>
                    <a:pt x="700192" y="417137"/>
                    <a:pt x="716870" y="417137"/>
                  </a:cubicBezTo>
                  <a:close/>
                  <a:moveTo>
                    <a:pt x="655773" y="0"/>
                  </a:moveTo>
                  <a:cubicBezTo>
                    <a:pt x="815538" y="0"/>
                    <a:pt x="954812" y="85268"/>
                    <a:pt x="1034984" y="212315"/>
                  </a:cubicBezTo>
                  <a:cubicBezTo>
                    <a:pt x="1044264" y="211596"/>
                    <a:pt x="1053642" y="211231"/>
                    <a:pt x="1063086" y="211231"/>
                  </a:cubicBezTo>
                  <a:cubicBezTo>
                    <a:pt x="1270175" y="211231"/>
                    <a:pt x="1433739" y="384614"/>
                    <a:pt x="1433739" y="593072"/>
                  </a:cubicBezTo>
                  <a:cubicBezTo>
                    <a:pt x="1433739" y="754641"/>
                    <a:pt x="1336023" y="894282"/>
                    <a:pt x="1195830" y="949683"/>
                  </a:cubicBezTo>
                  <a:cubicBezTo>
                    <a:pt x="1161616" y="965872"/>
                    <a:pt x="1123505" y="974913"/>
                    <a:pt x="1083451" y="974913"/>
                  </a:cubicBezTo>
                  <a:lnTo>
                    <a:pt x="920287" y="974913"/>
                  </a:lnTo>
                  <a:lnTo>
                    <a:pt x="920287" y="844925"/>
                  </a:lnTo>
                  <a:lnTo>
                    <a:pt x="1083451" y="844924"/>
                  </a:lnTo>
                  <a:cubicBezTo>
                    <a:pt x="1104142" y="844924"/>
                    <a:pt x="1123654" y="840174"/>
                    <a:pt x="1141231" y="831633"/>
                  </a:cubicBezTo>
                  <a:cubicBezTo>
                    <a:pt x="1142860" y="830840"/>
                    <a:pt x="1144528" y="830112"/>
                    <a:pt x="1146229" y="829456"/>
                  </a:cubicBezTo>
                  <a:cubicBezTo>
                    <a:pt x="1236900" y="794398"/>
                    <a:pt x="1303399" y="702672"/>
                    <a:pt x="1303399" y="593072"/>
                  </a:cubicBezTo>
                  <a:cubicBezTo>
                    <a:pt x="1303399" y="451552"/>
                    <a:pt x="1193418" y="341219"/>
                    <a:pt x="1063086" y="341219"/>
                  </a:cubicBezTo>
                  <a:cubicBezTo>
                    <a:pt x="1046187" y="341219"/>
                    <a:pt x="1029764" y="343037"/>
                    <a:pt x="1013954" y="346476"/>
                  </a:cubicBezTo>
                  <a:cubicBezTo>
                    <a:pt x="984731" y="352833"/>
                    <a:pt x="954917" y="338532"/>
                    <a:pt x="941654" y="311794"/>
                  </a:cubicBezTo>
                  <a:cubicBezTo>
                    <a:pt x="887550" y="202722"/>
                    <a:pt x="779068" y="129988"/>
                    <a:pt x="655773" y="129988"/>
                  </a:cubicBezTo>
                  <a:cubicBezTo>
                    <a:pt x="480446" y="129988"/>
                    <a:pt x="333996" y="278149"/>
                    <a:pt x="333996" y="466333"/>
                  </a:cubicBezTo>
                  <a:cubicBezTo>
                    <a:pt x="333996" y="472339"/>
                    <a:pt x="334145" y="478303"/>
                    <a:pt x="334442" y="484220"/>
                  </a:cubicBezTo>
                  <a:cubicBezTo>
                    <a:pt x="335331" y="501997"/>
                    <a:pt x="328870" y="519360"/>
                    <a:pt x="316568" y="532257"/>
                  </a:cubicBezTo>
                  <a:cubicBezTo>
                    <a:pt x="304267" y="545152"/>
                    <a:pt x="287200" y="552451"/>
                    <a:pt x="269352" y="552451"/>
                  </a:cubicBezTo>
                  <a:lnTo>
                    <a:pt x="268826" y="552451"/>
                  </a:lnTo>
                  <a:cubicBezTo>
                    <a:pt x="194728" y="552451"/>
                    <a:pt x="130340" y="615495"/>
                    <a:pt x="130340" y="698687"/>
                  </a:cubicBezTo>
                  <a:cubicBezTo>
                    <a:pt x="130340" y="781881"/>
                    <a:pt x="194728" y="844924"/>
                    <a:pt x="268826" y="844924"/>
                  </a:cubicBezTo>
                  <a:lnTo>
                    <a:pt x="513452" y="844925"/>
                  </a:lnTo>
                  <a:lnTo>
                    <a:pt x="513452" y="974913"/>
                  </a:lnTo>
                  <a:lnTo>
                    <a:pt x="268826" y="974913"/>
                  </a:lnTo>
                  <a:cubicBezTo>
                    <a:pt x="117971" y="974913"/>
                    <a:pt x="0" y="848818"/>
                    <a:pt x="0" y="698687"/>
                  </a:cubicBezTo>
                  <a:cubicBezTo>
                    <a:pt x="0" y="570520"/>
                    <a:pt x="85980" y="459870"/>
                    <a:pt x="204998" y="430239"/>
                  </a:cubicBezTo>
                  <a:cubicBezTo>
                    <a:pt x="222807" y="191592"/>
                    <a:pt x="415683" y="0"/>
                    <a:pt x="655773" y="0"/>
                  </a:cubicBezTo>
                  <a:close/>
                </a:path>
              </a:pathLst>
            </a:custGeom>
            <a:solidFill>
              <a:schemeClr val="tx1"/>
            </a:solidFill>
            <a:ln w="62309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5612ED2-3631-BA3C-62B9-2745FDF703D2}"/>
                </a:ext>
              </a:extLst>
            </p:cNvPr>
            <p:cNvSpPr/>
            <p:nvPr/>
          </p:nvSpPr>
          <p:spPr>
            <a:xfrm flipV="1">
              <a:off x="1786431" y="4643145"/>
              <a:ext cx="1868123" cy="1501201"/>
            </a:xfrm>
            <a:custGeom>
              <a:avLst/>
              <a:gdLst>
                <a:gd name="csX0" fmla="*/ 165382 w 1868123"/>
                <a:gd name="csY0" fmla="*/ 1399496 h 1501201"/>
                <a:gd name="csX1" fmla="*/ 101705 w 1868123"/>
                <a:gd name="csY1" fmla="*/ 1335819 h 1501201"/>
                <a:gd name="csX2" fmla="*/ 101705 w 1868123"/>
                <a:gd name="csY2" fmla="*/ 165382 h 1501201"/>
                <a:gd name="csX3" fmla="*/ 165382 w 1868123"/>
                <a:gd name="csY3" fmla="*/ 101705 h 1501201"/>
                <a:gd name="csX4" fmla="*/ 667773 w 1868123"/>
                <a:gd name="csY4" fmla="*/ 101705 h 1501201"/>
                <a:gd name="csX5" fmla="*/ 1267848 w 1868123"/>
                <a:gd name="csY5" fmla="*/ 101705 h 1501201"/>
                <a:gd name="csX6" fmla="*/ 1349553 w 1868123"/>
                <a:gd name="csY6" fmla="*/ 101705 h 1501201"/>
                <a:gd name="csX7" fmla="*/ 1359442 w 1868123"/>
                <a:gd name="csY7" fmla="*/ 103702 h 1501201"/>
                <a:gd name="csX8" fmla="*/ 1359442 w 1868123"/>
                <a:gd name="csY8" fmla="*/ 101705 h 1501201"/>
                <a:gd name="csX9" fmla="*/ 1702741 w 1868123"/>
                <a:gd name="csY9" fmla="*/ 101705 h 1501201"/>
                <a:gd name="csX10" fmla="*/ 1766418 w 1868123"/>
                <a:gd name="csY10" fmla="*/ 165382 h 1501201"/>
                <a:gd name="csX11" fmla="*/ 1766418 w 1868123"/>
                <a:gd name="csY11" fmla="*/ 1335819 h 1501201"/>
                <a:gd name="csX12" fmla="*/ 1702741 w 1868123"/>
                <a:gd name="csY12" fmla="*/ 1399496 h 1501201"/>
                <a:gd name="csX13" fmla="*/ 1359442 w 1868123"/>
                <a:gd name="csY13" fmla="*/ 1399496 h 1501201"/>
                <a:gd name="csX14" fmla="*/ 1359442 w 1868123"/>
                <a:gd name="csY14" fmla="*/ 1397500 h 1501201"/>
                <a:gd name="csX15" fmla="*/ 1349553 w 1868123"/>
                <a:gd name="csY15" fmla="*/ 1399496 h 1501201"/>
                <a:gd name="csX16" fmla="*/ 1267848 w 1868123"/>
                <a:gd name="csY16" fmla="*/ 1399496 h 1501201"/>
                <a:gd name="csX17" fmla="*/ 667773 w 1868123"/>
                <a:gd name="csY17" fmla="*/ 1399496 h 1501201"/>
                <a:gd name="csX18" fmla="*/ 69336 w 1868123"/>
                <a:gd name="csY18" fmla="*/ 1501201 h 1501201"/>
                <a:gd name="csX19" fmla="*/ 667773 w 1868123"/>
                <a:gd name="csY19" fmla="*/ 1501201 h 1501201"/>
                <a:gd name="csX20" fmla="*/ 1267848 w 1868123"/>
                <a:gd name="csY20" fmla="*/ 1501201 h 1501201"/>
                <a:gd name="csX21" fmla="*/ 1359442 w 1868123"/>
                <a:gd name="csY21" fmla="*/ 1501201 h 1501201"/>
                <a:gd name="csX22" fmla="*/ 1798787 w 1868123"/>
                <a:gd name="csY22" fmla="*/ 1501201 h 1501201"/>
                <a:gd name="csX23" fmla="*/ 1868123 w 1868123"/>
                <a:gd name="csY23" fmla="*/ 1431865 h 1501201"/>
                <a:gd name="csX24" fmla="*/ 1868123 w 1868123"/>
                <a:gd name="csY24" fmla="*/ 69336 h 1501201"/>
                <a:gd name="csX25" fmla="*/ 1798787 w 1868123"/>
                <a:gd name="csY25" fmla="*/ 0 h 1501201"/>
                <a:gd name="csX26" fmla="*/ 1359442 w 1868123"/>
                <a:gd name="csY26" fmla="*/ 0 h 1501201"/>
                <a:gd name="csX27" fmla="*/ 1267848 w 1868123"/>
                <a:gd name="csY27" fmla="*/ 0 h 1501201"/>
                <a:gd name="csX28" fmla="*/ 667773 w 1868123"/>
                <a:gd name="csY28" fmla="*/ 0 h 1501201"/>
                <a:gd name="csX29" fmla="*/ 69336 w 1868123"/>
                <a:gd name="csY29" fmla="*/ 0 h 1501201"/>
                <a:gd name="csX30" fmla="*/ 0 w 1868123"/>
                <a:gd name="csY30" fmla="*/ 69336 h 1501201"/>
                <a:gd name="csX31" fmla="*/ 0 w 1868123"/>
                <a:gd name="csY31" fmla="*/ 1431865 h 1501201"/>
                <a:gd name="csX32" fmla="*/ 69336 w 1868123"/>
                <a:gd name="csY32" fmla="*/ 1501201 h 1501201"/>
                <a:gd name="csX0" fmla="*/ 165382 w 1868123"/>
                <a:gd name="csY0" fmla="*/ 1399496 h 1501201"/>
                <a:gd name="csX1" fmla="*/ 101705 w 1868123"/>
                <a:gd name="csY1" fmla="*/ 1335819 h 1501201"/>
                <a:gd name="csX2" fmla="*/ 101705 w 1868123"/>
                <a:gd name="csY2" fmla="*/ 165382 h 1501201"/>
                <a:gd name="csX3" fmla="*/ 165382 w 1868123"/>
                <a:gd name="csY3" fmla="*/ 101705 h 1501201"/>
                <a:gd name="csX4" fmla="*/ 667773 w 1868123"/>
                <a:gd name="csY4" fmla="*/ 101705 h 1501201"/>
                <a:gd name="csX5" fmla="*/ 1267848 w 1868123"/>
                <a:gd name="csY5" fmla="*/ 101705 h 1501201"/>
                <a:gd name="csX6" fmla="*/ 1349553 w 1868123"/>
                <a:gd name="csY6" fmla="*/ 101705 h 1501201"/>
                <a:gd name="csX7" fmla="*/ 1359442 w 1868123"/>
                <a:gd name="csY7" fmla="*/ 103702 h 1501201"/>
                <a:gd name="csX8" fmla="*/ 1359442 w 1868123"/>
                <a:gd name="csY8" fmla="*/ 101705 h 1501201"/>
                <a:gd name="csX9" fmla="*/ 1702741 w 1868123"/>
                <a:gd name="csY9" fmla="*/ 101705 h 1501201"/>
                <a:gd name="csX10" fmla="*/ 1766418 w 1868123"/>
                <a:gd name="csY10" fmla="*/ 165382 h 1501201"/>
                <a:gd name="csX11" fmla="*/ 1766418 w 1868123"/>
                <a:gd name="csY11" fmla="*/ 1335819 h 1501201"/>
                <a:gd name="csX12" fmla="*/ 1702741 w 1868123"/>
                <a:gd name="csY12" fmla="*/ 1399496 h 1501201"/>
                <a:gd name="csX13" fmla="*/ 1359442 w 1868123"/>
                <a:gd name="csY13" fmla="*/ 1399496 h 1501201"/>
                <a:gd name="csX14" fmla="*/ 1359442 w 1868123"/>
                <a:gd name="csY14" fmla="*/ 1397500 h 1501201"/>
                <a:gd name="csX15" fmla="*/ 1349553 w 1868123"/>
                <a:gd name="csY15" fmla="*/ 1399496 h 1501201"/>
                <a:gd name="csX16" fmla="*/ 1267848 w 1868123"/>
                <a:gd name="csY16" fmla="*/ 1399496 h 1501201"/>
                <a:gd name="csX17" fmla="*/ 165382 w 1868123"/>
                <a:gd name="csY17" fmla="*/ 1399496 h 1501201"/>
                <a:gd name="csX18" fmla="*/ 69336 w 1868123"/>
                <a:gd name="csY18" fmla="*/ 1501201 h 1501201"/>
                <a:gd name="csX19" fmla="*/ 667773 w 1868123"/>
                <a:gd name="csY19" fmla="*/ 1501201 h 1501201"/>
                <a:gd name="csX20" fmla="*/ 1267848 w 1868123"/>
                <a:gd name="csY20" fmla="*/ 1501201 h 1501201"/>
                <a:gd name="csX21" fmla="*/ 1359442 w 1868123"/>
                <a:gd name="csY21" fmla="*/ 1501201 h 1501201"/>
                <a:gd name="csX22" fmla="*/ 1798787 w 1868123"/>
                <a:gd name="csY22" fmla="*/ 1501201 h 1501201"/>
                <a:gd name="csX23" fmla="*/ 1868123 w 1868123"/>
                <a:gd name="csY23" fmla="*/ 1431865 h 1501201"/>
                <a:gd name="csX24" fmla="*/ 1868123 w 1868123"/>
                <a:gd name="csY24" fmla="*/ 69336 h 1501201"/>
                <a:gd name="csX25" fmla="*/ 1798787 w 1868123"/>
                <a:gd name="csY25" fmla="*/ 0 h 1501201"/>
                <a:gd name="csX26" fmla="*/ 1359442 w 1868123"/>
                <a:gd name="csY26" fmla="*/ 0 h 1501201"/>
                <a:gd name="csX27" fmla="*/ 1267848 w 1868123"/>
                <a:gd name="csY27" fmla="*/ 0 h 1501201"/>
                <a:gd name="csX28" fmla="*/ 667773 w 1868123"/>
                <a:gd name="csY28" fmla="*/ 0 h 1501201"/>
                <a:gd name="csX29" fmla="*/ 69336 w 1868123"/>
                <a:gd name="csY29" fmla="*/ 0 h 1501201"/>
                <a:gd name="csX30" fmla="*/ 0 w 1868123"/>
                <a:gd name="csY30" fmla="*/ 69336 h 1501201"/>
                <a:gd name="csX31" fmla="*/ 0 w 1868123"/>
                <a:gd name="csY31" fmla="*/ 1431865 h 1501201"/>
                <a:gd name="csX32" fmla="*/ 69336 w 1868123"/>
                <a:gd name="csY32" fmla="*/ 1501201 h 1501201"/>
                <a:gd name="csX0" fmla="*/ 165382 w 1868123"/>
                <a:gd name="csY0" fmla="*/ 1399496 h 1501201"/>
                <a:gd name="csX1" fmla="*/ 101705 w 1868123"/>
                <a:gd name="csY1" fmla="*/ 1335819 h 1501201"/>
                <a:gd name="csX2" fmla="*/ 101705 w 1868123"/>
                <a:gd name="csY2" fmla="*/ 165382 h 1501201"/>
                <a:gd name="csX3" fmla="*/ 165382 w 1868123"/>
                <a:gd name="csY3" fmla="*/ 101705 h 1501201"/>
                <a:gd name="csX4" fmla="*/ 667773 w 1868123"/>
                <a:gd name="csY4" fmla="*/ 101705 h 1501201"/>
                <a:gd name="csX5" fmla="*/ 1267848 w 1868123"/>
                <a:gd name="csY5" fmla="*/ 101705 h 1501201"/>
                <a:gd name="csX6" fmla="*/ 1349553 w 1868123"/>
                <a:gd name="csY6" fmla="*/ 101705 h 1501201"/>
                <a:gd name="csX7" fmla="*/ 1359442 w 1868123"/>
                <a:gd name="csY7" fmla="*/ 103702 h 1501201"/>
                <a:gd name="csX8" fmla="*/ 1359442 w 1868123"/>
                <a:gd name="csY8" fmla="*/ 101705 h 1501201"/>
                <a:gd name="csX9" fmla="*/ 1702741 w 1868123"/>
                <a:gd name="csY9" fmla="*/ 101705 h 1501201"/>
                <a:gd name="csX10" fmla="*/ 1766418 w 1868123"/>
                <a:gd name="csY10" fmla="*/ 165382 h 1501201"/>
                <a:gd name="csX11" fmla="*/ 1766418 w 1868123"/>
                <a:gd name="csY11" fmla="*/ 1335819 h 1501201"/>
                <a:gd name="csX12" fmla="*/ 1702741 w 1868123"/>
                <a:gd name="csY12" fmla="*/ 1399496 h 1501201"/>
                <a:gd name="csX13" fmla="*/ 1359442 w 1868123"/>
                <a:gd name="csY13" fmla="*/ 1399496 h 1501201"/>
                <a:gd name="csX14" fmla="*/ 1359442 w 1868123"/>
                <a:gd name="csY14" fmla="*/ 1397500 h 1501201"/>
                <a:gd name="csX15" fmla="*/ 1349553 w 1868123"/>
                <a:gd name="csY15" fmla="*/ 1399496 h 1501201"/>
                <a:gd name="csX16" fmla="*/ 165382 w 1868123"/>
                <a:gd name="csY16" fmla="*/ 1399496 h 1501201"/>
                <a:gd name="csX17" fmla="*/ 69336 w 1868123"/>
                <a:gd name="csY17" fmla="*/ 1501201 h 1501201"/>
                <a:gd name="csX18" fmla="*/ 667773 w 1868123"/>
                <a:gd name="csY18" fmla="*/ 1501201 h 1501201"/>
                <a:gd name="csX19" fmla="*/ 1267848 w 1868123"/>
                <a:gd name="csY19" fmla="*/ 1501201 h 1501201"/>
                <a:gd name="csX20" fmla="*/ 1359442 w 1868123"/>
                <a:gd name="csY20" fmla="*/ 1501201 h 1501201"/>
                <a:gd name="csX21" fmla="*/ 1798787 w 1868123"/>
                <a:gd name="csY21" fmla="*/ 1501201 h 1501201"/>
                <a:gd name="csX22" fmla="*/ 1868123 w 1868123"/>
                <a:gd name="csY22" fmla="*/ 1431865 h 1501201"/>
                <a:gd name="csX23" fmla="*/ 1868123 w 1868123"/>
                <a:gd name="csY23" fmla="*/ 69336 h 1501201"/>
                <a:gd name="csX24" fmla="*/ 1798787 w 1868123"/>
                <a:gd name="csY24" fmla="*/ 0 h 1501201"/>
                <a:gd name="csX25" fmla="*/ 1359442 w 1868123"/>
                <a:gd name="csY25" fmla="*/ 0 h 1501201"/>
                <a:gd name="csX26" fmla="*/ 1267848 w 1868123"/>
                <a:gd name="csY26" fmla="*/ 0 h 1501201"/>
                <a:gd name="csX27" fmla="*/ 667773 w 1868123"/>
                <a:gd name="csY27" fmla="*/ 0 h 1501201"/>
                <a:gd name="csX28" fmla="*/ 69336 w 1868123"/>
                <a:gd name="csY28" fmla="*/ 0 h 1501201"/>
                <a:gd name="csX29" fmla="*/ 0 w 1868123"/>
                <a:gd name="csY29" fmla="*/ 69336 h 1501201"/>
                <a:gd name="csX30" fmla="*/ 0 w 1868123"/>
                <a:gd name="csY30" fmla="*/ 1431865 h 1501201"/>
                <a:gd name="csX31" fmla="*/ 69336 w 1868123"/>
                <a:gd name="csY31" fmla="*/ 1501201 h 1501201"/>
                <a:gd name="csX0" fmla="*/ 165382 w 1868123"/>
                <a:gd name="csY0" fmla="*/ 1399496 h 1501201"/>
                <a:gd name="csX1" fmla="*/ 101705 w 1868123"/>
                <a:gd name="csY1" fmla="*/ 1335819 h 1501201"/>
                <a:gd name="csX2" fmla="*/ 101705 w 1868123"/>
                <a:gd name="csY2" fmla="*/ 165382 h 1501201"/>
                <a:gd name="csX3" fmla="*/ 165382 w 1868123"/>
                <a:gd name="csY3" fmla="*/ 101705 h 1501201"/>
                <a:gd name="csX4" fmla="*/ 667773 w 1868123"/>
                <a:gd name="csY4" fmla="*/ 101705 h 1501201"/>
                <a:gd name="csX5" fmla="*/ 1267848 w 1868123"/>
                <a:gd name="csY5" fmla="*/ 101705 h 1501201"/>
                <a:gd name="csX6" fmla="*/ 1349553 w 1868123"/>
                <a:gd name="csY6" fmla="*/ 101705 h 1501201"/>
                <a:gd name="csX7" fmla="*/ 1359442 w 1868123"/>
                <a:gd name="csY7" fmla="*/ 103702 h 1501201"/>
                <a:gd name="csX8" fmla="*/ 1359442 w 1868123"/>
                <a:gd name="csY8" fmla="*/ 101705 h 1501201"/>
                <a:gd name="csX9" fmla="*/ 1702741 w 1868123"/>
                <a:gd name="csY9" fmla="*/ 101705 h 1501201"/>
                <a:gd name="csX10" fmla="*/ 1766418 w 1868123"/>
                <a:gd name="csY10" fmla="*/ 165382 h 1501201"/>
                <a:gd name="csX11" fmla="*/ 1766418 w 1868123"/>
                <a:gd name="csY11" fmla="*/ 1335819 h 1501201"/>
                <a:gd name="csX12" fmla="*/ 1702741 w 1868123"/>
                <a:gd name="csY12" fmla="*/ 1399496 h 1501201"/>
                <a:gd name="csX13" fmla="*/ 1359442 w 1868123"/>
                <a:gd name="csY13" fmla="*/ 1399496 h 1501201"/>
                <a:gd name="csX14" fmla="*/ 1359442 w 1868123"/>
                <a:gd name="csY14" fmla="*/ 1397500 h 1501201"/>
                <a:gd name="csX15" fmla="*/ 165382 w 1868123"/>
                <a:gd name="csY15" fmla="*/ 1399496 h 1501201"/>
                <a:gd name="csX16" fmla="*/ 69336 w 1868123"/>
                <a:gd name="csY16" fmla="*/ 1501201 h 1501201"/>
                <a:gd name="csX17" fmla="*/ 667773 w 1868123"/>
                <a:gd name="csY17" fmla="*/ 1501201 h 1501201"/>
                <a:gd name="csX18" fmla="*/ 1267848 w 1868123"/>
                <a:gd name="csY18" fmla="*/ 1501201 h 1501201"/>
                <a:gd name="csX19" fmla="*/ 1359442 w 1868123"/>
                <a:gd name="csY19" fmla="*/ 1501201 h 1501201"/>
                <a:gd name="csX20" fmla="*/ 1798787 w 1868123"/>
                <a:gd name="csY20" fmla="*/ 1501201 h 1501201"/>
                <a:gd name="csX21" fmla="*/ 1868123 w 1868123"/>
                <a:gd name="csY21" fmla="*/ 1431865 h 1501201"/>
                <a:gd name="csX22" fmla="*/ 1868123 w 1868123"/>
                <a:gd name="csY22" fmla="*/ 69336 h 1501201"/>
                <a:gd name="csX23" fmla="*/ 1798787 w 1868123"/>
                <a:gd name="csY23" fmla="*/ 0 h 1501201"/>
                <a:gd name="csX24" fmla="*/ 1359442 w 1868123"/>
                <a:gd name="csY24" fmla="*/ 0 h 1501201"/>
                <a:gd name="csX25" fmla="*/ 1267848 w 1868123"/>
                <a:gd name="csY25" fmla="*/ 0 h 1501201"/>
                <a:gd name="csX26" fmla="*/ 667773 w 1868123"/>
                <a:gd name="csY26" fmla="*/ 0 h 1501201"/>
                <a:gd name="csX27" fmla="*/ 69336 w 1868123"/>
                <a:gd name="csY27" fmla="*/ 0 h 1501201"/>
                <a:gd name="csX28" fmla="*/ 0 w 1868123"/>
                <a:gd name="csY28" fmla="*/ 69336 h 1501201"/>
                <a:gd name="csX29" fmla="*/ 0 w 1868123"/>
                <a:gd name="csY29" fmla="*/ 1431865 h 1501201"/>
                <a:gd name="csX30" fmla="*/ 69336 w 1868123"/>
                <a:gd name="csY30" fmla="*/ 1501201 h 1501201"/>
                <a:gd name="csX0" fmla="*/ 165382 w 1868123"/>
                <a:gd name="csY0" fmla="*/ 1399496 h 1501201"/>
                <a:gd name="csX1" fmla="*/ 101705 w 1868123"/>
                <a:gd name="csY1" fmla="*/ 1335819 h 1501201"/>
                <a:gd name="csX2" fmla="*/ 101705 w 1868123"/>
                <a:gd name="csY2" fmla="*/ 165382 h 1501201"/>
                <a:gd name="csX3" fmla="*/ 165382 w 1868123"/>
                <a:gd name="csY3" fmla="*/ 101705 h 1501201"/>
                <a:gd name="csX4" fmla="*/ 667773 w 1868123"/>
                <a:gd name="csY4" fmla="*/ 101705 h 1501201"/>
                <a:gd name="csX5" fmla="*/ 1267848 w 1868123"/>
                <a:gd name="csY5" fmla="*/ 101705 h 1501201"/>
                <a:gd name="csX6" fmla="*/ 1349553 w 1868123"/>
                <a:gd name="csY6" fmla="*/ 101705 h 1501201"/>
                <a:gd name="csX7" fmla="*/ 1359442 w 1868123"/>
                <a:gd name="csY7" fmla="*/ 103702 h 1501201"/>
                <a:gd name="csX8" fmla="*/ 1359442 w 1868123"/>
                <a:gd name="csY8" fmla="*/ 101705 h 1501201"/>
                <a:gd name="csX9" fmla="*/ 1702741 w 1868123"/>
                <a:gd name="csY9" fmla="*/ 101705 h 1501201"/>
                <a:gd name="csX10" fmla="*/ 1766418 w 1868123"/>
                <a:gd name="csY10" fmla="*/ 165382 h 1501201"/>
                <a:gd name="csX11" fmla="*/ 1766418 w 1868123"/>
                <a:gd name="csY11" fmla="*/ 1335819 h 1501201"/>
                <a:gd name="csX12" fmla="*/ 1702741 w 1868123"/>
                <a:gd name="csY12" fmla="*/ 1399496 h 1501201"/>
                <a:gd name="csX13" fmla="*/ 1359442 w 1868123"/>
                <a:gd name="csY13" fmla="*/ 1399496 h 1501201"/>
                <a:gd name="csX14" fmla="*/ 165382 w 1868123"/>
                <a:gd name="csY14" fmla="*/ 1399496 h 1501201"/>
                <a:gd name="csX15" fmla="*/ 69336 w 1868123"/>
                <a:gd name="csY15" fmla="*/ 1501201 h 1501201"/>
                <a:gd name="csX16" fmla="*/ 667773 w 1868123"/>
                <a:gd name="csY16" fmla="*/ 1501201 h 1501201"/>
                <a:gd name="csX17" fmla="*/ 1267848 w 1868123"/>
                <a:gd name="csY17" fmla="*/ 1501201 h 1501201"/>
                <a:gd name="csX18" fmla="*/ 1359442 w 1868123"/>
                <a:gd name="csY18" fmla="*/ 1501201 h 1501201"/>
                <a:gd name="csX19" fmla="*/ 1798787 w 1868123"/>
                <a:gd name="csY19" fmla="*/ 1501201 h 1501201"/>
                <a:gd name="csX20" fmla="*/ 1868123 w 1868123"/>
                <a:gd name="csY20" fmla="*/ 1431865 h 1501201"/>
                <a:gd name="csX21" fmla="*/ 1868123 w 1868123"/>
                <a:gd name="csY21" fmla="*/ 69336 h 1501201"/>
                <a:gd name="csX22" fmla="*/ 1798787 w 1868123"/>
                <a:gd name="csY22" fmla="*/ 0 h 1501201"/>
                <a:gd name="csX23" fmla="*/ 1359442 w 1868123"/>
                <a:gd name="csY23" fmla="*/ 0 h 1501201"/>
                <a:gd name="csX24" fmla="*/ 1267848 w 1868123"/>
                <a:gd name="csY24" fmla="*/ 0 h 1501201"/>
                <a:gd name="csX25" fmla="*/ 667773 w 1868123"/>
                <a:gd name="csY25" fmla="*/ 0 h 1501201"/>
                <a:gd name="csX26" fmla="*/ 69336 w 1868123"/>
                <a:gd name="csY26" fmla="*/ 0 h 1501201"/>
                <a:gd name="csX27" fmla="*/ 0 w 1868123"/>
                <a:gd name="csY27" fmla="*/ 69336 h 1501201"/>
                <a:gd name="csX28" fmla="*/ 0 w 1868123"/>
                <a:gd name="csY28" fmla="*/ 1431865 h 1501201"/>
                <a:gd name="csX29" fmla="*/ 69336 w 1868123"/>
                <a:gd name="csY29" fmla="*/ 1501201 h 1501201"/>
                <a:gd name="csX0" fmla="*/ 165382 w 1868123"/>
                <a:gd name="csY0" fmla="*/ 1399496 h 1501201"/>
                <a:gd name="csX1" fmla="*/ 101705 w 1868123"/>
                <a:gd name="csY1" fmla="*/ 1335819 h 1501201"/>
                <a:gd name="csX2" fmla="*/ 101705 w 1868123"/>
                <a:gd name="csY2" fmla="*/ 165382 h 1501201"/>
                <a:gd name="csX3" fmla="*/ 165382 w 1868123"/>
                <a:gd name="csY3" fmla="*/ 101705 h 1501201"/>
                <a:gd name="csX4" fmla="*/ 667773 w 1868123"/>
                <a:gd name="csY4" fmla="*/ 101705 h 1501201"/>
                <a:gd name="csX5" fmla="*/ 1267848 w 1868123"/>
                <a:gd name="csY5" fmla="*/ 101705 h 1501201"/>
                <a:gd name="csX6" fmla="*/ 1349553 w 1868123"/>
                <a:gd name="csY6" fmla="*/ 101705 h 1501201"/>
                <a:gd name="csX7" fmla="*/ 1359442 w 1868123"/>
                <a:gd name="csY7" fmla="*/ 103702 h 1501201"/>
                <a:gd name="csX8" fmla="*/ 1359442 w 1868123"/>
                <a:gd name="csY8" fmla="*/ 101705 h 1501201"/>
                <a:gd name="csX9" fmla="*/ 1702741 w 1868123"/>
                <a:gd name="csY9" fmla="*/ 101705 h 1501201"/>
                <a:gd name="csX10" fmla="*/ 1766418 w 1868123"/>
                <a:gd name="csY10" fmla="*/ 165382 h 1501201"/>
                <a:gd name="csX11" fmla="*/ 1766418 w 1868123"/>
                <a:gd name="csY11" fmla="*/ 1335819 h 1501201"/>
                <a:gd name="csX12" fmla="*/ 1702741 w 1868123"/>
                <a:gd name="csY12" fmla="*/ 1399496 h 1501201"/>
                <a:gd name="csX13" fmla="*/ 165382 w 1868123"/>
                <a:gd name="csY13" fmla="*/ 1399496 h 1501201"/>
                <a:gd name="csX14" fmla="*/ 69336 w 1868123"/>
                <a:gd name="csY14" fmla="*/ 1501201 h 1501201"/>
                <a:gd name="csX15" fmla="*/ 667773 w 1868123"/>
                <a:gd name="csY15" fmla="*/ 1501201 h 1501201"/>
                <a:gd name="csX16" fmla="*/ 1267848 w 1868123"/>
                <a:gd name="csY16" fmla="*/ 1501201 h 1501201"/>
                <a:gd name="csX17" fmla="*/ 1359442 w 1868123"/>
                <a:gd name="csY17" fmla="*/ 1501201 h 1501201"/>
                <a:gd name="csX18" fmla="*/ 1798787 w 1868123"/>
                <a:gd name="csY18" fmla="*/ 1501201 h 1501201"/>
                <a:gd name="csX19" fmla="*/ 1868123 w 1868123"/>
                <a:gd name="csY19" fmla="*/ 1431865 h 1501201"/>
                <a:gd name="csX20" fmla="*/ 1868123 w 1868123"/>
                <a:gd name="csY20" fmla="*/ 69336 h 1501201"/>
                <a:gd name="csX21" fmla="*/ 1798787 w 1868123"/>
                <a:gd name="csY21" fmla="*/ 0 h 1501201"/>
                <a:gd name="csX22" fmla="*/ 1359442 w 1868123"/>
                <a:gd name="csY22" fmla="*/ 0 h 1501201"/>
                <a:gd name="csX23" fmla="*/ 1267848 w 1868123"/>
                <a:gd name="csY23" fmla="*/ 0 h 1501201"/>
                <a:gd name="csX24" fmla="*/ 667773 w 1868123"/>
                <a:gd name="csY24" fmla="*/ 0 h 1501201"/>
                <a:gd name="csX25" fmla="*/ 69336 w 1868123"/>
                <a:gd name="csY25" fmla="*/ 0 h 1501201"/>
                <a:gd name="csX26" fmla="*/ 0 w 1868123"/>
                <a:gd name="csY26" fmla="*/ 69336 h 1501201"/>
                <a:gd name="csX27" fmla="*/ 0 w 1868123"/>
                <a:gd name="csY27" fmla="*/ 1431865 h 1501201"/>
                <a:gd name="csX28" fmla="*/ 69336 w 1868123"/>
                <a:gd name="csY28" fmla="*/ 1501201 h 1501201"/>
                <a:gd name="csX0" fmla="*/ 165382 w 1868123"/>
                <a:gd name="csY0" fmla="*/ 1399496 h 1501201"/>
                <a:gd name="csX1" fmla="*/ 101705 w 1868123"/>
                <a:gd name="csY1" fmla="*/ 1335819 h 1501201"/>
                <a:gd name="csX2" fmla="*/ 101705 w 1868123"/>
                <a:gd name="csY2" fmla="*/ 165382 h 1501201"/>
                <a:gd name="csX3" fmla="*/ 165382 w 1868123"/>
                <a:gd name="csY3" fmla="*/ 101705 h 1501201"/>
                <a:gd name="csX4" fmla="*/ 667773 w 1868123"/>
                <a:gd name="csY4" fmla="*/ 101705 h 1501201"/>
                <a:gd name="csX5" fmla="*/ 1267848 w 1868123"/>
                <a:gd name="csY5" fmla="*/ 101705 h 1501201"/>
                <a:gd name="csX6" fmla="*/ 1349553 w 1868123"/>
                <a:gd name="csY6" fmla="*/ 101705 h 1501201"/>
                <a:gd name="csX7" fmla="*/ 1359442 w 1868123"/>
                <a:gd name="csY7" fmla="*/ 103702 h 1501201"/>
                <a:gd name="csX8" fmla="*/ 1702741 w 1868123"/>
                <a:gd name="csY8" fmla="*/ 101705 h 1501201"/>
                <a:gd name="csX9" fmla="*/ 1766418 w 1868123"/>
                <a:gd name="csY9" fmla="*/ 165382 h 1501201"/>
                <a:gd name="csX10" fmla="*/ 1766418 w 1868123"/>
                <a:gd name="csY10" fmla="*/ 1335819 h 1501201"/>
                <a:gd name="csX11" fmla="*/ 1702741 w 1868123"/>
                <a:gd name="csY11" fmla="*/ 1399496 h 1501201"/>
                <a:gd name="csX12" fmla="*/ 165382 w 1868123"/>
                <a:gd name="csY12" fmla="*/ 1399496 h 1501201"/>
                <a:gd name="csX13" fmla="*/ 69336 w 1868123"/>
                <a:gd name="csY13" fmla="*/ 1501201 h 1501201"/>
                <a:gd name="csX14" fmla="*/ 667773 w 1868123"/>
                <a:gd name="csY14" fmla="*/ 1501201 h 1501201"/>
                <a:gd name="csX15" fmla="*/ 1267848 w 1868123"/>
                <a:gd name="csY15" fmla="*/ 1501201 h 1501201"/>
                <a:gd name="csX16" fmla="*/ 1359442 w 1868123"/>
                <a:gd name="csY16" fmla="*/ 1501201 h 1501201"/>
                <a:gd name="csX17" fmla="*/ 1798787 w 1868123"/>
                <a:gd name="csY17" fmla="*/ 1501201 h 1501201"/>
                <a:gd name="csX18" fmla="*/ 1868123 w 1868123"/>
                <a:gd name="csY18" fmla="*/ 1431865 h 1501201"/>
                <a:gd name="csX19" fmla="*/ 1868123 w 1868123"/>
                <a:gd name="csY19" fmla="*/ 69336 h 1501201"/>
                <a:gd name="csX20" fmla="*/ 1798787 w 1868123"/>
                <a:gd name="csY20" fmla="*/ 0 h 1501201"/>
                <a:gd name="csX21" fmla="*/ 1359442 w 1868123"/>
                <a:gd name="csY21" fmla="*/ 0 h 1501201"/>
                <a:gd name="csX22" fmla="*/ 1267848 w 1868123"/>
                <a:gd name="csY22" fmla="*/ 0 h 1501201"/>
                <a:gd name="csX23" fmla="*/ 667773 w 1868123"/>
                <a:gd name="csY23" fmla="*/ 0 h 1501201"/>
                <a:gd name="csX24" fmla="*/ 69336 w 1868123"/>
                <a:gd name="csY24" fmla="*/ 0 h 1501201"/>
                <a:gd name="csX25" fmla="*/ 0 w 1868123"/>
                <a:gd name="csY25" fmla="*/ 69336 h 1501201"/>
                <a:gd name="csX26" fmla="*/ 0 w 1868123"/>
                <a:gd name="csY26" fmla="*/ 1431865 h 1501201"/>
                <a:gd name="csX27" fmla="*/ 69336 w 1868123"/>
                <a:gd name="csY27" fmla="*/ 1501201 h 1501201"/>
                <a:gd name="csX0" fmla="*/ 165382 w 1868123"/>
                <a:gd name="csY0" fmla="*/ 1399496 h 1501201"/>
                <a:gd name="csX1" fmla="*/ 101705 w 1868123"/>
                <a:gd name="csY1" fmla="*/ 1335819 h 1501201"/>
                <a:gd name="csX2" fmla="*/ 101705 w 1868123"/>
                <a:gd name="csY2" fmla="*/ 165382 h 1501201"/>
                <a:gd name="csX3" fmla="*/ 165382 w 1868123"/>
                <a:gd name="csY3" fmla="*/ 101705 h 1501201"/>
                <a:gd name="csX4" fmla="*/ 667773 w 1868123"/>
                <a:gd name="csY4" fmla="*/ 101705 h 1501201"/>
                <a:gd name="csX5" fmla="*/ 1267848 w 1868123"/>
                <a:gd name="csY5" fmla="*/ 101705 h 1501201"/>
                <a:gd name="csX6" fmla="*/ 1349553 w 1868123"/>
                <a:gd name="csY6" fmla="*/ 101705 h 1501201"/>
                <a:gd name="csX7" fmla="*/ 1702741 w 1868123"/>
                <a:gd name="csY7" fmla="*/ 101705 h 1501201"/>
                <a:gd name="csX8" fmla="*/ 1766418 w 1868123"/>
                <a:gd name="csY8" fmla="*/ 165382 h 1501201"/>
                <a:gd name="csX9" fmla="*/ 1766418 w 1868123"/>
                <a:gd name="csY9" fmla="*/ 1335819 h 1501201"/>
                <a:gd name="csX10" fmla="*/ 1702741 w 1868123"/>
                <a:gd name="csY10" fmla="*/ 1399496 h 1501201"/>
                <a:gd name="csX11" fmla="*/ 165382 w 1868123"/>
                <a:gd name="csY11" fmla="*/ 1399496 h 1501201"/>
                <a:gd name="csX12" fmla="*/ 69336 w 1868123"/>
                <a:gd name="csY12" fmla="*/ 1501201 h 1501201"/>
                <a:gd name="csX13" fmla="*/ 667773 w 1868123"/>
                <a:gd name="csY13" fmla="*/ 1501201 h 1501201"/>
                <a:gd name="csX14" fmla="*/ 1267848 w 1868123"/>
                <a:gd name="csY14" fmla="*/ 1501201 h 1501201"/>
                <a:gd name="csX15" fmla="*/ 1359442 w 1868123"/>
                <a:gd name="csY15" fmla="*/ 1501201 h 1501201"/>
                <a:gd name="csX16" fmla="*/ 1798787 w 1868123"/>
                <a:gd name="csY16" fmla="*/ 1501201 h 1501201"/>
                <a:gd name="csX17" fmla="*/ 1868123 w 1868123"/>
                <a:gd name="csY17" fmla="*/ 1431865 h 1501201"/>
                <a:gd name="csX18" fmla="*/ 1868123 w 1868123"/>
                <a:gd name="csY18" fmla="*/ 69336 h 1501201"/>
                <a:gd name="csX19" fmla="*/ 1798787 w 1868123"/>
                <a:gd name="csY19" fmla="*/ 0 h 1501201"/>
                <a:gd name="csX20" fmla="*/ 1359442 w 1868123"/>
                <a:gd name="csY20" fmla="*/ 0 h 1501201"/>
                <a:gd name="csX21" fmla="*/ 1267848 w 1868123"/>
                <a:gd name="csY21" fmla="*/ 0 h 1501201"/>
                <a:gd name="csX22" fmla="*/ 667773 w 1868123"/>
                <a:gd name="csY22" fmla="*/ 0 h 1501201"/>
                <a:gd name="csX23" fmla="*/ 69336 w 1868123"/>
                <a:gd name="csY23" fmla="*/ 0 h 1501201"/>
                <a:gd name="csX24" fmla="*/ 0 w 1868123"/>
                <a:gd name="csY24" fmla="*/ 69336 h 1501201"/>
                <a:gd name="csX25" fmla="*/ 0 w 1868123"/>
                <a:gd name="csY25" fmla="*/ 1431865 h 1501201"/>
                <a:gd name="csX26" fmla="*/ 69336 w 1868123"/>
                <a:gd name="csY26" fmla="*/ 1501201 h 1501201"/>
                <a:gd name="csX0" fmla="*/ 165382 w 1868123"/>
                <a:gd name="csY0" fmla="*/ 1399496 h 1501201"/>
                <a:gd name="csX1" fmla="*/ 101705 w 1868123"/>
                <a:gd name="csY1" fmla="*/ 1335819 h 1501201"/>
                <a:gd name="csX2" fmla="*/ 101705 w 1868123"/>
                <a:gd name="csY2" fmla="*/ 165382 h 1501201"/>
                <a:gd name="csX3" fmla="*/ 165382 w 1868123"/>
                <a:gd name="csY3" fmla="*/ 101705 h 1501201"/>
                <a:gd name="csX4" fmla="*/ 667773 w 1868123"/>
                <a:gd name="csY4" fmla="*/ 101705 h 1501201"/>
                <a:gd name="csX5" fmla="*/ 1267848 w 1868123"/>
                <a:gd name="csY5" fmla="*/ 101705 h 1501201"/>
                <a:gd name="csX6" fmla="*/ 1702741 w 1868123"/>
                <a:gd name="csY6" fmla="*/ 101705 h 1501201"/>
                <a:gd name="csX7" fmla="*/ 1766418 w 1868123"/>
                <a:gd name="csY7" fmla="*/ 165382 h 1501201"/>
                <a:gd name="csX8" fmla="*/ 1766418 w 1868123"/>
                <a:gd name="csY8" fmla="*/ 1335819 h 1501201"/>
                <a:gd name="csX9" fmla="*/ 1702741 w 1868123"/>
                <a:gd name="csY9" fmla="*/ 1399496 h 1501201"/>
                <a:gd name="csX10" fmla="*/ 165382 w 1868123"/>
                <a:gd name="csY10" fmla="*/ 1399496 h 1501201"/>
                <a:gd name="csX11" fmla="*/ 69336 w 1868123"/>
                <a:gd name="csY11" fmla="*/ 1501201 h 1501201"/>
                <a:gd name="csX12" fmla="*/ 667773 w 1868123"/>
                <a:gd name="csY12" fmla="*/ 1501201 h 1501201"/>
                <a:gd name="csX13" fmla="*/ 1267848 w 1868123"/>
                <a:gd name="csY13" fmla="*/ 1501201 h 1501201"/>
                <a:gd name="csX14" fmla="*/ 1359442 w 1868123"/>
                <a:gd name="csY14" fmla="*/ 1501201 h 1501201"/>
                <a:gd name="csX15" fmla="*/ 1798787 w 1868123"/>
                <a:gd name="csY15" fmla="*/ 1501201 h 1501201"/>
                <a:gd name="csX16" fmla="*/ 1868123 w 1868123"/>
                <a:gd name="csY16" fmla="*/ 1431865 h 1501201"/>
                <a:gd name="csX17" fmla="*/ 1868123 w 1868123"/>
                <a:gd name="csY17" fmla="*/ 69336 h 1501201"/>
                <a:gd name="csX18" fmla="*/ 1798787 w 1868123"/>
                <a:gd name="csY18" fmla="*/ 0 h 1501201"/>
                <a:gd name="csX19" fmla="*/ 1359442 w 1868123"/>
                <a:gd name="csY19" fmla="*/ 0 h 1501201"/>
                <a:gd name="csX20" fmla="*/ 1267848 w 1868123"/>
                <a:gd name="csY20" fmla="*/ 0 h 1501201"/>
                <a:gd name="csX21" fmla="*/ 667773 w 1868123"/>
                <a:gd name="csY21" fmla="*/ 0 h 1501201"/>
                <a:gd name="csX22" fmla="*/ 69336 w 1868123"/>
                <a:gd name="csY22" fmla="*/ 0 h 1501201"/>
                <a:gd name="csX23" fmla="*/ 0 w 1868123"/>
                <a:gd name="csY23" fmla="*/ 69336 h 1501201"/>
                <a:gd name="csX24" fmla="*/ 0 w 1868123"/>
                <a:gd name="csY24" fmla="*/ 1431865 h 1501201"/>
                <a:gd name="csX25" fmla="*/ 69336 w 1868123"/>
                <a:gd name="csY25" fmla="*/ 1501201 h 1501201"/>
                <a:gd name="csX0" fmla="*/ 165382 w 1868123"/>
                <a:gd name="csY0" fmla="*/ 1399496 h 1501201"/>
                <a:gd name="csX1" fmla="*/ 101705 w 1868123"/>
                <a:gd name="csY1" fmla="*/ 1335819 h 1501201"/>
                <a:gd name="csX2" fmla="*/ 101705 w 1868123"/>
                <a:gd name="csY2" fmla="*/ 165382 h 1501201"/>
                <a:gd name="csX3" fmla="*/ 165382 w 1868123"/>
                <a:gd name="csY3" fmla="*/ 101705 h 1501201"/>
                <a:gd name="csX4" fmla="*/ 667773 w 1868123"/>
                <a:gd name="csY4" fmla="*/ 101705 h 1501201"/>
                <a:gd name="csX5" fmla="*/ 1702741 w 1868123"/>
                <a:gd name="csY5" fmla="*/ 101705 h 1501201"/>
                <a:gd name="csX6" fmla="*/ 1766418 w 1868123"/>
                <a:gd name="csY6" fmla="*/ 165382 h 1501201"/>
                <a:gd name="csX7" fmla="*/ 1766418 w 1868123"/>
                <a:gd name="csY7" fmla="*/ 1335819 h 1501201"/>
                <a:gd name="csX8" fmla="*/ 1702741 w 1868123"/>
                <a:gd name="csY8" fmla="*/ 1399496 h 1501201"/>
                <a:gd name="csX9" fmla="*/ 165382 w 1868123"/>
                <a:gd name="csY9" fmla="*/ 1399496 h 1501201"/>
                <a:gd name="csX10" fmla="*/ 69336 w 1868123"/>
                <a:gd name="csY10" fmla="*/ 1501201 h 1501201"/>
                <a:gd name="csX11" fmla="*/ 667773 w 1868123"/>
                <a:gd name="csY11" fmla="*/ 1501201 h 1501201"/>
                <a:gd name="csX12" fmla="*/ 1267848 w 1868123"/>
                <a:gd name="csY12" fmla="*/ 1501201 h 1501201"/>
                <a:gd name="csX13" fmla="*/ 1359442 w 1868123"/>
                <a:gd name="csY13" fmla="*/ 1501201 h 1501201"/>
                <a:gd name="csX14" fmla="*/ 1798787 w 1868123"/>
                <a:gd name="csY14" fmla="*/ 1501201 h 1501201"/>
                <a:gd name="csX15" fmla="*/ 1868123 w 1868123"/>
                <a:gd name="csY15" fmla="*/ 1431865 h 1501201"/>
                <a:gd name="csX16" fmla="*/ 1868123 w 1868123"/>
                <a:gd name="csY16" fmla="*/ 69336 h 1501201"/>
                <a:gd name="csX17" fmla="*/ 1798787 w 1868123"/>
                <a:gd name="csY17" fmla="*/ 0 h 1501201"/>
                <a:gd name="csX18" fmla="*/ 1359442 w 1868123"/>
                <a:gd name="csY18" fmla="*/ 0 h 1501201"/>
                <a:gd name="csX19" fmla="*/ 1267848 w 1868123"/>
                <a:gd name="csY19" fmla="*/ 0 h 1501201"/>
                <a:gd name="csX20" fmla="*/ 667773 w 1868123"/>
                <a:gd name="csY20" fmla="*/ 0 h 1501201"/>
                <a:gd name="csX21" fmla="*/ 69336 w 1868123"/>
                <a:gd name="csY21" fmla="*/ 0 h 1501201"/>
                <a:gd name="csX22" fmla="*/ 0 w 1868123"/>
                <a:gd name="csY22" fmla="*/ 69336 h 1501201"/>
                <a:gd name="csX23" fmla="*/ 0 w 1868123"/>
                <a:gd name="csY23" fmla="*/ 1431865 h 1501201"/>
                <a:gd name="csX24" fmla="*/ 69336 w 1868123"/>
                <a:gd name="csY24" fmla="*/ 1501201 h 1501201"/>
                <a:gd name="csX0" fmla="*/ 165382 w 1868123"/>
                <a:gd name="csY0" fmla="*/ 1399496 h 1501201"/>
                <a:gd name="csX1" fmla="*/ 101705 w 1868123"/>
                <a:gd name="csY1" fmla="*/ 1335819 h 1501201"/>
                <a:gd name="csX2" fmla="*/ 101705 w 1868123"/>
                <a:gd name="csY2" fmla="*/ 165382 h 1501201"/>
                <a:gd name="csX3" fmla="*/ 165382 w 1868123"/>
                <a:gd name="csY3" fmla="*/ 101705 h 1501201"/>
                <a:gd name="csX4" fmla="*/ 1702741 w 1868123"/>
                <a:gd name="csY4" fmla="*/ 101705 h 1501201"/>
                <a:gd name="csX5" fmla="*/ 1766418 w 1868123"/>
                <a:gd name="csY5" fmla="*/ 165382 h 1501201"/>
                <a:gd name="csX6" fmla="*/ 1766418 w 1868123"/>
                <a:gd name="csY6" fmla="*/ 1335819 h 1501201"/>
                <a:gd name="csX7" fmla="*/ 1702741 w 1868123"/>
                <a:gd name="csY7" fmla="*/ 1399496 h 1501201"/>
                <a:gd name="csX8" fmla="*/ 165382 w 1868123"/>
                <a:gd name="csY8" fmla="*/ 1399496 h 1501201"/>
                <a:gd name="csX9" fmla="*/ 69336 w 1868123"/>
                <a:gd name="csY9" fmla="*/ 1501201 h 1501201"/>
                <a:gd name="csX10" fmla="*/ 667773 w 1868123"/>
                <a:gd name="csY10" fmla="*/ 1501201 h 1501201"/>
                <a:gd name="csX11" fmla="*/ 1267848 w 1868123"/>
                <a:gd name="csY11" fmla="*/ 1501201 h 1501201"/>
                <a:gd name="csX12" fmla="*/ 1359442 w 1868123"/>
                <a:gd name="csY12" fmla="*/ 1501201 h 1501201"/>
                <a:gd name="csX13" fmla="*/ 1798787 w 1868123"/>
                <a:gd name="csY13" fmla="*/ 1501201 h 1501201"/>
                <a:gd name="csX14" fmla="*/ 1868123 w 1868123"/>
                <a:gd name="csY14" fmla="*/ 1431865 h 1501201"/>
                <a:gd name="csX15" fmla="*/ 1868123 w 1868123"/>
                <a:gd name="csY15" fmla="*/ 69336 h 1501201"/>
                <a:gd name="csX16" fmla="*/ 1798787 w 1868123"/>
                <a:gd name="csY16" fmla="*/ 0 h 1501201"/>
                <a:gd name="csX17" fmla="*/ 1359442 w 1868123"/>
                <a:gd name="csY17" fmla="*/ 0 h 1501201"/>
                <a:gd name="csX18" fmla="*/ 1267848 w 1868123"/>
                <a:gd name="csY18" fmla="*/ 0 h 1501201"/>
                <a:gd name="csX19" fmla="*/ 667773 w 1868123"/>
                <a:gd name="csY19" fmla="*/ 0 h 1501201"/>
                <a:gd name="csX20" fmla="*/ 69336 w 1868123"/>
                <a:gd name="csY20" fmla="*/ 0 h 1501201"/>
                <a:gd name="csX21" fmla="*/ 0 w 1868123"/>
                <a:gd name="csY21" fmla="*/ 69336 h 1501201"/>
                <a:gd name="csX22" fmla="*/ 0 w 1868123"/>
                <a:gd name="csY22" fmla="*/ 1431865 h 1501201"/>
                <a:gd name="csX23" fmla="*/ 69336 w 1868123"/>
                <a:gd name="csY23" fmla="*/ 1501201 h 1501201"/>
                <a:gd name="csX0" fmla="*/ 165382 w 1868123"/>
                <a:gd name="csY0" fmla="*/ 1399496 h 1501201"/>
                <a:gd name="csX1" fmla="*/ 101705 w 1868123"/>
                <a:gd name="csY1" fmla="*/ 1335819 h 1501201"/>
                <a:gd name="csX2" fmla="*/ 101705 w 1868123"/>
                <a:gd name="csY2" fmla="*/ 165382 h 1501201"/>
                <a:gd name="csX3" fmla="*/ 165382 w 1868123"/>
                <a:gd name="csY3" fmla="*/ 101705 h 1501201"/>
                <a:gd name="csX4" fmla="*/ 1702741 w 1868123"/>
                <a:gd name="csY4" fmla="*/ 101705 h 1501201"/>
                <a:gd name="csX5" fmla="*/ 1766418 w 1868123"/>
                <a:gd name="csY5" fmla="*/ 165382 h 1501201"/>
                <a:gd name="csX6" fmla="*/ 1766418 w 1868123"/>
                <a:gd name="csY6" fmla="*/ 1335819 h 1501201"/>
                <a:gd name="csX7" fmla="*/ 1702741 w 1868123"/>
                <a:gd name="csY7" fmla="*/ 1399496 h 1501201"/>
                <a:gd name="csX8" fmla="*/ 165382 w 1868123"/>
                <a:gd name="csY8" fmla="*/ 1399496 h 1501201"/>
                <a:gd name="csX9" fmla="*/ 69336 w 1868123"/>
                <a:gd name="csY9" fmla="*/ 1501201 h 1501201"/>
                <a:gd name="csX10" fmla="*/ 667773 w 1868123"/>
                <a:gd name="csY10" fmla="*/ 1501201 h 1501201"/>
                <a:gd name="csX11" fmla="*/ 1267848 w 1868123"/>
                <a:gd name="csY11" fmla="*/ 1501201 h 1501201"/>
                <a:gd name="csX12" fmla="*/ 1359442 w 1868123"/>
                <a:gd name="csY12" fmla="*/ 1501201 h 1501201"/>
                <a:gd name="csX13" fmla="*/ 1798787 w 1868123"/>
                <a:gd name="csY13" fmla="*/ 1501201 h 1501201"/>
                <a:gd name="csX14" fmla="*/ 1868123 w 1868123"/>
                <a:gd name="csY14" fmla="*/ 1431865 h 1501201"/>
                <a:gd name="csX15" fmla="*/ 1868123 w 1868123"/>
                <a:gd name="csY15" fmla="*/ 69336 h 1501201"/>
                <a:gd name="csX16" fmla="*/ 1798787 w 1868123"/>
                <a:gd name="csY16" fmla="*/ 0 h 1501201"/>
                <a:gd name="csX17" fmla="*/ 1359442 w 1868123"/>
                <a:gd name="csY17" fmla="*/ 0 h 1501201"/>
                <a:gd name="csX18" fmla="*/ 1267848 w 1868123"/>
                <a:gd name="csY18" fmla="*/ 0 h 1501201"/>
                <a:gd name="csX19" fmla="*/ 69336 w 1868123"/>
                <a:gd name="csY19" fmla="*/ 0 h 1501201"/>
                <a:gd name="csX20" fmla="*/ 0 w 1868123"/>
                <a:gd name="csY20" fmla="*/ 69336 h 1501201"/>
                <a:gd name="csX21" fmla="*/ 0 w 1868123"/>
                <a:gd name="csY21" fmla="*/ 1431865 h 1501201"/>
                <a:gd name="csX22" fmla="*/ 69336 w 1868123"/>
                <a:gd name="csY22" fmla="*/ 1501201 h 1501201"/>
                <a:gd name="csX0" fmla="*/ 165382 w 1868123"/>
                <a:gd name="csY0" fmla="*/ 1399496 h 1501201"/>
                <a:gd name="csX1" fmla="*/ 101705 w 1868123"/>
                <a:gd name="csY1" fmla="*/ 1335819 h 1501201"/>
                <a:gd name="csX2" fmla="*/ 101705 w 1868123"/>
                <a:gd name="csY2" fmla="*/ 165382 h 1501201"/>
                <a:gd name="csX3" fmla="*/ 165382 w 1868123"/>
                <a:gd name="csY3" fmla="*/ 101705 h 1501201"/>
                <a:gd name="csX4" fmla="*/ 1702741 w 1868123"/>
                <a:gd name="csY4" fmla="*/ 101705 h 1501201"/>
                <a:gd name="csX5" fmla="*/ 1766418 w 1868123"/>
                <a:gd name="csY5" fmla="*/ 165382 h 1501201"/>
                <a:gd name="csX6" fmla="*/ 1766418 w 1868123"/>
                <a:gd name="csY6" fmla="*/ 1335819 h 1501201"/>
                <a:gd name="csX7" fmla="*/ 1702741 w 1868123"/>
                <a:gd name="csY7" fmla="*/ 1399496 h 1501201"/>
                <a:gd name="csX8" fmla="*/ 165382 w 1868123"/>
                <a:gd name="csY8" fmla="*/ 1399496 h 1501201"/>
                <a:gd name="csX9" fmla="*/ 69336 w 1868123"/>
                <a:gd name="csY9" fmla="*/ 1501201 h 1501201"/>
                <a:gd name="csX10" fmla="*/ 667773 w 1868123"/>
                <a:gd name="csY10" fmla="*/ 1501201 h 1501201"/>
                <a:gd name="csX11" fmla="*/ 1267848 w 1868123"/>
                <a:gd name="csY11" fmla="*/ 1501201 h 1501201"/>
                <a:gd name="csX12" fmla="*/ 1359442 w 1868123"/>
                <a:gd name="csY12" fmla="*/ 1501201 h 1501201"/>
                <a:gd name="csX13" fmla="*/ 1798787 w 1868123"/>
                <a:gd name="csY13" fmla="*/ 1501201 h 1501201"/>
                <a:gd name="csX14" fmla="*/ 1868123 w 1868123"/>
                <a:gd name="csY14" fmla="*/ 1431865 h 1501201"/>
                <a:gd name="csX15" fmla="*/ 1868123 w 1868123"/>
                <a:gd name="csY15" fmla="*/ 69336 h 1501201"/>
                <a:gd name="csX16" fmla="*/ 1798787 w 1868123"/>
                <a:gd name="csY16" fmla="*/ 0 h 1501201"/>
                <a:gd name="csX17" fmla="*/ 1359442 w 1868123"/>
                <a:gd name="csY17" fmla="*/ 0 h 1501201"/>
                <a:gd name="csX18" fmla="*/ 69336 w 1868123"/>
                <a:gd name="csY18" fmla="*/ 0 h 1501201"/>
                <a:gd name="csX19" fmla="*/ 0 w 1868123"/>
                <a:gd name="csY19" fmla="*/ 69336 h 1501201"/>
                <a:gd name="csX20" fmla="*/ 0 w 1868123"/>
                <a:gd name="csY20" fmla="*/ 1431865 h 1501201"/>
                <a:gd name="csX21" fmla="*/ 69336 w 1868123"/>
                <a:gd name="csY21" fmla="*/ 1501201 h 1501201"/>
                <a:gd name="csX0" fmla="*/ 165382 w 1868123"/>
                <a:gd name="csY0" fmla="*/ 1399496 h 1501201"/>
                <a:gd name="csX1" fmla="*/ 101705 w 1868123"/>
                <a:gd name="csY1" fmla="*/ 1335819 h 1501201"/>
                <a:gd name="csX2" fmla="*/ 101705 w 1868123"/>
                <a:gd name="csY2" fmla="*/ 165382 h 1501201"/>
                <a:gd name="csX3" fmla="*/ 165382 w 1868123"/>
                <a:gd name="csY3" fmla="*/ 101705 h 1501201"/>
                <a:gd name="csX4" fmla="*/ 1702741 w 1868123"/>
                <a:gd name="csY4" fmla="*/ 101705 h 1501201"/>
                <a:gd name="csX5" fmla="*/ 1766418 w 1868123"/>
                <a:gd name="csY5" fmla="*/ 165382 h 1501201"/>
                <a:gd name="csX6" fmla="*/ 1766418 w 1868123"/>
                <a:gd name="csY6" fmla="*/ 1335819 h 1501201"/>
                <a:gd name="csX7" fmla="*/ 1702741 w 1868123"/>
                <a:gd name="csY7" fmla="*/ 1399496 h 1501201"/>
                <a:gd name="csX8" fmla="*/ 165382 w 1868123"/>
                <a:gd name="csY8" fmla="*/ 1399496 h 1501201"/>
                <a:gd name="csX9" fmla="*/ 69336 w 1868123"/>
                <a:gd name="csY9" fmla="*/ 1501201 h 1501201"/>
                <a:gd name="csX10" fmla="*/ 667773 w 1868123"/>
                <a:gd name="csY10" fmla="*/ 1501201 h 1501201"/>
                <a:gd name="csX11" fmla="*/ 1267848 w 1868123"/>
                <a:gd name="csY11" fmla="*/ 1501201 h 1501201"/>
                <a:gd name="csX12" fmla="*/ 1359442 w 1868123"/>
                <a:gd name="csY12" fmla="*/ 1501201 h 1501201"/>
                <a:gd name="csX13" fmla="*/ 1798787 w 1868123"/>
                <a:gd name="csY13" fmla="*/ 1501201 h 1501201"/>
                <a:gd name="csX14" fmla="*/ 1868123 w 1868123"/>
                <a:gd name="csY14" fmla="*/ 1431865 h 1501201"/>
                <a:gd name="csX15" fmla="*/ 1868123 w 1868123"/>
                <a:gd name="csY15" fmla="*/ 69336 h 1501201"/>
                <a:gd name="csX16" fmla="*/ 1798787 w 1868123"/>
                <a:gd name="csY16" fmla="*/ 0 h 1501201"/>
                <a:gd name="csX17" fmla="*/ 69336 w 1868123"/>
                <a:gd name="csY17" fmla="*/ 0 h 1501201"/>
                <a:gd name="csX18" fmla="*/ 0 w 1868123"/>
                <a:gd name="csY18" fmla="*/ 69336 h 1501201"/>
                <a:gd name="csX19" fmla="*/ 0 w 1868123"/>
                <a:gd name="csY19" fmla="*/ 1431865 h 1501201"/>
                <a:gd name="csX20" fmla="*/ 69336 w 1868123"/>
                <a:gd name="csY20" fmla="*/ 1501201 h 1501201"/>
                <a:gd name="csX0" fmla="*/ 165382 w 1868123"/>
                <a:gd name="csY0" fmla="*/ 1399496 h 1501201"/>
                <a:gd name="csX1" fmla="*/ 101705 w 1868123"/>
                <a:gd name="csY1" fmla="*/ 1335819 h 1501201"/>
                <a:gd name="csX2" fmla="*/ 101705 w 1868123"/>
                <a:gd name="csY2" fmla="*/ 165382 h 1501201"/>
                <a:gd name="csX3" fmla="*/ 165382 w 1868123"/>
                <a:gd name="csY3" fmla="*/ 101705 h 1501201"/>
                <a:gd name="csX4" fmla="*/ 1702741 w 1868123"/>
                <a:gd name="csY4" fmla="*/ 101705 h 1501201"/>
                <a:gd name="csX5" fmla="*/ 1766418 w 1868123"/>
                <a:gd name="csY5" fmla="*/ 165382 h 1501201"/>
                <a:gd name="csX6" fmla="*/ 1766418 w 1868123"/>
                <a:gd name="csY6" fmla="*/ 1335819 h 1501201"/>
                <a:gd name="csX7" fmla="*/ 1702741 w 1868123"/>
                <a:gd name="csY7" fmla="*/ 1399496 h 1501201"/>
                <a:gd name="csX8" fmla="*/ 165382 w 1868123"/>
                <a:gd name="csY8" fmla="*/ 1399496 h 1501201"/>
                <a:gd name="csX9" fmla="*/ 69336 w 1868123"/>
                <a:gd name="csY9" fmla="*/ 1501201 h 1501201"/>
                <a:gd name="csX10" fmla="*/ 667773 w 1868123"/>
                <a:gd name="csY10" fmla="*/ 1501201 h 1501201"/>
                <a:gd name="csX11" fmla="*/ 1267848 w 1868123"/>
                <a:gd name="csY11" fmla="*/ 1501201 h 1501201"/>
                <a:gd name="csX12" fmla="*/ 1798787 w 1868123"/>
                <a:gd name="csY12" fmla="*/ 1501201 h 1501201"/>
                <a:gd name="csX13" fmla="*/ 1868123 w 1868123"/>
                <a:gd name="csY13" fmla="*/ 1431865 h 1501201"/>
                <a:gd name="csX14" fmla="*/ 1868123 w 1868123"/>
                <a:gd name="csY14" fmla="*/ 69336 h 1501201"/>
                <a:gd name="csX15" fmla="*/ 1798787 w 1868123"/>
                <a:gd name="csY15" fmla="*/ 0 h 1501201"/>
                <a:gd name="csX16" fmla="*/ 69336 w 1868123"/>
                <a:gd name="csY16" fmla="*/ 0 h 1501201"/>
                <a:gd name="csX17" fmla="*/ 0 w 1868123"/>
                <a:gd name="csY17" fmla="*/ 69336 h 1501201"/>
                <a:gd name="csX18" fmla="*/ 0 w 1868123"/>
                <a:gd name="csY18" fmla="*/ 1431865 h 1501201"/>
                <a:gd name="csX19" fmla="*/ 69336 w 1868123"/>
                <a:gd name="csY19" fmla="*/ 1501201 h 1501201"/>
                <a:gd name="csX0" fmla="*/ 165382 w 1868123"/>
                <a:gd name="csY0" fmla="*/ 1399496 h 1501201"/>
                <a:gd name="csX1" fmla="*/ 101705 w 1868123"/>
                <a:gd name="csY1" fmla="*/ 1335819 h 1501201"/>
                <a:gd name="csX2" fmla="*/ 101705 w 1868123"/>
                <a:gd name="csY2" fmla="*/ 165382 h 1501201"/>
                <a:gd name="csX3" fmla="*/ 165382 w 1868123"/>
                <a:gd name="csY3" fmla="*/ 101705 h 1501201"/>
                <a:gd name="csX4" fmla="*/ 1702741 w 1868123"/>
                <a:gd name="csY4" fmla="*/ 101705 h 1501201"/>
                <a:gd name="csX5" fmla="*/ 1766418 w 1868123"/>
                <a:gd name="csY5" fmla="*/ 165382 h 1501201"/>
                <a:gd name="csX6" fmla="*/ 1766418 w 1868123"/>
                <a:gd name="csY6" fmla="*/ 1335819 h 1501201"/>
                <a:gd name="csX7" fmla="*/ 1702741 w 1868123"/>
                <a:gd name="csY7" fmla="*/ 1399496 h 1501201"/>
                <a:gd name="csX8" fmla="*/ 165382 w 1868123"/>
                <a:gd name="csY8" fmla="*/ 1399496 h 1501201"/>
                <a:gd name="csX9" fmla="*/ 69336 w 1868123"/>
                <a:gd name="csY9" fmla="*/ 1501201 h 1501201"/>
                <a:gd name="csX10" fmla="*/ 667773 w 1868123"/>
                <a:gd name="csY10" fmla="*/ 1501201 h 1501201"/>
                <a:gd name="csX11" fmla="*/ 1798787 w 1868123"/>
                <a:gd name="csY11" fmla="*/ 1501201 h 1501201"/>
                <a:gd name="csX12" fmla="*/ 1868123 w 1868123"/>
                <a:gd name="csY12" fmla="*/ 1431865 h 1501201"/>
                <a:gd name="csX13" fmla="*/ 1868123 w 1868123"/>
                <a:gd name="csY13" fmla="*/ 69336 h 1501201"/>
                <a:gd name="csX14" fmla="*/ 1798787 w 1868123"/>
                <a:gd name="csY14" fmla="*/ 0 h 1501201"/>
                <a:gd name="csX15" fmla="*/ 69336 w 1868123"/>
                <a:gd name="csY15" fmla="*/ 0 h 1501201"/>
                <a:gd name="csX16" fmla="*/ 0 w 1868123"/>
                <a:gd name="csY16" fmla="*/ 69336 h 1501201"/>
                <a:gd name="csX17" fmla="*/ 0 w 1868123"/>
                <a:gd name="csY17" fmla="*/ 1431865 h 1501201"/>
                <a:gd name="csX18" fmla="*/ 69336 w 1868123"/>
                <a:gd name="csY18" fmla="*/ 1501201 h 1501201"/>
                <a:gd name="csX0" fmla="*/ 165382 w 1868123"/>
                <a:gd name="csY0" fmla="*/ 1399496 h 1501201"/>
                <a:gd name="csX1" fmla="*/ 101705 w 1868123"/>
                <a:gd name="csY1" fmla="*/ 1335819 h 1501201"/>
                <a:gd name="csX2" fmla="*/ 101705 w 1868123"/>
                <a:gd name="csY2" fmla="*/ 165382 h 1501201"/>
                <a:gd name="csX3" fmla="*/ 165382 w 1868123"/>
                <a:gd name="csY3" fmla="*/ 101705 h 1501201"/>
                <a:gd name="csX4" fmla="*/ 1702741 w 1868123"/>
                <a:gd name="csY4" fmla="*/ 101705 h 1501201"/>
                <a:gd name="csX5" fmla="*/ 1766418 w 1868123"/>
                <a:gd name="csY5" fmla="*/ 165382 h 1501201"/>
                <a:gd name="csX6" fmla="*/ 1766418 w 1868123"/>
                <a:gd name="csY6" fmla="*/ 1335819 h 1501201"/>
                <a:gd name="csX7" fmla="*/ 1702741 w 1868123"/>
                <a:gd name="csY7" fmla="*/ 1399496 h 1501201"/>
                <a:gd name="csX8" fmla="*/ 165382 w 1868123"/>
                <a:gd name="csY8" fmla="*/ 1399496 h 1501201"/>
                <a:gd name="csX9" fmla="*/ 69336 w 1868123"/>
                <a:gd name="csY9" fmla="*/ 1501201 h 1501201"/>
                <a:gd name="csX10" fmla="*/ 1798787 w 1868123"/>
                <a:gd name="csY10" fmla="*/ 1501201 h 1501201"/>
                <a:gd name="csX11" fmla="*/ 1868123 w 1868123"/>
                <a:gd name="csY11" fmla="*/ 1431865 h 1501201"/>
                <a:gd name="csX12" fmla="*/ 1868123 w 1868123"/>
                <a:gd name="csY12" fmla="*/ 69336 h 1501201"/>
                <a:gd name="csX13" fmla="*/ 1798787 w 1868123"/>
                <a:gd name="csY13" fmla="*/ 0 h 1501201"/>
                <a:gd name="csX14" fmla="*/ 69336 w 1868123"/>
                <a:gd name="csY14" fmla="*/ 0 h 1501201"/>
                <a:gd name="csX15" fmla="*/ 0 w 1868123"/>
                <a:gd name="csY15" fmla="*/ 69336 h 1501201"/>
                <a:gd name="csX16" fmla="*/ 0 w 1868123"/>
                <a:gd name="csY16" fmla="*/ 1431865 h 1501201"/>
                <a:gd name="csX17" fmla="*/ 69336 w 1868123"/>
                <a:gd name="csY17" fmla="*/ 1501201 h 1501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868123" h="1501201">
                  <a:moveTo>
                    <a:pt x="165382" y="1399496"/>
                  </a:moveTo>
                  <a:cubicBezTo>
                    <a:pt x="130214" y="1399496"/>
                    <a:pt x="101705" y="1370987"/>
                    <a:pt x="101705" y="1335819"/>
                  </a:cubicBezTo>
                  <a:lnTo>
                    <a:pt x="101705" y="165382"/>
                  </a:lnTo>
                  <a:cubicBezTo>
                    <a:pt x="101705" y="130214"/>
                    <a:pt x="130214" y="101705"/>
                    <a:pt x="165382" y="101705"/>
                  </a:cubicBezTo>
                  <a:lnTo>
                    <a:pt x="1702741" y="101705"/>
                  </a:lnTo>
                  <a:cubicBezTo>
                    <a:pt x="1737909" y="101705"/>
                    <a:pt x="1766418" y="130214"/>
                    <a:pt x="1766418" y="165382"/>
                  </a:cubicBezTo>
                  <a:lnTo>
                    <a:pt x="1766418" y="1335819"/>
                  </a:lnTo>
                  <a:cubicBezTo>
                    <a:pt x="1766418" y="1370987"/>
                    <a:pt x="1737909" y="1399496"/>
                    <a:pt x="1702741" y="1399496"/>
                  </a:cubicBezTo>
                  <a:lnTo>
                    <a:pt x="165382" y="1399496"/>
                  </a:lnTo>
                  <a:close/>
                  <a:moveTo>
                    <a:pt x="69336" y="1501201"/>
                  </a:moveTo>
                  <a:lnTo>
                    <a:pt x="1798787" y="1501201"/>
                  </a:lnTo>
                  <a:cubicBezTo>
                    <a:pt x="1837080" y="1501201"/>
                    <a:pt x="1868123" y="1470158"/>
                    <a:pt x="1868123" y="1431865"/>
                  </a:cubicBezTo>
                  <a:lnTo>
                    <a:pt x="1868123" y="69336"/>
                  </a:lnTo>
                  <a:cubicBezTo>
                    <a:pt x="1868123" y="31043"/>
                    <a:pt x="1837080" y="0"/>
                    <a:pt x="1798787" y="0"/>
                  </a:cubicBezTo>
                  <a:lnTo>
                    <a:pt x="69336" y="0"/>
                  </a:lnTo>
                  <a:cubicBezTo>
                    <a:pt x="31043" y="0"/>
                    <a:pt x="0" y="31043"/>
                    <a:pt x="0" y="69336"/>
                  </a:cubicBezTo>
                  <a:lnTo>
                    <a:pt x="0" y="1431865"/>
                  </a:lnTo>
                  <a:cubicBezTo>
                    <a:pt x="0" y="1470158"/>
                    <a:pt x="31043" y="1501201"/>
                    <a:pt x="69336" y="150120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7603DBB4-5B7F-2455-235E-B226BA2459D4}"/>
              </a:ext>
            </a:extLst>
          </p:cNvPr>
          <p:cNvSpPr/>
          <p:nvPr/>
        </p:nvSpPr>
        <p:spPr>
          <a:xfrm>
            <a:off x="7046539" y="2724217"/>
            <a:ext cx="1868123" cy="1501201"/>
          </a:xfrm>
          <a:custGeom>
            <a:avLst/>
            <a:gdLst>
              <a:gd name="csX0" fmla="*/ 101705 w 1868123"/>
              <a:gd name="csY0" fmla="*/ 1083486 h 1501201"/>
              <a:gd name="csX1" fmla="*/ 101705 w 1868123"/>
              <a:gd name="csY1" fmla="*/ 165382 h 1501201"/>
              <a:gd name="csX2" fmla="*/ 165382 w 1868123"/>
              <a:gd name="csY2" fmla="*/ 101705 h 1501201"/>
              <a:gd name="csX3" fmla="*/ 1702741 w 1868123"/>
              <a:gd name="csY3" fmla="*/ 101705 h 1501201"/>
              <a:gd name="csX4" fmla="*/ 1766418 w 1868123"/>
              <a:gd name="csY4" fmla="*/ 165382 h 1501201"/>
              <a:gd name="csX5" fmla="*/ 1766418 w 1868123"/>
              <a:gd name="csY5" fmla="*/ 1083486 h 1501201"/>
              <a:gd name="csX6" fmla="*/ 69336 w 1868123"/>
              <a:gd name="csY6" fmla="*/ 1501201 h 1501201"/>
              <a:gd name="csX7" fmla="*/ 1798787 w 1868123"/>
              <a:gd name="csY7" fmla="*/ 1501201 h 1501201"/>
              <a:gd name="csX8" fmla="*/ 1868123 w 1868123"/>
              <a:gd name="csY8" fmla="*/ 1431865 h 1501201"/>
              <a:gd name="csX9" fmla="*/ 1868123 w 1868123"/>
              <a:gd name="csY9" fmla="*/ 69336 h 1501201"/>
              <a:gd name="csX10" fmla="*/ 1798787 w 1868123"/>
              <a:gd name="csY10" fmla="*/ 0 h 1501201"/>
              <a:gd name="csX11" fmla="*/ 69336 w 1868123"/>
              <a:gd name="csY11" fmla="*/ 0 h 1501201"/>
              <a:gd name="csX12" fmla="*/ 0 w 1868123"/>
              <a:gd name="csY12" fmla="*/ 69336 h 1501201"/>
              <a:gd name="csX13" fmla="*/ 0 w 1868123"/>
              <a:gd name="csY13" fmla="*/ 1431865 h 1501201"/>
              <a:gd name="csX14" fmla="*/ 69336 w 1868123"/>
              <a:gd name="csY14" fmla="*/ 1501201 h 1501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868123" h="1501201">
                <a:moveTo>
                  <a:pt x="101705" y="1083486"/>
                </a:moveTo>
                <a:lnTo>
                  <a:pt x="101705" y="165382"/>
                </a:lnTo>
                <a:cubicBezTo>
                  <a:pt x="101705" y="130214"/>
                  <a:pt x="130214" y="101705"/>
                  <a:pt x="165382" y="101705"/>
                </a:cubicBezTo>
                <a:lnTo>
                  <a:pt x="1702741" y="101705"/>
                </a:lnTo>
                <a:cubicBezTo>
                  <a:pt x="1737909" y="101705"/>
                  <a:pt x="1766418" y="130214"/>
                  <a:pt x="1766418" y="165382"/>
                </a:cubicBezTo>
                <a:lnTo>
                  <a:pt x="1766418" y="1083486"/>
                </a:lnTo>
                <a:close/>
                <a:moveTo>
                  <a:pt x="69336" y="1501201"/>
                </a:moveTo>
                <a:lnTo>
                  <a:pt x="1798787" y="1501201"/>
                </a:lnTo>
                <a:cubicBezTo>
                  <a:pt x="1837080" y="1501201"/>
                  <a:pt x="1868123" y="1470158"/>
                  <a:pt x="1868123" y="1431865"/>
                </a:cubicBezTo>
                <a:lnTo>
                  <a:pt x="1868123" y="69336"/>
                </a:lnTo>
                <a:cubicBezTo>
                  <a:pt x="1868123" y="31043"/>
                  <a:pt x="1837080" y="0"/>
                  <a:pt x="1798787" y="0"/>
                </a:cubicBezTo>
                <a:lnTo>
                  <a:pt x="69336" y="0"/>
                </a:lnTo>
                <a:cubicBezTo>
                  <a:pt x="31043" y="0"/>
                  <a:pt x="0" y="31043"/>
                  <a:pt x="0" y="69336"/>
                </a:cubicBezTo>
                <a:lnTo>
                  <a:pt x="0" y="1431865"/>
                </a:lnTo>
                <a:cubicBezTo>
                  <a:pt x="0" y="1470158"/>
                  <a:pt x="31043" y="1501201"/>
                  <a:pt x="69336" y="1501201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41F2DE43-C37E-B668-39D0-DB992EC4D51D}"/>
              </a:ext>
            </a:extLst>
          </p:cNvPr>
          <p:cNvSpPr/>
          <p:nvPr/>
        </p:nvSpPr>
        <p:spPr>
          <a:xfrm flipV="1">
            <a:off x="3122542" y="2724217"/>
            <a:ext cx="1868123" cy="1501201"/>
          </a:xfrm>
          <a:custGeom>
            <a:avLst/>
            <a:gdLst>
              <a:gd name="csX0" fmla="*/ 101705 w 1868123"/>
              <a:gd name="csY0" fmla="*/ 1083486 h 1501201"/>
              <a:gd name="csX1" fmla="*/ 101705 w 1868123"/>
              <a:gd name="csY1" fmla="*/ 165382 h 1501201"/>
              <a:gd name="csX2" fmla="*/ 165382 w 1868123"/>
              <a:gd name="csY2" fmla="*/ 101705 h 1501201"/>
              <a:gd name="csX3" fmla="*/ 1702741 w 1868123"/>
              <a:gd name="csY3" fmla="*/ 101705 h 1501201"/>
              <a:gd name="csX4" fmla="*/ 1766418 w 1868123"/>
              <a:gd name="csY4" fmla="*/ 165382 h 1501201"/>
              <a:gd name="csX5" fmla="*/ 1766418 w 1868123"/>
              <a:gd name="csY5" fmla="*/ 1083486 h 1501201"/>
              <a:gd name="csX6" fmla="*/ 69336 w 1868123"/>
              <a:gd name="csY6" fmla="*/ 1501201 h 1501201"/>
              <a:gd name="csX7" fmla="*/ 1798787 w 1868123"/>
              <a:gd name="csY7" fmla="*/ 1501201 h 1501201"/>
              <a:gd name="csX8" fmla="*/ 1868123 w 1868123"/>
              <a:gd name="csY8" fmla="*/ 1431865 h 1501201"/>
              <a:gd name="csX9" fmla="*/ 1868123 w 1868123"/>
              <a:gd name="csY9" fmla="*/ 69336 h 1501201"/>
              <a:gd name="csX10" fmla="*/ 1798787 w 1868123"/>
              <a:gd name="csY10" fmla="*/ 0 h 1501201"/>
              <a:gd name="csX11" fmla="*/ 69336 w 1868123"/>
              <a:gd name="csY11" fmla="*/ 0 h 1501201"/>
              <a:gd name="csX12" fmla="*/ 0 w 1868123"/>
              <a:gd name="csY12" fmla="*/ 69336 h 1501201"/>
              <a:gd name="csX13" fmla="*/ 0 w 1868123"/>
              <a:gd name="csY13" fmla="*/ 1431865 h 1501201"/>
              <a:gd name="csX14" fmla="*/ 69336 w 1868123"/>
              <a:gd name="csY14" fmla="*/ 1501201 h 1501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868123" h="1501201">
                <a:moveTo>
                  <a:pt x="101705" y="1083486"/>
                </a:moveTo>
                <a:lnTo>
                  <a:pt x="101705" y="165382"/>
                </a:lnTo>
                <a:cubicBezTo>
                  <a:pt x="101705" y="130214"/>
                  <a:pt x="130214" y="101705"/>
                  <a:pt x="165382" y="101705"/>
                </a:cubicBezTo>
                <a:lnTo>
                  <a:pt x="1702741" y="101705"/>
                </a:lnTo>
                <a:cubicBezTo>
                  <a:pt x="1737909" y="101705"/>
                  <a:pt x="1766418" y="130214"/>
                  <a:pt x="1766418" y="165382"/>
                </a:cubicBezTo>
                <a:lnTo>
                  <a:pt x="1766418" y="1083486"/>
                </a:lnTo>
                <a:close/>
                <a:moveTo>
                  <a:pt x="69336" y="1501201"/>
                </a:moveTo>
                <a:lnTo>
                  <a:pt x="1798787" y="1501201"/>
                </a:lnTo>
                <a:cubicBezTo>
                  <a:pt x="1837080" y="1501201"/>
                  <a:pt x="1868123" y="1470158"/>
                  <a:pt x="1868123" y="1431865"/>
                </a:cubicBezTo>
                <a:lnTo>
                  <a:pt x="1868123" y="69336"/>
                </a:lnTo>
                <a:cubicBezTo>
                  <a:pt x="1868123" y="31043"/>
                  <a:pt x="1837080" y="0"/>
                  <a:pt x="1798787" y="0"/>
                </a:cubicBezTo>
                <a:lnTo>
                  <a:pt x="69336" y="0"/>
                </a:lnTo>
                <a:cubicBezTo>
                  <a:pt x="31043" y="0"/>
                  <a:pt x="0" y="31043"/>
                  <a:pt x="0" y="69336"/>
                </a:cubicBezTo>
                <a:lnTo>
                  <a:pt x="0" y="1431865"/>
                </a:lnTo>
                <a:cubicBezTo>
                  <a:pt x="0" y="1470158"/>
                  <a:pt x="31043" y="1501201"/>
                  <a:pt x="69336" y="1501201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CCA910C-7395-BD5A-F1E9-8375E0B52D13}"/>
              </a:ext>
            </a:extLst>
          </p:cNvPr>
          <p:cNvSpPr/>
          <p:nvPr/>
        </p:nvSpPr>
        <p:spPr>
          <a:xfrm flipV="1">
            <a:off x="1160544" y="2724217"/>
            <a:ext cx="1868123" cy="1501201"/>
          </a:xfrm>
          <a:custGeom>
            <a:avLst/>
            <a:gdLst>
              <a:gd name="csX0" fmla="*/ 650145 w 1868123"/>
              <a:gd name="csY0" fmla="*/ 1399496 h 1501201"/>
              <a:gd name="csX1" fmla="*/ 650145 w 1868123"/>
              <a:gd name="csY1" fmla="*/ 101705 h 1501201"/>
              <a:gd name="csX2" fmla="*/ 1702741 w 1868123"/>
              <a:gd name="csY2" fmla="*/ 101705 h 1501201"/>
              <a:gd name="csX3" fmla="*/ 1766418 w 1868123"/>
              <a:gd name="csY3" fmla="*/ 165382 h 1501201"/>
              <a:gd name="csX4" fmla="*/ 1766418 w 1868123"/>
              <a:gd name="csY4" fmla="*/ 1335819 h 1501201"/>
              <a:gd name="csX5" fmla="*/ 1702741 w 1868123"/>
              <a:gd name="csY5" fmla="*/ 1399496 h 1501201"/>
              <a:gd name="csX6" fmla="*/ 69336 w 1868123"/>
              <a:gd name="csY6" fmla="*/ 1501201 h 1501201"/>
              <a:gd name="csX7" fmla="*/ 1798787 w 1868123"/>
              <a:gd name="csY7" fmla="*/ 1501201 h 1501201"/>
              <a:gd name="csX8" fmla="*/ 1868123 w 1868123"/>
              <a:gd name="csY8" fmla="*/ 1431865 h 1501201"/>
              <a:gd name="csX9" fmla="*/ 1868123 w 1868123"/>
              <a:gd name="csY9" fmla="*/ 69336 h 1501201"/>
              <a:gd name="csX10" fmla="*/ 1798787 w 1868123"/>
              <a:gd name="csY10" fmla="*/ 0 h 1501201"/>
              <a:gd name="csX11" fmla="*/ 69336 w 1868123"/>
              <a:gd name="csY11" fmla="*/ 0 h 1501201"/>
              <a:gd name="csX12" fmla="*/ 0 w 1868123"/>
              <a:gd name="csY12" fmla="*/ 69336 h 1501201"/>
              <a:gd name="csX13" fmla="*/ 0 w 1868123"/>
              <a:gd name="csY13" fmla="*/ 1431865 h 1501201"/>
              <a:gd name="csX14" fmla="*/ 69336 w 1868123"/>
              <a:gd name="csY14" fmla="*/ 1501201 h 1501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868123" h="1501201">
                <a:moveTo>
                  <a:pt x="650145" y="1399496"/>
                </a:moveTo>
                <a:lnTo>
                  <a:pt x="650145" y="101705"/>
                </a:lnTo>
                <a:lnTo>
                  <a:pt x="1702741" y="101705"/>
                </a:lnTo>
                <a:cubicBezTo>
                  <a:pt x="1737909" y="101705"/>
                  <a:pt x="1766418" y="130214"/>
                  <a:pt x="1766418" y="165382"/>
                </a:cubicBezTo>
                <a:lnTo>
                  <a:pt x="1766418" y="1335819"/>
                </a:lnTo>
                <a:cubicBezTo>
                  <a:pt x="1766418" y="1370987"/>
                  <a:pt x="1737909" y="1399496"/>
                  <a:pt x="1702741" y="1399496"/>
                </a:cubicBezTo>
                <a:close/>
                <a:moveTo>
                  <a:pt x="69336" y="1501201"/>
                </a:moveTo>
                <a:lnTo>
                  <a:pt x="1798787" y="1501201"/>
                </a:lnTo>
                <a:cubicBezTo>
                  <a:pt x="1837080" y="1501201"/>
                  <a:pt x="1868123" y="1470158"/>
                  <a:pt x="1868123" y="1431865"/>
                </a:cubicBezTo>
                <a:lnTo>
                  <a:pt x="1868123" y="69336"/>
                </a:lnTo>
                <a:cubicBezTo>
                  <a:pt x="1868123" y="31043"/>
                  <a:pt x="1837080" y="0"/>
                  <a:pt x="1798787" y="0"/>
                </a:cubicBezTo>
                <a:lnTo>
                  <a:pt x="69336" y="0"/>
                </a:lnTo>
                <a:cubicBezTo>
                  <a:pt x="31043" y="0"/>
                  <a:pt x="0" y="31043"/>
                  <a:pt x="0" y="69336"/>
                </a:cubicBezTo>
                <a:lnTo>
                  <a:pt x="0" y="1431865"/>
                </a:lnTo>
                <a:cubicBezTo>
                  <a:pt x="0" y="1470158"/>
                  <a:pt x="31043" y="1501201"/>
                  <a:pt x="69336" y="1501201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ED906837-1153-DD9D-65FE-212805DF62C2}"/>
              </a:ext>
            </a:extLst>
          </p:cNvPr>
          <p:cNvSpPr/>
          <p:nvPr/>
        </p:nvSpPr>
        <p:spPr>
          <a:xfrm flipH="1" flipV="1">
            <a:off x="5084540" y="2724217"/>
            <a:ext cx="1868123" cy="1501201"/>
          </a:xfrm>
          <a:custGeom>
            <a:avLst/>
            <a:gdLst>
              <a:gd name="csX0" fmla="*/ 650145 w 1868123"/>
              <a:gd name="csY0" fmla="*/ 1399496 h 1501201"/>
              <a:gd name="csX1" fmla="*/ 650145 w 1868123"/>
              <a:gd name="csY1" fmla="*/ 101705 h 1501201"/>
              <a:gd name="csX2" fmla="*/ 1702741 w 1868123"/>
              <a:gd name="csY2" fmla="*/ 101705 h 1501201"/>
              <a:gd name="csX3" fmla="*/ 1766418 w 1868123"/>
              <a:gd name="csY3" fmla="*/ 165382 h 1501201"/>
              <a:gd name="csX4" fmla="*/ 1766418 w 1868123"/>
              <a:gd name="csY4" fmla="*/ 1335819 h 1501201"/>
              <a:gd name="csX5" fmla="*/ 1702741 w 1868123"/>
              <a:gd name="csY5" fmla="*/ 1399496 h 1501201"/>
              <a:gd name="csX6" fmla="*/ 69336 w 1868123"/>
              <a:gd name="csY6" fmla="*/ 1501201 h 1501201"/>
              <a:gd name="csX7" fmla="*/ 1798787 w 1868123"/>
              <a:gd name="csY7" fmla="*/ 1501201 h 1501201"/>
              <a:gd name="csX8" fmla="*/ 1868123 w 1868123"/>
              <a:gd name="csY8" fmla="*/ 1431865 h 1501201"/>
              <a:gd name="csX9" fmla="*/ 1868123 w 1868123"/>
              <a:gd name="csY9" fmla="*/ 69336 h 1501201"/>
              <a:gd name="csX10" fmla="*/ 1798787 w 1868123"/>
              <a:gd name="csY10" fmla="*/ 0 h 1501201"/>
              <a:gd name="csX11" fmla="*/ 69336 w 1868123"/>
              <a:gd name="csY11" fmla="*/ 0 h 1501201"/>
              <a:gd name="csX12" fmla="*/ 0 w 1868123"/>
              <a:gd name="csY12" fmla="*/ 69336 h 1501201"/>
              <a:gd name="csX13" fmla="*/ 0 w 1868123"/>
              <a:gd name="csY13" fmla="*/ 1431865 h 1501201"/>
              <a:gd name="csX14" fmla="*/ 69336 w 1868123"/>
              <a:gd name="csY14" fmla="*/ 1501201 h 1501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868123" h="1501201">
                <a:moveTo>
                  <a:pt x="650145" y="1399496"/>
                </a:moveTo>
                <a:lnTo>
                  <a:pt x="650145" y="101705"/>
                </a:lnTo>
                <a:lnTo>
                  <a:pt x="1702741" y="101705"/>
                </a:lnTo>
                <a:cubicBezTo>
                  <a:pt x="1737909" y="101705"/>
                  <a:pt x="1766418" y="130214"/>
                  <a:pt x="1766418" y="165382"/>
                </a:cubicBezTo>
                <a:lnTo>
                  <a:pt x="1766418" y="1335819"/>
                </a:lnTo>
                <a:cubicBezTo>
                  <a:pt x="1766418" y="1370987"/>
                  <a:pt x="1737909" y="1399496"/>
                  <a:pt x="1702741" y="1399496"/>
                </a:cubicBezTo>
                <a:close/>
                <a:moveTo>
                  <a:pt x="69336" y="1501201"/>
                </a:moveTo>
                <a:lnTo>
                  <a:pt x="1798787" y="1501201"/>
                </a:lnTo>
                <a:cubicBezTo>
                  <a:pt x="1837080" y="1501201"/>
                  <a:pt x="1868123" y="1470158"/>
                  <a:pt x="1868123" y="1431865"/>
                </a:cubicBezTo>
                <a:lnTo>
                  <a:pt x="1868123" y="69336"/>
                </a:lnTo>
                <a:cubicBezTo>
                  <a:pt x="1868123" y="31043"/>
                  <a:pt x="1837080" y="0"/>
                  <a:pt x="1798787" y="0"/>
                </a:cubicBezTo>
                <a:lnTo>
                  <a:pt x="69336" y="0"/>
                </a:lnTo>
                <a:cubicBezTo>
                  <a:pt x="31043" y="0"/>
                  <a:pt x="0" y="31043"/>
                  <a:pt x="0" y="69336"/>
                </a:cubicBezTo>
                <a:lnTo>
                  <a:pt x="0" y="1431865"/>
                </a:lnTo>
                <a:cubicBezTo>
                  <a:pt x="0" y="1470158"/>
                  <a:pt x="31043" y="1501201"/>
                  <a:pt x="69336" y="1501201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3B922E4-F015-00EC-6B28-FC9EFDE5903A}"/>
              </a:ext>
            </a:extLst>
          </p:cNvPr>
          <p:cNvSpPr/>
          <p:nvPr/>
        </p:nvSpPr>
        <p:spPr>
          <a:xfrm flipV="1">
            <a:off x="9163334" y="2724217"/>
            <a:ext cx="1868123" cy="1501201"/>
          </a:xfrm>
          <a:custGeom>
            <a:avLst/>
            <a:gdLst>
              <a:gd name="csX0" fmla="*/ 165382 w 1868123"/>
              <a:gd name="csY0" fmla="*/ 1399496 h 1501201"/>
              <a:gd name="csX1" fmla="*/ 101705 w 1868123"/>
              <a:gd name="csY1" fmla="*/ 1335819 h 1501201"/>
              <a:gd name="csX2" fmla="*/ 101705 w 1868123"/>
              <a:gd name="csY2" fmla="*/ 165382 h 1501201"/>
              <a:gd name="csX3" fmla="*/ 165382 w 1868123"/>
              <a:gd name="csY3" fmla="*/ 101705 h 1501201"/>
              <a:gd name="csX4" fmla="*/ 667773 w 1868123"/>
              <a:gd name="csY4" fmla="*/ 101705 h 1501201"/>
              <a:gd name="csX5" fmla="*/ 1267848 w 1868123"/>
              <a:gd name="csY5" fmla="*/ 101705 h 1501201"/>
              <a:gd name="csX6" fmla="*/ 1349553 w 1868123"/>
              <a:gd name="csY6" fmla="*/ 101705 h 1501201"/>
              <a:gd name="csX7" fmla="*/ 1359442 w 1868123"/>
              <a:gd name="csY7" fmla="*/ 103702 h 1501201"/>
              <a:gd name="csX8" fmla="*/ 1359442 w 1868123"/>
              <a:gd name="csY8" fmla="*/ 101705 h 1501201"/>
              <a:gd name="csX9" fmla="*/ 1702741 w 1868123"/>
              <a:gd name="csY9" fmla="*/ 101705 h 1501201"/>
              <a:gd name="csX10" fmla="*/ 1766418 w 1868123"/>
              <a:gd name="csY10" fmla="*/ 165382 h 1501201"/>
              <a:gd name="csX11" fmla="*/ 1766418 w 1868123"/>
              <a:gd name="csY11" fmla="*/ 1335819 h 1501201"/>
              <a:gd name="csX12" fmla="*/ 1702741 w 1868123"/>
              <a:gd name="csY12" fmla="*/ 1399496 h 1501201"/>
              <a:gd name="csX13" fmla="*/ 1359442 w 1868123"/>
              <a:gd name="csY13" fmla="*/ 1399496 h 1501201"/>
              <a:gd name="csX14" fmla="*/ 1359442 w 1868123"/>
              <a:gd name="csY14" fmla="*/ 1397500 h 1501201"/>
              <a:gd name="csX15" fmla="*/ 1349553 w 1868123"/>
              <a:gd name="csY15" fmla="*/ 1399496 h 1501201"/>
              <a:gd name="csX16" fmla="*/ 1267848 w 1868123"/>
              <a:gd name="csY16" fmla="*/ 1399496 h 1501201"/>
              <a:gd name="csX17" fmla="*/ 667773 w 1868123"/>
              <a:gd name="csY17" fmla="*/ 1399496 h 1501201"/>
              <a:gd name="csX18" fmla="*/ 69336 w 1868123"/>
              <a:gd name="csY18" fmla="*/ 1501201 h 1501201"/>
              <a:gd name="csX19" fmla="*/ 667773 w 1868123"/>
              <a:gd name="csY19" fmla="*/ 1501201 h 1501201"/>
              <a:gd name="csX20" fmla="*/ 1267848 w 1868123"/>
              <a:gd name="csY20" fmla="*/ 1501201 h 1501201"/>
              <a:gd name="csX21" fmla="*/ 1359442 w 1868123"/>
              <a:gd name="csY21" fmla="*/ 1501201 h 1501201"/>
              <a:gd name="csX22" fmla="*/ 1798787 w 1868123"/>
              <a:gd name="csY22" fmla="*/ 1501201 h 1501201"/>
              <a:gd name="csX23" fmla="*/ 1868123 w 1868123"/>
              <a:gd name="csY23" fmla="*/ 1431865 h 1501201"/>
              <a:gd name="csX24" fmla="*/ 1868123 w 1868123"/>
              <a:gd name="csY24" fmla="*/ 69336 h 1501201"/>
              <a:gd name="csX25" fmla="*/ 1798787 w 1868123"/>
              <a:gd name="csY25" fmla="*/ 0 h 1501201"/>
              <a:gd name="csX26" fmla="*/ 1359442 w 1868123"/>
              <a:gd name="csY26" fmla="*/ 0 h 1501201"/>
              <a:gd name="csX27" fmla="*/ 1267848 w 1868123"/>
              <a:gd name="csY27" fmla="*/ 0 h 1501201"/>
              <a:gd name="csX28" fmla="*/ 667773 w 1868123"/>
              <a:gd name="csY28" fmla="*/ 0 h 1501201"/>
              <a:gd name="csX29" fmla="*/ 69336 w 1868123"/>
              <a:gd name="csY29" fmla="*/ 0 h 1501201"/>
              <a:gd name="csX30" fmla="*/ 0 w 1868123"/>
              <a:gd name="csY30" fmla="*/ 69336 h 1501201"/>
              <a:gd name="csX31" fmla="*/ 0 w 1868123"/>
              <a:gd name="csY31" fmla="*/ 1431865 h 1501201"/>
              <a:gd name="csX32" fmla="*/ 69336 w 1868123"/>
              <a:gd name="csY32" fmla="*/ 1501201 h 1501201"/>
              <a:gd name="csX0" fmla="*/ 165382 w 1868123"/>
              <a:gd name="csY0" fmla="*/ 1399496 h 1501201"/>
              <a:gd name="csX1" fmla="*/ 101705 w 1868123"/>
              <a:gd name="csY1" fmla="*/ 1335819 h 1501201"/>
              <a:gd name="csX2" fmla="*/ 101705 w 1868123"/>
              <a:gd name="csY2" fmla="*/ 165382 h 1501201"/>
              <a:gd name="csX3" fmla="*/ 165382 w 1868123"/>
              <a:gd name="csY3" fmla="*/ 101705 h 1501201"/>
              <a:gd name="csX4" fmla="*/ 667773 w 1868123"/>
              <a:gd name="csY4" fmla="*/ 101705 h 1501201"/>
              <a:gd name="csX5" fmla="*/ 1267848 w 1868123"/>
              <a:gd name="csY5" fmla="*/ 101705 h 1501201"/>
              <a:gd name="csX6" fmla="*/ 1349553 w 1868123"/>
              <a:gd name="csY6" fmla="*/ 101705 h 1501201"/>
              <a:gd name="csX7" fmla="*/ 1359442 w 1868123"/>
              <a:gd name="csY7" fmla="*/ 103702 h 1501201"/>
              <a:gd name="csX8" fmla="*/ 1359442 w 1868123"/>
              <a:gd name="csY8" fmla="*/ 101705 h 1501201"/>
              <a:gd name="csX9" fmla="*/ 1702741 w 1868123"/>
              <a:gd name="csY9" fmla="*/ 101705 h 1501201"/>
              <a:gd name="csX10" fmla="*/ 1766418 w 1868123"/>
              <a:gd name="csY10" fmla="*/ 165382 h 1501201"/>
              <a:gd name="csX11" fmla="*/ 1766418 w 1868123"/>
              <a:gd name="csY11" fmla="*/ 1335819 h 1501201"/>
              <a:gd name="csX12" fmla="*/ 1702741 w 1868123"/>
              <a:gd name="csY12" fmla="*/ 1399496 h 1501201"/>
              <a:gd name="csX13" fmla="*/ 1359442 w 1868123"/>
              <a:gd name="csY13" fmla="*/ 1399496 h 1501201"/>
              <a:gd name="csX14" fmla="*/ 1359442 w 1868123"/>
              <a:gd name="csY14" fmla="*/ 1397500 h 1501201"/>
              <a:gd name="csX15" fmla="*/ 1349553 w 1868123"/>
              <a:gd name="csY15" fmla="*/ 1399496 h 1501201"/>
              <a:gd name="csX16" fmla="*/ 1267848 w 1868123"/>
              <a:gd name="csY16" fmla="*/ 1399496 h 1501201"/>
              <a:gd name="csX17" fmla="*/ 165382 w 1868123"/>
              <a:gd name="csY17" fmla="*/ 1399496 h 1501201"/>
              <a:gd name="csX18" fmla="*/ 69336 w 1868123"/>
              <a:gd name="csY18" fmla="*/ 1501201 h 1501201"/>
              <a:gd name="csX19" fmla="*/ 667773 w 1868123"/>
              <a:gd name="csY19" fmla="*/ 1501201 h 1501201"/>
              <a:gd name="csX20" fmla="*/ 1267848 w 1868123"/>
              <a:gd name="csY20" fmla="*/ 1501201 h 1501201"/>
              <a:gd name="csX21" fmla="*/ 1359442 w 1868123"/>
              <a:gd name="csY21" fmla="*/ 1501201 h 1501201"/>
              <a:gd name="csX22" fmla="*/ 1798787 w 1868123"/>
              <a:gd name="csY22" fmla="*/ 1501201 h 1501201"/>
              <a:gd name="csX23" fmla="*/ 1868123 w 1868123"/>
              <a:gd name="csY23" fmla="*/ 1431865 h 1501201"/>
              <a:gd name="csX24" fmla="*/ 1868123 w 1868123"/>
              <a:gd name="csY24" fmla="*/ 69336 h 1501201"/>
              <a:gd name="csX25" fmla="*/ 1798787 w 1868123"/>
              <a:gd name="csY25" fmla="*/ 0 h 1501201"/>
              <a:gd name="csX26" fmla="*/ 1359442 w 1868123"/>
              <a:gd name="csY26" fmla="*/ 0 h 1501201"/>
              <a:gd name="csX27" fmla="*/ 1267848 w 1868123"/>
              <a:gd name="csY27" fmla="*/ 0 h 1501201"/>
              <a:gd name="csX28" fmla="*/ 667773 w 1868123"/>
              <a:gd name="csY28" fmla="*/ 0 h 1501201"/>
              <a:gd name="csX29" fmla="*/ 69336 w 1868123"/>
              <a:gd name="csY29" fmla="*/ 0 h 1501201"/>
              <a:gd name="csX30" fmla="*/ 0 w 1868123"/>
              <a:gd name="csY30" fmla="*/ 69336 h 1501201"/>
              <a:gd name="csX31" fmla="*/ 0 w 1868123"/>
              <a:gd name="csY31" fmla="*/ 1431865 h 1501201"/>
              <a:gd name="csX32" fmla="*/ 69336 w 1868123"/>
              <a:gd name="csY32" fmla="*/ 1501201 h 1501201"/>
              <a:gd name="csX0" fmla="*/ 165382 w 1868123"/>
              <a:gd name="csY0" fmla="*/ 1399496 h 1501201"/>
              <a:gd name="csX1" fmla="*/ 101705 w 1868123"/>
              <a:gd name="csY1" fmla="*/ 1335819 h 1501201"/>
              <a:gd name="csX2" fmla="*/ 101705 w 1868123"/>
              <a:gd name="csY2" fmla="*/ 165382 h 1501201"/>
              <a:gd name="csX3" fmla="*/ 165382 w 1868123"/>
              <a:gd name="csY3" fmla="*/ 101705 h 1501201"/>
              <a:gd name="csX4" fmla="*/ 667773 w 1868123"/>
              <a:gd name="csY4" fmla="*/ 101705 h 1501201"/>
              <a:gd name="csX5" fmla="*/ 1267848 w 1868123"/>
              <a:gd name="csY5" fmla="*/ 101705 h 1501201"/>
              <a:gd name="csX6" fmla="*/ 1349553 w 1868123"/>
              <a:gd name="csY6" fmla="*/ 101705 h 1501201"/>
              <a:gd name="csX7" fmla="*/ 1359442 w 1868123"/>
              <a:gd name="csY7" fmla="*/ 103702 h 1501201"/>
              <a:gd name="csX8" fmla="*/ 1359442 w 1868123"/>
              <a:gd name="csY8" fmla="*/ 101705 h 1501201"/>
              <a:gd name="csX9" fmla="*/ 1702741 w 1868123"/>
              <a:gd name="csY9" fmla="*/ 101705 h 1501201"/>
              <a:gd name="csX10" fmla="*/ 1766418 w 1868123"/>
              <a:gd name="csY10" fmla="*/ 165382 h 1501201"/>
              <a:gd name="csX11" fmla="*/ 1766418 w 1868123"/>
              <a:gd name="csY11" fmla="*/ 1335819 h 1501201"/>
              <a:gd name="csX12" fmla="*/ 1702741 w 1868123"/>
              <a:gd name="csY12" fmla="*/ 1399496 h 1501201"/>
              <a:gd name="csX13" fmla="*/ 1359442 w 1868123"/>
              <a:gd name="csY13" fmla="*/ 1399496 h 1501201"/>
              <a:gd name="csX14" fmla="*/ 1359442 w 1868123"/>
              <a:gd name="csY14" fmla="*/ 1397500 h 1501201"/>
              <a:gd name="csX15" fmla="*/ 1349553 w 1868123"/>
              <a:gd name="csY15" fmla="*/ 1399496 h 1501201"/>
              <a:gd name="csX16" fmla="*/ 165382 w 1868123"/>
              <a:gd name="csY16" fmla="*/ 1399496 h 1501201"/>
              <a:gd name="csX17" fmla="*/ 69336 w 1868123"/>
              <a:gd name="csY17" fmla="*/ 1501201 h 1501201"/>
              <a:gd name="csX18" fmla="*/ 667773 w 1868123"/>
              <a:gd name="csY18" fmla="*/ 1501201 h 1501201"/>
              <a:gd name="csX19" fmla="*/ 1267848 w 1868123"/>
              <a:gd name="csY19" fmla="*/ 1501201 h 1501201"/>
              <a:gd name="csX20" fmla="*/ 1359442 w 1868123"/>
              <a:gd name="csY20" fmla="*/ 1501201 h 1501201"/>
              <a:gd name="csX21" fmla="*/ 1798787 w 1868123"/>
              <a:gd name="csY21" fmla="*/ 1501201 h 1501201"/>
              <a:gd name="csX22" fmla="*/ 1868123 w 1868123"/>
              <a:gd name="csY22" fmla="*/ 1431865 h 1501201"/>
              <a:gd name="csX23" fmla="*/ 1868123 w 1868123"/>
              <a:gd name="csY23" fmla="*/ 69336 h 1501201"/>
              <a:gd name="csX24" fmla="*/ 1798787 w 1868123"/>
              <a:gd name="csY24" fmla="*/ 0 h 1501201"/>
              <a:gd name="csX25" fmla="*/ 1359442 w 1868123"/>
              <a:gd name="csY25" fmla="*/ 0 h 1501201"/>
              <a:gd name="csX26" fmla="*/ 1267848 w 1868123"/>
              <a:gd name="csY26" fmla="*/ 0 h 1501201"/>
              <a:gd name="csX27" fmla="*/ 667773 w 1868123"/>
              <a:gd name="csY27" fmla="*/ 0 h 1501201"/>
              <a:gd name="csX28" fmla="*/ 69336 w 1868123"/>
              <a:gd name="csY28" fmla="*/ 0 h 1501201"/>
              <a:gd name="csX29" fmla="*/ 0 w 1868123"/>
              <a:gd name="csY29" fmla="*/ 69336 h 1501201"/>
              <a:gd name="csX30" fmla="*/ 0 w 1868123"/>
              <a:gd name="csY30" fmla="*/ 1431865 h 1501201"/>
              <a:gd name="csX31" fmla="*/ 69336 w 1868123"/>
              <a:gd name="csY31" fmla="*/ 1501201 h 1501201"/>
              <a:gd name="csX0" fmla="*/ 165382 w 1868123"/>
              <a:gd name="csY0" fmla="*/ 1399496 h 1501201"/>
              <a:gd name="csX1" fmla="*/ 101705 w 1868123"/>
              <a:gd name="csY1" fmla="*/ 1335819 h 1501201"/>
              <a:gd name="csX2" fmla="*/ 101705 w 1868123"/>
              <a:gd name="csY2" fmla="*/ 165382 h 1501201"/>
              <a:gd name="csX3" fmla="*/ 165382 w 1868123"/>
              <a:gd name="csY3" fmla="*/ 101705 h 1501201"/>
              <a:gd name="csX4" fmla="*/ 667773 w 1868123"/>
              <a:gd name="csY4" fmla="*/ 101705 h 1501201"/>
              <a:gd name="csX5" fmla="*/ 1267848 w 1868123"/>
              <a:gd name="csY5" fmla="*/ 101705 h 1501201"/>
              <a:gd name="csX6" fmla="*/ 1349553 w 1868123"/>
              <a:gd name="csY6" fmla="*/ 101705 h 1501201"/>
              <a:gd name="csX7" fmla="*/ 1359442 w 1868123"/>
              <a:gd name="csY7" fmla="*/ 103702 h 1501201"/>
              <a:gd name="csX8" fmla="*/ 1359442 w 1868123"/>
              <a:gd name="csY8" fmla="*/ 101705 h 1501201"/>
              <a:gd name="csX9" fmla="*/ 1702741 w 1868123"/>
              <a:gd name="csY9" fmla="*/ 101705 h 1501201"/>
              <a:gd name="csX10" fmla="*/ 1766418 w 1868123"/>
              <a:gd name="csY10" fmla="*/ 165382 h 1501201"/>
              <a:gd name="csX11" fmla="*/ 1766418 w 1868123"/>
              <a:gd name="csY11" fmla="*/ 1335819 h 1501201"/>
              <a:gd name="csX12" fmla="*/ 1702741 w 1868123"/>
              <a:gd name="csY12" fmla="*/ 1399496 h 1501201"/>
              <a:gd name="csX13" fmla="*/ 1359442 w 1868123"/>
              <a:gd name="csY13" fmla="*/ 1399496 h 1501201"/>
              <a:gd name="csX14" fmla="*/ 1359442 w 1868123"/>
              <a:gd name="csY14" fmla="*/ 1397500 h 1501201"/>
              <a:gd name="csX15" fmla="*/ 165382 w 1868123"/>
              <a:gd name="csY15" fmla="*/ 1399496 h 1501201"/>
              <a:gd name="csX16" fmla="*/ 69336 w 1868123"/>
              <a:gd name="csY16" fmla="*/ 1501201 h 1501201"/>
              <a:gd name="csX17" fmla="*/ 667773 w 1868123"/>
              <a:gd name="csY17" fmla="*/ 1501201 h 1501201"/>
              <a:gd name="csX18" fmla="*/ 1267848 w 1868123"/>
              <a:gd name="csY18" fmla="*/ 1501201 h 1501201"/>
              <a:gd name="csX19" fmla="*/ 1359442 w 1868123"/>
              <a:gd name="csY19" fmla="*/ 1501201 h 1501201"/>
              <a:gd name="csX20" fmla="*/ 1798787 w 1868123"/>
              <a:gd name="csY20" fmla="*/ 1501201 h 1501201"/>
              <a:gd name="csX21" fmla="*/ 1868123 w 1868123"/>
              <a:gd name="csY21" fmla="*/ 1431865 h 1501201"/>
              <a:gd name="csX22" fmla="*/ 1868123 w 1868123"/>
              <a:gd name="csY22" fmla="*/ 69336 h 1501201"/>
              <a:gd name="csX23" fmla="*/ 1798787 w 1868123"/>
              <a:gd name="csY23" fmla="*/ 0 h 1501201"/>
              <a:gd name="csX24" fmla="*/ 1359442 w 1868123"/>
              <a:gd name="csY24" fmla="*/ 0 h 1501201"/>
              <a:gd name="csX25" fmla="*/ 1267848 w 1868123"/>
              <a:gd name="csY25" fmla="*/ 0 h 1501201"/>
              <a:gd name="csX26" fmla="*/ 667773 w 1868123"/>
              <a:gd name="csY26" fmla="*/ 0 h 1501201"/>
              <a:gd name="csX27" fmla="*/ 69336 w 1868123"/>
              <a:gd name="csY27" fmla="*/ 0 h 1501201"/>
              <a:gd name="csX28" fmla="*/ 0 w 1868123"/>
              <a:gd name="csY28" fmla="*/ 69336 h 1501201"/>
              <a:gd name="csX29" fmla="*/ 0 w 1868123"/>
              <a:gd name="csY29" fmla="*/ 1431865 h 1501201"/>
              <a:gd name="csX30" fmla="*/ 69336 w 1868123"/>
              <a:gd name="csY30" fmla="*/ 1501201 h 1501201"/>
              <a:gd name="csX0" fmla="*/ 165382 w 1868123"/>
              <a:gd name="csY0" fmla="*/ 1399496 h 1501201"/>
              <a:gd name="csX1" fmla="*/ 101705 w 1868123"/>
              <a:gd name="csY1" fmla="*/ 1335819 h 1501201"/>
              <a:gd name="csX2" fmla="*/ 101705 w 1868123"/>
              <a:gd name="csY2" fmla="*/ 165382 h 1501201"/>
              <a:gd name="csX3" fmla="*/ 165382 w 1868123"/>
              <a:gd name="csY3" fmla="*/ 101705 h 1501201"/>
              <a:gd name="csX4" fmla="*/ 667773 w 1868123"/>
              <a:gd name="csY4" fmla="*/ 101705 h 1501201"/>
              <a:gd name="csX5" fmla="*/ 1267848 w 1868123"/>
              <a:gd name="csY5" fmla="*/ 101705 h 1501201"/>
              <a:gd name="csX6" fmla="*/ 1349553 w 1868123"/>
              <a:gd name="csY6" fmla="*/ 101705 h 1501201"/>
              <a:gd name="csX7" fmla="*/ 1359442 w 1868123"/>
              <a:gd name="csY7" fmla="*/ 103702 h 1501201"/>
              <a:gd name="csX8" fmla="*/ 1359442 w 1868123"/>
              <a:gd name="csY8" fmla="*/ 101705 h 1501201"/>
              <a:gd name="csX9" fmla="*/ 1702741 w 1868123"/>
              <a:gd name="csY9" fmla="*/ 101705 h 1501201"/>
              <a:gd name="csX10" fmla="*/ 1766418 w 1868123"/>
              <a:gd name="csY10" fmla="*/ 165382 h 1501201"/>
              <a:gd name="csX11" fmla="*/ 1766418 w 1868123"/>
              <a:gd name="csY11" fmla="*/ 1335819 h 1501201"/>
              <a:gd name="csX12" fmla="*/ 1702741 w 1868123"/>
              <a:gd name="csY12" fmla="*/ 1399496 h 1501201"/>
              <a:gd name="csX13" fmla="*/ 1359442 w 1868123"/>
              <a:gd name="csY13" fmla="*/ 1399496 h 1501201"/>
              <a:gd name="csX14" fmla="*/ 165382 w 1868123"/>
              <a:gd name="csY14" fmla="*/ 1399496 h 1501201"/>
              <a:gd name="csX15" fmla="*/ 69336 w 1868123"/>
              <a:gd name="csY15" fmla="*/ 1501201 h 1501201"/>
              <a:gd name="csX16" fmla="*/ 667773 w 1868123"/>
              <a:gd name="csY16" fmla="*/ 1501201 h 1501201"/>
              <a:gd name="csX17" fmla="*/ 1267848 w 1868123"/>
              <a:gd name="csY17" fmla="*/ 1501201 h 1501201"/>
              <a:gd name="csX18" fmla="*/ 1359442 w 1868123"/>
              <a:gd name="csY18" fmla="*/ 1501201 h 1501201"/>
              <a:gd name="csX19" fmla="*/ 1798787 w 1868123"/>
              <a:gd name="csY19" fmla="*/ 1501201 h 1501201"/>
              <a:gd name="csX20" fmla="*/ 1868123 w 1868123"/>
              <a:gd name="csY20" fmla="*/ 1431865 h 1501201"/>
              <a:gd name="csX21" fmla="*/ 1868123 w 1868123"/>
              <a:gd name="csY21" fmla="*/ 69336 h 1501201"/>
              <a:gd name="csX22" fmla="*/ 1798787 w 1868123"/>
              <a:gd name="csY22" fmla="*/ 0 h 1501201"/>
              <a:gd name="csX23" fmla="*/ 1359442 w 1868123"/>
              <a:gd name="csY23" fmla="*/ 0 h 1501201"/>
              <a:gd name="csX24" fmla="*/ 1267848 w 1868123"/>
              <a:gd name="csY24" fmla="*/ 0 h 1501201"/>
              <a:gd name="csX25" fmla="*/ 667773 w 1868123"/>
              <a:gd name="csY25" fmla="*/ 0 h 1501201"/>
              <a:gd name="csX26" fmla="*/ 69336 w 1868123"/>
              <a:gd name="csY26" fmla="*/ 0 h 1501201"/>
              <a:gd name="csX27" fmla="*/ 0 w 1868123"/>
              <a:gd name="csY27" fmla="*/ 69336 h 1501201"/>
              <a:gd name="csX28" fmla="*/ 0 w 1868123"/>
              <a:gd name="csY28" fmla="*/ 1431865 h 1501201"/>
              <a:gd name="csX29" fmla="*/ 69336 w 1868123"/>
              <a:gd name="csY29" fmla="*/ 1501201 h 1501201"/>
              <a:gd name="csX0" fmla="*/ 165382 w 1868123"/>
              <a:gd name="csY0" fmla="*/ 1399496 h 1501201"/>
              <a:gd name="csX1" fmla="*/ 101705 w 1868123"/>
              <a:gd name="csY1" fmla="*/ 1335819 h 1501201"/>
              <a:gd name="csX2" fmla="*/ 101705 w 1868123"/>
              <a:gd name="csY2" fmla="*/ 165382 h 1501201"/>
              <a:gd name="csX3" fmla="*/ 165382 w 1868123"/>
              <a:gd name="csY3" fmla="*/ 101705 h 1501201"/>
              <a:gd name="csX4" fmla="*/ 667773 w 1868123"/>
              <a:gd name="csY4" fmla="*/ 101705 h 1501201"/>
              <a:gd name="csX5" fmla="*/ 1267848 w 1868123"/>
              <a:gd name="csY5" fmla="*/ 101705 h 1501201"/>
              <a:gd name="csX6" fmla="*/ 1349553 w 1868123"/>
              <a:gd name="csY6" fmla="*/ 101705 h 1501201"/>
              <a:gd name="csX7" fmla="*/ 1359442 w 1868123"/>
              <a:gd name="csY7" fmla="*/ 103702 h 1501201"/>
              <a:gd name="csX8" fmla="*/ 1359442 w 1868123"/>
              <a:gd name="csY8" fmla="*/ 101705 h 1501201"/>
              <a:gd name="csX9" fmla="*/ 1702741 w 1868123"/>
              <a:gd name="csY9" fmla="*/ 101705 h 1501201"/>
              <a:gd name="csX10" fmla="*/ 1766418 w 1868123"/>
              <a:gd name="csY10" fmla="*/ 165382 h 1501201"/>
              <a:gd name="csX11" fmla="*/ 1766418 w 1868123"/>
              <a:gd name="csY11" fmla="*/ 1335819 h 1501201"/>
              <a:gd name="csX12" fmla="*/ 1702741 w 1868123"/>
              <a:gd name="csY12" fmla="*/ 1399496 h 1501201"/>
              <a:gd name="csX13" fmla="*/ 165382 w 1868123"/>
              <a:gd name="csY13" fmla="*/ 1399496 h 1501201"/>
              <a:gd name="csX14" fmla="*/ 69336 w 1868123"/>
              <a:gd name="csY14" fmla="*/ 1501201 h 1501201"/>
              <a:gd name="csX15" fmla="*/ 667773 w 1868123"/>
              <a:gd name="csY15" fmla="*/ 1501201 h 1501201"/>
              <a:gd name="csX16" fmla="*/ 1267848 w 1868123"/>
              <a:gd name="csY16" fmla="*/ 1501201 h 1501201"/>
              <a:gd name="csX17" fmla="*/ 1359442 w 1868123"/>
              <a:gd name="csY17" fmla="*/ 1501201 h 1501201"/>
              <a:gd name="csX18" fmla="*/ 1798787 w 1868123"/>
              <a:gd name="csY18" fmla="*/ 1501201 h 1501201"/>
              <a:gd name="csX19" fmla="*/ 1868123 w 1868123"/>
              <a:gd name="csY19" fmla="*/ 1431865 h 1501201"/>
              <a:gd name="csX20" fmla="*/ 1868123 w 1868123"/>
              <a:gd name="csY20" fmla="*/ 69336 h 1501201"/>
              <a:gd name="csX21" fmla="*/ 1798787 w 1868123"/>
              <a:gd name="csY21" fmla="*/ 0 h 1501201"/>
              <a:gd name="csX22" fmla="*/ 1359442 w 1868123"/>
              <a:gd name="csY22" fmla="*/ 0 h 1501201"/>
              <a:gd name="csX23" fmla="*/ 1267848 w 1868123"/>
              <a:gd name="csY23" fmla="*/ 0 h 1501201"/>
              <a:gd name="csX24" fmla="*/ 667773 w 1868123"/>
              <a:gd name="csY24" fmla="*/ 0 h 1501201"/>
              <a:gd name="csX25" fmla="*/ 69336 w 1868123"/>
              <a:gd name="csY25" fmla="*/ 0 h 1501201"/>
              <a:gd name="csX26" fmla="*/ 0 w 1868123"/>
              <a:gd name="csY26" fmla="*/ 69336 h 1501201"/>
              <a:gd name="csX27" fmla="*/ 0 w 1868123"/>
              <a:gd name="csY27" fmla="*/ 1431865 h 1501201"/>
              <a:gd name="csX28" fmla="*/ 69336 w 1868123"/>
              <a:gd name="csY28" fmla="*/ 1501201 h 1501201"/>
              <a:gd name="csX0" fmla="*/ 165382 w 1868123"/>
              <a:gd name="csY0" fmla="*/ 1399496 h 1501201"/>
              <a:gd name="csX1" fmla="*/ 101705 w 1868123"/>
              <a:gd name="csY1" fmla="*/ 1335819 h 1501201"/>
              <a:gd name="csX2" fmla="*/ 101705 w 1868123"/>
              <a:gd name="csY2" fmla="*/ 165382 h 1501201"/>
              <a:gd name="csX3" fmla="*/ 165382 w 1868123"/>
              <a:gd name="csY3" fmla="*/ 101705 h 1501201"/>
              <a:gd name="csX4" fmla="*/ 667773 w 1868123"/>
              <a:gd name="csY4" fmla="*/ 101705 h 1501201"/>
              <a:gd name="csX5" fmla="*/ 1267848 w 1868123"/>
              <a:gd name="csY5" fmla="*/ 101705 h 1501201"/>
              <a:gd name="csX6" fmla="*/ 1349553 w 1868123"/>
              <a:gd name="csY6" fmla="*/ 101705 h 1501201"/>
              <a:gd name="csX7" fmla="*/ 1359442 w 1868123"/>
              <a:gd name="csY7" fmla="*/ 103702 h 1501201"/>
              <a:gd name="csX8" fmla="*/ 1702741 w 1868123"/>
              <a:gd name="csY8" fmla="*/ 101705 h 1501201"/>
              <a:gd name="csX9" fmla="*/ 1766418 w 1868123"/>
              <a:gd name="csY9" fmla="*/ 165382 h 1501201"/>
              <a:gd name="csX10" fmla="*/ 1766418 w 1868123"/>
              <a:gd name="csY10" fmla="*/ 1335819 h 1501201"/>
              <a:gd name="csX11" fmla="*/ 1702741 w 1868123"/>
              <a:gd name="csY11" fmla="*/ 1399496 h 1501201"/>
              <a:gd name="csX12" fmla="*/ 165382 w 1868123"/>
              <a:gd name="csY12" fmla="*/ 1399496 h 1501201"/>
              <a:gd name="csX13" fmla="*/ 69336 w 1868123"/>
              <a:gd name="csY13" fmla="*/ 1501201 h 1501201"/>
              <a:gd name="csX14" fmla="*/ 667773 w 1868123"/>
              <a:gd name="csY14" fmla="*/ 1501201 h 1501201"/>
              <a:gd name="csX15" fmla="*/ 1267848 w 1868123"/>
              <a:gd name="csY15" fmla="*/ 1501201 h 1501201"/>
              <a:gd name="csX16" fmla="*/ 1359442 w 1868123"/>
              <a:gd name="csY16" fmla="*/ 1501201 h 1501201"/>
              <a:gd name="csX17" fmla="*/ 1798787 w 1868123"/>
              <a:gd name="csY17" fmla="*/ 1501201 h 1501201"/>
              <a:gd name="csX18" fmla="*/ 1868123 w 1868123"/>
              <a:gd name="csY18" fmla="*/ 1431865 h 1501201"/>
              <a:gd name="csX19" fmla="*/ 1868123 w 1868123"/>
              <a:gd name="csY19" fmla="*/ 69336 h 1501201"/>
              <a:gd name="csX20" fmla="*/ 1798787 w 1868123"/>
              <a:gd name="csY20" fmla="*/ 0 h 1501201"/>
              <a:gd name="csX21" fmla="*/ 1359442 w 1868123"/>
              <a:gd name="csY21" fmla="*/ 0 h 1501201"/>
              <a:gd name="csX22" fmla="*/ 1267848 w 1868123"/>
              <a:gd name="csY22" fmla="*/ 0 h 1501201"/>
              <a:gd name="csX23" fmla="*/ 667773 w 1868123"/>
              <a:gd name="csY23" fmla="*/ 0 h 1501201"/>
              <a:gd name="csX24" fmla="*/ 69336 w 1868123"/>
              <a:gd name="csY24" fmla="*/ 0 h 1501201"/>
              <a:gd name="csX25" fmla="*/ 0 w 1868123"/>
              <a:gd name="csY25" fmla="*/ 69336 h 1501201"/>
              <a:gd name="csX26" fmla="*/ 0 w 1868123"/>
              <a:gd name="csY26" fmla="*/ 1431865 h 1501201"/>
              <a:gd name="csX27" fmla="*/ 69336 w 1868123"/>
              <a:gd name="csY27" fmla="*/ 1501201 h 1501201"/>
              <a:gd name="csX0" fmla="*/ 165382 w 1868123"/>
              <a:gd name="csY0" fmla="*/ 1399496 h 1501201"/>
              <a:gd name="csX1" fmla="*/ 101705 w 1868123"/>
              <a:gd name="csY1" fmla="*/ 1335819 h 1501201"/>
              <a:gd name="csX2" fmla="*/ 101705 w 1868123"/>
              <a:gd name="csY2" fmla="*/ 165382 h 1501201"/>
              <a:gd name="csX3" fmla="*/ 165382 w 1868123"/>
              <a:gd name="csY3" fmla="*/ 101705 h 1501201"/>
              <a:gd name="csX4" fmla="*/ 667773 w 1868123"/>
              <a:gd name="csY4" fmla="*/ 101705 h 1501201"/>
              <a:gd name="csX5" fmla="*/ 1267848 w 1868123"/>
              <a:gd name="csY5" fmla="*/ 101705 h 1501201"/>
              <a:gd name="csX6" fmla="*/ 1349553 w 1868123"/>
              <a:gd name="csY6" fmla="*/ 101705 h 1501201"/>
              <a:gd name="csX7" fmla="*/ 1702741 w 1868123"/>
              <a:gd name="csY7" fmla="*/ 101705 h 1501201"/>
              <a:gd name="csX8" fmla="*/ 1766418 w 1868123"/>
              <a:gd name="csY8" fmla="*/ 165382 h 1501201"/>
              <a:gd name="csX9" fmla="*/ 1766418 w 1868123"/>
              <a:gd name="csY9" fmla="*/ 1335819 h 1501201"/>
              <a:gd name="csX10" fmla="*/ 1702741 w 1868123"/>
              <a:gd name="csY10" fmla="*/ 1399496 h 1501201"/>
              <a:gd name="csX11" fmla="*/ 165382 w 1868123"/>
              <a:gd name="csY11" fmla="*/ 1399496 h 1501201"/>
              <a:gd name="csX12" fmla="*/ 69336 w 1868123"/>
              <a:gd name="csY12" fmla="*/ 1501201 h 1501201"/>
              <a:gd name="csX13" fmla="*/ 667773 w 1868123"/>
              <a:gd name="csY13" fmla="*/ 1501201 h 1501201"/>
              <a:gd name="csX14" fmla="*/ 1267848 w 1868123"/>
              <a:gd name="csY14" fmla="*/ 1501201 h 1501201"/>
              <a:gd name="csX15" fmla="*/ 1359442 w 1868123"/>
              <a:gd name="csY15" fmla="*/ 1501201 h 1501201"/>
              <a:gd name="csX16" fmla="*/ 1798787 w 1868123"/>
              <a:gd name="csY16" fmla="*/ 1501201 h 1501201"/>
              <a:gd name="csX17" fmla="*/ 1868123 w 1868123"/>
              <a:gd name="csY17" fmla="*/ 1431865 h 1501201"/>
              <a:gd name="csX18" fmla="*/ 1868123 w 1868123"/>
              <a:gd name="csY18" fmla="*/ 69336 h 1501201"/>
              <a:gd name="csX19" fmla="*/ 1798787 w 1868123"/>
              <a:gd name="csY19" fmla="*/ 0 h 1501201"/>
              <a:gd name="csX20" fmla="*/ 1359442 w 1868123"/>
              <a:gd name="csY20" fmla="*/ 0 h 1501201"/>
              <a:gd name="csX21" fmla="*/ 1267848 w 1868123"/>
              <a:gd name="csY21" fmla="*/ 0 h 1501201"/>
              <a:gd name="csX22" fmla="*/ 667773 w 1868123"/>
              <a:gd name="csY22" fmla="*/ 0 h 1501201"/>
              <a:gd name="csX23" fmla="*/ 69336 w 1868123"/>
              <a:gd name="csY23" fmla="*/ 0 h 1501201"/>
              <a:gd name="csX24" fmla="*/ 0 w 1868123"/>
              <a:gd name="csY24" fmla="*/ 69336 h 1501201"/>
              <a:gd name="csX25" fmla="*/ 0 w 1868123"/>
              <a:gd name="csY25" fmla="*/ 1431865 h 1501201"/>
              <a:gd name="csX26" fmla="*/ 69336 w 1868123"/>
              <a:gd name="csY26" fmla="*/ 1501201 h 1501201"/>
              <a:gd name="csX0" fmla="*/ 165382 w 1868123"/>
              <a:gd name="csY0" fmla="*/ 1399496 h 1501201"/>
              <a:gd name="csX1" fmla="*/ 101705 w 1868123"/>
              <a:gd name="csY1" fmla="*/ 1335819 h 1501201"/>
              <a:gd name="csX2" fmla="*/ 101705 w 1868123"/>
              <a:gd name="csY2" fmla="*/ 165382 h 1501201"/>
              <a:gd name="csX3" fmla="*/ 165382 w 1868123"/>
              <a:gd name="csY3" fmla="*/ 101705 h 1501201"/>
              <a:gd name="csX4" fmla="*/ 667773 w 1868123"/>
              <a:gd name="csY4" fmla="*/ 101705 h 1501201"/>
              <a:gd name="csX5" fmla="*/ 1267848 w 1868123"/>
              <a:gd name="csY5" fmla="*/ 101705 h 1501201"/>
              <a:gd name="csX6" fmla="*/ 1702741 w 1868123"/>
              <a:gd name="csY6" fmla="*/ 101705 h 1501201"/>
              <a:gd name="csX7" fmla="*/ 1766418 w 1868123"/>
              <a:gd name="csY7" fmla="*/ 165382 h 1501201"/>
              <a:gd name="csX8" fmla="*/ 1766418 w 1868123"/>
              <a:gd name="csY8" fmla="*/ 1335819 h 1501201"/>
              <a:gd name="csX9" fmla="*/ 1702741 w 1868123"/>
              <a:gd name="csY9" fmla="*/ 1399496 h 1501201"/>
              <a:gd name="csX10" fmla="*/ 165382 w 1868123"/>
              <a:gd name="csY10" fmla="*/ 1399496 h 1501201"/>
              <a:gd name="csX11" fmla="*/ 69336 w 1868123"/>
              <a:gd name="csY11" fmla="*/ 1501201 h 1501201"/>
              <a:gd name="csX12" fmla="*/ 667773 w 1868123"/>
              <a:gd name="csY12" fmla="*/ 1501201 h 1501201"/>
              <a:gd name="csX13" fmla="*/ 1267848 w 1868123"/>
              <a:gd name="csY13" fmla="*/ 1501201 h 1501201"/>
              <a:gd name="csX14" fmla="*/ 1359442 w 1868123"/>
              <a:gd name="csY14" fmla="*/ 1501201 h 1501201"/>
              <a:gd name="csX15" fmla="*/ 1798787 w 1868123"/>
              <a:gd name="csY15" fmla="*/ 1501201 h 1501201"/>
              <a:gd name="csX16" fmla="*/ 1868123 w 1868123"/>
              <a:gd name="csY16" fmla="*/ 1431865 h 1501201"/>
              <a:gd name="csX17" fmla="*/ 1868123 w 1868123"/>
              <a:gd name="csY17" fmla="*/ 69336 h 1501201"/>
              <a:gd name="csX18" fmla="*/ 1798787 w 1868123"/>
              <a:gd name="csY18" fmla="*/ 0 h 1501201"/>
              <a:gd name="csX19" fmla="*/ 1359442 w 1868123"/>
              <a:gd name="csY19" fmla="*/ 0 h 1501201"/>
              <a:gd name="csX20" fmla="*/ 1267848 w 1868123"/>
              <a:gd name="csY20" fmla="*/ 0 h 1501201"/>
              <a:gd name="csX21" fmla="*/ 667773 w 1868123"/>
              <a:gd name="csY21" fmla="*/ 0 h 1501201"/>
              <a:gd name="csX22" fmla="*/ 69336 w 1868123"/>
              <a:gd name="csY22" fmla="*/ 0 h 1501201"/>
              <a:gd name="csX23" fmla="*/ 0 w 1868123"/>
              <a:gd name="csY23" fmla="*/ 69336 h 1501201"/>
              <a:gd name="csX24" fmla="*/ 0 w 1868123"/>
              <a:gd name="csY24" fmla="*/ 1431865 h 1501201"/>
              <a:gd name="csX25" fmla="*/ 69336 w 1868123"/>
              <a:gd name="csY25" fmla="*/ 1501201 h 1501201"/>
              <a:gd name="csX0" fmla="*/ 165382 w 1868123"/>
              <a:gd name="csY0" fmla="*/ 1399496 h 1501201"/>
              <a:gd name="csX1" fmla="*/ 101705 w 1868123"/>
              <a:gd name="csY1" fmla="*/ 1335819 h 1501201"/>
              <a:gd name="csX2" fmla="*/ 101705 w 1868123"/>
              <a:gd name="csY2" fmla="*/ 165382 h 1501201"/>
              <a:gd name="csX3" fmla="*/ 165382 w 1868123"/>
              <a:gd name="csY3" fmla="*/ 101705 h 1501201"/>
              <a:gd name="csX4" fmla="*/ 667773 w 1868123"/>
              <a:gd name="csY4" fmla="*/ 101705 h 1501201"/>
              <a:gd name="csX5" fmla="*/ 1702741 w 1868123"/>
              <a:gd name="csY5" fmla="*/ 101705 h 1501201"/>
              <a:gd name="csX6" fmla="*/ 1766418 w 1868123"/>
              <a:gd name="csY6" fmla="*/ 165382 h 1501201"/>
              <a:gd name="csX7" fmla="*/ 1766418 w 1868123"/>
              <a:gd name="csY7" fmla="*/ 1335819 h 1501201"/>
              <a:gd name="csX8" fmla="*/ 1702741 w 1868123"/>
              <a:gd name="csY8" fmla="*/ 1399496 h 1501201"/>
              <a:gd name="csX9" fmla="*/ 165382 w 1868123"/>
              <a:gd name="csY9" fmla="*/ 1399496 h 1501201"/>
              <a:gd name="csX10" fmla="*/ 69336 w 1868123"/>
              <a:gd name="csY10" fmla="*/ 1501201 h 1501201"/>
              <a:gd name="csX11" fmla="*/ 667773 w 1868123"/>
              <a:gd name="csY11" fmla="*/ 1501201 h 1501201"/>
              <a:gd name="csX12" fmla="*/ 1267848 w 1868123"/>
              <a:gd name="csY12" fmla="*/ 1501201 h 1501201"/>
              <a:gd name="csX13" fmla="*/ 1359442 w 1868123"/>
              <a:gd name="csY13" fmla="*/ 1501201 h 1501201"/>
              <a:gd name="csX14" fmla="*/ 1798787 w 1868123"/>
              <a:gd name="csY14" fmla="*/ 1501201 h 1501201"/>
              <a:gd name="csX15" fmla="*/ 1868123 w 1868123"/>
              <a:gd name="csY15" fmla="*/ 1431865 h 1501201"/>
              <a:gd name="csX16" fmla="*/ 1868123 w 1868123"/>
              <a:gd name="csY16" fmla="*/ 69336 h 1501201"/>
              <a:gd name="csX17" fmla="*/ 1798787 w 1868123"/>
              <a:gd name="csY17" fmla="*/ 0 h 1501201"/>
              <a:gd name="csX18" fmla="*/ 1359442 w 1868123"/>
              <a:gd name="csY18" fmla="*/ 0 h 1501201"/>
              <a:gd name="csX19" fmla="*/ 1267848 w 1868123"/>
              <a:gd name="csY19" fmla="*/ 0 h 1501201"/>
              <a:gd name="csX20" fmla="*/ 667773 w 1868123"/>
              <a:gd name="csY20" fmla="*/ 0 h 1501201"/>
              <a:gd name="csX21" fmla="*/ 69336 w 1868123"/>
              <a:gd name="csY21" fmla="*/ 0 h 1501201"/>
              <a:gd name="csX22" fmla="*/ 0 w 1868123"/>
              <a:gd name="csY22" fmla="*/ 69336 h 1501201"/>
              <a:gd name="csX23" fmla="*/ 0 w 1868123"/>
              <a:gd name="csY23" fmla="*/ 1431865 h 1501201"/>
              <a:gd name="csX24" fmla="*/ 69336 w 1868123"/>
              <a:gd name="csY24" fmla="*/ 1501201 h 1501201"/>
              <a:gd name="csX0" fmla="*/ 165382 w 1868123"/>
              <a:gd name="csY0" fmla="*/ 1399496 h 1501201"/>
              <a:gd name="csX1" fmla="*/ 101705 w 1868123"/>
              <a:gd name="csY1" fmla="*/ 1335819 h 1501201"/>
              <a:gd name="csX2" fmla="*/ 101705 w 1868123"/>
              <a:gd name="csY2" fmla="*/ 165382 h 1501201"/>
              <a:gd name="csX3" fmla="*/ 165382 w 1868123"/>
              <a:gd name="csY3" fmla="*/ 101705 h 1501201"/>
              <a:gd name="csX4" fmla="*/ 1702741 w 1868123"/>
              <a:gd name="csY4" fmla="*/ 101705 h 1501201"/>
              <a:gd name="csX5" fmla="*/ 1766418 w 1868123"/>
              <a:gd name="csY5" fmla="*/ 165382 h 1501201"/>
              <a:gd name="csX6" fmla="*/ 1766418 w 1868123"/>
              <a:gd name="csY6" fmla="*/ 1335819 h 1501201"/>
              <a:gd name="csX7" fmla="*/ 1702741 w 1868123"/>
              <a:gd name="csY7" fmla="*/ 1399496 h 1501201"/>
              <a:gd name="csX8" fmla="*/ 165382 w 1868123"/>
              <a:gd name="csY8" fmla="*/ 1399496 h 1501201"/>
              <a:gd name="csX9" fmla="*/ 69336 w 1868123"/>
              <a:gd name="csY9" fmla="*/ 1501201 h 1501201"/>
              <a:gd name="csX10" fmla="*/ 667773 w 1868123"/>
              <a:gd name="csY10" fmla="*/ 1501201 h 1501201"/>
              <a:gd name="csX11" fmla="*/ 1267848 w 1868123"/>
              <a:gd name="csY11" fmla="*/ 1501201 h 1501201"/>
              <a:gd name="csX12" fmla="*/ 1359442 w 1868123"/>
              <a:gd name="csY12" fmla="*/ 1501201 h 1501201"/>
              <a:gd name="csX13" fmla="*/ 1798787 w 1868123"/>
              <a:gd name="csY13" fmla="*/ 1501201 h 1501201"/>
              <a:gd name="csX14" fmla="*/ 1868123 w 1868123"/>
              <a:gd name="csY14" fmla="*/ 1431865 h 1501201"/>
              <a:gd name="csX15" fmla="*/ 1868123 w 1868123"/>
              <a:gd name="csY15" fmla="*/ 69336 h 1501201"/>
              <a:gd name="csX16" fmla="*/ 1798787 w 1868123"/>
              <a:gd name="csY16" fmla="*/ 0 h 1501201"/>
              <a:gd name="csX17" fmla="*/ 1359442 w 1868123"/>
              <a:gd name="csY17" fmla="*/ 0 h 1501201"/>
              <a:gd name="csX18" fmla="*/ 1267848 w 1868123"/>
              <a:gd name="csY18" fmla="*/ 0 h 1501201"/>
              <a:gd name="csX19" fmla="*/ 667773 w 1868123"/>
              <a:gd name="csY19" fmla="*/ 0 h 1501201"/>
              <a:gd name="csX20" fmla="*/ 69336 w 1868123"/>
              <a:gd name="csY20" fmla="*/ 0 h 1501201"/>
              <a:gd name="csX21" fmla="*/ 0 w 1868123"/>
              <a:gd name="csY21" fmla="*/ 69336 h 1501201"/>
              <a:gd name="csX22" fmla="*/ 0 w 1868123"/>
              <a:gd name="csY22" fmla="*/ 1431865 h 1501201"/>
              <a:gd name="csX23" fmla="*/ 69336 w 1868123"/>
              <a:gd name="csY23" fmla="*/ 1501201 h 1501201"/>
              <a:gd name="csX0" fmla="*/ 165382 w 1868123"/>
              <a:gd name="csY0" fmla="*/ 1399496 h 1501201"/>
              <a:gd name="csX1" fmla="*/ 101705 w 1868123"/>
              <a:gd name="csY1" fmla="*/ 1335819 h 1501201"/>
              <a:gd name="csX2" fmla="*/ 101705 w 1868123"/>
              <a:gd name="csY2" fmla="*/ 165382 h 1501201"/>
              <a:gd name="csX3" fmla="*/ 165382 w 1868123"/>
              <a:gd name="csY3" fmla="*/ 101705 h 1501201"/>
              <a:gd name="csX4" fmla="*/ 1702741 w 1868123"/>
              <a:gd name="csY4" fmla="*/ 101705 h 1501201"/>
              <a:gd name="csX5" fmla="*/ 1766418 w 1868123"/>
              <a:gd name="csY5" fmla="*/ 165382 h 1501201"/>
              <a:gd name="csX6" fmla="*/ 1766418 w 1868123"/>
              <a:gd name="csY6" fmla="*/ 1335819 h 1501201"/>
              <a:gd name="csX7" fmla="*/ 1702741 w 1868123"/>
              <a:gd name="csY7" fmla="*/ 1399496 h 1501201"/>
              <a:gd name="csX8" fmla="*/ 165382 w 1868123"/>
              <a:gd name="csY8" fmla="*/ 1399496 h 1501201"/>
              <a:gd name="csX9" fmla="*/ 69336 w 1868123"/>
              <a:gd name="csY9" fmla="*/ 1501201 h 1501201"/>
              <a:gd name="csX10" fmla="*/ 667773 w 1868123"/>
              <a:gd name="csY10" fmla="*/ 1501201 h 1501201"/>
              <a:gd name="csX11" fmla="*/ 1267848 w 1868123"/>
              <a:gd name="csY11" fmla="*/ 1501201 h 1501201"/>
              <a:gd name="csX12" fmla="*/ 1359442 w 1868123"/>
              <a:gd name="csY12" fmla="*/ 1501201 h 1501201"/>
              <a:gd name="csX13" fmla="*/ 1798787 w 1868123"/>
              <a:gd name="csY13" fmla="*/ 1501201 h 1501201"/>
              <a:gd name="csX14" fmla="*/ 1868123 w 1868123"/>
              <a:gd name="csY14" fmla="*/ 1431865 h 1501201"/>
              <a:gd name="csX15" fmla="*/ 1868123 w 1868123"/>
              <a:gd name="csY15" fmla="*/ 69336 h 1501201"/>
              <a:gd name="csX16" fmla="*/ 1798787 w 1868123"/>
              <a:gd name="csY16" fmla="*/ 0 h 1501201"/>
              <a:gd name="csX17" fmla="*/ 1359442 w 1868123"/>
              <a:gd name="csY17" fmla="*/ 0 h 1501201"/>
              <a:gd name="csX18" fmla="*/ 1267848 w 1868123"/>
              <a:gd name="csY18" fmla="*/ 0 h 1501201"/>
              <a:gd name="csX19" fmla="*/ 69336 w 1868123"/>
              <a:gd name="csY19" fmla="*/ 0 h 1501201"/>
              <a:gd name="csX20" fmla="*/ 0 w 1868123"/>
              <a:gd name="csY20" fmla="*/ 69336 h 1501201"/>
              <a:gd name="csX21" fmla="*/ 0 w 1868123"/>
              <a:gd name="csY21" fmla="*/ 1431865 h 1501201"/>
              <a:gd name="csX22" fmla="*/ 69336 w 1868123"/>
              <a:gd name="csY22" fmla="*/ 1501201 h 1501201"/>
              <a:gd name="csX0" fmla="*/ 165382 w 1868123"/>
              <a:gd name="csY0" fmla="*/ 1399496 h 1501201"/>
              <a:gd name="csX1" fmla="*/ 101705 w 1868123"/>
              <a:gd name="csY1" fmla="*/ 1335819 h 1501201"/>
              <a:gd name="csX2" fmla="*/ 101705 w 1868123"/>
              <a:gd name="csY2" fmla="*/ 165382 h 1501201"/>
              <a:gd name="csX3" fmla="*/ 165382 w 1868123"/>
              <a:gd name="csY3" fmla="*/ 101705 h 1501201"/>
              <a:gd name="csX4" fmla="*/ 1702741 w 1868123"/>
              <a:gd name="csY4" fmla="*/ 101705 h 1501201"/>
              <a:gd name="csX5" fmla="*/ 1766418 w 1868123"/>
              <a:gd name="csY5" fmla="*/ 165382 h 1501201"/>
              <a:gd name="csX6" fmla="*/ 1766418 w 1868123"/>
              <a:gd name="csY6" fmla="*/ 1335819 h 1501201"/>
              <a:gd name="csX7" fmla="*/ 1702741 w 1868123"/>
              <a:gd name="csY7" fmla="*/ 1399496 h 1501201"/>
              <a:gd name="csX8" fmla="*/ 165382 w 1868123"/>
              <a:gd name="csY8" fmla="*/ 1399496 h 1501201"/>
              <a:gd name="csX9" fmla="*/ 69336 w 1868123"/>
              <a:gd name="csY9" fmla="*/ 1501201 h 1501201"/>
              <a:gd name="csX10" fmla="*/ 667773 w 1868123"/>
              <a:gd name="csY10" fmla="*/ 1501201 h 1501201"/>
              <a:gd name="csX11" fmla="*/ 1267848 w 1868123"/>
              <a:gd name="csY11" fmla="*/ 1501201 h 1501201"/>
              <a:gd name="csX12" fmla="*/ 1359442 w 1868123"/>
              <a:gd name="csY12" fmla="*/ 1501201 h 1501201"/>
              <a:gd name="csX13" fmla="*/ 1798787 w 1868123"/>
              <a:gd name="csY13" fmla="*/ 1501201 h 1501201"/>
              <a:gd name="csX14" fmla="*/ 1868123 w 1868123"/>
              <a:gd name="csY14" fmla="*/ 1431865 h 1501201"/>
              <a:gd name="csX15" fmla="*/ 1868123 w 1868123"/>
              <a:gd name="csY15" fmla="*/ 69336 h 1501201"/>
              <a:gd name="csX16" fmla="*/ 1798787 w 1868123"/>
              <a:gd name="csY16" fmla="*/ 0 h 1501201"/>
              <a:gd name="csX17" fmla="*/ 1359442 w 1868123"/>
              <a:gd name="csY17" fmla="*/ 0 h 1501201"/>
              <a:gd name="csX18" fmla="*/ 69336 w 1868123"/>
              <a:gd name="csY18" fmla="*/ 0 h 1501201"/>
              <a:gd name="csX19" fmla="*/ 0 w 1868123"/>
              <a:gd name="csY19" fmla="*/ 69336 h 1501201"/>
              <a:gd name="csX20" fmla="*/ 0 w 1868123"/>
              <a:gd name="csY20" fmla="*/ 1431865 h 1501201"/>
              <a:gd name="csX21" fmla="*/ 69336 w 1868123"/>
              <a:gd name="csY21" fmla="*/ 1501201 h 1501201"/>
              <a:gd name="csX0" fmla="*/ 165382 w 1868123"/>
              <a:gd name="csY0" fmla="*/ 1399496 h 1501201"/>
              <a:gd name="csX1" fmla="*/ 101705 w 1868123"/>
              <a:gd name="csY1" fmla="*/ 1335819 h 1501201"/>
              <a:gd name="csX2" fmla="*/ 101705 w 1868123"/>
              <a:gd name="csY2" fmla="*/ 165382 h 1501201"/>
              <a:gd name="csX3" fmla="*/ 165382 w 1868123"/>
              <a:gd name="csY3" fmla="*/ 101705 h 1501201"/>
              <a:gd name="csX4" fmla="*/ 1702741 w 1868123"/>
              <a:gd name="csY4" fmla="*/ 101705 h 1501201"/>
              <a:gd name="csX5" fmla="*/ 1766418 w 1868123"/>
              <a:gd name="csY5" fmla="*/ 165382 h 1501201"/>
              <a:gd name="csX6" fmla="*/ 1766418 w 1868123"/>
              <a:gd name="csY6" fmla="*/ 1335819 h 1501201"/>
              <a:gd name="csX7" fmla="*/ 1702741 w 1868123"/>
              <a:gd name="csY7" fmla="*/ 1399496 h 1501201"/>
              <a:gd name="csX8" fmla="*/ 165382 w 1868123"/>
              <a:gd name="csY8" fmla="*/ 1399496 h 1501201"/>
              <a:gd name="csX9" fmla="*/ 69336 w 1868123"/>
              <a:gd name="csY9" fmla="*/ 1501201 h 1501201"/>
              <a:gd name="csX10" fmla="*/ 667773 w 1868123"/>
              <a:gd name="csY10" fmla="*/ 1501201 h 1501201"/>
              <a:gd name="csX11" fmla="*/ 1267848 w 1868123"/>
              <a:gd name="csY11" fmla="*/ 1501201 h 1501201"/>
              <a:gd name="csX12" fmla="*/ 1359442 w 1868123"/>
              <a:gd name="csY12" fmla="*/ 1501201 h 1501201"/>
              <a:gd name="csX13" fmla="*/ 1798787 w 1868123"/>
              <a:gd name="csY13" fmla="*/ 1501201 h 1501201"/>
              <a:gd name="csX14" fmla="*/ 1868123 w 1868123"/>
              <a:gd name="csY14" fmla="*/ 1431865 h 1501201"/>
              <a:gd name="csX15" fmla="*/ 1868123 w 1868123"/>
              <a:gd name="csY15" fmla="*/ 69336 h 1501201"/>
              <a:gd name="csX16" fmla="*/ 1798787 w 1868123"/>
              <a:gd name="csY16" fmla="*/ 0 h 1501201"/>
              <a:gd name="csX17" fmla="*/ 69336 w 1868123"/>
              <a:gd name="csY17" fmla="*/ 0 h 1501201"/>
              <a:gd name="csX18" fmla="*/ 0 w 1868123"/>
              <a:gd name="csY18" fmla="*/ 69336 h 1501201"/>
              <a:gd name="csX19" fmla="*/ 0 w 1868123"/>
              <a:gd name="csY19" fmla="*/ 1431865 h 1501201"/>
              <a:gd name="csX20" fmla="*/ 69336 w 1868123"/>
              <a:gd name="csY20" fmla="*/ 1501201 h 1501201"/>
              <a:gd name="csX0" fmla="*/ 165382 w 1868123"/>
              <a:gd name="csY0" fmla="*/ 1399496 h 1501201"/>
              <a:gd name="csX1" fmla="*/ 101705 w 1868123"/>
              <a:gd name="csY1" fmla="*/ 1335819 h 1501201"/>
              <a:gd name="csX2" fmla="*/ 101705 w 1868123"/>
              <a:gd name="csY2" fmla="*/ 165382 h 1501201"/>
              <a:gd name="csX3" fmla="*/ 165382 w 1868123"/>
              <a:gd name="csY3" fmla="*/ 101705 h 1501201"/>
              <a:gd name="csX4" fmla="*/ 1702741 w 1868123"/>
              <a:gd name="csY4" fmla="*/ 101705 h 1501201"/>
              <a:gd name="csX5" fmla="*/ 1766418 w 1868123"/>
              <a:gd name="csY5" fmla="*/ 165382 h 1501201"/>
              <a:gd name="csX6" fmla="*/ 1766418 w 1868123"/>
              <a:gd name="csY6" fmla="*/ 1335819 h 1501201"/>
              <a:gd name="csX7" fmla="*/ 1702741 w 1868123"/>
              <a:gd name="csY7" fmla="*/ 1399496 h 1501201"/>
              <a:gd name="csX8" fmla="*/ 165382 w 1868123"/>
              <a:gd name="csY8" fmla="*/ 1399496 h 1501201"/>
              <a:gd name="csX9" fmla="*/ 69336 w 1868123"/>
              <a:gd name="csY9" fmla="*/ 1501201 h 1501201"/>
              <a:gd name="csX10" fmla="*/ 667773 w 1868123"/>
              <a:gd name="csY10" fmla="*/ 1501201 h 1501201"/>
              <a:gd name="csX11" fmla="*/ 1267848 w 1868123"/>
              <a:gd name="csY11" fmla="*/ 1501201 h 1501201"/>
              <a:gd name="csX12" fmla="*/ 1798787 w 1868123"/>
              <a:gd name="csY12" fmla="*/ 1501201 h 1501201"/>
              <a:gd name="csX13" fmla="*/ 1868123 w 1868123"/>
              <a:gd name="csY13" fmla="*/ 1431865 h 1501201"/>
              <a:gd name="csX14" fmla="*/ 1868123 w 1868123"/>
              <a:gd name="csY14" fmla="*/ 69336 h 1501201"/>
              <a:gd name="csX15" fmla="*/ 1798787 w 1868123"/>
              <a:gd name="csY15" fmla="*/ 0 h 1501201"/>
              <a:gd name="csX16" fmla="*/ 69336 w 1868123"/>
              <a:gd name="csY16" fmla="*/ 0 h 1501201"/>
              <a:gd name="csX17" fmla="*/ 0 w 1868123"/>
              <a:gd name="csY17" fmla="*/ 69336 h 1501201"/>
              <a:gd name="csX18" fmla="*/ 0 w 1868123"/>
              <a:gd name="csY18" fmla="*/ 1431865 h 1501201"/>
              <a:gd name="csX19" fmla="*/ 69336 w 1868123"/>
              <a:gd name="csY19" fmla="*/ 1501201 h 1501201"/>
              <a:gd name="csX0" fmla="*/ 165382 w 1868123"/>
              <a:gd name="csY0" fmla="*/ 1399496 h 1501201"/>
              <a:gd name="csX1" fmla="*/ 101705 w 1868123"/>
              <a:gd name="csY1" fmla="*/ 1335819 h 1501201"/>
              <a:gd name="csX2" fmla="*/ 101705 w 1868123"/>
              <a:gd name="csY2" fmla="*/ 165382 h 1501201"/>
              <a:gd name="csX3" fmla="*/ 165382 w 1868123"/>
              <a:gd name="csY3" fmla="*/ 101705 h 1501201"/>
              <a:gd name="csX4" fmla="*/ 1702741 w 1868123"/>
              <a:gd name="csY4" fmla="*/ 101705 h 1501201"/>
              <a:gd name="csX5" fmla="*/ 1766418 w 1868123"/>
              <a:gd name="csY5" fmla="*/ 165382 h 1501201"/>
              <a:gd name="csX6" fmla="*/ 1766418 w 1868123"/>
              <a:gd name="csY6" fmla="*/ 1335819 h 1501201"/>
              <a:gd name="csX7" fmla="*/ 1702741 w 1868123"/>
              <a:gd name="csY7" fmla="*/ 1399496 h 1501201"/>
              <a:gd name="csX8" fmla="*/ 165382 w 1868123"/>
              <a:gd name="csY8" fmla="*/ 1399496 h 1501201"/>
              <a:gd name="csX9" fmla="*/ 69336 w 1868123"/>
              <a:gd name="csY9" fmla="*/ 1501201 h 1501201"/>
              <a:gd name="csX10" fmla="*/ 667773 w 1868123"/>
              <a:gd name="csY10" fmla="*/ 1501201 h 1501201"/>
              <a:gd name="csX11" fmla="*/ 1798787 w 1868123"/>
              <a:gd name="csY11" fmla="*/ 1501201 h 1501201"/>
              <a:gd name="csX12" fmla="*/ 1868123 w 1868123"/>
              <a:gd name="csY12" fmla="*/ 1431865 h 1501201"/>
              <a:gd name="csX13" fmla="*/ 1868123 w 1868123"/>
              <a:gd name="csY13" fmla="*/ 69336 h 1501201"/>
              <a:gd name="csX14" fmla="*/ 1798787 w 1868123"/>
              <a:gd name="csY14" fmla="*/ 0 h 1501201"/>
              <a:gd name="csX15" fmla="*/ 69336 w 1868123"/>
              <a:gd name="csY15" fmla="*/ 0 h 1501201"/>
              <a:gd name="csX16" fmla="*/ 0 w 1868123"/>
              <a:gd name="csY16" fmla="*/ 69336 h 1501201"/>
              <a:gd name="csX17" fmla="*/ 0 w 1868123"/>
              <a:gd name="csY17" fmla="*/ 1431865 h 1501201"/>
              <a:gd name="csX18" fmla="*/ 69336 w 1868123"/>
              <a:gd name="csY18" fmla="*/ 1501201 h 1501201"/>
              <a:gd name="csX0" fmla="*/ 165382 w 1868123"/>
              <a:gd name="csY0" fmla="*/ 1399496 h 1501201"/>
              <a:gd name="csX1" fmla="*/ 101705 w 1868123"/>
              <a:gd name="csY1" fmla="*/ 1335819 h 1501201"/>
              <a:gd name="csX2" fmla="*/ 101705 w 1868123"/>
              <a:gd name="csY2" fmla="*/ 165382 h 1501201"/>
              <a:gd name="csX3" fmla="*/ 165382 w 1868123"/>
              <a:gd name="csY3" fmla="*/ 101705 h 1501201"/>
              <a:gd name="csX4" fmla="*/ 1702741 w 1868123"/>
              <a:gd name="csY4" fmla="*/ 101705 h 1501201"/>
              <a:gd name="csX5" fmla="*/ 1766418 w 1868123"/>
              <a:gd name="csY5" fmla="*/ 165382 h 1501201"/>
              <a:gd name="csX6" fmla="*/ 1766418 w 1868123"/>
              <a:gd name="csY6" fmla="*/ 1335819 h 1501201"/>
              <a:gd name="csX7" fmla="*/ 1702741 w 1868123"/>
              <a:gd name="csY7" fmla="*/ 1399496 h 1501201"/>
              <a:gd name="csX8" fmla="*/ 165382 w 1868123"/>
              <a:gd name="csY8" fmla="*/ 1399496 h 1501201"/>
              <a:gd name="csX9" fmla="*/ 69336 w 1868123"/>
              <a:gd name="csY9" fmla="*/ 1501201 h 1501201"/>
              <a:gd name="csX10" fmla="*/ 1798787 w 1868123"/>
              <a:gd name="csY10" fmla="*/ 1501201 h 1501201"/>
              <a:gd name="csX11" fmla="*/ 1868123 w 1868123"/>
              <a:gd name="csY11" fmla="*/ 1431865 h 1501201"/>
              <a:gd name="csX12" fmla="*/ 1868123 w 1868123"/>
              <a:gd name="csY12" fmla="*/ 69336 h 1501201"/>
              <a:gd name="csX13" fmla="*/ 1798787 w 1868123"/>
              <a:gd name="csY13" fmla="*/ 0 h 1501201"/>
              <a:gd name="csX14" fmla="*/ 69336 w 1868123"/>
              <a:gd name="csY14" fmla="*/ 0 h 1501201"/>
              <a:gd name="csX15" fmla="*/ 0 w 1868123"/>
              <a:gd name="csY15" fmla="*/ 69336 h 1501201"/>
              <a:gd name="csX16" fmla="*/ 0 w 1868123"/>
              <a:gd name="csY16" fmla="*/ 1431865 h 1501201"/>
              <a:gd name="csX17" fmla="*/ 69336 w 1868123"/>
              <a:gd name="csY17" fmla="*/ 1501201 h 1501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868123" h="1501201">
                <a:moveTo>
                  <a:pt x="165382" y="1399496"/>
                </a:moveTo>
                <a:cubicBezTo>
                  <a:pt x="130214" y="1399496"/>
                  <a:pt x="101705" y="1370987"/>
                  <a:pt x="101705" y="1335819"/>
                </a:cubicBezTo>
                <a:lnTo>
                  <a:pt x="101705" y="165382"/>
                </a:lnTo>
                <a:cubicBezTo>
                  <a:pt x="101705" y="130214"/>
                  <a:pt x="130214" y="101705"/>
                  <a:pt x="165382" y="101705"/>
                </a:cubicBezTo>
                <a:lnTo>
                  <a:pt x="1702741" y="101705"/>
                </a:lnTo>
                <a:cubicBezTo>
                  <a:pt x="1737909" y="101705"/>
                  <a:pt x="1766418" y="130214"/>
                  <a:pt x="1766418" y="165382"/>
                </a:cubicBezTo>
                <a:lnTo>
                  <a:pt x="1766418" y="1335819"/>
                </a:lnTo>
                <a:cubicBezTo>
                  <a:pt x="1766418" y="1370987"/>
                  <a:pt x="1737909" y="1399496"/>
                  <a:pt x="1702741" y="1399496"/>
                </a:cubicBezTo>
                <a:lnTo>
                  <a:pt x="165382" y="1399496"/>
                </a:lnTo>
                <a:close/>
                <a:moveTo>
                  <a:pt x="69336" y="1501201"/>
                </a:moveTo>
                <a:lnTo>
                  <a:pt x="1798787" y="1501201"/>
                </a:lnTo>
                <a:cubicBezTo>
                  <a:pt x="1837080" y="1501201"/>
                  <a:pt x="1868123" y="1470158"/>
                  <a:pt x="1868123" y="1431865"/>
                </a:cubicBezTo>
                <a:lnTo>
                  <a:pt x="1868123" y="69336"/>
                </a:lnTo>
                <a:cubicBezTo>
                  <a:pt x="1868123" y="31043"/>
                  <a:pt x="1837080" y="0"/>
                  <a:pt x="1798787" y="0"/>
                </a:cubicBezTo>
                <a:lnTo>
                  <a:pt x="69336" y="0"/>
                </a:lnTo>
                <a:cubicBezTo>
                  <a:pt x="31043" y="0"/>
                  <a:pt x="0" y="31043"/>
                  <a:pt x="0" y="69336"/>
                </a:cubicBezTo>
                <a:lnTo>
                  <a:pt x="0" y="1431865"/>
                </a:lnTo>
                <a:cubicBezTo>
                  <a:pt x="0" y="1470158"/>
                  <a:pt x="31043" y="1501201"/>
                  <a:pt x="69336" y="1501201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B98E254-FC60-2E8D-17B0-04DE0D0A8620}"/>
              </a:ext>
            </a:extLst>
          </p:cNvPr>
          <p:cNvSpPr/>
          <p:nvPr/>
        </p:nvSpPr>
        <p:spPr>
          <a:xfrm rot="1763205" flipV="1">
            <a:off x="9699290" y="3237050"/>
            <a:ext cx="925796" cy="545010"/>
          </a:xfrm>
          <a:custGeom>
            <a:avLst/>
            <a:gdLst>
              <a:gd name="csX0" fmla="*/ 374985 w 925797"/>
              <a:gd name="csY0" fmla="*/ 545009 h 545009"/>
              <a:gd name="csX1" fmla="*/ 731597 w 925797"/>
              <a:gd name="csY1" fmla="*/ 307100 h 545009"/>
              <a:gd name="csX2" fmla="*/ 749272 w 925797"/>
              <a:gd name="csY2" fmla="*/ 256021 h 545009"/>
              <a:gd name="csX3" fmla="*/ 749272 w 925797"/>
              <a:gd name="csY3" fmla="*/ 427945 h 545009"/>
              <a:gd name="csX4" fmla="*/ 749375 w 925797"/>
              <a:gd name="csY4" fmla="*/ 427945 h 545009"/>
              <a:gd name="csX5" fmla="*/ 749375 w 925797"/>
              <a:gd name="csY5" fmla="*/ 255723 h 545009"/>
              <a:gd name="csX6" fmla="*/ 750283 w 925797"/>
              <a:gd name="csY6" fmla="*/ 253101 h 545009"/>
              <a:gd name="csX7" fmla="*/ 751736 w 925797"/>
              <a:gd name="csY7" fmla="*/ 240137 h 545009"/>
              <a:gd name="csX8" fmla="*/ 749375 w 925797"/>
              <a:gd name="csY8" fmla="*/ 240137 h 545009"/>
              <a:gd name="csX9" fmla="*/ 749375 w 925797"/>
              <a:gd name="csY9" fmla="*/ 221902 h 545009"/>
              <a:gd name="csX10" fmla="*/ 833633 w 925797"/>
              <a:gd name="csY10" fmla="*/ 305933 h 545009"/>
              <a:gd name="csX11" fmla="*/ 925797 w 925797"/>
              <a:gd name="csY11" fmla="*/ 214019 h 545009"/>
              <a:gd name="csX12" fmla="*/ 730287 w 925797"/>
              <a:gd name="csY12" fmla="*/ 19036 h 545009"/>
              <a:gd name="csX13" fmla="*/ 638123 w 925797"/>
              <a:gd name="csY13" fmla="*/ 19036 h 545009"/>
              <a:gd name="csX14" fmla="*/ 442614 w 925797"/>
              <a:gd name="csY14" fmla="*/ 214019 h 545009"/>
              <a:gd name="csX15" fmla="*/ 534778 w 925797"/>
              <a:gd name="csY15" fmla="*/ 305933 h 545009"/>
              <a:gd name="csX16" fmla="*/ 619035 w 925797"/>
              <a:gd name="csY16" fmla="*/ 221903 h 545009"/>
              <a:gd name="csX17" fmla="*/ 619035 w 925797"/>
              <a:gd name="csY17" fmla="*/ 240137 h 545009"/>
              <a:gd name="csX18" fmla="*/ 616391 w 925797"/>
              <a:gd name="csY18" fmla="*/ 240137 h 545009"/>
              <a:gd name="csX19" fmla="*/ 613547 w 925797"/>
              <a:gd name="csY19" fmla="*/ 252501 h 545009"/>
              <a:gd name="csX20" fmla="*/ 611370 w 925797"/>
              <a:gd name="csY20" fmla="*/ 257499 h 545009"/>
              <a:gd name="csX21" fmla="*/ 374985 w 925797"/>
              <a:gd name="csY21" fmla="*/ 414669 h 545009"/>
              <a:gd name="csX22" fmla="*/ 142583 w 925797"/>
              <a:gd name="csY22" fmla="*/ 266889 h 545009"/>
              <a:gd name="csX23" fmla="*/ 133962 w 925797"/>
              <a:gd name="csY23" fmla="*/ 240137 h 545009"/>
              <a:gd name="csX24" fmla="*/ 0 w 925797"/>
              <a:gd name="csY24" fmla="*/ 240137 h 545009"/>
              <a:gd name="csX25" fmla="*/ 1001 w 925797"/>
              <a:gd name="csY25" fmla="*/ 249740 h 545009"/>
              <a:gd name="csX26" fmla="*/ 374985 w 925797"/>
              <a:gd name="csY26" fmla="*/ 545009 h 545009"/>
              <a:gd name="csX0" fmla="*/ 374985 w 925797"/>
              <a:gd name="csY0" fmla="*/ 545009 h 545009"/>
              <a:gd name="csX1" fmla="*/ 731597 w 925797"/>
              <a:gd name="csY1" fmla="*/ 307100 h 545009"/>
              <a:gd name="csX2" fmla="*/ 749272 w 925797"/>
              <a:gd name="csY2" fmla="*/ 256021 h 545009"/>
              <a:gd name="csX3" fmla="*/ 749272 w 925797"/>
              <a:gd name="csY3" fmla="*/ 427945 h 545009"/>
              <a:gd name="csX4" fmla="*/ 749375 w 925797"/>
              <a:gd name="csY4" fmla="*/ 427945 h 545009"/>
              <a:gd name="csX5" fmla="*/ 749375 w 925797"/>
              <a:gd name="csY5" fmla="*/ 255723 h 545009"/>
              <a:gd name="csX6" fmla="*/ 750283 w 925797"/>
              <a:gd name="csY6" fmla="*/ 253101 h 545009"/>
              <a:gd name="csX7" fmla="*/ 751736 w 925797"/>
              <a:gd name="csY7" fmla="*/ 240137 h 545009"/>
              <a:gd name="csX8" fmla="*/ 749375 w 925797"/>
              <a:gd name="csY8" fmla="*/ 240137 h 545009"/>
              <a:gd name="csX9" fmla="*/ 749375 w 925797"/>
              <a:gd name="csY9" fmla="*/ 221902 h 545009"/>
              <a:gd name="csX10" fmla="*/ 833633 w 925797"/>
              <a:gd name="csY10" fmla="*/ 305933 h 545009"/>
              <a:gd name="csX11" fmla="*/ 925797 w 925797"/>
              <a:gd name="csY11" fmla="*/ 214019 h 545009"/>
              <a:gd name="csX12" fmla="*/ 730287 w 925797"/>
              <a:gd name="csY12" fmla="*/ 19036 h 545009"/>
              <a:gd name="csX13" fmla="*/ 638123 w 925797"/>
              <a:gd name="csY13" fmla="*/ 19036 h 545009"/>
              <a:gd name="csX14" fmla="*/ 442614 w 925797"/>
              <a:gd name="csY14" fmla="*/ 214019 h 545009"/>
              <a:gd name="csX15" fmla="*/ 534778 w 925797"/>
              <a:gd name="csY15" fmla="*/ 305933 h 545009"/>
              <a:gd name="csX16" fmla="*/ 619035 w 925797"/>
              <a:gd name="csY16" fmla="*/ 221903 h 545009"/>
              <a:gd name="csX17" fmla="*/ 619035 w 925797"/>
              <a:gd name="csY17" fmla="*/ 240137 h 545009"/>
              <a:gd name="csX18" fmla="*/ 613547 w 925797"/>
              <a:gd name="csY18" fmla="*/ 252501 h 545009"/>
              <a:gd name="csX19" fmla="*/ 611370 w 925797"/>
              <a:gd name="csY19" fmla="*/ 257499 h 545009"/>
              <a:gd name="csX20" fmla="*/ 374985 w 925797"/>
              <a:gd name="csY20" fmla="*/ 414669 h 545009"/>
              <a:gd name="csX21" fmla="*/ 142583 w 925797"/>
              <a:gd name="csY21" fmla="*/ 266889 h 545009"/>
              <a:gd name="csX22" fmla="*/ 133962 w 925797"/>
              <a:gd name="csY22" fmla="*/ 240137 h 545009"/>
              <a:gd name="csX23" fmla="*/ 0 w 925797"/>
              <a:gd name="csY23" fmla="*/ 240137 h 545009"/>
              <a:gd name="csX24" fmla="*/ 1001 w 925797"/>
              <a:gd name="csY24" fmla="*/ 249740 h 545009"/>
              <a:gd name="csX25" fmla="*/ 374985 w 925797"/>
              <a:gd name="csY25" fmla="*/ 545009 h 545009"/>
              <a:gd name="csX0" fmla="*/ 374985 w 925797"/>
              <a:gd name="csY0" fmla="*/ 545009 h 545009"/>
              <a:gd name="csX1" fmla="*/ 731597 w 925797"/>
              <a:gd name="csY1" fmla="*/ 307100 h 545009"/>
              <a:gd name="csX2" fmla="*/ 749272 w 925797"/>
              <a:gd name="csY2" fmla="*/ 256021 h 545009"/>
              <a:gd name="csX3" fmla="*/ 749272 w 925797"/>
              <a:gd name="csY3" fmla="*/ 427945 h 545009"/>
              <a:gd name="csX4" fmla="*/ 749375 w 925797"/>
              <a:gd name="csY4" fmla="*/ 427945 h 545009"/>
              <a:gd name="csX5" fmla="*/ 749375 w 925797"/>
              <a:gd name="csY5" fmla="*/ 255723 h 545009"/>
              <a:gd name="csX6" fmla="*/ 750283 w 925797"/>
              <a:gd name="csY6" fmla="*/ 253101 h 545009"/>
              <a:gd name="csX7" fmla="*/ 751736 w 925797"/>
              <a:gd name="csY7" fmla="*/ 240137 h 545009"/>
              <a:gd name="csX8" fmla="*/ 749375 w 925797"/>
              <a:gd name="csY8" fmla="*/ 240137 h 545009"/>
              <a:gd name="csX9" fmla="*/ 749375 w 925797"/>
              <a:gd name="csY9" fmla="*/ 221902 h 545009"/>
              <a:gd name="csX10" fmla="*/ 833633 w 925797"/>
              <a:gd name="csY10" fmla="*/ 305933 h 545009"/>
              <a:gd name="csX11" fmla="*/ 925797 w 925797"/>
              <a:gd name="csY11" fmla="*/ 214019 h 545009"/>
              <a:gd name="csX12" fmla="*/ 730287 w 925797"/>
              <a:gd name="csY12" fmla="*/ 19036 h 545009"/>
              <a:gd name="csX13" fmla="*/ 638123 w 925797"/>
              <a:gd name="csY13" fmla="*/ 19036 h 545009"/>
              <a:gd name="csX14" fmla="*/ 442614 w 925797"/>
              <a:gd name="csY14" fmla="*/ 214019 h 545009"/>
              <a:gd name="csX15" fmla="*/ 534778 w 925797"/>
              <a:gd name="csY15" fmla="*/ 305933 h 545009"/>
              <a:gd name="csX16" fmla="*/ 619035 w 925797"/>
              <a:gd name="csY16" fmla="*/ 221903 h 545009"/>
              <a:gd name="csX17" fmla="*/ 613547 w 925797"/>
              <a:gd name="csY17" fmla="*/ 252501 h 545009"/>
              <a:gd name="csX18" fmla="*/ 611370 w 925797"/>
              <a:gd name="csY18" fmla="*/ 257499 h 545009"/>
              <a:gd name="csX19" fmla="*/ 374985 w 925797"/>
              <a:gd name="csY19" fmla="*/ 414669 h 545009"/>
              <a:gd name="csX20" fmla="*/ 142583 w 925797"/>
              <a:gd name="csY20" fmla="*/ 266889 h 545009"/>
              <a:gd name="csX21" fmla="*/ 133962 w 925797"/>
              <a:gd name="csY21" fmla="*/ 240137 h 545009"/>
              <a:gd name="csX22" fmla="*/ 0 w 925797"/>
              <a:gd name="csY22" fmla="*/ 240137 h 545009"/>
              <a:gd name="csX23" fmla="*/ 1001 w 925797"/>
              <a:gd name="csY23" fmla="*/ 249740 h 545009"/>
              <a:gd name="csX24" fmla="*/ 374985 w 925797"/>
              <a:gd name="csY24" fmla="*/ 545009 h 545009"/>
              <a:gd name="csX0" fmla="*/ 374985 w 925797"/>
              <a:gd name="csY0" fmla="*/ 545009 h 545009"/>
              <a:gd name="csX1" fmla="*/ 731597 w 925797"/>
              <a:gd name="csY1" fmla="*/ 307100 h 545009"/>
              <a:gd name="csX2" fmla="*/ 749272 w 925797"/>
              <a:gd name="csY2" fmla="*/ 256021 h 545009"/>
              <a:gd name="csX3" fmla="*/ 749272 w 925797"/>
              <a:gd name="csY3" fmla="*/ 427945 h 545009"/>
              <a:gd name="csX4" fmla="*/ 749375 w 925797"/>
              <a:gd name="csY4" fmla="*/ 427945 h 545009"/>
              <a:gd name="csX5" fmla="*/ 749375 w 925797"/>
              <a:gd name="csY5" fmla="*/ 255723 h 545009"/>
              <a:gd name="csX6" fmla="*/ 750283 w 925797"/>
              <a:gd name="csY6" fmla="*/ 253101 h 545009"/>
              <a:gd name="csX7" fmla="*/ 751736 w 925797"/>
              <a:gd name="csY7" fmla="*/ 240137 h 545009"/>
              <a:gd name="csX8" fmla="*/ 749375 w 925797"/>
              <a:gd name="csY8" fmla="*/ 240137 h 545009"/>
              <a:gd name="csX9" fmla="*/ 749375 w 925797"/>
              <a:gd name="csY9" fmla="*/ 221902 h 545009"/>
              <a:gd name="csX10" fmla="*/ 833633 w 925797"/>
              <a:gd name="csY10" fmla="*/ 305933 h 545009"/>
              <a:gd name="csX11" fmla="*/ 925797 w 925797"/>
              <a:gd name="csY11" fmla="*/ 214019 h 545009"/>
              <a:gd name="csX12" fmla="*/ 730287 w 925797"/>
              <a:gd name="csY12" fmla="*/ 19036 h 545009"/>
              <a:gd name="csX13" fmla="*/ 638123 w 925797"/>
              <a:gd name="csY13" fmla="*/ 19036 h 545009"/>
              <a:gd name="csX14" fmla="*/ 442614 w 925797"/>
              <a:gd name="csY14" fmla="*/ 214019 h 545009"/>
              <a:gd name="csX15" fmla="*/ 534778 w 925797"/>
              <a:gd name="csY15" fmla="*/ 305933 h 545009"/>
              <a:gd name="csX16" fmla="*/ 619035 w 925797"/>
              <a:gd name="csY16" fmla="*/ 221903 h 545009"/>
              <a:gd name="csX17" fmla="*/ 611370 w 925797"/>
              <a:gd name="csY17" fmla="*/ 257499 h 545009"/>
              <a:gd name="csX18" fmla="*/ 374985 w 925797"/>
              <a:gd name="csY18" fmla="*/ 414669 h 545009"/>
              <a:gd name="csX19" fmla="*/ 142583 w 925797"/>
              <a:gd name="csY19" fmla="*/ 266889 h 545009"/>
              <a:gd name="csX20" fmla="*/ 133962 w 925797"/>
              <a:gd name="csY20" fmla="*/ 240137 h 545009"/>
              <a:gd name="csX21" fmla="*/ 0 w 925797"/>
              <a:gd name="csY21" fmla="*/ 240137 h 545009"/>
              <a:gd name="csX22" fmla="*/ 1001 w 925797"/>
              <a:gd name="csY22" fmla="*/ 249740 h 545009"/>
              <a:gd name="csX23" fmla="*/ 374985 w 925797"/>
              <a:gd name="csY23" fmla="*/ 545009 h 545009"/>
              <a:gd name="csX0" fmla="*/ 374985 w 925797"/>
              <a:gd name="csY0" fmla="*/ 545009 h 545009"/>
              <a:gd name="csX1" fmla="*/ 731597 w 925797"/>
              <a:gd name="csY1" fmla="*/ 307100 h 545009"/>
              <a:gd name="csX2" fmla="*/ 749272 w 925797"/>
              <a:gd name="csY2" fmla="*/ 256021 h 545009"/>
              <a:gd name="csX3" fmla="*/ 749272 w 925797"/>
              <a:gd name="csY3" fmla="*/ 427945 h 545009"/>
              <a:gd name="csX4" fmla="*/ 749375 w 925797"/>
              <a:gd name="csY4" fmla="*/ 427945 h 545009"/>
              <a:gd name="csX5" fmla="*/ 749375 w 925797"/>
              <a:gd name="csY5" fmla="*/ 255723 h 545009"/>
              <a:gd name="csX6" fmla="*/ 750283 w 925797"/>
              <a:gd name="csY6" fmla="*/ 253101 h 545009"/>
              <a:gd name="csX7" fmla="*/ 751736 w 925797"/>
              <a:gd name="csY7" fmla="*/ 240137 h 545009"/>
              <a:gd name="csX8" fmla="*/ 749375 w 925797"/>
              <a:gd name="csY8" fmla="*/ 221902 h 545009"/>
              <a:gd name="csX9" fmla="*/ 833633 w 925797"/>
              <a:gd name="csY9" fmla="*/ 305933 h 545009"/>
              <a:gd name="csX10" fmla="*/ 925797 w 925797"/>
              <a:gd name="csY10" fmla="*/ 214019 h 545009"/>
              <a:gd name="csX11" fmla="*/ 730287 w 925797"/>
              <a:gd name="csY11" fmla="*/ 19036 h 545009"/>
              <a:gd name="csX12" fmla="*/ 638123 w 925797"/>
              <a:gd name="csY12" fmla="*/ 19036 h 545009"/>
              <a:gd name="csX13" fmla="*/ 442614 w 925797"/>
              <a:gd name="csY13" fmla="*/ 214019 h 545009"/>
              <a:gd name="csX14" fmla="*/ 534778 w 925797"/>
              <a:gd name="csY14" fmla="*/ 305933 h 545009"/>
              <a:gd name="csX15" fmla="*/ 619035 w 925797"/>
              <a:gd name="csY15" fmla="*/ 221903 h 545009"/>
              <a:gd name="csX16" fmla="*/ 611370 w 925797"/>
              <a:gd name="csY16" fmla="*/ 257499 h 545009"/>
              <a:gd name="csX17" fmla="*/ 374985 w 925797"/>
              <a:gd name="csY17" fmla="*/ 414669 h 545009"/>
              <a:gd name="csX18" fmla="*/ 142583 w 925797"/>
              <a:gd name="csY18" fmla="*/ 266889 h 545009"/>
              <a:gd name="csX19" fmla="*/ 133962 w 925797"/>
              <a:gd name="csY19" fmla="*/ 240137 h 545009"/>
              <a:gd name="csX20" fmla="*/ 0 w 925797"/>
              <a:gd name="csY20" fmla="*/ 240137 h 545009"/>
              <a:gd name="csX21" fmla="*/ 1001 w 925797"/>
              <a:gd name="csY21" fmla="*/ 249740 h 545009"/>
              <a:gd name="csX22" fmla="*/ 374985 w 925797"/>
              <a:gd name="csY22" fmla="*/ 545009 h 545009"/>
              <a:gd name="csX0" fmla="*/ 374985 w 925797"/>
              <a:gd name="csY0" fmla="*/ 545009 h 545009"/>
              <a:gd name="csX1" fmla="*/ 731597 w 925797"/>
              <a:gd name="csY1" fmla="*/ 307100 h 545009"/>
              <a:gd name="csX2" fmla="*/ 749272 w 925797"/>
              <a:gd name="csY2" fmla="*/ 256021 h 545009"/>
              <a:gd name="csX3" fmla="*/ 749272 w 925797"/>
              <a:gd name="csY3" fmla="*/ 427945 h 545009"/>
              <a:gd name="csX4" fmla="*/ 749375 w 925797"/>
              <a:gd name="csY4" fmla="*/ 427945 h 545009"/>
              <a:gd name="csX5" fmla="*/ 749375 w 925797"/>
              <a:gd name="csY5" fmla="*/ 255723 h 545009"/>
              <a:gd name="csX6" fmla="*/ 750283 w 925797"/>
              <a:gd name="csY6" fmla="*/ 253101 h 545009"/>
              <a:gd name="csX7" fmla="*/ 749375 w 925797"/>
              <a:gd name="csY7" fmla="*/ 221902 h 545009"/>
              <a:gd name="csX8" fmla="*/ 833633 w 925797"/>
              <a:gd name="csY8" fmla="*/ 305933 h 545009"/>
              <a:gd name="csX9" fmla="*/ 925797 w 925797"/>
              <a:gd name="csY9" fmla="*/ 214019 h 545009"/>
              <a:gd name="csX10" fmla="*/ 730287 w 925797"/>
              <a:gd name="csY10" fmla="*/ 19036 h 545009"/>
              <a:gd name="csX11" fmla="*/ 638123 w 925797"/>
              <a:gd name="csY11" fmla="*/ 19036 h 545009"/>
              <a:gd name="csX12" fmla="*/ 442614 w 925797"/>
              <a:gd name="csY12" fmla="*/ 214019 h 545009"/>
              <a:gd name="csX13" fmla="*/ 534778 w 925797"/>
              <a:gd name="csY13" fmla="*/ 305933 h 545009"/>
              <a:gd name="csX14" fmla="*/ 619035 w 925797"/>
              <a:gd name="csY14" fmla="*/ 221903 h 545009"/>
              <a:gd name="csX15" fmla="*/ 611370 w 925797"/>
              <a:gd name="csY15" fmla="*/ 257499 h 545009"/>
              <a:gd name="csX16" fmla="*/ 374985 w 925797"/>
              <a:gd name="csY16" fmla="*/ 414669 h 545009"/>
              <a:gd name="csX17" fmla="*/ 142583 w 925797"/>
              <a:gd name="csY17" fmla="*/ 266889 h 545009"/>
              <a:gd name="csX18" fmla="*/ 133962 w 925797"/>
              <a:gd name="csY18" fmla="*/ 240137 h 545009"/>
              <a:gd name="csX19" fmla="*/ 0 w 925797"/>
              <a:gd name="csY19" fmla="*/ 240137 h 545009"/>
              <a:gd name="csX20" fmla="*/ 1001 w 925797"/>
              <a:gd name="csY20" fmla="*/ 249740 h 545009"/>
              <a:gd name="csX21" fmla="*/ 374985 w 925797"/>
              <a:gd name="csY21" fmla="*/ 545009 h 545009"/>
              <a:gd name="csX0" fmla="*/ 374985 w 925797"/>
              <a:gd name="csY0" fmla="*/ 545009 h 545009"/>
              <a:gd name="csX1" fmla="*/ 731597 w 925797"/>
              <a:gd name="csY1" fmla="*/ 307100 h 545009"/>
              <a:gd name="csX2" fmla="*/ 749272 w 925797"/>
              <a:gd name="csY2" fmla="*/ 256021 h 545009"/>
              <a:gd name="csX3" fmla="*/ 749272 w 925797"/>
              <a:gd name="csY3" fmla="*/ 427945 h 545009"/>
              <a:gd name="csX4" fmla="*/ 749375 w 925797"/>
              <a:gd name="csY4" fmla="*/ 427945 h 545009"/>
              <a:gd name="csX5" fmla="*/ 749375 w 925797"/>
              <a:gd name="csY5" fmla="*/ 255723 h 545009"/>
              <a:gd name="csX6" fmla="*/ 749375 w 925797"/>
              <a:gd name="csY6" fmla="*/ 221902 h 545009"/>
              <a:gd name="csX7" fmla="*/ 833633 w 925797"/>
              <a:gd name="csY7" fmla="*/ 305933 h 545009"/>
              <a:gd name="csX8" fmla="*/ 925797 w 925797"/>
              <a:gd name="csY8" fmla="*/ 214019 h 545009"/>
              <a:gd name="csX9" fmla="*/ 730287 w 925797"/>
              <a:gd name="csY9" fmla="*/ 19036 h 545009"/>
              <a:gd name="csX10" fmla="*/ 638123 w 925797"/>
              <a:gd name="csY10" fmla="*/ 19036 h 545009"/>
              <a:gd name="csX11" fmla="*/ 442614 w 925797"/>
              <a:gd name="csY11" fmla="*/ 214019 h 545009"/>
              <a:gd name="csX12" fmla="*/ 534778 w 925797"/>
              <a:gd name="csY12" fmla="*/ 305933 h 545009"/>
              <a:gd name="csX13" fmla="*/ 619035 w 925797"/>
              <a:gd name="csY13" fmla="*/ 221903 h 545009"/>
              <a:gd name="csX14" fmla="*/ 611370 w 925797"/>
              <a:gd name="csY14" fmla="*/ 257499 h 545009"/>
              <a:gd name="csX15" fmla="*/ 374985 w 925797"/>
              <a:gd name="csY15" fmla="*/ 414669 h 545009"/>
              <a:gd name="csX16" fmla="*/ 142583 w 925797"/>
              <a:gd name="csY16" fmla="*/ 266889 h 545009"/>
              <a:gd name="csX17" fmla="*/ 133962 w 925797"/>
              <a:gd name="csY17" fmla="*/ 240137 h 545009"/>
              <a:gd name="csX18" fmla="*/ 0 w 925797"/>
              <a:gd name="csY18" fmla="*/ 240137 h 545009"/>
              <a:gd name="csX19" fmla="*/ 1001 w 925797"/>
              <a:gd name="csY19" fmla="*/ 249740 h 545009"/>
              <a:gd name="csX20" fmla="*/ 374985 w 925797"/>
              <a:gd name="csY20" fmla="*/ 545009 h 545009"/>
              <a:gd name="csX0" fmla="*/ 374985 w 925797"/>
              <a:gd name="csY0" fmla="*/ 545009 h 545009"/>
              <a:gd name="csX1" fmla="*/ 731597 w 925797"/>
              <a:gd name="csY1" fmla="*/ 307100 h 545009"/>
              <a:gd name="csX2" fmla="*/ 749272 w 925797"/>
              <a:gd name="csY2" fmla="*/ 256021 h 545009"/>
              <a:gd name="csX3" fmla="*/ 749272 w 925797"/>
              <a:gd name="csY3" fmla="*/ 427945 h 545009"/>
              <a:gd name="csX4" fmla="*/ 749375 w 925797"/>
              <a:gd name="csY4" fmla="*/ 427945 h 545009"/>
              <a:gd name="csX5" fmla="*/ 749375 w 925797"/>
              <a:gd name="csY5" fmla="*/ 221902 h 545009"/>
              <a:gd name="csX6" fmla="*/ 833633 w 925797"/>
              <a:gd name="csY6" fmla="*/ 305933 h 545009"/>
              <a:gd name="csX7" fmla="*/ 925797 w 925797"/>
              <a:gd name="csY7" fmla="*/ 214019 h 545009"/>
              <a:gd name="csX8" fmla="*/ 730287 w 925797"/>
              <a:gd name="csY8" fmla="*/ 19036 h 545009"/>
              <a:gd name="csX9" fmla="*/ 638123 w 925797"/>
              <a:gd name="csY9" fmla="*/ 19036 h 545009"/>
              <a:gd name="csX10" fmla="*/ 442614 w 925797"/>
              <a:gd name="csY10" fmla="*/ 214019 h 545009"/>
              <a:gd name="csX11" fmla="*/ 534778 w 925797"/>
              <a:gd name="csY11" fmla="*/ 305933 h 545009"/>
              <a:gd name="csX12" fmla="*/ 619035 w 925797"/>
              <a:gd name="csY12" fmla="*/ 221903 h 545009"/>
              <a:gd name="csX13" fmla="*/ 611370 w 925797"/>
              <a:gd name="csY13" fmla="*/ 257499 h 545009"/>
              <a:gd name="csX14" fmla="*/ 374985 w 925797"/>
              <a:gd name="csY14" fmla="*/ 414669 h 545009"/>
              <a:gd name="csX15" fmla="*/ 142583 w 925797"/>
              <a:gd name="csY15" fmla="*/ 266889 h 545009"/>
              <a:gd name="csX16" fmla="*/ 133962 w 925797"/>
              <a:gd name="csY16" fmla="*/ 240137 h 545009"/>
              <a:gd name="csX17" fmla="*/ 0 w 925797"/>
              <a:gd name="csY17" fmla="*/ 240137 h 545009"/>
              <a:gd name="csX18" fmla="*/ 1001 w 925797"/>
              <a:gd name="csY18" fmla="*/ 249740 h 545009"/>
              <a:gd name="csX19" fmla="*/ 374985 w 925797"/>
              <a:gd name="csY19" fmla="*/ 545009 h 545009"/>
              <a:gd name="csX0" fmla="*/ 374985 w 925797"/>
              <a:gd name="csY0" fmla="*/ 545009 h 545009"/>
              <a:gd name="csX1" fmla="*/ 731597 w 925797"/>
              <a:gd name="csY1" fmla="*/ 307100 h 545009"/>
              <a:gd name="csX2" fmla="*/ 749272 w 925797"/>
              <a:gd name="csY2" fmla="*/ 427945 h 545009"/>
              <a:gd name="csX3" fmla="*/ 749375 w 925797"/>
              <a:gd name="csY3" fmla="*/ 427945 h 545009"/>
              <a:gd name="csX4" fmla="*/ 749375 w 925797"/>
              <a:gd name="csY4" fmla="*/ 221902 h 545009"/>
              <a:gd name="csX5" fmla="*/ 833633 w 925797"/>
              <a:gd name="csY5" fmla="*/ 305933 h 545009"/>
              <a:gd name="csX6" fmla="*/ 925797 w 925797"/>
              <a:gd name="csY6" fmla="*/ 214019 h 545009"/>
              <a:gd name="csX7" fmla="*/ 730287 w 925797"/>
              <a:gd name="csY7" fmla="*/ 19036 h 545009"/>
              <a:gd name="csX8" fmla="*/ 638123 w 925797"/>
              <a:gd name="csY8" fmla="*/ 19036 h 545009"/>
              <a:gd name="csX9" fmla="*/ 442614 w 925797"/>
              <a:gd name="csY9" fmla="*/ 214019 h 545009"/>
              <a:gd name="csX10" fmla="*/ 534778 w 925797"/>
              <a:gd name="csY10" fmla="*/ 305933 h 545009"/>
              <a:gd name="csX11" fmla="*/ 619035 w 925797"/>
              <a:gd name="csY11" fmla="*/ 221903 h 545009"/>
              <a:gd name="csX12" fmla="*/ 611370 w 925797"/>
              <a:gd name="csY12" fmla="*/ 257499 h 545009"/>
              <a:gd name="csX13" fmla="*/ 374985 w 925797"/>
              <a:gd name="csY13" fmla="*/ 414669 h 545009"/>
              <a:gd name="csX14" fmla="*/ 142583 w 925797"/>
              <a:gd name="csY14" fmla="*/ 266889 h 545009"/>
              <a:gd name="csX15" fmla="*/ 133962 w 925797"/>
              <a:gd name="csY15" fmla="*/ 240137 h 545009"/>
              <a:gd name="csX16" fmla="*/ 0 w 925797"/>
              <a:gd name="csY16" fmla="*/ 240137 h 545009"/>
              <a:gd name="csX17" fmla="*/ 1001 w 925797"/>
              <a:gd name="csY17" fmla="*/ 249740 h 545009"/>
              <a:gd name="csX18" fmla="*/ 374985 w 925797"/>
              <a:gd name="csY18" fmla="*/ 545009 h 545009"/>
              <a:gd name="csX0" fmla="*/ 374985 w 925797"/>
              <a:gd name="csY0" fmla="*/ 545009 h 545009"/>
              <a:gd name="csX1" fmla="*/ 731597 w 925797"/>
              <a:gd name="csY1" fmla="*/ 307100 h 545009"/>
              <a:gd name="csX2" fmla="*/ 749272 w 925797"/>
              <a:gd name="csY2" fmla="*/ 427945 h 545009"/>
              <a:gd name="csX3" fmla="*/ 749375 w 925797"/>
              <a:gd name="csY3" fmla="*/ 221902 h 545009"/>
              <a:gd name="csX4" fmla="*/ 833633 w 925797"/>
              <a:gd name="csY4" fmla="*/ 305933 h 545009"/>
              <a:gd name="csX5" fmla="*/ 925797 w 925797"/>
              <a:gd name="csY5" fmla="*/ 214019 h 545009"/>
              <a:gd name="csX6" fmla="*/ 730287 w 925797"/>
              <a:gd name="csY6" fmla="*/ 19036 h 545009"/>
              <a:gd name="csX7" fmla="*/ 638123 w 925797"/>
              <a:gd name="csY7" fmla="*/ 19036 h 545009"/>
              <a:gd name="csX8" fmla="*/ 442614 w 925797"/>
              <a:gd name="csY8" fmla="*/ 214019 h 545009"/>
              <a:gd name="csX9" fmla="*/ 534778 w 925797"/>
              <a:gd name="csY9" fmla="*/ 305933 h 545009"/>
              <a:gd name="csX10" fmla="*/ 619035 w 925797"/>
              <a:gd name="csY10" fmla="*/ 221903 h 545009"/>
              <a:gd name="csX11" fmla="*/ 611370 w 925797"/>
              <a:gd name="csY11" fmla="*/ 257499 h 545009"/>
              <a:gd name="csX12" fmla="*/ 374985 w 925797"/>
              <a:gd name="csY12" fmla="*/ 414669 h 545009"/>
              <a:gd name="csX13" fmla="*/ 142583 w 925797"/>
              <a:gd name="csY13" fmla="*/ 266889 h 545009"/>
              <a:gd name="csX14" fmla="*/ 133962 w 925797"/>
              <a:gd name="csY14" fmla="*/ 240137 h 545009"/>
              <a:gd name="csX15" fmla="*/ 0 w 925797"/>
              <a:gd name="csY15" fmla="*/ 240137 h 545009"/>
              <a:gd name="csX16" fmla="*/ 1001 w 925797"/>
              <a:gd name="csY16" fmla="*/ 249740 h 545009"/>
              <a:gd name="csX17" fmla="*/ 374985 w 925797"/>
              <a:gd name="csY17" fmla="*/ 545009 h 545009"/>
              <a:gd name="csX0" fmla="*/ 374985 w 925797"/>
              <a:gd name="csY0" fmla="*/ 545009 h 545009"/>
              <a:gd name="csX1" fmla="*/ 731597 w 925797"/>
              <a:gd name="csY1" fmla="*/ 307100 h 545009"/>
              <a:gd name="csX2" fmla="*/ 749375 w 925797"/>
              <a:gd name="csY2" fmla="*/ 221902 h 545009"/>
              <a:gd name="csX3" fmla="*/ 833633 w 925797"/>
              <a:gd name="csY3" fmla="*/ 305933 h 545009"/>
              <a:gd name="csX4" fmla="*/ 925797 w 925797"/>
              <a:gd name="csY4" fmla="*/ 214019 h 545009"/>
              <a:gd name="csX5" fmla="*/ 730287 w 925797"/>
              <a:gd name="csY5" fmla="*/ 19036 h 545009"/>
              <a:gd name="csX6" fmla="*/ 638123 w 925797"/>
              <a:gd name="csY6" fmla="*/ 19036 h 545009"/>
              <a:gd name="csX7" fmla="*/ 442614 w 925797"/>
              <a:gd name="csY7" fmla="*/ 214019 h 545009"/>
              <a:gd name="csX8" fmla="*/ 534778 w 925797"/>
              <a:gd name="csY8" fmla="*/ 305933 h 545009"/>
              <a:gd name="csX9" fmla="*/ 619035 w 925797"/>
              <a:gd name="csY9" fmla="*/ 221903 h 545009"/>
              <a:gd name="csX10" fmla="*/ 611370 w 925797"/>
              <a:gd name="csY10" fmla="*/ 257499 h 545009"/>
              <a:gd name="csX11" fmla="*/ 374985 w 925797"/>
              <a:gd name="csY11" fmla="*/ 414669 h 545009"/>
              <a:gd name="csX12" fmla="*/ 142583 w 925797"/>
              <a:gd name="csY12" fmla="*/ 266889 h 545009"/>
              <a:gd name="csX13" fmla="*/ 133962 w 925797"/>
              <a:gd name="csY13" fmla="*/ 240137 h 545009"/>
              <a:gd name="csX14" fmla="*/ 0 w 925797"/>
              <a:gd name="csY14" fmla="*/ 240137 h 545009"/>
              <a:gd name="csX15" fmla="*/ 1001 w 925797"/>
              <a:gd name="csY15" fmla="*/ 249740 h 545009"/>
              <a:gd name="csX16" fmla="*/ 374985 w 925797"/>
              <a:gd name="csY16" fmla="*/ 545009 h 545009"/>
              <a:gd name="csX0" fmla="*/ 374985 w 925797"/>
              <a:gd name="csY0" fmla="*/ 545009 h 545009"/>
              <a:gd name="csX1" fmla="*/ 731597 w 925797"/>
              <a:gd name="csY1" fmla="*/ 307100 h 545009"/>
              <a:gd name="csX2" fmla="*/ 749375 w 925797"/>
              <a:gd name="csY2" fmla="*/ 221902 h 545009"/>
              <a:gd name="csX3" fmla="*/ 833633 w 925797"/>
              <a:gd name="csY3" fmla="*/ 305933 h 545009"/>
              <a:gd name="csX4" fmla="*/ 925797 w 925797"/>
              <a:gd name="csY4" fmla="*/ 214019 h 545009"/>
              <a:gd name="csX5" fmla="*/ 730287 w 925797"/>
              <a:gd name="csY5" fmla="*/ 19036 h 545009"/>
              <a:gd name="csX6" fmla="*/ 638123 w 925797"/>
              <a:gd name="csY6" fmla="*/ 19036 h 545009"/>
              <a:gd name="csX7" fmla="*/ 442614 w 925797"/>
              <a:gd name="csY7" fmla="*/ 214019 h 545009"/>
              <a:gd name="csX8" fmla="*/ 534778 w 925797"/>
              <a:gd name="csY8" fmla="*/ 305933 h 545009"/>
              <a:gd name="csX9" fmla="*/ 619035 w 925797"/>
              <a:gd name="csY9" fmla="*/ 221903 h 545009"/>
              <a:gd name="csX10" fmla="*/ 611370 w 925797"/>
              <a:gd name="csY10" fmla="*/ 257499 h 545009"/>
              <a:gd name="csX11" fmla="*/ 374985 w 925797"/>
              <a:gd name="csY11" fmla="*/ 414669 h 545009"/>
              <a:gd name="csX12" fmla="*/ 142583 w 925797"/>
              <a:gd name="csY12" fmla="*/ 266889 h 545009"/>
              <a:gd name="csX13" fmla="*/ 133962 w 925797"/>
              <a:gd name="csY13" fmla="*/ 240137 h 545009"/>
              <a:gd name="csX14" fmla="*/ 0 w 925797"/>
              <a:gd name="csY14" fmla="*/ 240137 h 545009"/>
              <a:gd name="csX15" fmla="*/ 1001 w 925797"/>
              <a:gd name="csY15" fmla="*/ 249740 h 545009"/>
              <a:gd name="csX16" fmla="*/ 374985 w 925797"/>
              <a:gd name="csY16" fmla="*/ 545009 h 545009"/>
              <a:gd name="csX0" fmla="*/ 374985 w 925797"/>
              <a:gd name="csY0" fmla="*/ 545009 h 545009"/>
              <a:gd name="csX1" fmla="*/ 731597 w 925797"/>
              <a:gd name="csY1" fmla="*/ 307100 h 545009"/>
              <a:gd name="csX2" fmla="*/ 749375 w 925797"/>
              <a:gd name="csY2" fmla="*/ 221902 h 545009"/>
              <a:gd name="csX3" fmla="*/ 833633 w 925797"/>
              <a:gd name="csY3" fmla="*/ 305933 h 545009"/>
              <a:gd name="csX4" fmla="*/ 925797 w 925797"/>
              <a:gd name="csY4" fmla="*/ 214019 h 545009"/>
              <a:gd name="csX5" fmla="*/ 730287 w 925797"/>
              <a:gd name="csY5" fmla="*/ 19036 h 545009"/>
              <a:gd name="csX6" fmla="*/ 638123 w 925797"/>
              <a:gd name="csY6" fmla="*/ 19036 h 545009"/>
              <a:gd name="csX7" fmla="*/ 442614 w 925797"/>
              <a:gd name="csY7" fmla="*/ 214019 h 545009"/>
              <a:gd name="csX8" fmla="*/ 534778 w 925797"/>
              <a:gd name="csY8" fmla="*/ 305933 h 545009"/>
              <a:gd name="csX9" fmla="*/ 619035 w 925797"/>
              <a:gd name="csY9" fmla="*/ 221903 h 545009"/>
              <a:gd name="csX10" fmla="*/ 611370 w 925797"/>
              <a:gd name="csY10" fmla="*/ 257499 h 545009"/>
              <a:gd name="csX11" fmla="*/ 374985 w 925797"/>
              <a:gd name="csY11" fmla="*/ 414669 h 545009"/>
              <a:gd name="csX12" fmla="*/ 142583 w 925797"/>
              <a:gd name="csY12" fmla="*/ 266889 h 545009"/>
              <a:gd name="csX13" fmla="*/ 133962 w 925797"/>
              <a:gd name="csY13" fmla="*/ 240137 h 545009"/>
              <a:gd name="csX14" fmla="*/ 0 w 925797"/>
              <a:gd name="csY14" fmla="*/ 240137 h 545009"/>
              <a:gd name="csX15" fmla="*/ 1001 w 925797"/>
              <a:gd name="csY15" fmla="*/ 249740 h 545009"/>
              <a:gd name="csX16" fmla="*/ 374985 w 925797"/>
              <a:gd name="csY16" fmla="*/ 545009 h 5450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925797" h="545009">
                <a:moveTo>
                  <a:pt x="374985" y="545009"/>
                </a:moveTo>
                <a:cubicBezTo>
                  <a:pt x="536555" y="545009"/>
                  <a:pt x="676196" y="447293"/>
                  <a:pt x="731597" y="307100"/>
                </a:cubicBezTo>
                <a:cubicBezTo>
                  <a:pt x="742855" y="276923"/>
                  <a:pt x="746116" y="251190"/>
                  <a:pt x="749375" y="221902"/>
                </a:cubicBezTo>
                <a:lnTo>
                  <a:pt x="833633" y="305933"/>
                </a:lnTo>
                <a:lnTo>
                  <a:pt x="925797" y="214019"/>
                </a:lnTo>
                <a:lnTo>
                  <a:pt x="730287" y="19036"/>
                </a:lnTo>
                <a:cubicBezTo>
                  <a:pt x="704838" y="-6345"/>
                  <a:pt x="663572" y="-6345"/>
                  <a:pt x="638123" y="19036"/>
                </a:cubicBezTo>
                <a:lnTo>
                  <a:pt x="442614" y="214019"/>
                </a:lnTo>
                <a:lnTo>
                  <a:pt x="534778" y="305933"/>
                </a:lnTo>
                <a:lnTo>
                  <a:pt x="619035" y="221903"/>
                </a:lnTo>
                <a:lnTo>
                  <a:pt x="611370" y="257499"/>
                </a:lnTo>
                <a:cubicBezTo>
                  <a:pt x="576312" y="348170"/>
                  <a:pt x="484586" y="414669"/>
                  <a:pt x="374985" y="414669"/>
                </a:cubicBezTo>
                <a:cubicBezTo>
                  <a:pt x="268845" y="414669"/>
                  <a:pt x="180248" y="352805"/>
                  <a:pt x="142583" y="266889"/>
                </a:cubicBezTo>
                <a:lnTo>
                  <a:pt x="133962" y="240137"/>
                </a:lnTo>
                <a:lnTo>
                  <a:pt x="0" y="240137"/>
                </a:lnTo>
                <a:lnTo>
                  <a:pt x="1001" y="249740"/>
                </a:lnTo>
                <a:cubicBezTo>
                  <a:pt x="37038" y="419781"/>
                  <a:pt x="192584" y="545009"/>
                  <a:pt x="374985" y="545009"/>
                </a:cubicBezTo>
                <a:close/>
              </a:path>
            </a:pathLst>
          </a:custGeom>
          <a:solidFill>
            <a:schemeClr val="tx1"/>
          </a:solidFill>
          <a:ln w="62309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628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9461E-2929-F0E0-9A9A-C64B19510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15B8D0B-088F-E006-B454-68E173216F79}"/>
              </a:ext>
            </a:extLst>
          </p:cNvPr>
          <p:cNvGrpSpPr/>
          <p:nvPr/>
        </p:nvGrpSpPr>
        <p:grpSpPr>
          <a:xfrm>
            <a:off x="160020" y="713062"/>
            <a:ext cx="11871960" cy="1501200"/>
            <a:chOff x="320040" y="2292972"/>
            <a:chExt cx="11871960" cy="15012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084B74D-6E33-059D-C310-769B0C0A64CC}"/>
                </a:ext>
              </a:extLst>
            </p:cNvPr>
            <p:cNvCxnSpPr>
              <a:cxnSpLocks/>
            </p:cNvCxnSpPr>
            <p:nvPr/>
          </p:nvCxnSpPr>
          <p:spPr>
            <a:xfrm>
              <a:off x="320040" y="3794172"/>
              <a:ext cx="118719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82F8AA9-A43B-EF92-E374-ADAAB10C3000}"/>
                </a:ext>
              </a:extLst>
            </p:cNvPr>
            <p:cNvCxnSpPr>
              <a:cxnSpLocks/>
            </p:cNvCxnSpPr>
            <p:nvPr/>
          </p:nvCxnSpPr>
          <p:spPr>
            <a:xfrm>
              <a:off x="320040" y="2292972"/>
              <a:ext cx="118719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BCE097D1-9A27-9DBD-691C-02A1221F5784}"/>
              </a:ext>
            </a:extLst>
          </p:cNvPr>
          <p:cNvGrpSpPr/>
          <p:nvPr/>
        </p:nvGrpSpPr>
        <p:grpSpPr>
          <a:xfrm flipV="1">
            <a:off x="160020" y="4643146"/>
            <a:ext cx="11871960" cy="1501200"/>
            <a:chOff x="1644242" y="6040073"/>
            <a:chExt cx="7684316" cy="562063"/>
          </a:xfrm>
        </p:grpSpPr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FB86424E-09E6-9480-D056-7D4801914F94}"/>
                </a:ext>
              </a:extLst>
            </p:cNvPr>
            <p:cNvCxnSpPr/>
            <p:nvPr/>
          </p:nvCxnSpPr>
          <p:spPr>
            <a:xfrm>
              <a:off x="1644242" y="6040073"/>
              <a:ext cx="768431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DEF670F8-E3EB-A435-69A3-6C35EA2BF1E0}"/>
                </a:ext>
              </a:extLst>
            </p:cNvPr>
            <p:cNvCxnSpPr/>
            <p:nvPr/>
          </p:nvCxnSpPr>
          <p:spPr>
            <a:xfrm>
              <a:off x="1644242" y="6602136"/>
              <a:ext cx="768431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217390-DEF4-2509-2D15-1F1A1DC1C622}"/>
              </a:ext>
            </a:extLst>
          </p:cNvPr>
          <p:cNvCxnSpPr/>
          <p:nvPr/>
        </p:nvCxnSpPr>
        <p:spPr>
          <a:xfrm>
            <a:off x="160020" y="4225417"/>
            <a:ext cx="11871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1D8605A7-47EB-B34B-D620-4901426FF285}"/>
              </a:ext>
            </a:extLst>
          </p:cNvPr>
          <p:cNvGrpSpPr/>
          <p:nvPr/>
        </p:nvGrpSpPr>
        <p:grpSpPr>
          <a:xfrm>
            <a:off x="160020" y="2724217"/>
            <a:ext cx="11871960" cy="1501200"/>
            <a:chOff x="320040" y="2292972"/>
            <a:chExt cx="11871960" cy="1501200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AFC95941-033E-D87C-2780-4A3FE5BB83F2}"/>
                </a:ext>
              </a:extLst>
            </p:cNvPr>
            <p:cNvCxnSpPr>
              <a:cxnSpLocks/>
            </p:cNvCxnSpPr>
            <p:nvPr/>
          </p:nvCxnSpPr>
          <p:spPr>
            <a:xfrm>
              <a:off x="320040" y="3794172"/>
              <a:ext cx="118719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26CB6E25-05E3-9D11-DFA9-629104B9072B}"/>
                </a:ext>
              </a:extLst>
            </p:cNvPr>
            <p:cNvCxnSpPr>
              <a:cxnSpLocks/>
            </p:cNvCxnSpPr>
            <p:nvPr/>
          </p:nvCxnSpPr>
          <p:spPr>
            <a:xfrm>
              <a:off x="320040" y="2292972"/>
              <a:ext cx="118719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C32A388-5EB4-ACEC-1B69-71B4530730BD}"/>
              </a:ext>
            </a:extLst>
          </p:cNvPr>
          <p:cNvSpPr/>
          <p:nvPr/>
        </p:nvSpPr>
        <p:spPr>
          <a:xfrm>
            <a:off x="773851" y="834562"/>
            <a:ext cx="1170597" cy="1170836"/>
          </a:xfrm>
          <a:custGeom>
            <a:avLst/>
            <a:gdLst>
              <a:gd name="csX0" fmla="*/ 403240 w 1170597"/>
              <a:gd name="csY0" fmla="*/ 0 h 1170836"/>
              <a:gd name="csX1" fmla="*/ 806113 w 1170597"/>
              <a:gd name="csY1" fmla="*/ 403132 h 1170836"/>
              <a:gd name="csX2" fmla="*/ 738615 w 1170597"/>
              <a:gd name="csY2" fmla="*/ 626269 h 1170836"/>
              <a:gd name="csX3" fmla="*/ 820150 w 1170597"/>
              <a:gd name="csY3" fmla="*/ 707803 h 1170836"/>
              <a:gd name="csX4" fmla="*/ 821007 w 1170597"/>
              <a:gd name="csY4" fmla="*/ 706946 h 1170836"/>
              <a:gd name="csX5" fmla="*/ 893301 w 1170597"/>
              <a:gd name="csY5" fmla="*/ 706946 h 1170836"/>
              <a:gd name="csX6" fmla="*/ 1155715 w 1170597"/>
              <a:gd name="csY6" fmla="*/ 969359 h 1170836"/>
              <a:gd name="csX7" fmla="*/ 1155715 w 1170597"/>
              <a:gd name="csY7" fmla="*/ 1041654 h 1170836"/>
              <a:gd name="csX8" fmla="*/ 1041415 w 1170597"/>
              <a:gd name="csY8" fmla="*/ 1155954 h 1170836"/>
              <a:gd name="csX9" fmla="*/ 969121 w 1170597"/>
              <a:gd name="csY9" fmla="*/ 1155954 h 1170836"/>
              <a:gd name="csX10" fmla="*/ 707183 w 1170597"/>
              <a:gd name="csY10" fmla="*/ 893064 h 1170836"/>
              <a:gd name="csX11" fmla="*/ 707183 w 1170597"/>
              <a:gd name="csY11" fmla="*/ 820769 h 1170836"/>
              <a:gd name="csX12" fmla="*/ 708040 w 1170597"/>
              <a:gd name="csY12" fmla="*/ 819912 h 1170836"/>
              <a:gd name="csX13" fmla="*/ 626506 w 1170597"/>
              <a:gd name="csY13" fmla="*/ 738378 h 1170836"/>
              <a:gd name="csX14" fmla="*/ 67670 w 1170597"/>
              <a:gd name="csY14" fmla="*/ 626463 h 1170836"/>
              <a:gd name="csX15" fmla="*/ 179585 w 1170597"/>
              <a:gd name="csY15" fmla="*/ 67627 h 1170836"/>
              <a:gd name="csX16" fmla="*/ 403240 w 1170597"/>
              <a:gd name="csY16" fmla="*/ 0 h 1170836"/>
              <a:gd name="csX17" fmla="*/ 403240 w 1170597"/>
              <a:gd name="csY17" fmla="*/ 90488 h 1170836"/>
              <a:gd name="csX18" fmla="*/ 715756 w 1170597"/>
              <a:gd name="csY18" fmla="*/ 403003 h 1170836"/>
              <a:gd name="csX19" fmla="*/ 403240 w 1170597"/>
              <a:gd name="csY19" fmla="*/ 715518 h 1170836"/>
              <a:gd name="csX20" fmla="*/ 90725 w 1170597"/>
              <a:gd name="csY20" fmla="*/ 403003 h 1170836"/>
              <a:gd name="csX21" fmla="*/ 403240 w 1170597"/>
              <a:gd name="csY21" fmla="*/ 90488 h 11708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170597" h="1170836">
                <a:moveTo>
                  <a:pt x="403240" y="0"/>
                </a:moveTo>
                <a:cubicBezTo>
                  <a:pt x="625813" y="72"/>
                  <a:pt x="806185" y="180560"/>
                  <a:pt x="806113" y="403132"/>
                </a:cubicBezTo>
                <a:cubicBezTo>
                  <a:pt x="806088" y="482537"/>
                  <a:pt x="782606" y="560164"/>
                  <a:pt x="738615" y="626269"/>
                </a:cubicBezTo>
                <a:lnTo>
                  <a:pt x="820150" y="707803"/>
                </a:lnTo>
                <a:lnTo>
                  <a:pt x="821007" y="706946"/>
                </a:lnTo>
                <a:cubicBezTo>
                  <a:pt x="840999" y="687050"/>
                  <a:pt x="873310" y="687050"/>
                  <a:pt x="893301" y="706946"/>
                </a:cubicBezTo>
                <a:lnTo>
                  <a:pt x="1155715" y="969359"/>
                </a:lnTo>
                <a:cubicBezTo>
                  <a:pt x="1175558" y="989373"/>
                  <a:pt x="1175558" y="1021641"/>
                  <a:pt x="1155715" y="1041654"/>
                </a:cubicBezTo>
                <a:lnTo>
                  <a:pt x="1041415" y="1155954"/>
                </a:lnTo>
                <a:cubicBezTo>
                  <a:pt x="1021402" y="1175797"/>
                  <a:pt x="989134" y="1175797"/>
                  <a:pt x="969121" y="1155954"/>
                </a:cubicBezTo>
                <a:lnTo>
                  <a:pt x="707183" y="893064"/>
                </a:lnTo>
                <a:cubicBezTo>
                  <a:pt x="687288" y="873072"/>
                  <a:pt x="687288" y="840761"/>
                  <a:pt x="707183" y="820769"/>
                </a:cubicBezTo>
                <a:lnTo>
                  <a:pt x="708040" y="819912"/>
                </a:lnTo>
                <a:lnTo>
                  <a:pt x="626506" y="738378"/>
                </a:lnTo>
                <a:cubicBezTo>
                  <a:pt x="441284" y="861792"/>
                  <a:pt x="191084" y="811686"/>
                  <a:pt x="67670" y="626463"/>
                </a:cubicBezTo>
                <a:cubicBezTo>
                  <a:pt x="-55743" y="441241"/>
                  <a:pt x="-5638" y="191041"/>
                  <a:pt x="179585" y="67627"/>
                </a:cubicBezTo>
                <a:cubicBezTo>
                  <a:pt x="245823" y="23493"/>
                  <a:pt x="323646" y="-38"/>
                  <a:pt x="403240" y="0"/>
                </a:cubicBezTo>
                <a:close/>
                <a:moveTo>
                  <a:pt x="403240" y="90488"/>
                </a:moveTo>
                <a:cubicBezTo>
                  <a:pt x="575838" y="90488"/>
                  <a:pt x="715756" y="230405"/>
                  <a:pt x="715756" y="403003"/>
                </a:cubicBezTo>
                <a:cubicBezTo>
                  <a:pt x="715756" y="575600"/>
                  <a:pt x="575838" y="715518"/>
                  <a:pt x="403240" y="715518"/>
                </a:cubicBezTo>
                <a:cubicBezTo>
                  <a:pt x="230643" y="715518"/>
                  <a:pt x="90725" y="575600"/>
                  <a:pt x="90725" y="403003"/>
                </a:cubicBezTo>
                <a:cubicBezTo>
                  <a:pt x="90725" y="230405"/>
                  <a:pt x="230643" y="90488"/>
                  <a:pt x="403240" y="90488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0E93F6-7774-CA8C-B49B-49565C446543}"/>
              </a:ext>
            </a:extLst>
          </p:cNvPr>
          <p:cNvSpPr/>
          <p:nvPr/>
        </p:nvSpPr>
        <p:spPr>
          <a:xfrm>
            <a:off x="3378296" y="713062"/>
            <a:ext cx="1761906" cy="1501197"/>
          </a:xfrm>
          <a:custGeom>
            <a:avLst/>
            <a:gdLst>
              <a:gd name="csX0" fmla="*/ 1660675 w 1791946"/>
              <a:gd name="csY0" fmla="*/ 759755 h 1526792"/>
              <a:gd name="csX1" fmla="*/ 1719726 w 1791946"/>
              <a:gd name="csY1" fmla="*/ 780087 h 1526792"/>
              <a:gd name="csX2" fmla="*/ 1765551 w 1791946"/>
              <a:gd name="csY2" fmla="*/ 1006369 h 1526792"/>
              <a:gd name="csX3" fmla="*/ 1543534 w 1791946"/>
              <a:gd name="csY3" fmla="*/ 1069710 h 1526792"/>
              <a:gd name="csX4" fmla="*/ 1497710 w 1791946"/>
              <a:gd name="csY4" fmla="*/ 843428 h 1526792"/>
              <a:gd name="csX5" fmla="*/ 1660675 w 1791946"/>
              <a:gd name="csY5" fmla="*/ 759755 h 1526792"/>
              <a:gd name="csX6" fmla="*/ 565777 w 1791946"/>
              <a:gd name="csY6" fmla="*/ 360 h 1526792"/>
              <a:gd name="csX7" fmla="*/ 772189 w 1791946"/>
              <a:gd name="csY7" fmla="*/ 110375 h 1526792"/>
              <a:gd name="csX8" fmla="*/ 779628 w 1791946"/>
              <a:gd name="csY8" fmla="*/ 352565 h 1526792"/>
              <a:gd name="csX9" fmla="*/ 889014 w 1791946"/>
              <a:gd name="csY9" fmla="*/ 482934 h 1526792"/>
              <a:gd name="csX10" fmla="*/ 1008422 w 1791946"/>
              <a:gd name="csY10" fmla="*/ 298098 h 1526792"/>
              <a:gd name="csX11" fmla="*/ 1154967 w 1791946"/>
              <a:gd name="csY11" fmla="*/ 359195 h 1526792"/>
              <a:gd name="csX12" fmla="*/ 1239973 w 1791946"/>
              <a:gd name="csY12" fmla="*/ 507877 h 1526792"/>
              <a:gd name="csX13" fmla="*/ 1418632 w 1791946"/>
              <a:gd name="csY13" fmla="*/ 355141 h 1526792"/>
              <a:gd name="csX14" fmla="*/ 1585853 w 1791946"/>
              <a:gd name="csY14" fmla="*/ 449461 h 1526792"/>
              <a:gd name="csX15" fmla="*/ 1476434 w 1791946"/>
              <a:gd name="csY15" fmla="*/ 606453 h 1526792"/>
              <a:gd name="csX16" fmla="*/ 1216931 w 1791946"/>
              <a:gd name="csY16" fmla="*/ 867794 h 1526792"/>
              <a:gd name="csX17" fmla="*/ 1358619 w 1791946"/>
              <a:gd name="csY17" fmla="*/ 992573 h 1526792"/>
              <a:gd name="csX18" fmla="*/ 1375988 w 1791946"/>
              <a:gd name="csY18" fmla="*/ 1251020 h 1526792"/>
              <a:gd name="csX19" fmla="*/ 1173305 w 1791946"/>
              <a:gd name="csY19" fmla="*/ 1341177 h 1526792"/>
              <a:gd name="csX20" fmla="*/ 985822 w 1791946"/>
              <a:gd name="csY20" fmla="*/ 1187224 h 1526792"/>
              <a:gd name="csX21" fmla="*/ 793386 w 1791946"/>
              <a:gd name="csY21" fmla="*/ 1189871 h 1526792"/>
              <a:gd name="csX22" fmla="*/ 732412 w 1791946"/>
              <a:gd name="csY22" fmla="*/ 1418485 h 1526792"/>
              <a:gd name="csX23" fmla="*/ 450409 w 1791946"/>
              <a:gd name="csY23" fmla="*/ 1453812 h 1526792"/>
              <a:gd name="csX24" fmla="*/ 460479 w 1791946"/>
              <a:gd name="csY24" fmla="*/ 1250037 h 1526792"/>
              <a:gd name="csX25" fmla="*/ 417565 w 1791946"/>
              <a:gd name="csY25" fmla="*/ 1092446 h 1526792"/>
              <a:gd name="csX26" fmla="*/ 250963 w 1791946"/>
              <a:gd name="csY26" fmla="*/ 1185733 h 1526792"/>
              <a:gd name="csX27" fmla="*/ 48148 w 1791946"/>
              <a:gd name="csY27" fmla="*/ 1186981 h 1526792"/>
              <a:gd name="csX28" fmla="*/ 15324 w 1791946"/>
              <a:gd name="csY28" fmla="*/ 1001667 h 1526792"/>
              <a:gd name="csX29" fmla="*/ 244975 w 1791946"/>
              <a:gd name="csY29" fmla="*/ 967362 h 1526792"/>
              <a:gd name="csX30" fmla="*/ 360877 w 1791946"/>
              <a:gd name="csY30" fmla="*/ 882287 h 1526792"/>
              <a:gd name="csX31" fmla="*/ 324376 w 1791946"/>
              <a:gd name="csY31" fmla="*/ 761124 h 1526792"/>
              <a:gd name="csX32" fmla="*/ 143259 w 1791946"/>
              <a:gd name="csY32" fmla="*/ 762812 h 1526792"/>
              <a:gd name="csX33" fmla="*/ 100578 w 1791946"/>
              <a:gd name="csY33" fmla="*/ 609112 h 1526792"/>
              <a:gd name="csX34" fmla="*/ 247873 w 1791946"/>
              <a:gd name="csY34" fmla="*/ 541323 h 1526792"/>
              <a:gd name="csX35" fmla="*/ 332127 w 1791946"/>
              <a:gd name="csY35" fmla="*/ 661000 h 1526792"/>
              <a:gd name="csX36" fmla="*/ 468700 w 1791946"/>
              <a:gd name="csY36" fmla="*/ 593345 h 1526792"/>
              <a:gd name="csX37" fmla="*/ 448908 w 1791946"/>
              <a:gd name="csY37" fmla="*/ 455296 h 1526792"/>
              <a:gd name="csX38" fmla="*/ 335354 w 1791946"/>
              <a:gd name="csY38" fmla="*/ 218690 h 1526792"/>
              <a:gd name="csX39" fmla="*/ 497305 w 1791946"/>
              <a:gd name="csY39" fmla="*/ 17988 h 1526792"/>
              <a:gd name="csX40" fmla="*/ 565777 w 1791946"/>
              <a:gd name="csY40" fmla="*/ 360 h 15267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</a:cxnLst>
            <a:rect l="l" t="t" r="r" b="b"/>
            <a:pathLst>
              <a:path w="1791946" h="1526792">
                <a:moveTo>
                  <a:pt x="1660675" y="759755"/>
                </a:moveTo>
                <a:cubicBezTo>
                  <a:pt x="1681155" y="762174"/>
                  <a:pt x="1701236" y="768838"/>
                  <a:pt x="1719726" y="780087"/>
                </a:cubicBezTo>
                <a:cubicBezTo>
                  <a:pt x="1793688" y="825081"/>
                  <a:pt x="1814205" y="926391"/>
                  <a:pt x="1765551" y="1006369"/>
                </a:cubicBezTo>
                <a:cubicBezTo>
                  <a:pt x="1716896" y="1086346"/>
                  <a:pt x="1617496" y="1114704"/>
                  <a:pt x="1543534" y="1069710"/>
                </a:cubicBezTo>
                <a:cubicBezTo>
                  <a:pt x="1469572" y="1024715"/>
                  <a:pt x="1449055" y="923405"/>
                  <a:pt x="1497710" y="843428"/>
                </a:cubicBezTo>
                <a:cubicBezTo>
                  <a:pt x="1534200" y="783444"/>
                  <a:pt x="1599235" y="752497"/>
                  <a:pt x="1660675" y="759755"/>
                </a:cubicBezTo>
                <a:close/>
                <a:moveTo>
                  <a:pt x="565777" y="360"/>
                </a:moveTo>
                <a:cubicBezTo>
                  <a:pt x="639273" y="-4032"/>
                  <a:pt x="722900" y="31623"/>
                  <a:pt x="772189" y="110375"/>
                </a:cubicBezTo>
                <a:cubicBezTo>
                  <a:pt x="809116" y="201863"/>
                  <a:pt x="754570" y="234136"/>
                  <a:pt x="779628" y="352565"/>
                </a:cubicBezTo>
                <a:cubicBezTo>
                  <a:pt x="789516" y="419841"/>
                  <a:pt x="796817" y="491328"/>
                  <a:pt x="889014" y="482934"/>
                </a:cubicBezTo>
                <a:cubicBezTo>
                  <a:pt x="969764" y="467248"/>
                  <a:pt x="921857" y="341542"/>
                  <a:pt x="1008422" y="298098"/>
                </a:cubicBezTo>
                <a:cubicBezTo>
                  <a:pt x="1054224" y="253457"/>
                  <a:pt x="1160316" y="283406"/>
                  <a:pt x="1154967" y="359195"/>
                </a:cubicBezTo>
                <a:cubicBezTo>
                  <a:pt x="1134269" y="422036"/>
                  <a:pt x="1161660" y="498739"/>
                  <a:pt x="1239973" y="507877"/>
                </a:cubicBezTo>
                <a:cubicBezTo>
                  <a:pt x="1318687" y="497304"/>
                  <a:pt x="1334636" y="381838"/>
                  <a:pt x="1418632" y="355141"/>
                </a:cubicBezTo>
                <a:cubicBezTo>
                  <a:pt x="1496529" y="350622"/>
                  <a:pt x="1545616" y="352555"/>
                  <a:pt x="1585853" y="449461"/>
                </a:cubicBezTo>
                <a:cubicBezTo>
                  <a:pt x="1592698" y="532386"/>
                  <a:pt x="1523737" y="592938"/>
                  <a:pt x="1476434" y="606453"/>
                </a:cubicBezTo>
                <a:cubicBezTo>
                  <a:pt x="1381977" y="628527"/>
                  <a:pt x="1204322" y="741209"/>
                  <a:pt x="1216931" y="867794"/>
                </a:cubicBezTo>
                <a:cubicBezTo>
                  <a:pt x="1267353" y="964487"/>
                  <a:pt x="1289112" y="957322"/>
                  <a:pt x="1358619" y="992573"/>
                </a:cubicBezTo>
                <a:cubicBezTo>
                  <a:pt x="1426075" y="1050880"/>
                  <a:pt x="1450276" y="1175070"/>
                  <a:pt x="1375988" y="1251020"/>
                </a:cubicBezTo>
                <a:cubicBezTo>
                  <a:pt x="1284775" y="1340460"/>
                  <a:pt x="1243012" y="1354535"/>
                  <a:pt x="1173305" y="1341177"/>
                </a:cubicBezTo>
                <a:cubicBezTo>
                  <a:pt x="1057245" y="1321384"/>
                  <a:pt x="1064703" y="1238183"/>
                  <a:pt x="985822" y="1187224"/>
                </a:cubicBezTo>
                <a:cubicBezTo>
                  <a:pt x="926091" y="1143842"/>
                  <a:pt x="832595" y="1125744"/>
                  <a:pt x="793386" y="1189871"/>
                </a:cubicBezTo>
                <a:cubicBezTo>
                  <a:pt x="754177" y="1253998"/>
                  <a:pt x="763213" y="1356022"/>
                  <a:pt x="732412" y="1418485"/>
                </a:cubicBezTo>
                <a:cubicBezTo>
                  <a:pt x="639066" y="1603677"/>
                  <a:pt x="469512" y="1506532"/>
                  <a:pt x="450409" y="1453812"/>
                </a:cubicBezTo>
                <a:cubicBezTo>
                  <a:pt x="405349" y="1390755"/>
                  <a:pt x="441663" y="1310616"/>
                  <a:pt x="460479" y="1250037"/>
                </a:cubicBezTo>
                <a:cubicBezTo>
                  <a:pt x="512751" y="1167240"/>
                  <a:pt x="480019" y="1116406"/>
                  <a:pt x="417565" y="1092446"/>
                </a:cubicBezTo>
                <a:cubicBezTo>
                  <a:pt x="332474" y="1070405"/>
                  <a:pt x="315596" y="1116518"/>
                  <a:pt x="250963" y="1185733"/>
                </a:cubicBezTo>
                <a:cubicBezTo>
                  <a:pt x="194709" y="1259653"/>
                  <a:pt x="97800" y="1219059"/>
                  <a:pt x="48148" y="1186981"/>
                </a:cubicBezTo>
                <a:cubicBezTo>
                  <a:pt x="-4924" y="1154909"/>
                  <a:pt x="-11338" y="1071473"/>
                  <a:pt x="15324" y="1001667"/>
                </a:cubicBezTo>
                <a:cubicBezTo>
                  <a:pt x="107090" y="862781"/>
                  <a:pt x="186914" y="936949"/>
                  <a:pt x="244975" y="967362"/>
                </a:cubicBezTo>
                <a:cubicBezTo>
                  <a:pt x="277579" y="1006775"/>
                  <a:pt x="345792" y="939617"/>
                  <a:pt x="360877" y="882287"/>
                </a:cubicBezTo>
                <a:cubicBezTo>
                  <a:pt x="384660" y="806549"/>
                  <a:pt x="365344" y="769238"/>
                  <a:pt x="324376" y="761124"/>
                </a:cubicBezTo>
                <a:cubicBezTo>
                  <a:pt x="265469" y="743132"/>
                  <a:pt x="226283" y="822078"/>
                  <a:pt x="143259" y="762812"/>
                </a:cubicBezTo>
                <a:cubicBezTo>
                  <a:pt x="97067" y="731200"/>
                  <a:pt x="93194" y="665409"/>
                  <a:pt x="100578" y="609112"/>
                </a:cubicBezTo>
                <a:cubicBezTo>
                  <a:pt x="158394" y="529157"/>
                  <a:pt x="184116" y="513198"/>
                  <a:pt x="247873" y="541323"/>
                </a:cubicBezTo>
                <a:cubicBezTo>
                  <a:pt x="288371" y="550617"/>
                  <a:pt x="294113" y="606167"/>
                  <a:pt x="332127" y="661000"/>
                </a:cubicBezTo>
                <a:cubicBezTo>
                  <a:pt x="405559" y="666373"/>
                  <a:pt x="450509" y="651034"/>
                  <a:pt x="468700" y="593345"/>
                </a:cubicBezTo>
                <a:cubicBezTo>
                  <a:pt x="493035" y="544256"/>
                  <a:pt x="482374" y="491230"/>
                  <a:pt x="448908" y="455296"/>
                </a:cubicBezTo>
                <a:cubicBezTo>
                  <a:pt x="397944" y="387786"/>
                  <a:pt x="339332" y="355153"/>
                  <a:pt x="335354" y="218690"/>
                </a:cubicBezTo>
                <a:cubicBezTo>
                  <a:pt x="355513" y="138319"/>
                  <a:pt x="414904" y="58990"/>
                  <a:pt x="497305" y="17988"/>
                </a:cubicBezTo>
                <a:cubicBezTo>
                  <a:pt x="517905" y="7738"/>
                  <a:pt x="541278" y="1824"/>
                  <a:pt x="565777" y="36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B9538B-B9DD-39A1-3A5F-09FD58E54A1B}"/>
              </a:ext>
            </a:extLst>
          </p:cNvPr>
          <p:cNvGrpSpPr/>
          <p:nvPr/>
        </p:nvGrpSpPr>
        <p:grpSpPr>
          <a:xfrm>
            <a:off x="363850" y="4446270"/>
            <a:ext cx="1175195" cy="1695450"/>
            <a:chOff x="677823" y="2456529"/>
            <a:chExt cx="2918817" cy="4210971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47AD811-4895-79F5-87B8-39D2A1703D86}"/>
                </a:ext>
              </a:extLst>
            </p:cNvPr>
            <p:cNvSpPr/>
            <p:nvPr/>
          </p:nvSpPr>
          <p:spPr>
            <a:xfrm flipH="1">
              <a:off x="677823" y="2953654"/>
              <a:ext cx="2591512" cy="3713846"/>
            </a:xfrm>
            <a:custGeom>
              <a:avLst/>
              <a:gdLst>
                <a:gd name="csX0" fmla="*/ 1460457 w 2591512"/>
                <a:gd name="csY0" fmla="*/ 0 h 3713846"/>
                <a:gd name="csX1" fmla="*/ 1299566 w 2591512"/>
                <a:gd name="csY1" fmla="*/ 0 h 3713846"/>
                <a:gd name="csX2" fmla="*/ 1291946 w 2591512"/>
                <a:gd name="csY2" fmla="*/ 0 h 3713846"/>
                <a:gd name="csX3" fmla="*/ 1131055 w 2591512"/>
                <a:gd name="csY3" fmla="*/ 0 h 3713846"/>
                <a:gd name="csX4" fmla="*/ 65962 w 2591512"/>
                <a:gd name="csY4" fmla="*/ 1153526 h 3713846"/>
                <a:gd name="csX5" fmla="*/ 1587 w 2591512"/>
                <a:gd name="csY5" fmla="*/ 2426939 h 3713846"/>
                <a:gd name="csX6" fmla="*/ 336867 w 2591512"/>
                <a:gd name="csY6" fmla="*/ 3332886 h 3713846"/>
                <a:gd name="csX7" fmla="*/ 1225826 w 2591512"/>
                <a:gd name="csY7" fmla="*/ 3713846 h 3713846"/>
                <a:gd name="csX8" fmla="*/ 1291946 w 2591512"/>
                <a:gd name="csY8" fmla="*/ 3713846 h 3713846"/>
                <a:gd name="csX9" fmla="*/ 1299566 w 2591512"/>
                <a:gd name="csY9" fmla="*/ 3713846 h 3713846"/>
                <a:gd name="csX10" fmla="*/ 1365686 w 2591512"/>
                <a:gd name="csY10" fmla="*/ 3713846 h 3713846"/>
                <a:gd name="csX11" fmla="*/ 2254645 w 2591512"/>
                <a:gd name="csY11" fmla="*/ 3332886 h 3713846"/>
                <a:gd name="csX12" fmla="*/ 2589925 w 2591512"/>
                <a:gd name="csY12" fmla="*/ 2426939 h 3713846"/>
                <a:gd name="csX13" fmla="*/ 2525550 w 2591512"/>
                <a:gd name="csY13" fmla="*/ 1153526 h 3713846"/>
                <a:gd name="csX14" fmla="*/ 1460457 w 2591512"/>
                <a:gd name="csY14" fmla="*/ 0 h 3713846"/>
                <a:gd name="csX0" fmla="*/ 1460457 w 2591512"/>
                <a:gd name="csY0" fmla="*/ 0 h 3713846"/>
                <a:gd name="csX1" fmla="*/ 1299566 w 2591512"/>
                <a:gd name="csY1" fmla="*/ 0 h 3713846"/>
                <a:gd name="csX2" fmla="*/ 1131055 w 2591512"/>
                <a:gd name="csY2" fmla="*/ 0 h 3713846"/>
                <a:gd name="csX3" fmla="*/ 65962 w 2591512"/>
                <a:gd name="csY3" fmla="*/ 1153526 h 3713846"/>
                <a:gd name="csX4" fmla="*/ 1587 w 2591512"/>
                <a:gd name="csY4" fmla="*/ 2426939 h 3713846"/>
                <a:gd name="csX5" fmla="*/ 336867 w 2591512"/>
                <a:gd name="csY5" fmla="*/ 3332886 h 3713846"/>
                <a:gd name="csX6" fmla="*/ 1225826 w 2591512"/>
                <a:gd name="csY6" fmla="*/ 3713846 h 3713846"/>
                <a:gd name="csX7" fmla="*/ 1291946 w 2591512"/>
                <a:gd name="csY7" fmla="*/ 3713846 h 3713846"/>
                <a:gd name="csX8" fmla="*/ 1299566 w 2591512"/>
                <a:gd name="csY8" fmla="*/ 3713846 h 3713846"/>
                <a:gd name="csX9" fmla="*/ 1365686 w 2591512"/>
                <a:gd name="csY9" fmla="*/ 3713846 h 3713846"/>
                <a:gd name="csX10" fmla="*/ 2254645 w 2591512"/>
                <a:gd name="csY10" fmla="*/ 3332886 h 3713846"/>
                <a:gd name="csX11" fmla="*/ 2589925 w 2591512"/>
                <a:gd name="csY11" fmla="*/ 2426939 h 3713846"/>
                <a:gd name="csX12" fmla="*/ 2525550 w 2591512"/>
                <a:gd name="csY12" fmla="*/ 1153526 h 3713846"/>
                <a:gd name="csX13" fmla="*/ 1460457 w 2591512"/>
                <a:gd name="csY13" fmla="*/ 0 h 3713846"/>
                <a:gd name="csX0" fmla="*/ 1460457 w 2591512"/>
                <a:gd name="csY0" fmla="*/ 0 h 3713846"/>
                <a:gd name="csX1" fmla="*/ 1131055 w 2591512"/>
                <a:gd name="csY1" fmla="*/ 0 h 3713846"/>
                <a:gd name="csX2" fmla="*/ 65962 w 2591512"/>
                <a:gd name="csY2" fmla="*/ 1153526 h 3713846"/>
                <a:gd name="csX3" fmla="*/ 1587 w 2591512"/>
                <a:gd name="csY3" fmla="*/ 2426939 h 3713846"/>
                <a:gd name="csX4" fmla="*/ 336867 w 2591512"/>
                <a:gd name="csY4" fmla="*/ 3332886 h 3713846"/>
                <a:gd name="csX5" fmla="*/ 1225826 w 2591512"/>
                <a:gd name="csY5" fmla="*/ 3713846 h 3713846"/>
                <a:gd name="csX6" fmla="*/ 1291946 w 2591512"/>
                <a:gd name="csY6" fmla="*/ 3713846 h 3713846"/>
                <a:gd name="csX7" fmla="*/ 1299566 w 2591512"/>
                <a:gd name="csY7" fmla="*/ 3713846 h 3713846"/>
                <a:gd name="csX8" fmla="*/ 1365686 w 2591512"/>
                <a:gd name="csY8" fmla="*/ 3713846 h 3713846"/>
                <a:gd name="csX9" fmla="*/ 2254645 w 2591512"/>
                <a:gd name="csY9" fmla="*/ 3332886 h 3713846"/>
                <a:gd name="csX10" fmla="*/ 2589925 w 2591512"/>
                <a:gd name="csY10" fmla="*/ 2426939 h 3713846"/>
                <a:gd name="csX11" fmla="*/ 2525550 w 2591512"/>
                <a:gd name="csY11" fmla="*/ 1153526 h 3713846"/>
                <a:gd name="csX12" fmla="*/ 1460457 w 2591512"/>
                <a:gd name="csY12" fmla="*/ 0 h 3713846"/>
                <a:gd name="csX0" fmla="*/ 1460457 w 2591512"/>
                <a:gd name="csY0" fmla="*/ 0 h 3713846"/>
                <a:gd name="csX1" fmla="*/ 1131055 w 2591512"/>
                <a:gd name="csY1" fmla="*/ 0 h 3713846"/>
                <a:gd name="csX2" fmla="*/ 65962 w 2591512"/>
                <a:gd name="csY2" fmla="*/ 1153526 h 3713846"/>
                <a:gd name="csX3" fmla="*/ 1587 w 2591512"/>
                <a:gd name="csY3" fmla="*/ 2426939 h 3713846"/>
                <a:gd name="csX4" fmla="*/ 336867 w 2591512"/>
                <a:gd name="csY4" fmla="*/ 3332886 h 3713846"/>
                <a:gd name="csX5" fmla="*/ 1225826 w 2591512"/>
                <a:gd name="csY5" fmla="*/ 3713846 h 3713846"/>
                <a:gd name="csX6" fmla="*/ 1291946 w 2591512"/>
                <a:gd name="csY6" fmla="*/ 3713846 h 3713846"/>
                <a:gd name="csX7" fmla="*/ 1365686 w 2591512"/>
                <a:gd name="csY7" fmla="*/ 3713846 h 3713846"/>
                <a:gd name="csX8" fmla="*/ 2254645 w 2591512"/>
                <a:gd name="csY8" fmla="*/ 3332886 h 3713846"/>
                <a:gd name="csX9" fmla="*/ 2589925 w 2591512"/>
                <a:gd name="csY9" fmla="*/ 2426939 h 3713846"/>
                <a:gd name="csX10" fmla="*/ 2525550 w 2591512"/>
                <a:gd name="csY10" fmla="*/ 1153526 h 3713846"/>
                <a:gd name="csX11" fmla="*/ 1460457 w 2591512"/>
                <a:gd name="csY11" fmla="*/ 0 h 3713846"/>
                <a:gd name="csX0" fmla="*/ 1460457 w 2591512"/>
                <a:gd name="csY0" fmla="*/ 0 h 3713846"/>
                <a:gd name="csX1" fmla="*/ 1131055 w 2591512"/>
                <a:gd name="csY1" fmla="*/ 0 h 3713846"/>
                <a:gd name="csX2" fmla="*/ 65962 w 2591512"/>
                <a:gd name="csY2" fmla="*/ 1153526 h 3713846"/>
                <a:gd name="csX3" fmla="*/ 1587 w 2591512"/>
                <a:gd name="csY3" fmla="*/ 2426939 h 3713846"/>
                <a:gd name="csX4" fmla="*/ 336867 w 2591512"/>
                <a:gd name="csY4" fmla="*/ 3332886 h 3713846"/>
                <a:gd name="csX5" fmla="*/ 1225826 w 2591512"/>
                <a:gd name="csY5" fmla="*/ 3713846 h 3713846"/>
                <a:gd name="csX6" fmla="*/ 1365686 w 2591512"/>
                <a:gd name="csY6" fmla="*/ 3713846 h 3713846"/>
                <a:gd name="csX7" fmla="*/ 2254645 w 2591512"/>
                <a:gd name="csY7" fmla="*/ 3332886 h 3713846"/>
                <a:gd name="csX8" fmla="*/ 2589925 w 2591512"/>
                <a:gd name="csY8" fmla="*/ 2426939 h 3713846"/>
                <a:gd name="csX9" fmla="*/ 2525550 w 2591512"/>
                <a:gd name="csY9" fmla="*/ 1153526 h 3713846"/>
                <a:gd name="csX10" fmla="*/ 1460457 w 2591512"/>
                <a:gd name="csY10" fmla="*/ 0 h 37138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591512" h="3713846">
                  <a:moveTo>
                    <a:pt x="1460457" y="0"/>
                  </a:moveTo>
                  <a:lnTo>
                    <a:pt x="1131055" y="0"/>
                  </a:lnTo>
                  <a:cubicBezTo>
                    <a:pt x="550147" y="75103"/>
                    <a:pt x="95466" y="553842"/>
                    <a:pt x="65962" y="1153526"/>
                  </a:cubicBezTo>
                  <a:lnTo>
                    <a:pt x="1587" y="2426939"/>
                  </a:lnTo>
                  <a:cubicBezTo>
                    <a:pt x="-15319" y="2765633"/>
                    <a:pt x="103187" y="3087339"/>
                    <a:pt x="336867" y="3332886"/>
                  </a:cubicBezTo>
                  <a:cubicBezTo>
                    <a:pt x="570547" y="3578433"/>
                    <a:pt x="887214" y="3713846"/>
                    <a:pt x="1225826" y="3713846"/>
                  </a:cubicBezTo>
                  <a:lnTo>
                    <a:pt x="1365686" y="3713846"/>
                  </a:lnTo>
                  <a:cubicBezTo>
                    <a:pt x="1704298" y="3713846"/>
                    <a:pt x="2020965" y="3578433"/>
                    <a:pt x="2254645" y="3332886"/>
                  </a:cubicBezTo>
                  <a:cubicBezTo>
                    <a:pt x="2488325" y="3087339"/>
                    <a:pt x="2606831" y="2765633"/>
                    <a:pt x="2589925" y="2426939"/>
                  </a:cubicBezTo>
                  <a:lnTo>
                    <a:pt x="2525550" y="1153526"/>
                  </a:lnTo>
                  <a:cubicBezTo>
                    <a:pt x="2496046" y="553842"/>
                    <a:pt x="2041365" y="75103"/>
                    <a:pt x="1460457" y="0"/>
                  </a:cubicBezTo>
                  <a:close/>
                </a:path>
              </a:pathLst>
            </a:custGeom>
            <a:solidFill>
              <a:srgbClr val="000000"/>
            </a:solidFill>
            <a:ln w="81280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FB0B251-EF7E-9387-85B6-9FFD2204E1AD}"/>
                </a:ext>
              </a:extLst>
            </p:cNvPr>
            <p:cNvSpPr/>
            <p:nvPr/>
          </p:nvSpPr>
          <p:spPr>
            <a:xfrm rot="5400000">
              <a:off x="985868" y="2159350"/>
              <a:ext cx="2313593" cy="2907951"/>
            </a:xfrm>
            <a:custGeom>
              <a:avLst/>
              <a:gdLst>
                <a:gd name="csX0" fmla="*/ 0 w 2313593"/>
                <a:gd name="csY0" fmla="*/ 1760221 h 2907951"/>
                <a:gd name="csX1" fmla="*/ 0 w 2313593"/>
                <a:gd name="csY1" fmla="*/ 1485899 h 2907951"/>
                <a:gd name="csX2" fmla="*/ 629321 w 2313593"/>
                <a:gd name="csY2" fmla="*/ 1485899 h 2907951"/>
                <a:gd name="csX3" fmla="*/ 637997 w 2313593"/>
                <a:gd name="csY3" fmla="*/ 1445097 h 2907951"/>
                <a:gd name="csX4" fmla="*/ 926563 w 2313593"/>
                <a:gd name="csY4" fmla="*/ 1165859 h 2907951"/>
                <a:gd name="csX5" fmla="*/ 1864009 w 2313593"/>
                <a:gd name="csY5" fmla="*/ 1165860 h 2907951"/>
                <a:gd name="csX6" fmla="*/ 1864009 w 2313593"/>
                <a:gd name="csY6" fmla="*/ 0 h 2907951"/>
                <a:gd name="csX7" fmla="*/ 2138331 w 2313593"/>
                <a:gd name="csY7" fmla="*/ 0 h 2907951"/>
                <a:gd name="csX8" fmla="*/ 2138331 w 2313593"/>
                <a:gd name="csY8" fmla="*/ 1214476 h 2907951"/>
                <a:gd name="csX9" fmla="*/ 2175517 w 2313593"/>
                <a:gd name="csY9" fmla="*/ 1243942 h 2907951"/>
                <a:gd name="csX10" fmla="*/ 2313593 w 2313593"/>
                <a:gd name="csY10" fmla="*/ 1623059 h 2907951"/>
                <a:gd name="csX11" fmla="*/ 2175517 w 2313593"/>
                <a:gd name="csY11" fmla="*/ 2002178 h 2907951"/>
                <a:gd name="csX12" fmla="*/ 2138331 w 2313593"/>
                <a:gd name="csY12" fmla="*/ 2031644 h 2907951"/>
                <a:gd name="csX13" fmla="*/ 2138331 w 2313593"/>
                <a:gd name="csY13" fmla="*/ 2907951 h 2907951"/>
                <a:gd name="csX14" fmla="*/ 1864009 w 2313593"/>
                <a:gd name="csY14" fmla="*/ 2907951 h 2907951"/>
                <a:gd name="csX15" fmla="*/ 1864009 w 2313593"/>
                <a:gd name="csY15" fmla="*/ 2080261 h 2907951"/>
                <a:gd name="csX16" fmla="*/ 926563 w 2313593"/>
                <a:gd name="csY16" fmla="*/ 2080261 h 2907951"/>
                <a:gd name="csX17" fmla="*/ 637997 w 2313593"/>
                <a:gd name="csY17" fmla="*/ 1801023 h 2907951"/>
                <a:gd name="csX18" fmla="*/ 629322 w 2313593"/>
                <a:gd name="csY18" fmla="*/ 1760221 h 29079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2313593" h="2907951">
                  <a:moveTo>
                    <a:pt x="0" y="1760221"/>
                  </a:moveTo>
                  <a:lnTo>
                    <a:pt x="0" y="1485899"/>
                  </a:lnTo>
                  <a:lnTo>
                    <a:pt x="629321" y="1485899"/>
                  </a:lnTo>
                  <a:lnTo>
                    <a:pt x="637997" y="1445097"/>
                  </a:lnTo>
                  <a:cubicBezTo>
                    <a:pt x="685540" y="1281001"/>
                    <a:pt x="796841" y="1165859"/>
                    <a:pt x="926563" y="1165859"/>
                  </a:cubicBezTo>
                  <a:lnTo>
                    <a:pt x="1864009" y="1165860"/>
                  </a:lnTo>
                  <a:lnTo>
                    <a:pt x="1864009" y="0"/>
                  </a:lnTo>
                  <a:lnTo>
                    <a:pt x="2138331" y="0"/>
                  </a:lnTo>
                  <a:lnTo>
                    <a:pt x="2138331" y="1214476"/>
                  </a:lnTo>
                  <a:lnTo>
                    <a:pt x="2175517" y="1243942"/>
                  </a:lnTo>
                  <a:cubicBezTo>
                    <a:pt x="2258822" y="1326103"/>
                    <a:pt x="2313593" y="1465242"/>
                    <a:pt x="2313593" y="1623059"/>
                  </a:cubicBezTo>
                  <a:cubicBezTo>
                    <a:pt x="2313593" y="1780875"/>
                    <a:pt x="2258822" y="1920016"/>
                    <a:pt x="2175517" y="2002178"/>
                  </a:cubicBezTo>
                  <a:lnTo>
                    <a:pt x="2138331" y="2031644"/>
                  </a:lnTo>
                  <a:lnTo>
                    <a:pt x="2138331" y="2907951"/>
                  </a:lnTo>
                  <a:lnTo>
                    <a:pt x="1864009" y="2907951"/>
                  </a:lnTo>
                  <a:lnTo>
                    <a:pt x="1864009" y="2080261"/>
                  </a:lnTo>
                  <a:lnTo>
                    <a:pt x="926563" y="2080261"/>
                  </a:lnTo>
                  <a:cubicBezTo>
                    <a:pt x="796841" y="2080261"/>
                    <a:pt x="685540" y="1965120"/>
                    <a:pt x="637997" y="1801023"/>
                  </a:cubicBezTo>
                  <a:lnTo>
                    <a:pt x="629322" y="176022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dirty="0"/>
                <a:t>                            </a:t>
              </a: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948CCA7-8394-EAB5-B421-553720591467}"/>
                </a:ext>
              </a:extLst>
            </p:cNvPr>
            <p:cNvSpPr/>
            <p:nvPr/>
          </p:nvSpPr>
          <p:spPr>
            <a:xfrm>
              <a:off x="1759694" y="3339437"/>
              <a:ext cx="427769" cy="1161161"/>
            </a:xfrm>
            <a:custGeom>
              <a:avLst/>
              <a:gdLst>
                <a:gd name="csX0" fmla="*/ 0 w 239839"/>
                <a:gd name="csY0" fmla="*/ 119920 h 651033"/>
                <a:gd name="csX1" fmla="*/ 0 w 239839"/>
                <a:gd name="csY1" fmla="*/ 531114 h 651033"/>
                <a:gd name="csX2" fmla="*/ 119920 w 239839"/>
                <a:gd name="csY2" fmla="*/ 651034 h 651033"/>
                <a:gd name="csX3" fmla="*/ 239839 w 239839"/>
                <a:gd name="csY3" fmla="*/ 531114 h 651033"/>
                <a:gd name="csX4" fmla="*/ 239839 w 239839"/>
                <a:gd name="csY4" fmla="*/ 119920 h 651033"/>
                <a:gd name="csX5" fmla="*/ 119920 w 239839"/>
                <a:gd name="csY5" fmla="*/ 0 h 651033"/>
                <a:gd name="csX6" fmla="*/ 0 w 239839"/>
                <a:gd name="csY6" fmla="*/ 119920 h 6510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39839" h="651033">
                  <a:moveTo>
                    <a:pt x="0" y="119920"/>
                  </a:moveTo>
                  <a:lnTo>
                    <a:pt x="0" y="531114"/>
                  </a:lnTo>
                  <a:cubicBezTo>
                    <a:pt x="0" y="597344"/>
                    <a:pt x="53690" y="651034"/>
                    <a:pt x="119920" y="651034"/>
                  </a:cubicBezTo>
                  <a:cubicBezTo>
                    <a:pt x="186150" y="651034"/>
                    <a:pt x="239839" y="597344"/>
                    <a:pt x="239839" y="531114"/>
                  </a:cubicBezTo>
                  <a:lnTo>
                    <a:pt x="239839" y="119920"/>
                  </a:lnTo>
                  <a:cubicBezTo>
                    <a:pt x="239839" y="53690"/>
                    <a:pt x="186149" y="0"/>
                    <a:pt x="119920" y="0"/>
                  </a:cubicBezTo>
                  <a:cubicBezTo>
                    <a:pt x="53690" y="0"/>
                    <a:pt x="0" y="53690"/>
                    <a:pt x="0" y="11992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936DA6E-1A9B-D4C7-287E-060D15090A24}"/>
              </a:ext>
            </a:extLst>
          </p:cNvPr>
          <p:cNvGrpSpPr/>
          <p:nvPr/>
        </p:nvGrpSpPr>
        <p:grpSpPr>
          <a:xfrm>
            <a:off x="1944448" y="4646426"/>
            <a:ext cx="1043413" cy="1495294"/>
            <a:chOff x="1944448" y="4646426"/>
            <a:chExt cx="1043413" cy="149529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4241935-1BD7-BA56-9657-5CA2AAF7D115}"/>
                </a:ext>
              </a:extLst>
            </p:cNvPr>
            <p:cNvSpPr/>
            <p:nvPr/>
          </p:nvSpPr>
          <p:spPr>
            <a:xfrm flipH="1">
              <a:off x="1944448" y="4646426"/>
              <a:ext cx="1043413" cy="1495294"/>
            </a:xfrm>
            <a:custGeom>
              <a:avLst/>
              <a:gdLst>
                <a:gd name="csX0" fmla="*/ 1026781 w 1043413"/>
                <a:gd name="csY0" fmla="*/ 660794 h 1495294"/>
                <a:gd name="csX1" fmla="*/ 686213 w 1043413"/>
                <a:gd name="csY1" fmla="*/ 660794 h 1495294"/>
                <a:gd name="csX2" fmla="*/ 674349 w 1043413"/>
                <a:gd name="csY2" fmla="*/ 675766 h 1495294"/>
                <a:gd name="csX3" fmla="*/ 521705 w 1043413"/>
                <a:gd name="csY3" fmla="*/ 731359 h 1495294"/>
                <a:gd name="csX4" fmla="*/ 369062 w 1043413"/>
                <a:gd name="csY4" fmla="*/ 675766 h 1495294"/>
                <a:gd name="csX5" fmla="*/ 357199 w 1043413"/>
                <a:gd name="csY5" fmla="*/ 660794 h 1495294"/>
                <a:gd name="csX6" fmla="*/ 16632 w 1043413"/>
                <a:gd name="csY6" fmla="*/ 660794 h 1495294"/>
                <a:gd name="csX7" fmla="*/ 639 w 1043413"/>
                <a:gd name="csY7" fmla="*/ 977151 h 1495294"/>
                <a:gd name="csX8" fmla="*/ 135632 w 1043413"/>
                <a:gd name="csY8" fmla="*/ 1341909 h 1495294"/>
                <a:gd name="csX9" fmla="*/ 493551 w 1043413"/>
                <a:gd name="csY9" fmla="*/ 1495294 h 1495294"/>
                <a:gd name="csX10" fmla="*/ 549862 w 1043413"/>
                <a:gd name="csY10" fmla="*/ 1495294 h 1495294"/>
                <a:gd name="csX11" fmla="*/ 907781 w 1043413"/>
                <a:gd name="csY11" fmla="*/ 1341909 h 1495294"/>
                <a:gd name="csX12" fmla="*/ 1042774 w 1043413"/>
                <a:gd name="csY12" fmla="*/ 977151 h 1495294"/>
                <a:gd name="csX13" fmla="*/ 466481 w 1043413"/>
                <a:gd name="csY13" fmla="*/ 0 h 1495294"/>
                <a:gd name="csX14" fmla="*/ 455394 w 1043413"/>
                <a:gd name="csY14" fmla="*/ 0 h 1495294"/>
                <a:gd name="csX15" fmla="*/ 26558 w 1043413"/>
                <a:gd name="csY15" fmla="*/ 464441 h 1495294"/>
                <a:gd name="csX16" fmla="*/ 22215 w 1043413"/>
                <a:gd name="csY16" fmla="*/ 550344 h 1495294"/>
                <a:gd name="csX17" fmla="*/ 337625 w 1043413"/>
                <a:gd name="csY17" fmla="*/ 550344 h 1495294"/>
                <a:gd name="csX18" fmla="*/ 337624 w 1043413"/>
                <a:gd name="csY18" fmla="*/ 172903 h 1495294"/>
                <a:gd name="csX19" fmla="*/ 450053 w 1043413"/>
                <a:gd name="csY19" fmla="*/ 56719 h 1495294"/>
                <a:gd name="csX20" fmla="*/ 466481 w 1043413"/>
                <a:gd name="csY20" fmla="*/ 53225 h 1495294"/>
                <a:gd name="csX21" fmla="*/ 588020 w 1043413"/>
                <a:gd name="csY21" fmla="*/ 0 h 1495294"/>
                <a:gd name="csX22" fmla="*/ 576930 w 1043413"/>
                <a:gd name="csY22" fmla="*/ 0 h 1495294"/>
                <a:gd name="csX23" fmla="*/ 576930 w 1043413"/>
                <a:gd name="csY23" fmla="*/ 53226 h 1495294"/>
                <a:gd name="csX24" fmla="*/ 593358 w 1043413"/>
                <a:gd name="csY24" fmla="*/ 56719 h 1495294"/>
                <a:gd name="csX25" fmla="*/ 705787 w 1043413"/>
                <a:gd name="csY25" fmla="*/ 172903 h 1495294"/>
                <a:gd name="csX26" fmla="*/ 705787 w 1043413"/>
                <a:gd name="csY26" fmla="*/ 550344 h 1495294"/>
                <a:gd name="csX27" fmla="*/ 1021198 w 1043413"/>
                <a:gd name="csY27" fmla="*/ 550344 h 1495294"/>
                <a:gd name="csX28" fmla="*/ 1016855 w 1043413"/>
                <a:gd name="csY28" fmla="*/ 464441 h 1495294"/>
                <a:gd name="csX29" fmla="*/ 588020 w 1043413"/>
                <a:gd name="csY29" fmla="*/ 0 h 14952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043413" h="1495294">
                  <a:moveTo>
                    <a:pt x="1026781" y="660794"/>
                  </a:moveTo>
                  <a:lnTo>
                    <a:pt x="686213" y="660794"/>
                  </a:lnTo>
                  <a:lnTo>
                    <a:pt x="674349" y="675766"/>
                  </a:lnTo>
                  <a:cubicBezTo>
                    <a:pt x="641268" y="709306"/>
                    <a:pt x="585246" y="731359"/>
                    <a:pt x="521705" y="731359"/>
                  </a:cubicBezTo>
                  <a:cubicBezTo>
                    <a:pt x="458164" y="731359"/>
                    <a:pt x="402143" y="709306"/>
                    <a:pt x="369062" y="675766"/>
                  </a:cubicBezTo>
                  <a:lnTo>
                    <a:pt x="357199" y="660794"/>
                  </a:lnTo>
                  <a:lnTo>
                    <a:pt x="16632" y="660794"/>
                  </a:lnTo>
                  <a:lnTo>
                    <a:pt x="639" y="977151"/>
                  </a:lnTo>
                  <a:cubicBezTo>
                    <a:pt x="-6168" y="1113518"/>
                    <a:pt x="41546" y="1243046"/>
                    <a:pt x="135632" y="1341909"/>
                  </a:cubicBezTo>
                  <a:cubicBezTo>
                    <a:pt x="229718" y="1440773"/>
                    <a:pt x="357217" y="1495294"/>
                    <a:pt x="493551" y="1495294"/>
                  </a:cubicBezTo>
                  <a:lnTo>
                    <a:pt x="549862" y="1495294"/>
                  </a:lnTo>
                  <a:cubicBezTo>
                    <a:pt x="686197" y="1495294"/>
                    <a:pt x="813695" y="1440773"/>
                    <a:pt x="907781" y="1341909"/>
                  </a:cubicBezTo>
                  <a:cubicBezTo>
                    <a:pt x="1001867" y="1243046"/>
                    <a:pt x="1049581" y="1113518"/>
                    <a:pt x="1042774" y="977151"/>
                  </a:cubicBezTo>
                  <a:close/>
                  <a:moveTo>
                    <a:pt x="466481" y="0"/>
                  </a:moveTo>
                  <a:lnTo>
                    <a:pt x="455394" y="0"/>
                  </a:lnTo>
                  <a:cubicBezTo>
                    <a:pt x="221504" y="30239"/>
                    <a:pt x="38437" y="222992"/>
                    <a:pt x="26558" y="464441"/>
                  </a:cubicBezTo>
                  <a:lnTo>
                    <a:pt x="22215" y="550344"/>
                  </a:lnTo>
                  <a:lnTo>
                    <a:pt x="337625" y="550344"/>
                  </a:lnTo>
                  <a:lnTo>
                    <a:pt x="337624" y="172903"/>
                  </a:lnTo>
                  <a:cubicBezTo>
                    <a:pt x="337624" y="120673"/>
                    <a:pt x="383983" y="75861"/>
                    <a:pt x="450053" y="56719"/>
                  </a:cubicBezTo>
                  <a:lnTo>
                    <a:pt x="466481" y="53225"/>
                  </a:lnTo>
                  <a:close/>
                  <a:moveTo>
                    <a:pt x="588020" y="0"/>
                  </a:moveTo>
                  <a:lnTo>
                    <a:pt x="576930" y="0"/>
                  </a:lnTo>
                  <a:lnTo>
                    <a:pt x="576930" y="53226"/>
                  </a:lnTo>
                  <a:lnTo>
                    <a:pt x="593358" y="56719"/>
                  </a:lnTo>
                  <a:cubicBezTo>
                    <a:pt x="659428" y="75861"/>
                    <a:pt x="705787" y="120673"/>
                    <a:pt x="705787" y="172903"/>
                  </a:cubicBezTo>
                  <a:lnTo>
                    <a:pt x="705787" y="550344"/>
                  </a:lnTo>
                  <a:lnTo>
                    <a:pt x="1021198" y="550344"/>
                  </a:lnTo>
                  <a:lnTo>
                    <a:pt x="1016855" y="464441"/>
                  </a:lnTo>
                  <a:cubicBezTo>
                    <a:pt x="1004976" y="222992"/>
                    <a:pt x="821909" y="30239"/>
                    <a:pt x="588020" y="0"/>
                  </a:cubicBezTo>
                  <a:close/>
                </a:path>
              </a:pathLst>
            </a:custGeom>
            <a:solidFill>
              <a:srgbClr val="000000"/>
            </a:solidFill>
            <a:ln w="81280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B5EFE1A-EF68-62FF-1DD3-2A5CF1B76EF0}"/>
                </a:ext>
              </a:extLst>
            </p:cNvPr>
            <p:cNvSpPr/>
            <p:nvPr/>
          </p:nvSpPr>
          <p:spPr>
            <a:xfrm>
              <a:off x="2380039" y="4801752"/>
              <a:ext cx="172231" cy="467515"/>
            </a:xfrm>
            <a:custGeom>
              <a:avLst/>
              <a:gdLst>
                <a:gd name="csX0" fmla="*/ 0 w 239839"/>
                <a:gd name="csY0" fmla="*/ 119920 h 651033"/>
                <a:gd name="csX1" fmla="*/ 0 w 239839"/>
                <a:gd name="csY1" fmla="*/ 531114 h 651033"/>
                <a:gd name="csX2" fmla="*/ 119920 w 239839"/>
                <a:gd name="csY2" fmla="*/ 651034 h 651033"/>
                <a:gd name="csX3" fmla="*/ 239839 w 239839"/>
                <a:gd name="csY3" fmla="*/ 531114 h 651033"/>
                <a:gd name="csX4" fmla="*/ 239839 w 239839"/>
                <a:gd name="csY4" fmla="*/ 119920 h 651033"/>
                <a:gd name="csX5" fmla="*/ 119920 w 239839"/>
                <a:gd name="csY5" fmla="*/ 0 h 651033"/>
                <a:gd name="csX6" fmla="*/ 0 w 239839"/>
                <a:gd name="csY6" fmla="*/ 119920 h 6510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39839" h="651033">
                  <a:moveTo>
                    <a:pt x="0" y="119920"/>
                  </a:moveTo>
                  <a:lnTo>
                    <a:pt x="0" y="531114"/>
                  </a:lnTo>
                  <a:cubicBezTo>
                    <a:pt x="0" y="597344"/>
                    <a:pt x="53690" y="651034"/>
                    <a:pt x="119920" y="651034"/>
                  </a:cubicBezTo>
                  <a:cubicBezTo>
                    <a:pt x="186150" y="651034"/>
                    <a:pt x="239839" y="597344"/>
                    <a:pt x="239839" y="531114"/>
                  </a:cubicBezTo>
                  <a:lnTo>
                    <a:pt x="239839" y="119920"/>
                  </a:lnTo>
                  <a:cubicBezTo>
                    <a:pt x="239839" y="53690"/>
                    <a:pt x="186149" y="0"/>
                    <a:pt x="119920" y="0"/>
                  </a:cubicBezTo>
                  <a:cubicBezTo>
                    <a:pt x="53690" y="0"/>
                    <a:pt x="0" y="53690"/>
                    <a:pt x="0" y="11992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DF06F71-ABED-0F31-A507-28244578463F}"/>
              </a:ext>
            </a:extLst>
          </p:cNvPr>
          <p:cNvSpPr/>
          <p:nvPr/>
        </p:nvSpPr>
        <p:spPr>
          <a:xfrm flipH="1">
            <a:off x="3243658" y="4646426"/>
            <a:ext cx="1043413" cy="1495294"/>
          </a:xfrm>
          <a:custGeom>
            <a:avLst/>
            <a:gdLst>
              <a:gd name="csX0" fmla="*/ 1026781 w 1043413"/>
              <a:gd name="csY0" fmla="*/ 660794 h 1495294"/>
              <a:gd name="csX1" fmla="*/ 686213 w 1043413"/>
              <a:gd name="csY1" fmla="*/ 660794 h 1495294"/>
              <a:gd name="csX2" fmla="*/ 674349 w 1043413"/>
              <a:gd name="csY2" fmla="*/ 675766 h 1495294"/>
              <a:gd name="csX3" fmla="*/ 521705 w 1043413"/>
              <a:gd name="csY3" fmla="*/ 731359 h 1495294"/>
              <a:gd name="csX4" fmla="*/ 369062 w 1043413"/>
              <a:gd name="csY4" fmla="*/ 675766 h 1495294"/>
              <a:gd name="csX5" fmla="*/ 357199 w 1043413"/>
              <a:gd name="csY5" fmla="*/ 660794 h 1495294"/>
              <a:gd name="csX6" fmla="*/ 16632 w 1043413"/>
              <a:gd name="csY6" fmla="*/ 660794 h 1495294"/>
              <a:gd name="csX7" fmla="*/ 639 w 1043413"/>
              <a:gd name="csY7" fmla="*/ 977151 h 1495294"/>
              <a:gd name="csX8" fmla="*/ 135632 w 1043413"/>
              <a:gd name="csY8" fmla="*/ 1341909 h 1495294"/>
              <a:gd name="csX9" fmla="*/ 493551 w 1043413"/>
              <a:gd name="csY9" fmla="*/ 1495294 h 1495294"/>
              <a:gd name="csX10" fmla="*/ 549862 w 1043413"/>
              <a:gd name="csY10" fmla="*/ 1495294 h 1495294"/>
              <a:gd name="csX11" fmla="*/ 907781 w 1043413"/>
              <a:gd name="csY11" fmla="*/ 1341909 h 1495294"/>
              <a:gd name="csX12" fmla="*/ 1042774 w 1043413"/>
              <a:gd name="csY12" fmla="*/ 977151 h 1495294"/>
              <a:gd name="csX13" fmla="*/ 521706 w 1043413"/>
              <a:gd name="csY13" fmla="*/ 155326 h 1495294"/>
              <a:gd name="csX14" fmla="*/ 435591 w 1043413"/>
              <a:gd name="csY14" fmla="*/ 241442 h 1495294"/>
              <a:gd name="csX15" fmla="*/ 435591 w 1043413"/>
              <a:gd name="csY15" fmla="*/ 536726 h 1495294"/>
              <a:gd name="csX16" fmla="*/ 521706 w 1043413"/>
              <a:gd name="csY16" fmla="*/ 622842 h 1495294"/>
              <a:gd name="csX17" fmla="*/ 607822 w 1043413"/>
              <a:gd name="csY17" fmla="*/ 536726 h 1495294"/>
              <a:gd name="csX18" fmla="*/ 607822 w 1043413"/>
              <a:gd name="csY18" fmla="*/ 241442 h 1495294"/>
              <a:gd name="csX19" fmla="*/ 521706 w 1043413"/>
              <a:gd name="csY19" fmla="*/ 155326 h 1495294"/>
              <a:gd name="csX20" fmla="*/ 466481 w 1043413"/>
              <a:gd name="csY20" fmla="*/ 0 h 1495294"/>
              <a:gd name="csX21" fmla="*/ 455394 w 1043413"/>
              <a:gd name="csY21" fmla="*/ 0 h 1495294"/>
              <a:gd name="csX22" fmla="*/ 26558 w 1043413"/>
              <a:gd name="csY22" fmla="*/ 464441 h 1495294"/>
              <a:gd name="csX23" fmla="*/ 22215 w 1043413"/>
              <a:gd name="csY23" fmla="*/ 550344 h 1495294"/>
              <a:gd name="csX24" fmla="*/ 337625 w 1043413"/>
              <a:gd name="csY24" fmla="*/ 550344 h 1495294"/>
              <a:gd name="csX25" fmla="*/ 337624 w 1043413"/>
              <a:gd name="csY25" fmla="*/ 172903 h 1495294"/>
              <a:gd name="csX26" fmla="*/ 450053 w 1043413"/>
              <a:gd name="csY26" fmla="*/ 56719 h 1495294"/>
              <a:gd name="csX27" fmla="*/ 466481 w 1043413"/>
              <a:gd name="csY27" fmla="*/ 53225 h 1495294"/>
              <a:gd name="csX28" fmla="*/ 588020 w 1043413"/>
              <a:gd name="csY28" fmla="*/ 0 h 1495294"/>
              <a:gd name="csX29" fmla="*/ 576930 w 1043413"/>
              <a:gd name="csY29" fmla="*/ 0 h 1495294"/>
              <a:gd name="csX30" fmla="*/ 576930 w 1043413"/>
              <a:gd name="csY30" fmla="*/ 53226 h 1495294"/>
              <a:gd name="csX31" fmla="*/ 593358 w 1043413"/>
              <a:gd name="csY31" fmla="*/ 56719 h 1495294"/>
              <a:gd name="csX32" fmla="*/ 705787 w 1043413"/>
              <a:gd name="csY32" fmla="*/ 172903 h 1495294"/>
              <a:gd name="csX33" fmla="*/ 705787 w 1043413"/>
              <a:gd name="csY33" fmla="*/ 550344 h 1495294"/>
              <a:gd name="csX34" fmla="*/ 1021198 w 1043413"/>
              <a:gd name="csY34" fmla="*/ 550344 h 1495294"/>
              <a:gd name="csX35" fmla="*/ 1016855 w 1043413"/>
              <a:gd name="csY35" fmla="*/ 464441 h 1495294"/>
              <a:gd name="csX36" fmla="*/ 588020 w 1043413"/>
              <a:gd name="csY36" fmla="*/ 0 h 14952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1043413" h="1495294">
                <a:moveTo>
                  <a:pt x="1026781" y="660794"/>
                </a:moveTo>
                <a:lnTo>
                  <a:pt x="686213" y="660794"/>
                </a:lnTo>
                <a:lnTo>
                  <a:pt x="674349" y="675766"/>
                </a:lnTo>
                <a:cubicBezTo>
                  <a:pt x="641268" y="709306"/>
                  <a:pt x="585246" y="731359"/>
                  <a:pt x="521705" y="731359"/>
                </a:cubicBezTo>
                <a:cubicBezTo>
                  <a:pt x="458164" y="731359"/>
                  <a:pt x="402143" y="709306"/>
                  <a:pt x="369062" y="675766"/>
                </a:cubicBezTo>
                <a:lnTo>
                  <a:pt x="357199" y="660794"/>
                </a:lnTo>
                <a:lnTo>
                  <a:pt x="16632" y="660794"/>
                </a:lnTo>
                <a:lnTo>
                  <a:pt x="639" y="977151"/>
                </a:lnTo>
                <a:cubicBezTo>
                  <a:pt x="-6168" y="1113518"/>
                  <a:pt x="41546" y="1243046"/>
                  <a:pt x="135632" y="1341909"/>
                </a:cubicBezTo>
                <a:cubicBezTo>
                  <a:pt x="229718" y="1440773"/>
                  <a:pt x="357217" y="1495294"/>
                  <a:pt x="493551" y="1495294"/>
                </a:cubicBezTo>
                <a:lnTo>
                  <a:pt x="549862" y="1495294"/>
                </a:lnTo>
                <a:cubicBezTo>
                  <a:pt x="686197" y="1495294"/>
                  <a:pt x="813695" y="1440773"/>
                  <a:pt x="907781" y="1341909"/>
                </a:cubicBezTo>
                <a:cubicBezTo>
                  <a:pt x="1001867" y="1243046"/>
                  <a:pt x="1049581" y="1113518"/>
                  <a:pt x="1042774" y="977151"/>
                </a:cubicBezTo>
                <a:close/>
                <a:moveTo>
                  <a:pt x="521706" y="155326"/>
                </a:moveTo>
                <a:cubicBezTo>
                  <a:pt x="474147" y="155326"/>
                  <a:pt x="435591" y="193882"/>
                  <a:pt x="435591" y="241442"/>
                </a:cubicBezTo>
                <a:lnTo>
                  <a:pt x="435591" y="536726"/>
                </a:lnTo>
                <a:cubicBezTo>
                  <a:pt x="435591" y="584286"/>
                  <a:pt x="474146" y="622842"/>
                  <a:pt x="521706" y="622842"/>
                </a:cubicBezTo>
                <a:cubicBezTo>
                  <a:pt x="569267" y="622842"/>
                  <a:pt x="607822" y="584286"/>
                  <a:pt x="607822" y="536726"/>
                </a:cubicBezTo>
                <a:lnTo>
                  <a:pt x="607822" y="241442"/>
                </a:lnTo>
                <a:cubicBezTo>
                  <a:pt x="607822" y="193882"/>
                  <a:pt x="569267" y="155326"/>
                  <a:pt x="521706" y="155326"/>
                </a:cubicBezTo>
                <a:close/>
                <a:moveTo>
                  <a:pt x="466481" y="0"/>
                </a:moveTo>
                <a:lnTo>
                  <a:pt x="455394" y="0"/>
                </a:lnTo>
                <a:cubicBezTo>
                  <a:pt x="221504" y="30239"/>
                  <a:pt x="38437" y="222992"/>
                  <a:pt x="26558" y="464441"/>
                </a:cubicBezTo>
                <a:lnTo>
                  <a:pt x="22215" y="550344"/>
                </a:lnTo>
                <a:lnTo>
                  <a:pt x="337625" y="550344"/>
                </a:lnTo>
                <a:lnTo>
                  <a:pt x="337624" y="172903"/>
                </a:lnTo>
                <a:cubicBezTo>
                  <a:pt x="337624" y="120673"/>
                  <a:pt x="383983" y="75861"/>
                  <a:pt x="450053" y="56719"/>
                </a:cubicBezTo>
                <a:lnTo>
                  <a:pt x="466481" y="53225"/>
                </a:lnTo>
                <a:close/>
                <a:moveTo>
                  <a:pt x="588020" y="0"/>
                </a:moveTo>
                <a:lnTo>
                  <a:pt x="576930" y="0"/>
                </a:lnTo>
                <a:lnTo>
                  <a:pt x="576930" y="53226"/>
                </a:lnTo>
                <a:lnTo>
                  <a:pt x="593358" y="56719"/>
                </a:lnTo>
                <a:cubicBezTo>
                  <a:pt x="659428" y="75861"/>
                  <a:pt x="705787" y="120673"/>
                  <a:pt x="705787" y="172903"/>
                </a:cubicBezTo>
                <a:lnTo>
                  <a:pt x="705787" y="550344"/>
                </a:lnTo>
                <a:lnTo>
                  <a:pt x="1021198" y="550344"/>
                </a:lnTo>
                <a:lnTo>
                  <a:pt x="1016855" y="464441"/>
                </a:lnTo>
                <a:cubicBezTo>
                  <a:pt x="1004976" y="222992"/>
                  <a:pt x="821909" y="30239"/>
                  <a:pt x="588020" y="0"/>
                </a:cubicBezTo>
                <a:close/>
              </a:path>
            </a:pathLst>
          </a:custGeom>
          <a:solidFill>
            <a:srgbClr val="000000"/>
          </a:solidFill>
          <a:ln w="81280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F47C9894-C2F5-A726-DEA3-E5860429068A}"/>
              </a:ext>
            </a:extLst>
          </p:cNvPr>
          <p:cNvGrpSpPr/>
          <p:nvPr/>
        </p:nvGrpSpPr>
        <p:grpSpPr>
          <a:xfrm>
            <a:off x="1019872" y="2727497"/>
            <a:ext cx="1240576" cy="1497920"/>
            <a:chOff x="1019872" y="2727497"/>
            <a:chExt cx="1240576" cy="1497920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26FDD2F-694D-CCFA-1A14-2F87FA4422A9}"/>
                </a:ext>
              </a:extLst>
            </p:cNvPr>
            <p:cNvSpPr/>
            <p:nvPr/>
          </p:nvSpPr>
          <p:spPr>
            <a:xfrm rot="13498490">
              <a:off x="1019872" y="2865045"/>
              <a:ext cx="232728" cy="232728"/>
            </a:xfrm>
            <a:custGeom>
              <a:avLst/>
              <a:gdLst>
                <a:gd name="csX0" fmla="*/ 62550 w 375300"/>
                <a:gd name="csY0" fmla="*/ 0 h 375300"/>
                <a:gd name="csX1" fmla="*/ 312750 w 375300"/>
                <a:gd name="csY1" fmla="*/ 0 h 375300"/>
                <a:gd name="csX2" fmla="*/ 375300 w 375300"/>
                <a:gd name="csY2" fmla="*/ 62550 h 375300"/>
                <a:gd name="csX3" fmla="*/ 375300 w 375300"/>
                <a:gd name="csY3" fmla="*/ 312750 h 375300"/>
                <a:gd name="csX4" fmla="*/ 312750 w 375300"/>
                <a:gd name="csY4" fmla="*/ 375300 h 375300"/>
                <a:gd name="csX5" fmla="*/ 250200 w 375300"/>
                <a:gd name="csY5" fmla="*/ 312750 h 375300"/>
                <a:gd name="csX6" fmla="*/ 250200 w 375300"/>
                <a:gd name="csY6" fmla="*/ 213559 h 375300"/>
                <a:gd name="csX7" fmla="*/ 106779 w 375300"/>
                <a:gd name="csY7" fmla="*/ 356979 h 375300"/>
                <a:gd name="csX8" fmla="*/ 18321 w 375300"/>
                <a:gd name="csY8" fmla="*/ 356979 h 375300"/>
                <a:gd name="csX9" fmla="*/ 18321 w 375300"/>
                <a:gd name="csY9" fmla="*/ 268520 h 375300"/>
                <a:gd name="csX10" fmla="*/ 161742 w 375300"/>
                <a:gd name="csY10" fmla="*/ 125100 h 375300"/>
                <a:gd name="csX11" fmla="*/ 62550 w 375300"/>
                <a:gd name="csY11" fmla="*/ 125100 h 375300"/>
                <a:gd name="csX12" fmla="*/ 0 w 375300"/>
                <a:gd name="csY12" fmla="*/ 62550 h 375300"/>
                <a:gd name="csX13" fmla="*/ 62550 w 375300"/>
                <a:gd name="csY13" fmla="*/ 0 h 3753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75300" h="375300">
                  <a:moveTo>
                    <a:pt x="62550" y="0"/>
                  </a:moveTo>
                  <a:lnTo>
                    <a:pt x="312750" y="0"/>
                  </a:lnTo>
                  <a:cubicBezTo>
                    <a:pt x="347296" y="0"/>
                    <a:pt x="375300" y="28005"/>
                    <a:pt x="375300" y="62550"/>
                  </a:cubicBezTo>
                  <a:lnTo>
                    <a:pt x="375300" y="312750"/>
                  </a:lnTo>
                  <a:cubicBezTo>
                    <a:pt x="375300" y="347296"/>
                    <a:pt x="347296" y="375300"/>
                    <a:pt x="312750" y="375300"/>
                  </a:cubicBezTo>
                  <a:cubicBezTo>
                    <a:pt x="278204" y="375300"/>
                    <a:pt x="250200" y="347296"/>
                    <a:pt x="250200" y="312750"/>
                  </a:cubicBezTo>
                  <a:lnTo>
                    <a:pt x="250200" y="213559"/>
                  </a:lnTo>
                  <a:lnTo>
                    <a:pt x="106779" y="356979"/>
                  </a:lnTo>
                  <a:cubicBezTo>
                    <a:pt x="82353" y="381405"/>
                    <a:pt x="42747" y="381405"/>
                    <a:pt x="18321" y="356979"/>
                  </a:cubicBezTo>
                  <a:cubicBezTo>
                    <a:pt x="-6105" y="332553"/>
                    <a:pt x="-6105" y="292948"/>
                    <a:pt x="18321" y="268520"/>
                  </a:cubicBezTo>
                  <a:lnTo>
                    <a:pt x="161742" y="125100"/>
                  </a:lnTo>
                  <a:lnTo>
                    <a:pt x="62550" y="125100"/>
                  </a:lnTo>
                  <a:cubicBezTo>
                    <a:pt x="28004" y="125100"/>
                    <a:pt x="0" y="97096"/>
                    <a:pt x="0" y="62550"/>
                  </a:cubicBezTo>
                  <a:cubicBezTo>
                    <a:pt x="0" y="28005"/>
                    <a:pt x="28004" y="0"/>
                    <a:pt x="62550" y="0"/>
                  </a:cubicBezTo>
                  <a:close/>
                </a:path>
              </a:pathLst>
            </a:custGeom>
            <a:solidFill>
              <a:srgbClr val="111111"/>
            </a:solidFill>
            <a:ln w="62309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3002748-4AFC-E5BE-4CE2-765A702C9B75}"/>
                </a:ext>
              </a:extLst>
            </p:cNvPr>
            <p:cNvSpPr/>
            <p:nvPr/>
          </p:nvSpPr>
          <p:spPr>
            <a:xfrm>
              <a:off x="1108391" y="2856628"/>
              <a:ext cx="1152057" cy="1368789"/>
            </a:xfrm>
            <a:custGeom>
              <a:avLst/>
              <a:gdLst>
                <a:gd name="csX0" fmla="*/ 105201 w 3750770"/>
                <a:gd name="csY0" fmla="*/ 1780623 h 4456385"/>
                <a:gd name="csX1" fmla="*/ 7246 w 3750770"/>
                <a:gd name="csY1" fmla="*/ 1908277 h 4456385"/>
                <a:gd name="csX2" fmla="*/ 28267 w 3750770"/>
                <a:gd name="csY2" fmla="*/ 2067801 h 4456385"/>
                <a:gd name="csX3" fmla="*/ 978843 w 3750770"/>
                <a:gd name="csY3" fmla="*/ 3713798 h 4456385"/>
                <a:gd name="csX4" fmla="*/ 2265252 w 3750770"/>
                <a:gd name="csY4" fmla="*/ 4456386 h 4456385"/>
                <a:gd name="csX5" fmla="*/ 3750771 w 3750770"/>
                <a:gd name="csY5" fmla="*/ 2970876 h 4456385"/>
                <a:gd name="csX6" fmla="*/ 3750771 w 3750770"/>
                <a:gd name="csY6" fmla="*/ 1807778 h 4456385"/>
                <a:gd name="csX7" fmla="*/ 3372400 w 3750770"/>
                <a:gd name="csY7" fmla="*/ 1429407 h 4456385"/>
                <a:gd name="csX8" fmla="*/ 3149943 w 3750770"/>
                <a:gd name="csY8" fmla="*/ 1501883 h 4456385"/>
                <a:gd name="csX9" fmla="*/ 2783821 w 3750770"/>
                <a:gd name="csY9" fmla="*/ 1219200 h 4456385"/>
                <a:gd name="csX10" fmla="*/ 2550726 w 3750770"/>
                <a:gd name="csY10" fmla="*/ 1299724 h 4456385"/>
                <a:gd name="csX11" fmla="*/ 2195243 w 3750770"/>
                <a:gd name="csY11" fmla="*/ 1051036 h 4456385"/>
                <a:gd name="csX12" fmla="*/ 1985036 w 3750770"/>
                <a:gd name="csY12" fmla="*/ 1114939 h 4456385"/>
                <a:gd name="csX13" fmla="*/ 1985036 w 3750770"/>
                <a:gd name="csY13" fmla="*/ 378371 h 4456385"/>
                <a:gd name="csX14" fmla="*/ 1606665 w 3750770"/>
                <a:gd name="csY14" fmla="*/ 0 h 4456385"/>
                <a:gd name="csX15" fmla="*/ 1228294 w 3750770"/>
                <a:gd name="csY15" fmla="*/ 378371 h 4456385"/>
                <a:gd name="csX16" fmla="*/ 1228294 w 3750770"/>
                <a:gd name="csY16" fmla="*/ 2384355 h 4456385"/>
                <a:gd name="csX17" fmla="*/ 1189794 w 3750770"/>
                <a:gd name="csY17" fmla="*/ 2444715 h 4456385"/>
                <a:gd name="csX18" fmla="*/ 1104059 w 3750770"/>
                <a:gd name="csY18" fmla="*/ 2417645 h 4456385"/>
                <a:gd name="csX19" fmla="*/ 851761 w 3750770"/>
                <a:gd name="csY19" fmla="*/ 1980657 h 4456385"/>
                <a:gd name="csX20" fmla="*/ 519919 w 3750770"/>
                <a:gd name="csY20" fmla="*/ 1726016 h 4456385"/>
                <a:gd name="csX21" fmla="*/ 105201 w 3750770"/>
                <a:gd name="csY21" fmla="*/ 1780623 h 4456385"/>
                <a:gd name="csX22" fmla="*/ 706124 w 3750770"/>
                <a:gd name="csY22" fmla="*/ 2064744 h 4456385"/>
                <a:gd name="csX23" fmla="*/ 958422 w 3750770"/>
                <a:gd name="csY23" fmla="*/ 2501732 h 4456385"/>
                <a:gd name="csX24" fmla="*/ 1260717 w 3750770"/>
                <a:gd name="csY24" fmla="*/ 2597210 h 4456385"/>
                <a:gd name="csX25" fmla="*/ 1396458 w 3750770"/>
                <a:gd name="csY25" fmla="*/ 2384365 h 4456385"/>
                <a:gd name="csX26" fmla="*/ 1396458 w 3750770"/>
                <a:gd name="csY26" fmla="*/ 378371 h 4456385"/>
                <a:gd name="csX27" fmla="*/ 1606665 w 3750770"/>
                <a:gd name="csY27" fmla="*/ 168164 h 4456385"/>
                <a:gd name="csX28" fmla="*/ 1816872 w 3750770"/>
                <a:gd name="csY28" fmla="*/ 378371 h 4456385"/>
                <a:gd name="csX29" fmla="*/ 1816872 w 3750770"/>
                <a:gd name="csY29" fmla="*/ 1933899 h 4456385"/>
                <a:gd name="csX30" fmla="*/ 1900959 w 3750770"/>
                <a:gd name="csY30" fmla="*/ 2017986 h 4456385"/>
                <a:gd name="csX31" fmla="*/ 1985045 w 3750770"/>
                <a:gd name="csY31" fmla="*/ 1933899 h 4456385"/>
                <a:gd name="csX32" fmla="*/ 1985045 w 3750770"/>
                <a:gd name="csY32" fmla="*/ 1429407 h 4456385"/>
                <a:gd name="csX33" fmla="*/ 2195253 w 3750770"/>
                <a:gd name="csY33" fmla="*/ 1219200 h 4456385"/>
                <a:gd name="csX34" fmla="*/ 2405460 w 3750770"/>
                <a:gd name="csY34" fmla="*/ 1429407 h 4456385"/>
                <a:gd name="csX35" fmla="*/ 2405460 w 3750770"/>
                <a:gd name="csY35" fmla="*/ 1933899 h 4456385"/>
                <a:gd name="csX36" fmla="*/ 2489547 w 3750770"/>
                <a:gd name="csY36" fmla="*/ 2017986 h 4456385"/>
                <a:gd name="csX37" fmla="*/ 2573633 w 3750770"/>
                <a:gd name="csY37" fmla="*/ 1933899 h 4456385"/>
                <a:gd name="csX38" fmla="*/ 2573633 w 3750770"/>
                <a:gd name="csY38" fmla="*/ 1597571 h 4456385"/>
                <a:gd name="csX39" fmla="*/ 2783840 w 3750770"/>
                <a:gd name="csY39" fmla="*/ 1387364 h 4456385"/>
                <a:gd name="csX40" fmla="*/ 2994048 w 3750770"/>
                <a:gd name="csY40" fmla="*/ 1597571 h 4456385"/>
                <a:gd name="csX41" fmla="*/ 2994048 w 3750770"/>
                <a:gd name="csY41" fmla="*/ 1975942 h 4456385"/>
                <a:gd name="csX42" fmla="*/ 3078134 w 3750770"/>
                <a:gd name="csY42" fmla="*/ 2060029 h 4456385"/>
                <a:gd name="csX43" fmla="*/ 3162221 w 3750770"/>
                <a:gd name="csY43" fmla="*/ 1975942 h 4456385"/>
                <a:gd name="csX44" fmla="*/ 3162221 w 3750770"/>
                <a:gd name="csY44" fmla="*/ 1807778 h 4456385"/>
                <a:gd name="csX45" fmla="*/ 3372428 w 3750770"/>
                <a:gd name="csY45" fmla="*/ 1597571 h 4456385"/>
                <a:gd name="csX46" fmla="*/ 3582635 w 3750770"/>
                <a:gd name="csY46" fmla="*/ 1807778 h 4456385"/>
                <a:gd name="csX47" fmla="*/ 3582635 w 3750770"/>
                <a:gd name="csY47" fmla="*/ 2970876 h 4456385"/>
                <a:gd name="csX48" fmla="*/ 2265290 w 3750770"/>
                <a:gd name="csY48" fmla="*/ 4288222 h 4456385"/>
                <a:gd name="csX49" fmla="*/ 1124519 w 3750770"/>
                <a:gd name="csY49" fmla="*/ 3629692 h 4456385"/>
                <a:gd name="csX50" fmla="*/ 173895 w 3750770"/>
                <a:gd name="csY50" fmla="*/ 1983686 h 4456385"/>
                <a:gd name="csX51" fmla="*/ 169695 w 3750770"/>
                <a:gd name="csY51" fmla="*/ 1951787 h 4456385"/>
                <a:gd name="csX52" fmla="*/ 189278 w 3750770"/>
                <a:gd name="csY52" fmla="*/ 1926260 h 4456385"/>
                <a:gd name="csX53" fmla="*/ 377844 w 3750770"/>
                <a:gd name="csY53" fmla="*/ 1875406 h 4456385"/>
                <a:gd name="csX54" fmla="*/ 476381 w 3750770"/>
                <a:gd name="csY54" fmla="*/ 1888465 h 4456385"/>
                <a:gd name="csX55" fmla="*/ 706124 w 3750770"/>
                <a:gd name="csY55" fmla="*/ 2064744 h 44563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</a:cxnLst>
              <a:rect l="l" t="t" r="r" b="b"/>
              <a:pathLst>
                <a:path w="3750770" h="4456385">
                  <a:moveTo>
                    <a:pt x="105201" y="1780623"/>
                  </a:moveTo>
                  <a:cubicBezTo>
                    <a:pt x="56576" y="1808693"/>
                    <a:pt x="21781" y="1854032"/>
                    <a:pt x="7246" y="1908277"/>
                  </a:cubicBezTo>
                  <a:cubicBezTo>
                    <a:pt x="-7280" y="1962522"/>
                    <a:pt x="188" y="2019176"/>
                    <a:pt x="28267" y="2067801"/>
                  </a:cubicBezTo>
                  <a:lnTo>
                    <a:pt x="978843" y="3713798"/>
                  </a:lnTo>
                  <a:cubicBezTo>
                    <a:pt x="1243391" y="4171845"/>
                    <a:pt x="1736309" y="4456386"/>
                    <a:pt x="2265252" y="4456386"/>
                  </a:cubicBezTo>
                  <a:cubicBezTo>
                    <a:pt x="3084364" y="4456386"/>
                    <a:pt x="3750771" y="3789988"/>
                    <a:pt x="3750771" y="2970876"/>
                  </a:cubicBezTo>
                  <a:lnTo>
                    <a:pt x="3750771" y="1807778"/>
                  </a:lnTo>
                  <a:cubicBezTo>
                    <a:pt x="3750771" y="1599143"/>
                    <a:pt x="3581035" y="1429407"/>
                    <a:pt x="3372400" y="1429407"/>
                  </a:cubicBezTo>
                  <a:cubicBezTo>
                    <a:pt x="3289323" y="1429407"/>
                    <a:pt x="3212418" y="1456315"/>
                    <a:pt x="3149943" y="1501883"/>
                  </a:cubicBezTo>
                  <a:cubicBezTo>
                    <a:pt x="3107452" y="1339425"/>
                    <a:pt x="2959415" y="1219200"/>
                    <a:pt x="2783821" y="1219200"/>
                  </a:cubicBezTo>
                  <a:cubicBezTo>
                    <a:pt x="2695972" y="1219200"/>
                    <a:pt x="2615010" y="1249299"/>
                    <a:pt x="2550726" y="1299724"/>
                  </a:cubicBezTo>
                  <a:cubicBezTo>
                    <a:pt x="2497671" y="1154773"/>
                    <a:pt x="2358349" y="1051036"/>
                    <a:pt x="2195243" y="1051036"/>
                  </a:cubicBezTo>
                  <a:cubicBezTo>
                    <a:pt x="2117529" y="1051036"/>
                    <a:pt x="2045196" y="1074601"/>
                    <a:pt x="1985036" y="1114939"/>
                  </a:cubicBezTo>
                  <a:lnTo>
                    <a:pt x="1985036" y="378371"/>
                  </a:lnTo>
                  <a:cubicBezTo>
                    <a:pt x="1985036" y="169736"/>
                    <a:pt x="1815300" y="0"/>
                    <a:pt x="1606665" y="0"/>
                  </a:cubicBezTo>
                  <a:cubicBezTo>
                    <a:pt x="1398029" y="0"/>
                    <a:pt x="1228294" y="169736"/>
                    <a:pt x="1228294" y="378371"/>
                  </a:cubicBezTo>
                  <a:lnTo>
                    <a:pt x="1228294" y="2384355"/>
                  </a:lnTo>
                  <a:cubicBezTo>
                    <a:pt x="1228294" y="2410149"/>
                    <a:pt x="1213187" y="2433838"/>
                    <a:pt x="1189794" y="2444715"/>
                  </a:cubicBezTo>
                  <a:cubicBezTo>
                    <a:pt x="1158285" y="2459374"/>
                    <a:pt x="1121442" y="2447725"/>
                    <a:pt x="1104059" y="2417645"/>
                  </a:cubicBezTo>
                  <a:lnTo>
                    <a:pt x="851761" y="1980657"/>
                  </a:lnTo>
                  <a:cubicBezTo>
                    <a:pt x="778771" y="1854241"/>
                    <a:pt x="660927" y="1763801"/>
                    <a:pt x="519919" y="1726016"/>
                  </a:cubicBezTo>
                  <a:cubicBezTo>
                    <a:pt x="378883" y="1688230"/>
                    <a:pt x="231617" y="1707633"/>
                    <a:pt x="105201" y="1780623"/>
                  </a:cubicBezTo>
                  <a:close/>
                  <a:moveTo>
                    <a:pt x="706124" y="2064744"/>
                  </a:moveTo>
                  <a:lnTo>
                    <a:pt x="958422" y="2501732"/>
                  </a:lnTo>
                  <a:cubicBezTo>
                    <a:pt x="1019677" y="2607821"/>
                    <a:pt x="1149636" y="2648845"/>
                    <a:pt x="1260717" y="2597210"/>
                  </a:cubicBezTo>
                  <a:cubicBezTo>
                    <a:pt x="1343175" y="2558853"/>
                    <a:pt x="1396458" y="2475310"/>
                    <a:pt x="1396458" y="2384365"/>
                  </a:cubicBezTo>
                  <a:lnTo>
                    <a:pt x="1396458" y="378371"/>
                  </a:lnTo>
                  <a:cubicBezTo>
                    <a:pt x="1396458" y="262461"/>
                    <a:pt x="1490755" y="168164"/>
                    <a:pt x="1606665" y="168164"/>
                  </a:cubicBezTo>
                  <a:cubicBezTo>
                    <a:pt x="1722565" y="168164"/>
                    <a:pt x="1816872" y="262461"/>
                    <a:pt x="1816872" y="378371"/>
                  </a:cubicBezTo>
                  <a:lnTo>
                    <a:pt x="1816872" y="1933899"/>
                  </a:lnTo>
                  <a:cubicBezTo>
                    <a:pt x="1816872" y="1980333"/>
                    <a:pt x="1854515" y="2017986"/>
                    <a:pt x="1900959" y="2017986"/>
                  </a:cubicBezTo>
                  <a:cubicBezTo>
                    <a:pt x="1947393" y="2017986"/>
                    <a:pt x="1985045" y="1980343"/>
                    <a:pt x="1985045" y="1933899"/>
                  </a:cubicBezTo>
                  <a:lnTo>
                    <a:pt x="1985045" y="1429407"/>
                  </a:lnTo>
                  <a:cubicBezTo>
                    <a:pt x="1985045" y="1313498"/>
                    <a:pt x="2079343" y="1219200"/>
                    <a:pt x="2195253" y="1219200"/>
                  </a:cubicBezTo>
                  <a:cubicBezTo>
                    <a:pt x="2311162" y="1219200"/>
                    <a:pt x="2405460" y="1313498"/>
                    <a:pt x="2405460" y="1429407"/>
                  </a:cubicBezTo>
                  <a:lnTo>
                    <a:pt x="2405460" y="1933899"/>
                  </a:lnTo>
                  <a:cubicBezTo>
                    <a:pt x="2405460" y="1980333"/>
                    <a:pt x="2443103" y="2017986"/>
                    <a:pt x="2489547" y="2017986"/>
                  </a:cubicBezTo>
                  <a:cubicBezTo>
                    <a:pt x="2535981" y="2017986"/>
                    <a:pt x="2573633" y="1980343"/>
                    <a:pt x="2573633" y="1933899"/>
                  </a:cubicBezTo>
                  <a:lnTo>
                    <a:pt x="2573633" y="1597571"/>
                  </a:lnTo>
                  <a:cubicBezTo>
                    <a:pt x="2573633" y="1481661"/>
                    <a:pt x="2667931" y="1387364"/>
                    <a:pt x="2783840" y="1387364"/>
                  </a:cubicBezTo>
                  <a:cubicBezTo>
                    <a:pt x="2899750" y="1387364"/>
                    <a:pt x="2994048" y="1481661"/>
                    <a:pt x="2994048" y="1597571"/>
                  </a:cubicBezTo>
                  <a:lnTo>
                    <a:pt x="2994048" y="1975942"/>
                  </a:lnTo>
                  <a:cubicBezTo>
                    <a:pt x="2994048" y="2022377"/>
                    <a:pt x="3031691" y="2060029"/>
                    <a:pt x="3078134" y="2060029"/>
                  </a:cubicBezTo>
                  <a:cubicBezTo>
                    <a:pt x="3124578" y="2060029"/>
                    <a:pt x="3162221" y="2022386"/>
                    <a:pt x="3162221" y="1975942"/>
                  </a:cubicBezTo>
                  <a:lnTo>
                    <a:pt x="3162221" y="1807778"/>
                  </a:lnTo>
                  <a:cubicBezTo>
                    <a:pt x="3162221" y="1691869"/>
                    <a:pt x="3256518" y="1597571"/>
                    <a:pt x="3372428" y="1597571"/>
                  </a:cubicBezTo>
                  <a:cubicBezTo>
                    <a:pt x="3488338" y="1597571"/>
                    <a:pt x="3582635" y="1691869"/>
                    <a:pt x="3582635" y="1807778"/>
                  </a:cubicBezTo>
                  <a:lnTo>
                    <a:pt x="3582635" y="2970876"/>
                  </a:lnTo>
                  <a:cubicBezTo>
                    <a:pt x="3582635" y="3697262"/>
                    <a:pt x="2991676" y="4288222"/>
                    <a:pt x="2265290" y="4288222"/>
                  </a:cubicBezTo>
                  <a:cubicBezTo>
                    <a:pt x="1796222" y="4288222"/>
                    <a:pt x="1359101" y="4035885"/>
                    <a:pt x="1124519" y="3629692"/>
                  </a:cubicBezTo>
                  <a:lnTo>
                    <a:pt x="173895" y="1983686"/>
                  </a:lnTo>
                  <a:cubicBezTo>
                    <a:pt x="166323" y="1970570"/>
                    <a:pt x="168009" y="1958064"/>
                    <a:pt x="169695" y="1951787"/>
                  </a:cubicBezTo>
                  <a:cubicBezTo>
                    <a:pt x="171371" y="1945510"/>
                    <a:pt x="176153" y="1933832"/>
                    <a:pt x="189278" y="1926260"/>
                  </a:cubicBezTo>
                  <a:cubicBezTo>
                    <a:pt x="247581" y="1892598"/>
                    <a:pt x="312274" y="1875406"/>
                    <a:pt x="377844" y="1875406"/>
                  </a:cubicBezTo>
                  <a:cubicBezTo>
                    <a:pt x="410696" y="1875406"/>
                    <a:pt x="443786" y="1879730"/>
                    <a:pt x="476381" y="1888465"/>
                  </a:cubicBezTo>
                  <a:cubicBezTo>
                    <a:pt x="574012" y="1914611"/>
                    <a:pt x="655593" y="1977219"/>
                    <a:pt x="706124" y="20647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D28AA80-05E6-2DD7-5F47-F21AA7536627}"/>
                </a:ext>
              </a:extLst>
            </p:cNvPr>
            <p:cNvSpPr/>
            <p:nvPr/>
          </p:nvSpPr>
          <p:spPr>
            <a:xfrm>
              <a:off x="1356529" y="2727497"/>
              <a:ext cx="490700" cy="382757"/>
            </a:xfrm>
            <a:custGeom>
              <a:avLst/>
              <a:gdLst>
                <a:gd name="csX0" fmla="*/ 225095 w 1597580"/>
                <a:gd name="csY0" fmla="*/ 1233288 h 1246146"/>
                <a:gd name="csX1" fmla="*/ 254899 w 1597580"/>
                <a:gd name="csY1" fmla="*/ 1118168 h 1246146"/>
                <a:gd name="csX2" fmla="*/ 168173 w 1597580"/>
                <a:gd name="csY2" fmla="*/ 798786 h 1246146"/>
                <a:gd name="csX3" fmla="*/ 798795 w 1597580"/>
                <a:gd name="csY3" fmla="*/ 168164 h 1246146"/>
                <a:gd name="csX4" fmla="*/ 1429417 w 1597580"/>
                <a:gd name="csY4" fmla="*/ 798786 h 1246146"/>
                <a:gd name="csX5" fmla="*/ 1342054 w 1597580"/>
                <a:gd name="csY5" fmla="*/ 1119254 h 1246146"/>
                <a:gd name="csX6" fmla="*/ 1371629 w 1597580"/>
                <a:gd name="csY6" fmla="*/ 1234431 h 1246146"/>
                <a:gd name="csX7" fmla="*/ 1414348 w 1597580"/>
                <a:gd name="csY7" fmla="*/ 1246146 h 1246146"/>
                <a:gd name="csX8" fmla="*/ 1486805 w 1597580"/>
                <a:gd name="csY8" fmla="*/ 1204846 h 1246146"/>
                <a:gd name="csX9" fmla="*/ 1597581 w 1597580"/>
                <a:gd name="csY9" fmla="*/ 798786 h 1246146"/>
                <a:gd name="csX10" fmla="*/ 798786 w 1597580"/>
                <a:gd name="csY10" fmla="*/ 0 h 1246146"/>
                <a:gd name="csX11" fmla="*/ 0 w 1597580"/>
                <a:gd name="csY11" fmla="*/ 798786 h 1246146"/>
                <a:gd name="csX12" fmla="*/ 109976 w 1597580"/>
                <a:gd name="csY12" fmla="*/ 1203484 h 1246146"/>
                <a:gd name="csX13" fmla="*/ 225095 w 1597580"/>
                <a:gd name="csY13" fmla="*/ 1233288 h 1246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597580" h="1246146">
                  <a:moveTo>
                    <a:pt x="225095" y="1233288"/>
                  </a:moveTo>
                  <a:cubicBezTo>
                    <a:pt x="265119" y="1209732"/>
                    <a:pt x="278454" y="1158192"/>
                    <a:pt x="254899" y="1118168"/>
                  </a:cubicBezTo>
                  <a:cubicBezTo>
                    <a:pt x="198158" y="1021794"/>
                    <a:pt x="168173" y="911352"/>
                    <a:pt x="168173" y="798786"/>
                  </a:cubicBezTo>
                  <a:cubicBezTo>
                    <a:pt x="168173" y="451056"/>
                    <a:pt x="451066" y="168164"/>
                    <a:pt x="798795" y="168164"/>
                  </a:cubicBezTo>
                  <a:cubicBezTo>
                    <a:pt x="1146524" y="168164"/>
                    <a:pt x="1429417" y="451056"/>
                    <a:pt x="1429417" y="798786"/>
                  </a:cubicBezTo>
                  <a:cubicBezTo>
                    <a:pt x="1429417" y="911771"/>
                    <a:pt x="1399213" y="1022595"/>
                    <a:pt x="1342054" y="1119254"/>
                  </a:cubicBezTo>
                  <a:cubicBezTo>
                    <a:pt x="1318413" y="1159231"/>
                    <a:pt x="1331662" y="1210799"/>
                    <a:pt x="1371629" y="1234431"/>
                  </a:cubicBezTo>
                  <a:cubicBezTo>
                    <a:pt x="1385059" y="1242374"/>
                    <a:pt x="1399804" y="1246146"/>
                    <a:pt x="1414348" y="1246146"/>
                  </a:cubicBezTo>
                  <a:cubicBezTo>
                    <a:pt x="1443104" y="1246146"/>
                    <a:pt x="1471117" y="1231392"/>
                    <a:pt x="1486805" y="1204846"/>
                  </a:cubicBezTo>
                  <a:cubicBezTo>
                    <a:pt x="1559271" y="1082288"/>
                    <a:pt x="1597581" y="941870"/>
                    <a:pt x="1597581" y="798786"/>
                  </a:cubicBezTo>
                  <a:cubicBezTo>
                    <a:pt x="1597571" y="358331"/>
                    <a:pt x="1239241" y="0"/>
                    <a:pt x="798786" y="0"/>
                  </a:cubicBezTo>
                  <a:cubicBezTo>
                    <a:pt x="358330" y="0"/>
                    <a:pt x="0" y="358331"/>
                    <a:pt x="0" y="798786"/>
                  </a:cubicBezTo>
                  <a:cubicBezTo>
                    <a:pt x="0" y="941327"/>
                    <a:pt x="38024" y="1081269"/>
                    <a:pt x="109976" y="1203484"/>
                  </a:cubicBezTo>
                  <a:cubicBezTo>
                    <a:pt x="133531" y="1243489"/>
                    <a:pt x="185052" y="1256852"/>
                    <a:pt x="225095" y="1233288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6E52E440-4089-9CFF-2EB9-161F04B292D3}"/>
              </a:ext>
            </a:extLst>
          </p:cNvPr>
          <p:cNvGrpSpPr/>
          <p:nvPr/>
        </p:nvGrpSpPr>
        <p:grpSpPr>
          <a:xfrm>
            <a:off x="2970973" y="2727497"/>
            <a:ext cx="1152057" cy="1497920"/>
            <a:chOff x="2616900" y="2727497"/>
            <a:chExt cx="1152057" cy="1497920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59697A8-4E6C-19E7-727E-542A5A267892}"/>
                </a:ext>
              </a:extLst>
            </p:cNvPr>
            <p:cNvSpPr/>
            <p:nvPr/>
          </p:nvSpPr>
          <p:spPr>
            <a:xfrm>
              <a:off x="2616900" y="2856628"/>
              <a:ext cx="1152057" cy="1368789"/>
            </a:xfrm>
            <a:custGeom>
              <a:avLst/>
              <a:gdLst>
                <a:gd name="csX0" fmla="*/ 105201 w 3750770"/>
                <a:gd name="csY0" fmla="*/ 1780623 h 4456385"/>
                <a:gd name="csX1" fmla="*/ 7246 w 3750770"/>
                <a:gd name="csY1" fmla="*/ 1908277 h 4456385"/>
                <a:gd name="csX2" fmla="*/ 28267 w 3750770"/>
                <a:gd name="csY2" fmla="*/ 2067801 h 4456385"/>
                <a:gd name="csX3" fmla="*/ 978843 w 3750770"/>
                <a:gd name="csY3" fmla="*/ 3713798 h 4456385"/>
                <a:gd name="csX4" fmla="*/ 2265252 w 3750770"/>
                <a:gd name="csY4" fmla="*/ 4456386 h 4456385"/>
                <a:gd name="csX5" fmla="*/ 3750771 w 3750770"/>
                <a:gd name="csY5" fmla="*/ 2970876 h 4456385"/>
                <a:gd name="csX6" fmla="*/ 3750771 w 3750770"/>
                <a:gd name="csY6" fmla="*/ 1807778 h 4456385"/>
                <a:gd name="csX7" fmla="*/ 3372400 w 3750770"/>
                <a:gd name="csY7" fmla="*/ 1429407 h 4456385"/>
                <a:gd name="csX8" fmla="*/ 3149943 w 3750770"/>
                <a:gd name="csY8" fmla="*/ 1501883 h 4456385"/>
                <a:gd name="csX9" fmla="*/ 2783821 w 3750770"/>
                <a:gd name="csY9" fmla="*/ 1219200 h 4456385"/>
                <a:gd name="csX10" fmla="*/ 2550726 w 3750770"/>
                <a:gd name="csY10" fmla="*/ 1299724 h 4456385"/>
                <a:gd name="csX11" fmla="*/ 2195243 w 3750770"/>
                <a:gd name="csY11" fmla="*/ 1051036 h 4456385"/>
                <a:gd name="csX12" fmla="*/ 1985036 w 3750770"/>
                <a:gd name="csY12" fmla="*/ 1114939 h 4456385"/>
                <a:gd name="csX13" fmla="*/ 1985036 w 3750770"/>
                <a:gd name="csY13" fmla="*/ 378371 h 4456385"/>
                <a:gd name="csX14" fmla="*/ 1606665 w 3750770"/>
                <a:gd name="csY14" fmla="*/ 0 h 4456385"/>
                <a:gd name="csX15" fmla="*/ 1228294 w 3750770"/>
                <a:gd name="csY15" fmla="*/ 378371 h 4456385"/>
                <a:gd name="csX16" fmla="*/ 1228294 w 3750770"/>
                <a:gd name="csY16" fmla="*/ 2384355 h 4456385"/>
                <a:gd name="csX17" fmla="*/ 1189794 w 3750770"/>
                <a:gd name="csY17" fmla="*/ 2444715 h 4456385"/>
                <a:gd name="csX18" fmla="*/ 1104059 w 3750770"/>
                <a:gd name="csY18" fmla="*/ 2417645 h 4456385"/>
                <a:gd name="csX19" fmla="*/ 851761 w 3750770"/>
                <a:gd name="csY19" fmla="*/ 1980657 h 4456385"/>
                <a:gd name="csX20" fmla="*/ 519919 w 3750770"/>
                <a:gd name="csY20" fmla="*/ 1726016 h 4456385"/>
                <a:gd name="csX21" fmla="*/ 105201 w 3750770"/>
                <a:gd name="csY21" fmla="*/ 1780623 h 4456385"/>
                <a:gd name="csX22" fmla="*/ 706124 w 3750770"/>
                <a:gd name="csY22" fmla="*/ 2064744 h 4456385"/>
                <a:gd name="csX23" fmla="*/ 958422 w 3750770"/>
                <a:gd name="csY23" fmla="*/ 2501732 h 4456385"/>
                <a:gd name="csX24" fmla="*/ 1260717 w 3750770"/>
                <a:gd name="csY24" fmla="*/ 2597210 h 4456385"/>
                <a:gd name="csX25" fmla="*/ 1396458 w 3750770"/>
                <a:gd name="csY25" fmla="*/ 2384365 h 4456385"/>
                <a:gd name="csX26" fmla="*/ 1396458 w 3750770"/>
                <a:gd name="csY26" fmla="*/ 378371 h 4456385"/>
                <a:gd name="csX27" fmla="*/ 1606665 w 3750770"/>
                <a:gd name="csY27" fmla="*/ 168164 h 4456385"/>
                <a:gd name="csX28" fmla="*/ 1816872 w 3750770"/>
                <a:gd name="csY28" fmla="*/ 378371 h 4456385"/>
                <a:gd name="csX29" fmla="*/ 1816872 w 3750770"/>
                <a:gd name="csY29" fmla="*/ 1933899 h 4456385"/>
                <a:gd name="csX30" fmla="*/ 1900959 w 3750770"/>
                <a:gd name="csY30" fmla="*/ 2017986 h 4456385"/>
                <a:gd name="csX31" fmla="*/ 1985045 w 3750770"/>
                <a:gd name="csY31" fmla="*/ 1933899 h 4456385"/>
                <a:gd name="csX32" fmla="*/ 1985045 w 3750770"/>
                <a:gd name="csY32" fmla="*/ 1429407 h 4456385"/>
                <a:gd name="csX33" fmla="*/ 2195253 w 3750770"/>
                <a:gd name="csY33" fmla="*/ 1219200 h 4456385"/>
                <a:gd name="csX34" fmla="*/ 2405460 w 3750770"/>
                <a:gd name="csY34" fmla="*/ 1429407 h 4456385"/>
                <a:gd name="csX35" fmla="*/ 2405460 w 3750770"/>
                <a:gd name="csY35" fmla="*/ 1933899 h 4456385"/>
                <a:gd name="csX36" fmla="*/ 2489547 w 3750770"/>
                <a:gd name="csY36" fmla="*/ 2017986 h 4456385"/>
                <a:gd name="csX37" fmla="*/ 2573633 w 3750770"/>
                <a:gd name="csY37" fmla="*/ 1933899 h 4456385"/>
                <a:gd name="csX38" fmla="*/ 2573633 w 3750770"/>
                <a:gd name="csY38" fmla="*/ 1597571 h 4456385"/>
                <a:gd name="csX39" fmla="*/ 2783840 w 3750770"/>
                <a:gd name="csY39" fmla="*/ 1387364 h 4456385"/>
                <a:gd name="csX40" fmla="*/ 2994048 w 3750770"/>
                <a:gd name="csY40" fmla="*/ 1597571 h 4456385"/>
                <a:gd name="csX41" fmla="*/ 2994048 w 3750770"/>
                <a:gd name="csY41" fmla="*/ 1975942 h 4456385"/>
                <a:gd name="csX42" fmla="*/ 3078134 w 3750770"/>
                <a:gd name="csY42" fmla="*/ 2060029 h 4456385"/>
                <a:gd name="csX43" fmla="*/ 3162221 w 3750770"/>
                <a:gd name="csY43" fmla="*/ 1975942 h 4456385"/>
                <a:gd name="csX44" fmla="*/ 3162221 w 3750770"/>
                <a:gd name="csY44" fmla="*/ 1807778 h 4456385"/>
                <a:gd name="csX45" fmla="*/ 3372428 w 3750770"/>
                <a:gd name="csY45" fmla="*/ 1597571 h 4456385"/>
                <a:gd name="csX46" fmla="*/ 3582635 w 3750770"/>
                <a:gd name="csY46" fmla="*/ 1807778 h 4456385"/>
                <a:gd name="csX47" fmla="*/ 3582635 w 3750770"/>
                <a:gd name="csY47" fmla="*/ 2970876 h 4456385"/>
                <a:gd name="csX48" fmla="*/ 2265290 w 3750770"/>
                <a:gd name="csY48" fmla="*/ 4288222 h 4456385"/>
                <a:gd name="csX49" fmla="*/ 1124519 w 3750770"/>
                <a:gd name="csY49" fmla="*/ 3629692 h 4456385"/>
                <a:gd name="csX50" fmla="*/ 173895 w 3750770"/>
                <a:gd name="csY50" fmla="*/ 1983686 h 4456385"/>
                <a:gd name="csX51" fmla="*/ 169695 w 3750770"/>
                <a:gd name="csY51" fmla="*/ 1951787 h 4456385"/>
                <a:gd name="csX52" fmla="*/ 189278 w 3750770"/>
                <a:gd name="csY52" fmla="*/ 1926260 h 4456385"/>
                <a:gd name="csX53" fmla="*/ 377844 w 3750770"/>
                <a:gd name="csY53" fmla="*/ 1875406 h 4456385"/>
                <a:gd name="csX54" fmla="*/ 476381 w 3750770"/>
                <a:gd name="csY54" fmla="*/ 1888465 h 4456385"/>
                <a:gd name="csX55" fmla="*/ 706124 w 3750770"/>
                <a:gd name="csY55" fmla="*/ 2064744 h 44563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</a:cxnLst>
              <a:rect l="l" t="t" r="r" b="b"/>
              <a:pathLst>
                <a:path w="3750770" h="4456385">
                  <a:moveTo>
                    <a:pt x="105201" y="1780623"/>
                  </a:moveTo>
                  <a:cubicBezTo>
                    <a:pt x="56576" y="1808693"/>
                    <a:pt x="21781" y="1854032"/>
                    <a:pt x="7246" y="1908277"/>
                  </a:cubicBezTo>
                  <a:cubicBezTo>
                    <a:pt x="-7280" y="1962522"/>
                    <a:pt x="188" y="2019176"/>
                    <a:pt x="28267" y="2067801"/>
                  </a:cubicBezTo>
                  <a:lnTo>
                    <a:pt x="978843" y="3713798"/>
                  </a:lnTo>
                  <a:cubicBezTo>
                    <a:pt x="1243391" y="4171845"/>
                    <a:pt x="1736309" y="4456386"/>
                    <a:pt x="2265252" y="4456386"/>
                  </a:cubicBezTo>
                  <a:cubicBezTo>
                    <a:pt x="3084364" y="4456386"/>
                    <a:pt x="3750771" y="3789988"/>
                    <a:pt x="3750771" y="2970876"/>
                  </a:cubicBezTo>
                  <a:lnTo>
                    <a:pt x="3750771" y="1807778"/>
                  </a:lnTo>
                  <a:cubicBezTo>
                    <a:pt x="3750771" y="1599143"/>
                    <a:pt x="3581035" y="1429407"/>
                    <a:pt x="3372400" y="1429407"/>
                  </a:cubicBezTo>
                  <a:cubicBezTo>
                    <a:pt x="3289323" y="1429407"/>
                    <a:pt x="3212418" y="1456315"/>
                    <a:pt x="3149943" y="1501883"/>
                  </a:cubicBezTo>
                  <a:cubicBezTo>
                    <a:pt x="3107452" y="1339425"/>
                    <a:pt x="2959415" y="1219200"/>
                    <a:pt x="2783821" y="1219200"/>
                  </a:cubicBezTo>
                  <a:cubicBezTo>
                    <a:pt x="2695972" y="1219200"/>
                    <a:pt x="2615010" y="1249299"/>
                    <a:pt x="2550726" y="1299724"/>
                  </a:cubicBezTo>
                  <a:cubicBezTo>
                    <a:pt x="2497671" y="1154773"/>
                    <a:pt x="2358349" y="1051036"/>
                    <a:pt x="2195243" y="1051036"/>
                  </a:cubicBezTo>
                  <a:cubicBezTo>
                    <a:pt x="2117529" y="1051036"/>
                    <a:pt x="2045196" y="1074601"/>
                    <a:pt x="1985036" y="1114939"/>
                  </a:cubicBezTo>
                  <a:lnTo>
                    <a:pt x="1985036" y="378371"/>
                  </a:lnTo>
                  <a:cubicBezTo>
                    <a:pt x="1985036" y="169736"/>
                    <a:pt x="1815300" y="0"/>
                    <a:pt x="1606665" y="0"/>
                  </a:cubicBezTo>
                  <a:cubicBezTo>
                    <a:pt x="1398029" y="0"/>
                    <a:pt x="1228294" y="169736"/>
                    <a:pt x="1228294" y="378371"/>
                  </a:cubicBezTo>
                  <a:lnTo>
                    <a:pt x="1228294" y="2384355"/>
                  </a:lnTo>
                  <a:cubicBezTo>
                    <a:pt x="1228294" y="2410149"/>
                    <a:pt x="1213187" y="2433838"/>
                    <a:pt x="1189794" y="2444715"/>
                  </a:cubicBezTo>
                  <a:cubicBezTo>
                    <a:pt x="1158285" y="2459374"/>
                    <a:pt x="1121442" y="2447725"/>
                    <a:pt x="1104059" y="2417645"/>
                  </a:cubicBezTo>
                  <a:lnTo>
                    <a:pt x="851761" y="1980657"/>
                  </a:lnTo>
                  <a:cubicBezTo>
                    <a:pt x="778771" y="1854241"/>
                    <a:pt x="660927" y="1763801"/>
                    <a:pt x="519919" y="1726016"/>
                  </a:cubicBezTo>
                  <a:cubicBezTo>
                    <a:pt x="378883" y="1688230"/>
                    <a:pt x="231617" y="1707633"/>
                    <a:pt x="105201" y="1780623"/>
                  </a:cubicBezTo>
                  <a:close/>
                  <a:moveTo>
                    <a:pt x="706124" y="2064744"/>
                  </a:moveTo>
                  <a:lnTo>
                    <a:pt x="958422" y="2501732"/>
                  </a:lnTo>
                  <a:cubicBezTo>
                    <a:pt x="1019677" y="2607821"/>
                    <a:pt x="1149636" y="2648845"/>
                    <a:pt x="1260717" y="2597210"/>
                  </a:cubicBezTo>
                  <a:cubicBezTo>
                    <a:pt x="1343175" y="2558853"/>
                    <a:pt x="1396458" y="2475310"/>
                    <a:pt x="1396458" y="2384365"/>
                  </a:cubicBezTo>
                  <a:lnTo>
                    <a:pt x="1396458" y="378371"/>
                  </a:lnTo>
                  <a:cubicBezTo>
                    <a:pt x="1396458" y="262461"/>
                    <a:pt x="1490755" y="168164"/>
                    <a:pt x="1606665" y="168164"/>
                  </a:cubicBezTo>
                  <a:cubicBezTo>
                    <a:pt x="1722565" y="168164"/>
                    <a:pt x="1816872" y="262461"/>
                    <a:pt x="1816872" y="378371"/>
                  </a:cubicBezTo>
                  <a:lnTo>
                    <a:pt x="1816872" y="1933899"/>
                  </a:lnTo>
                  <a:cubicBezTo>
                    <a:pt x="1816872" y="1980333"/>
                    <a:pt x="1854515" y="2017986"/>
                    <a:pt x="1900959" y="2017986"/>
                  </a:cubicBezTo>
                  <a:cubicBezTo>
                    <a:pt x="1947393" y="2017986"/>
                    <a:pt x="1985045" y="1980343"/>
                    <a:pt x="1985045" y="1933899"/>
                  </a:cubicBezTo>
                  <a:lnTo>
                    <a:pt x="1985045" y="1429407"/>
                  </a:lnTo>
                  <a:cubicBezTo>
                    <a:pt x="1985045" y="1313498"/>
                    <a:pt x="2079343" y="1219200"/>
                    <a:pt x="2195253" y="1219200"/>
                  </a:cubicBezTo>
                  <a:cubicBezTo>
                    <a:pt x="2311162" y="1219200"/>
                    <a:pt x="2405460" y="1313498"/>
                    <a:pt x="2405460" y="1429407"/>
                  </a:cubicBezTo>
                  <a:lnTo>
                    <a:pt x="2405460" y="1933899"/>
                  </a:lnTo>
                  <a:cubicBezTo>
                    <a:pt x="2405460" y="1980333"/>
                    <a:pt x="2443103" y="2017986"/>
                    <a:pt x="2489547" y="2017986"/>
                  </a:cubicBezTo>
                  <a:cubicBezTo>
                    <a:pt x="2535981" y="2017986"/>
                    <a:pt x="2573633" y="1980343"/>
                    <a:pt x="2573633" y="1933899"/>
                  </a:cubicBezTo>
                  <a:lnTo>
                    <a:pt x="2573633" y="1597571"/>
                  </a:lnTo>
                  <a:cubicBezTo>
                    <a:pt x="2573633" y="1481661"/>
                    <a:pt x="2667931" y="1387364"/>
                    <a:pt x="2783840" y="1387364"/>
                  </a:cubicBezTo>
                  <a:cubicBezTo>
                    <a:pt x="2899750" y="1387364"/>
                    <a:pt x="2994048" y="1481661"/>
                    <a:pt x="2994048" y="1597571"/>
                  </a:cubicBezTo>
                  <a:lnTo>
                    <a:pt x="2994048" y="1975942"/>
                  </a:lnTo>
                  <a:cubicBezTo>
                    <a:pt x="2994048" y="2022377"/>
                    <a:pt x="3031691" y="2060029"/>
                    <a:pt x="3078134" y="2060029"/>
                  </a:cubicBezTo>
                  <a:cubicBezTo>
                    <a:pt x="3124578" y="2060029"/>
                    <a:pt x="3162221" y="2022386"/>
                    <a:pt x="3162221" y="1975942"/>
                  </a:cubicBezTo>
                  <a:lnTo>
                    <a:pt x="3162221" y="1807778"/>
                  </a:lnTo>
                  <a:cubicBezTo>
                    <a:pt x="3162221" y="1691869"/>
                    <a:pt x="3256518" y="1597571"/>
                    <a:pt x="3372428" y="1597571"/>
                  </a:cubicBezTo>
                  <a:cubicBezTo>
                    <a:pt x="3488338" y="1597571"/>
                    <a:pt x="3582635" y="1691869"/>
                    <a:pt x="3582635" y="1807778"/>
                  </a:cubicBezTo>
                  <a:lnTo>
                    <a:pt x="3582635" y="2970876"/>
                  </a:lnTo>
                  <a:cubicBezTo>
                    <a:pt x="3582635" y="3697262"/>
                    <a:pt x="2991676" y="4288222"/>
                    <a:pt x="2265290" y="4288222"/>
                  </a:cubicBezTo>
                  <a:cubicBezTo>
                    <a:pt x="1796222" y="4288222"/>
                    <a:pt x="1359101" y="4035885"/>
                    <a:pt x="1124519" y="3629692"/>
                  </a:cubicBezTo>
                  <a:lnTo>
                    <a:pt x="173895" y="1983686"/>
                  </a:lnTo>
                  <a:cubicBezTo>
                    <a:pt x="166323" y="1970570"/>
                    <a:pt x="168009" y="1958064"/>
                    <a:pt x="169695" y="1951787"/>
                  </a:cubicBezTo>
                  <a:cubicBezTo>
                    <a:pt x="171371" y="1945510"/>
                    <a:pt x="176153" y="1933832"/>
                    <a:pt x="189278" y="1926260"/>
                  </a:cubicBezTo>
                  <a:cubicBezTo>
                    <a:pt x="247581" y="1892598"/>
                    <a:pt x="312274" y="1875406"/>
                    <a:pt x="377844" y="1875406"/>
                  </a:cubicBezTo>
                  <a:cubicBezTo>
                    <a:pt x="410696" y="1875406"/>
                    <a:pt x="443786" y="1879730"/>
                    <a:pt x="476381" y="1888465"/>
                  </a:cubicBezTo>
                  <a:cubicBezTo>
                    <a:pt x="574012" y="1914611"/>
                    <a:pt x="655593" y="1977219"/>
                    <a:pt x="706124" y="20647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0E375BA-6466-0709-2030-3F1DFA0118ED}"/>
                </a:ext>
              </a:extLst>
            </p:cNvPr>
            <p:cNvSpPr/>
            <p:nvPr/>
          </p:nvSpPr>
          <p:spPr>
            <a:xfrm>
              <a:off x="2866944" y="2727497"/>
              <a:ext cx="490700" cy="382757"/>
            </a:xfrm>
            <a:custGeom>
              <a:avLst/>
              <a:gdLst>
                <a:gd name="csX0" fmla="*/ 225095 w 1597580"/>
                <a:gd name="csY0" fmla="*/ 1233288 h 1246146"/>
                <a:gd name="csX1" fmla="*/ 254899 w 1597580"/>
                <a:gd name="csY1" fmla="*/ 1118168 h 1246146"/>
                <a:gd name="csX2" fmla="*/ 168173 w 1597580"/>
                <a:gd name="csY2" fmla="*/ 798786 h 1246146"/>
                <a:gd name="csX3" fmla="*/ 798795 w 1597580"/>
                <a:gd name="csY3" fmla="*/ 168164 h 1246146"/>
                <a:gd name="csX4" fmla="*/ 1429417 w 1597580"/>
                <a:gd name="csY4" fmla="*/ 798786 h 1246146"/>
                <a:gd name="csX5" fmla="*/ 1342054 w 1597580"/>
                <a:gd name="csY5" fmla="*/ 1119254 h 1246146"/>
                <a:gd name="csX6" fmla="*/ 1371629 w 1597580"/>
                <a:gd name="csY6" fmla="*/ 1234431 h 1246146"/>
                <a:gd name="csX7" fmla="*/ 1414348 w 1597580"/>
                <a:gd name="csY7" fmla="*/ 1246146 h 1246146"/>
                <a:gd name="csX8" fmla="*/ 1486805 w 1597580"/>
                <a:gd name="csY8" fmla="*/ 1204846 h 1246146"/>
                <a:gd name="csX9" fmla="*/ 1597581 w 1597580"/>
                <a:gd name="csY9" fmla="*/ 798786 h 1246146"/>
                <a:gd name="csX10" fmla="*/ 798786 w 1597580"/>
                <a:gd name="csY10" fmla="*/ 0 h 1246146"/>
                <a:gd name="csX11" fmla="*/ 0 w 1597580"/>
                <a:gd name="csY11" fmla="*/ 798786 h 1246146"/>
                <a:gd name="csX12" fmla="*/ 109976 w 1597580"/>
                <a:gd name="csY12" fmla="*/ 1203484 h 1246146"/>
                <a:gd name="csX13" fmla="*/ 225095 w 1597580"/>
                <a:gd name="csY13" fmla="*/ 1233288 h 1246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597580" h="1246146">
                  <a:moveTo>
                    <a:pt x="225095" y="1233288"/>
                  </a:moveTo>
                  <a:cubicBezTo>
                    <a:pt x="265119" y="1209732"/>
                    <a:pt x="278454" y="1158192"/>
                    <a:pt x="254899" y="1118168"/>
                  </a:cubicBezTo>
                  <a:cubicBezTo>
                    <a:pt x="198158" y="1021794"/>
                    <a:pt x="168173" y="911352"/>
                    <a:pt x="168173" y="798786"/>
                  </a:cubicBezTo>
                  <a:cubicBezTo>
                    <a:pt x="168173" y="451056"/>
                    <a:pt x="451066" y="168164"/>
                    <a:pt x="798795" y="168164"/>
                  </a:cubicBezTo>
                  <a:cubicBezTo>
                    <a:pt x="1146524" y="168164"/>
                    <a:pt x="1429417" y="451056"/>
                    <a:pt x="1429417" y="798786"/>
                  </a:cubicBezTo>
                  <a:cubicBezTo>
                    <a:pt x="1429417" y="911771"/>
                    <a:pt x="1399213" y="1022595"/>
                    <a:pt x="1342054" y="1119254"/>
                  </a:cubicBezTo>
                  <a:cubicBezTo>
                    <a:pt x="1318413" y="1159231"/>
                    <a:pt x="1331662" y="1210799"/>
                    <a:pt x="1371629" y="1234431"/>
                  </a:cubicBezTo>
                  <a:cubicBezTo>
                    <a:pt x="1385059" y="1242374"/>
                    <a:pt x="1399804" y="1246146"/>
                    <a:pt x="1414348" y="1246146"/>
                  </a:cubicBezTo>
                  <a:cubicBezTo>
                    <a:pt x="1443104" y="1246146"/>
                    <a:pt x="1471117" y="1231392"/>
                    <a:pt x="1486805" y="1204846"/>
                  </a:cubicBezTo>
                  <a:cubicBezTo>
                    <a:pt x="1559271" y="1082288"/>
                    <a:pt x="1597581" y="941870"/>
                    <a:pt x="1597581" y="798786"/>
                  </a:cubicBezTo>
                  <a:cubicBezTo>
                    <a:pt x="1597571" y="358331"/>
                    <a:pt x="1239241" y="0"/>
                    <a:pt x="798786" y="0"/>
                  </a:cubicBezTo>
                  <a:cubicBezTo>
                    <a:pt x="358330" y="0"/>
                    <a:pt x="0" y="358331"/>
                    <a:pt x="0" y="798786"/>
                  </a:cubicBezTo>
                  <a:cubicBezTo>
                    <a:pt x="0" y="941327"/>
                    <a:pt x="38024" y="1081269"/>
                    <a:pt x="109976" y="1203484"/>
                  </a:cubicBezTo>
                  <a:cubicBezTo>
                    <a:pt x="133531" y="1243489"/>
                    <a:pt x="185052" y="1256852"/>
                    <a:pt x="225095" y="1233288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BD0D07C-6357-D4F7-4864-53F08A475CA1}"/>
                </a:ext>
              </a:extLst>
            </p:cNvPr>
            <p:cNvSpPr/>
            <p:nvPr/>
          </p:nvSpPr>
          <p:spPr>
            <a:xfrm rot="8101510" flipH="1">
              <a:off x="3459668" y="2865045"/>
              <a:ext cx="232728" cy="232728"/>
            </a:xfrm>
            <a:custGeom>
              <a:avLst/>
              <a:gdLst>
                <a:gd name="csX0" fmla="*/ 62550 w 375300"/>
                <a:gd name="csY0" fmla="*/ 0 h 375300"/>
                <a:gd name="csX1" fmla="*/ 312750 w 375300"/>
                <a:gd name="csY1" fmla="*/ 0 h 375300"/>
                <a:gd name="csX2" fmla="*/ 375300 w 375300"/>
                <a:gd name="csY2" fmla="*/ 62550 h 375300"/>
                <a:gd name="csX3" fmla="*/ 375300 w 375300"/>
                <a:gd name="csY3" fmla="*/ 312750 h 375300"/>
                <a:gd name="csX4" fmla="*/ 312750 w 375300"/>
                <a:gd name="csY4" fmla="*/ 375300 h 375300"/>
                <a:gd name="csX5" fmla="*/ 250200 w 375300"/>
                <a:gd name="csY5" fmla="*/ 312750 h 375300"/>
                <a:gd name="csX6" fmla="*/ 250200 w 375300"/>
                <a:gd name="csY6" fmla="*/ 213559 h 375300"/>
                <a:gd name="csX7" fmla="*/ 106779 w 375300"/>
                <a:gd name="csY7" fmla="*/ 356979 h 375300"/>
                <a:gd name="csX8" fmla="*/ 18321 w 375300"/>
                <a:gd name="csY8" fmla="*/ 356979 h 375300"/>
                <a:gd name="csX9" fmla="*/ 18321 w 375300"/>
                <a:gd name="csY9" fmla="*/ 268520 h 375300"/>
                <a:gd name="csX10" fmla="*/ 161742 w 375300"/>
                <a:gd name="csY10" fmla="*/ 125100 h 375300"/>
                <a:gd name="csX11" fmla="*/ 62550 w 375300"/>
                <a:gd name="csY11" fmla="*/ 125100 h 375300"/>
                <a:gd name="csX12" fmla="*/ 0 w 375300"/>
                <a:gd name="csY12" fmla="*/ 62550 h 375300"/>
                <a:gd name="csX13" fmla="*/ 62550 w 375300"/>
                <a:gd name="csY13" fmla="*/ 0 h 3753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75300" h="375300">
                  <a:moveTo>
                    <a:pt x="62550" y="0"/>
                  </a:moveTo>
                  <a:lnTo>
                    <a:pt x="312750" y="0"/>
                  </a:lnTo>
                  <a:cubicBezTo>
                    <a:pt x="347296" y="0"/>
                    <a:pt x="375300" y="28005"/>
                    <a:pt x="375300" y="62550"/>
                  </a:cubicBezTo>
                  <a:lnTo>
                    <a:pt x="375300" y="312750"/>
                  </a:lnTo>
                  <a:cubicBezTo>
                    <a:pt x="375300" y="347296"/>
                    <a:pt x="347296" y="375300"/>
                    <a:pt x="312750" y="375300"/>
                  </a:cubicBezTo>
                  <a:cubicBezTo>
                    <a:pt x="278204" y="375300"/>
                    <a:pt x="250200" y="347296"/>
                    <a:pt x="250200" y="312750"/>
                  </a:cubicBezTo>
                  <a:lnTo>
                    <a:pt x="250200" y="213559"/>
                  </a:lnTo>
                  <a:lnTo>
                    <a:pt x="106779" y="356979"/>
                  </a:lnTo>
                  <a:cubicBezTo>
                    <a:pt x="82353" y="381405"/>
                    <a:pt x="42747" y="381405"/>
                    <a:pt x="18321" y="356979"/>
                  </a:cubicBezTo>
                  <a:cubicBezTo>
                    <a:pt x="-6105" y="332553"/>
                    <a:pt x="-6105" y="292948"/>
                    <a:pt x="18321" y="268520"/>
                  </a:cubicBezTo>
                  <a:lnTo>
                    <a:pt x="161742" y="125100"/>
                  </a:lnTo>
                  <a:lnTo>
                    <a:pt x="62550" y="125100"/>
                  </a:lnTo>
                  <a:cubicBezTo>
                    <a:pt x="28004" y="125100"/>
                    <a:pt x="0" y="97096"/>
                    <a:pt x="0" y="62550"/>
                  </a:cubicBezTo>
                  <a:cubicBezTo>
                    <a:pt x="0" y="28005"/>
                    <a:pt x="28004" y="0"/>
                    <a:pt x="62550" y="0"/>
                  </a:cubicBezTo>
                  <a:close/>
                </a:path>
              </a:pathLst>
            </a:custGeom>
            <a:solidFill>
              <a:srgbClr val="111111"/>
            </a:solidFill>
            <a:ln w="62309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</p:grpSp>
      <p:sp>
        <p:nvSpPr>
          <p:cNvPr id="128" name="Freeform: Shape 127">
            <a:extLst>
              <a:ext uri="{FF2B5EF4-FFF2-40B4-BE49-F238E27FC236}">
                <a16:creationId xmlns:a16="http://schemas.microsoft.com/office/drawing/2014/main" id="{5B64A1A9-AA2E-8DDC-7A17-866078234BE9}"/>
              </a:ext>
            </a:extLst>
          </p:cNvPr>
          <p:cNvSpPr/>
          <p:nvPr/>
        </p:nvSpPr>
        <p:spPr>
          <a:xfrm>
            <a:off x="4833555" y="2740284"/>
            <a:ext cx="1004161" cy="1492467"/>
          </a:xfrm>
          <a:custGeom>
            <a:avLst/>
            <a:gdLst>
              <a:gd name="csX0" fmla="*/ 840716 w 1004161"/>
              <a:gd name="csY0" fmla="*/ 344818 h 1492467"/>
              <a:gd name="csX1" fmla="*/ 797331 w 1004161"/>
              <a:gd name="csY1" fmla="*/ 361713 h 1492467"/>
              <a:gd name="csX2" fmla="*/ 378311 w 1004161"/>
              <a:gd name="csY2" fmla="*/ 763674 h 1492467"/>
              <a:gd name="csX3" fmla="*/ 306651 w 1004161"/>
              <a:gd name="csY3" fmla="*/ 777970 h 1492467"/>
              <a:gd name="csX4" fmla="*/ 266021 w 1004161"/>
              <a:gd name="csY4" fmla="*/ 695693 h 1492467"/>
              <a:gd name="csX5" fmla="*/ 306745 w 1004161"/>
              <a:gd name="csY5" fmla="*/ 555429 h 1492467"/>
              <a:gd name="csX6" fmla="*/ 297531 w 1004161"/>
              <a:gd name="csY6" fmla="*/ 472116 h 1492467"/>
              <a:gd name="csX7" fmla="*/ 280514 w 1004161"/>
              <a:gd name="csY7" fmla="*/ 448917 h 1492467"/>
              <a:gd name="csX8" fmla="*/ 232106 w 1004161"/>
              <a:gd name="csY8" fmla="*/ 419718 h 1492467"/>
              <a:gd name="csX9" fmla="*/ 222850 w 1004161"/>
              <a:gd name="csY9" fmla="*/ 420743 h 1492467"/>
              <a:gd name="csX10" fmla="*/ 217028 w 1004161"/>
              <a:gd name="csY10" fmla="*/ 428012 h 1492467"/>
              <a:gd name="csX11" fmla="*/ 63690 w 1004161"/>
              <a:gd name="csY11" fmla="*/ 956409 h 1492467"/>
              <a:gd name="csX12" fmla="*/ 154722 w 1004161"/>
              <a:gd name="csY12" fmla="*/ 1326655 h 1492467"/>
              <a:gd name="csX13" fmla="*/ 693865 w 1004161"/>
              <a:gd name="csY13" fmla="*/ 1337858 h 1492467"/>
              <a:gd name="csX14" fmla="*/ 936818 w 1004161"/>
              <a:gd name="csY14" fmla="*/ 1104796 h 1492467"/>
              <a:gd name="csX15" fmla="*/ 938605 w 1004161"/>
              <a:gd name="csY15" fmla="*/ 1018766 h 1492467"/>
              <a:gd name="csX16" fmla="*/ 852574 w 1004161"/>
              <a:gd name="csY16" fmla="*/ 1016978 h 1492467"/>
              <a:gd name="csX17" fmla="*/ 817448 w 1004161"/>
              <a:gd name="csY17" fmla="*/ 1050674 h 1492467"/>
              <a:gd name="csX18" fmla="*/ 783034 w 1004161"/>
              <a:gd name="csY18" fmla="*/ 1049960 h 1492467"/>
              <a:gd name="csX19" fmla="*/ 783749 w 1004161"/>
              <a:gd name="csY19" fmla="*/ 1015546 h 1492467"/>
              <a:gd name="csX20" fmla="*/ 862784 w 1004161"/>
              <a:gd name="csY20" fmla="*/ 939728 h 1492467"/>
              <a:gd name="csX21" fmla="*/ 864573 w 1004161"/>
              <a:gd name="csY21" fmla="*/ 853698 h 1492467"/>
              <a:gd name="csX22" fmla="*/ 778542 w 1004161"/>
              <a:gd name="csY22" fmla="*/ 851910 h 1492467"/>
              <a:gd name="csX23" fmla="*/ 708289 w 1004161"/>
              <a:gd name="csY23" fmla="*/ 919303 h 1492467"/>
              <a:gd name="csX24" fmla="*/ 673875 w 1004161"/>
              <a:gd name="csY24" fmla="*/ 918589 h 1492467"/>
              <a:gd name="csX25" fmla="*/ 674590 w 1004161"/>
              <a:gd name="csY25" fmla="*/ 884174 h 1492467"/>
              <a:gd name="csX26" fmla="*/ 779970 w 1004161"/>
              <a:gd name="csY26" fmla="*/ 783084 h 1492467"/>
              <a:gd name="csX27" fmla="*/ 781758 w 1004161"/>
              <a:gd name="csY27" fmla="*/ 697054 h 1492467"/>
              <a:gd name="csX28" fmla="*/ 695727 w 1004161"/>
              <a:gd name="csY28" fmla="*/ 695267 h 1492467"/>
              <a:gd name="csX29" fmla="*/ 590347 w 1004161"/>
              <a:gd name="csY29" fmla="*/ 796356 h 1492467"/>
              <a:gd name="csX30" fmla="*/ 555934 w 1004161"/>
              <a:gd name="csY30" fmla="*/ 795642 h 1492467"/>
              <a:gd name="csX31" fmla="*/ 556649 w 1004161"/>
              <a:gd name="csY31" fmla="*/ 761227 h 1492467"/>
              <a:gd name="csX32" fmla="*/ 881573 w 1004161"/>
              <a:gd name="csY32" fmla="*/ 449531 h 1492467"/>
              <a:gd name="csX33" fmla="*/ 883361 w 1004161"/>
              <a:gd name="csY33" fmla="*/ 363501 h 1492467"/>
              <a:gd name="csX34" fmla="*/ 840716 w 1004161"/>
              <a:gd name="csY34" fmla="*/ 344818 h 1492467"/>
              <a:gd name="csX35" fmla="*/ 841726 w 1004161"/>
              <a:gd name="csY35" fmla="*/ 296175 h 1492467"/>
              <a:gd name="csX36" fmla="*/ 918488 w 1004161"/>
              <a:gd name="csY36" fmla="*/ 329804 h 1492467"/>
              <a:gd name="csX37" fmla="*/ 915270 w 1004161"/>
              <a:gd name="csY37" fmla="*/ 484658 h 1492467"/>
              <a:gd name="csX38" fmla="*/ 761413 w 1004161"/>
              <a:gd name="csY38" fmla="*/ 632251 h 1492467"/>
              <a:gd name="csX39" fmla="*/ 816883 w 1004161"/>
              <a:gd name="csY39" fmla="*/ 663355 h 1492467"/>
              <a:gd name="csX40" fmla="*/ 836167 w 1004161"/>
              <a:gd name="csY40" fmla="*/ 787442 h 1492467"/>
              <a:gd name="csX41" fmla="*/ 899695 w 1004161"/>
              <a:gd name="csY41" fmla="*/ 819997 h 1492467"/>
              <a:gd name="csX42" fmla="*/ 914011 w 1004161"/>
              <a:gd name="csY42" fmla="*/ 953118 h 1492467"/>
              <a:gd name="csX43" fmla="*/ 973726 w 1004161"/>
              <a:gd name="csY43" fmla="*/ 985063 h 1492467"/>
              <a:gd name="csX44" fmla="*/ 970509 w 1004161"/>
              <a:gd name="csY44" fmla="*/ 1139917 h 1492467"/>
              <a:gd name="csX45" fmla="*/ 727556 w 1004161"/>
              <a:gd name="csY45" fmla="*/ 1372979 h 1492467"/>
              <a:gd name="csX46" fmla="*/ 119587 w 1004161"/>
              <a:gd name="csY46" fmla="*/ 1360344 h 1492467"/>
              <a:gd name="csX47" fmla="*/ 16932 w 1004161"/>
              <a:gd name="csY47" fmla="*/ 942833 h 1492467"/>
              <a:gd name="csX48" fmla="*/ 170277 w 1004161"/>
              <a:gd name="csY48" fmla="*/ 414448 h 1492467"/>
              <a:gd name="csX49" fmla="*/ 199388 w 1004161"/>
              <a:gd name="csY49" fmla="*/ 378091 h 1492467"/>
              <a:gd name="csX50" fmla="*/ 245681 w 1004161"/>
              <a:gd name="csY50" fmla="*/ 372973 h 1492467"/>
              <a:gd name="csX51" fmla="*/ 340188 w 1004161"/>
              <a:gd name="csY51" fmla="*/ 448659 h 1492467"/>
              <a:gd name="csX52" fmla="*/ 353492 w 1004161"/>
              <a:gd name="csY52" fmla="*/ 569000 h 1492467"/>
              <a:gd name="csX53" fmla="*/ 312768 w 1004161"/>
              <a:gd name="csY53" fmla="*/ 709266 h 1492467"/>
              <a:gd name="csX54" fmla="*/ 324293 w 1004161"/>
              <a:gd name="csY54" fmla="*/ 732599 h 1492467"/>
              <a:gd name="csX55" fmla="*/ 344616 w 1004161"/>
              <a:gd name="csY55" fmla="*/ 728546 h 1492467"/>
              <a:gd name="csX56" fmla="*/ 763634 w 1004161"/>
              <a:gd name="csY56" fmla="*/ 326586 h 1492467"/>
              <a:gd name="csX57" fmla="*/ 841726 w 1004161"/>
              <a:gd name="csY57" fmla="*/ 296175 h 1492467"/>
              <a:gd name="csX58" fmla="*/ 311734 w 1004161"/>
              <a:gd name="csY58" fmla="*/ 0 h 1492467"/>
              <a:gd name="csX59" fmla="*/ 339157 w 1004161"/>
              <a:gd name="csY59" fmla="*/ 11373 h 1492467"/>
              <a:gd name="csX60" fmla="*/ 448818 w 1004161"/>
              <a:gd name="csY60" fmla="*/ 121130 h 1492467"/>
              <a:gd name="csX61" fmla="*/ 448793 w 1004161"/>
              <a:gd name="csY61" fmla="*/ 175984 h 1492467"/>
              <a:gd name="csX62" fmla="*/ 339036 w 1004161"/>
              <a:gd name="csY62" fmla="*/ 285645 h 1492467"/>
              <a:gd name="csX63" fmla="*/ 284182 w 1004161"/>
              <a:gd name="csY63" fmla="*/ 285621 h 1492467"/>
              <a:gd name="csX64" fmla="*/ 284206 w 1004161"/>
              <a:gd name="csY64" fmla="*/ 230767 h 1492467"/>
              <a:gd name="csX65" fmla="*/ 327719 w 1004161"/>
              <a:gd name="csY65" fmla="*/ 187291 h 1492467"/>
              <a:gd name="csX66" fmla="*/ 201944 w 1004161"/>
              <a:gd name="csY66" fmla="*/ 187237 h 1492467"/>
              <a:gd name="csX67" fmla="*/ 163173 w 1004161"/>
              <a:gd name="csY67" fmla="*/ 148432 h 1492467"/>
              <a:gd name="csX68" fmla="*/ 201977 w 1004161"/>
              <a:gd name="csY68" fmla="*/ 109661 h 1492467"/>
              <a:gd name="csX69" fmla="*/ 327753 w 1004161"/>
              <a:gd name="csY69" fmla="*/ 109716 h 1492467"/>
              <a:gd name="csX70" fmla="*/ 284278 w 1004161"/>
              <a:gd name="csY70" fmla="*/ 66203 h 1492467"/>
              <a:gd name="csX71" fmla="*/ 284302 w 1004161"/>
              <a:gd name="csY71" fmla="*/ 11349 h 1492467"/>
              <a:gd name="csX72" fmla="*/ 311734 w 1004161"/>
              <a:gd name="csY72" fmla="*/ 0 h 1492467"/>
              <a:gd name="csX73" fmla="*/ 659584 w 1004161"/>
              <a:gd name="csY73" fmla="*/ 0 h 1492467"/>
              <a:gd name="csX74" fmla="*/ 687016 w 1004161"/>
              <a:gd name="csY74" fmla="*/ 11349 h 1492467"/>
              <a:gd name="csX75" fmla="*/ 687040 w 1004161"/>
              <a:gd name="csY75" fmla="*/ 66203 h 1492467"/>
              <a:gd name="csX76" fmla="*/ 643566 w 1004161"/>
              <a:gd name="csY76" fmla="*/ 109716 h 1492467"/>
              <a:gd name="csX77" fmla="*/ 769341 w 1004161"/>
              <a:gd name="csY77" fmla="*/ 109661 h 1492467"/>
              <a:gd name="csX78" fmla="*/ 808146 w 1004161"/>
              <a:gd name="csY78" fmla="*/ 148432 h 1492467"/>
              <a:gd name="csX79" fmla="*/ 769375 w 1004161"/>
              <a:gd name="csY79" fmla="*/ 187237 h 1492467"/>
              <a:gd name="csX80" fmla="*/ 643599 w 1004161"/>
              <a:gd name="csY80" fmla="*/ 187291 h 1492467"/>
              <a:gd name="csX81" fmla="*/ 687113 w 1004161"/>
              <a:gd name="csY81" fmla="*/ 230767 h 1492467"/>
              <a:gd name="csX82" fmla="*/ 687137 w 1004161"/>
              <a:gd name="csY82" fmla="*/ 285621 h 1492467"/>
              <a:gd name="csX83" fmla="*/ 632282 w 1004161"/>
              <a:gd name="csY83" fmla="*/ 285645 h 1492467"/>
              <a:gd name="csX84" fmla="*/ 522525 w 1004161"/>
              <a:gd name="csY84" fmla="*/ 175984 h 1492467"/>
              <a:gd name="csX85" fmla="*/ 522501 w 1004161"/>
              <a:gd name="csY85" fmla="*/ 121130 h 1492467"/>
              <a:gd name="csX86" fmla="*/ 632162 w 1004161"/>
              <a:gd name="csY86" fmla="*/ 11373 h 1492467"/>
              <a:gd name="csX87" fmla="*/ 659584 w 1004161"/>
              <a:gd name="csY87" fmla="*/ 0 h 1492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</a:cxnLst>
            <a:rect l="l" t="t" r="r" b="b"/>
            <a:pathLst>
              <a:path w="1004161" h="1492467">
                <a:moveTo>
                  <a:pt x="840716" y="344818"/>
                </a:moveTo>
                <a:cubicBezTo>
                  <a:pt x="825138" y="344494"/>
                  <a:pt x="809436" y="350100"/>
                  <a:pt x="797331" y="361713"/>
                </a:cubicBezTo>
                <a:lnTo>
                  <a:pt x="378311" y="763674"/>
                </a:lnTo>
                <a:cubicBezTo>
                  <a:pt x="359314" y="781898"/>
                  <a:pt x="331186" y="787508"/>
                  <a:pt x="306651" y="777970"/>
                </a:cubicBezTo>
                <a:cubicBezTo>
                  <a:pt x="273606" y="765114"/>
                  <a:pt x="256135" y="729747"/>
                  <a:pt x="266021" y="695693"/>
                </a:cubicBezTo>
                <a:lnTo>
                  <a:pt x="306745" y="555429"/>
                </a:lnTo>
                <a:cubicBezTo>
                  <a:pt x="314903" y="527335"/>
                  <a:pt x="311633" y="497749"/>
                  <a:pt x="297531" y="472116"/>
                </a:cubicBezTo>
                <a:cubicBezTo>
                  <a:pt x="292825" y="463557"/>
                  <a:pt x="287097" y="455779"/>
                  <a:pt x="280514" y="448917"/>
                </a:cubicBezTo>
                <a:cubicBezTo>
                  <a:pt x="267375" y="435220"/>
                  <a:pt x="250821" y="425152"/>
                  <a:pt x="232106" y="419718"/>
                </a:cubicBezTo>
                <a:cubicBezTo>
                  <a:pt x="227895" y="418494"/>
                  <a:pt x="224497" y="419835"/>
                  <a:pt x="222850" y="420743"/>
                </a:cubicBezTo>
                <a:cubicBezTo>
                  <a:pt x="221201" y="421648"/>
                  <a:pt x="218251" y="423802"/>
                  <a:pt x="217028" y="428012"/>
                </a:cubicBezTo>
                <a:lnTo>
                  <a:pt x="63690" y="956409"/>
                </a:lnTo>
                <a:cubicBezTo>
                  <a:pt x="25849" y="1086803"/>
                  <a:pt x="60730" y="1228674"/>
                  <a:pt x="154722" y="1326655"/>
                </a:cubicBezTo>
                <a:cubicBezTo>
                  <a:pt x="300275" y="1478386"/>
                  <a:pt x="542135" y="1483411"/>
                  <a:pt x="693865" y="1337858"/>
                </a:cubicBezTo>
                <a:lnTo>
                  <a:pt x="936818" y="1104796"/>
                </a:lnTo>
                <a:cubicBezTo>
                  <a:pt x="961029" y="1081570"/>
                  <a:pt x="961831" y="1042978"/>
                  <a:pt x="938605" y="1018766"/>
                </a:cubicBezTo>
                <a:cubicBezTo>
                  <a:pt x="915379" y="994554"/>
                  <a:pt x="876786" y="993752"/>
                  <a:pt x="852574" y="1016978"/>
                </a:cubicBezTo>
                <a:lnTo>
                  <a:pt x="817448" y="1050674"/>
                </a:lnTo>
                <a:cubicBezTo>
                  <a:pt x="807747" y="1059981"/>
                  <a:pt x="792340" y="1059661"/>
                  <a:pt x="783034" y="1049960"/>
                </a:cubicBezTo>
                <a:cubicBezTo>
                  <a:pt x="773728" y="1040259"/>
                  <a:pt x="774049" y="1024851"/>
                  <a:pt x="783749" y="1015546"/>
                </a:cubicBezTo>
                <a:lnTo>
                  <a:pt x="862784" y="939728"/>
                </a:lnTo>
                <a:cubicBezTo>
                  <a:pt x="886996" y="916502"/>
                  <a:pt x="887799" y="877909"/>
                  <a:pt x="864573" y="853698"/>
                </a:cubicBezTo>
                <a:cubicBezTo>
                  <a:pt x="841346" y="829486"/>
                  <a:pt x="802753" y="828684"/>
                  <a:pt x="778542" y="851910"/>
                </a:cubicBezTo>
                <a:lnTo>
                  <a:pt x="708289" y="919303"/>
                </a:lnTo>
                <a:cubicBezTo>
                  <a:pt x="698587" y="928610"/>
                  <a:pt x="683179" y="928288"/>
                  <a:pt x="673875" y="918589"/>
                </a:cubicBezTo>
                <a:cubicBezTo>
                  <a:pt x="664568" y="908887"/>
                  <a:pt x="664890" y="893479"/>
                  <a:pt x="674590" y="884174"/>
                </a:cubicBezTo>
                <a:lnTo>
                  <a:pt x="779970" y="783084"/>
                </a:lnTo>
                <a:cubicBezTo>
                  <a:pt x="804182" y="759858"/>
                  <a:pt x="804984" y="721266"/>
                  <a:pt x="781758" y="697054"/>
                </a:cubicBezTo>
                <a:cubicBezTo>
                  <a:pt x="758532" y="672843"/>
                  <a:pt x="719939" y="672041"/>
                  <a:pt x="695727" y="695267"/>
                </a:cubicBezTo>
                <a:lnTo>
                  <a:pt x="590347" y="796356"/>
                </a:lnTo>
                <a:cubicBezTo>
                  <a:pt x="580646" y="805663"/>
                  <a:pt x="565238" y="805341"/>
                  <a:pt x="555934" y="795642"/>
                </a:cubicBezTo>
                <a:cubicBezTo>
                  <a:pt x="546627" y="785940"/>
                  <a:pt x="546949" y="770532"/>
                  <a:pt x="556649" y="761227"/>
                </a:cubicBezTo>
                <a:lnTo>
                  <a:pt x="881573" y="449531"/>
                </a:lnTo>
                <a:cubicBezTo>
                  <a:pt x="905785" y="426305"/>
                  <a:pt x="906585" y="387710"/>
                  <a:pt x="883361" y="363501"/>
                </a:cubicBezTo>
                <a:cubicBezTo>
                  <a:pt x="871748" y="351395"/>
                  <a:pt x="856293" y="345141"/>
                  <a:pt x="840716" y="344818"/>
                </a:cubicBezTo>
                <a:close/>
                <a:moveTo>
                  <a:pt x="841726" y="296175"/>
                </a:moveTo>
                <a:cubicBezTo>
                  <a:pt x="869767" y="296757"/>
                  <a:pt x="897585" y="308014"/>
                  <a:pt x="918488" y="329804"/>
                </a:cubicBezTo>
                <a:cubicBezTo>
                  <a:pt x="960295" y="373385"/>
                  <a:pt x="958851" y="442851"/>
                  <a:pt x="915270" y="484658"/>
                </a:cubicBezTo>
                <a:lnTo>
                  <a:pt x="761413" y="632251"/>
                </a:lnTo>
                <a:cubicBezTo>
                  <a:pt x="781894" y="636734"/>
                  <a:pt x="801311" y="647122"/>
                  <a:pt x="816883" y="663355"/>
                </a:cubicBezTo>
                <a:cubicBezTo>
                  <a:pt x="849566" y="697425"/>
                  <a:pt x="855814" y="747314"/>
                  <a:pt x="836167" y="787442"/>
                </a:cubicBezTo>
                <a:cubicBezTo>
                  <a:pt x="859582" y="790766"/>
                  <a:pt x="882092" y="801647"/>
                  <a:pt x="899695" y="819997"/>
                </a:cubicBezTo>
                <a:cubicBezTo>
                  <a:pt x="934881" y="856676"/>
                  <a:pt x="939432" y="911689"/>
                  <a:pt x="914011" y="953118"/>
                </a:cubicBezTo>
                <a:cubicBezTo>
                  <a:pt x="936048" y="957037"/>
                  <a:pt x="957079" y="967710"/>
                  <a:pt x="973726" y="985063"/>
                </a:cubicBezTo>
                <a:cubicBezTo>
                  <a:pt x="1015532" y="1028644"/>
                  <a:pt x="1014089" y="1098110"/>
                  <a:pt x="970509" y="1139917"/>
                </a:cubicBezTo>
                <a:lnTo>
                  <a:pt x="727556" y="1372979"/>
                </a:lnTo>
                <a:cubicBezTo>
                  <a:pt x="556457" y="1537112"/>
                  <a:pt x="283721" y="1531443"/>
                  <a:pt x="119587" y="1360344"/>
                </a:cubicBezTo>
                <a:cubicBezTo>
                  <a:pt x="13598" y="1249856"/>
                  <a:pt x="-25738" y="1089877"/>
                  <a:pt x="16932" y="942833"/>
                </a:cubicBezTo>
                <a:lnTo>
                  <a:pt x="170277" y="414448"/>
                </a:lnTo>
                <a:cubicBezTo>
                  <a:pt x="174808" y="398839"/>
                  <a:pt x="185146" y="385927"/>
                  <a:pt x="199388" y="378091"/>
                </a:cubicBezTo>
                <a:cubicBezTo>
                  <a:pt x="213631" y="370258"/>
                  <a:pt x="230073" y="368441"/>
                  <a:pt x="245681" y="372973"/>
                </a:cubicBezTo>
                <a:cubicBezTo>
                  <a:pt x="286259" y="384754"/>
                  <a:pt x="319820" y="411628"/>
                  <a:pt x="340188" y="448659"/>
                </a:cubicBezTo>
                <a:cubicBezTo>
                  <a:pt x="360550" y="485685"/>
                  <a:pt x="365273" y="528423"/>
                  <a:pt x="353492" y="569000"/>
                </a:cubicBezTo>
                <a:lnTo>
                  <a:pt x="312768" y="709266"/>
                </a:lnTo>
                <a:cubicBezTo>
                  <a:pt x="309968" y="718924"/>
                  <a:pt x="314918" y="728954"/>
                  <a:pt x="324293" y="732599"/>
                </a:cubicBezTo>
                <a:cubicBezTo>
                  <a:pt x="331252" y="735306"/>
                  <a:pt x="339228" y="733714"/>
                  <a:pt x="344616" y="728546"/>
                </a:cubicBezTo>
                <a:lnTo>
                  <a:pt x="763634" y="326586"/>
                </a:lnTo>
                <a:cubicBezTo>
                  <a:pt x="785424" y="305683"/>
                  <a:pt x="813686" y="295592"/>
                  <a:pt x="841726" y="296175"/>
                </a:cubicBezTo>
                <a:close/>
                <a:moveTo>
                  <a:pt x="311734" y="0"/>
                </a:moveTo>
                <a:cubicBezTo>
                  <a:pt x="321661" y="4"/>
                  <a:pt x="331586" y="3795"/>
                  <a:pt x="339157" y="11373"/>
                </a:cubicBezTo>
                <a:lnTo>
                  <a:pt x="448818" y="121130"/>
                </a:lnTo>
                <a:cubicBezTo>
                  <a:pt x="463958" y="136284"/>
                  <a:pt x="463948" y="160843"/>
                  <a:pt x="448793" y="175984"/>
                </a:cubicBezTo>
                <a:lnTo>
                  <a:pt x="339036" y="285645"/>
                </a:lnTo>
                <a:cubicBezTo>
                  <a:pt x="323882" y="300787"/>
                  <a:pt x="299323" y="300775"/>
                  <a:pt x="284182" y="285621"/>
                </a:cubicBezTo>
                <a:cubicBezTo>
                  <a:pt x="269040" y="270467"/>
                  <a:pt x="269051" y="245908"/>
                  <a:pt x="284206" y="230767"/>
                </a:cubicBezTo>
                <a:lnTo>
                  <a:pt x="327719" y="187291"/>
                </a:lnTo>
                <a:lnTo>
                  <a:pt x="201944" y="187237"/>
                </a:lnTo>
                <a:cubicBezTo>
                  <a:pt x="180522" y="187226"/>
                  <a:pt x="163163" y="169853"/>
                  <a:pt x="163173" y="148432"/>
                </a:cubicBezTo>
                <a:cubicBezTo>
                  <a:pt x="163182" y="127011"/>
                  <a:pt x="180556" y="109652"/>
                  <a:pt x="201977" y="109661"/>
                </a:cubicBezTo>
                <a:lnTo>
                  <a:pt x="327753" y="109716"/>
                </a:lnTo>
                <a:lnTo>
                  <a:pt x="284278" y="66203"/>
                </a:lnTo>
                <a:cubicBezTo>
                  <a:pt x="269137" y="51048"/>
                  <a:pt x="269148" y="26490"/>
                  <a:pt x="284302" y="11349"/>
                </a:cubicBezTo>
                <a:cubicBezTo>
                  <a:pt x="291880" y="3778"/>
                  <a:pt x="301808" y="-5"/>
                  <a:pt x="311734" y="0"/>
                </a:cubicBezTo>
                <a:close/>
                <a:moveTo>
                  <a:pt x="659584" y="0"/>
                </a:moveTo>
                <a:cubicBezTo>
                  <a:pt x="669511" y="-5"/>
                  <a:pt x="679439" y="3778"/>
                  <a:pt x="687016" y="11349"/>
                </a:cubicBezTo>
                <a:cubicBezTo>
                  <a:pt x="702171" y="26490"/>
                  <a:pt x="702182" y="51048"/>
                  <a:pt x="687040" y="66203"/>
                </a:cubicBezTo>
                <a:lnTo>
                  <a:pt x="643566" y="109716"/>
                </a:lnTo>
                <a:lnTo>
                  <a:pt x="769341" y="109661"/>
                </a:lnTo>
                <a:cubicBezTo>
                  <a:pt x="790762" y="109652"/>
                  <a:pt x="808136" y="127011"/>
                  <a:pt x="808146" y="148432"/>
                </a:cubicBezTo>
                <a:cubicBezTo>
                  <a:pt x="808155" y="169853"/>
                  <a:pt x="790797" y="187226"/>
                  <a:pt x="769375" y="187237"/>
                </a:cubicBezTo>
                <a:lnTo>
                  <a:pt x="643599" y="187291"/>
                </a:lnTo>
                <a:lnTo>
                  <a:pt x="687113" y="230767"/>
                </a:lnTo>
                <a:cubicBezTo>
                  <a:pt x="702267" y="245908"/>
                  <a:pt x="702278" y="270467"/>
                  <a:pt x="687137" y="285621"/>
                </a:cubicBezTo>
                <a:cubicBezTo>
                  <a:pt x="671996" y="300775"/>
                  <a:pt x="647437" y="300787"/>
                  <a:pt x="632282" y="285645"/>
                </a:cubicBezTo>
                <a:lnTo>
                  <a:pt x="522525" y="175984"/>
                </a:lnTo>
                <a:cubicBezTo>
                  <a:pt x="507370" y="160843"/>
                  <a:pt x="507360" y="136284"/>
                  <a:pt x="522501" y="121130"/>
                </a:cubicBezTo>
                <a:lnTo>
                  <a:pt x="632162" y="11373"/>
                </a:lnTo>
                <a:cubicBezTo>
                  <a:pt x="639733" y="3795"/>
                  <a:pt x="649658" y="4"/>
                  <a:pt x="659584" y="0"/>
                </a:cubicBezTo>
                <a:close/>
              </a:path>
            </a:pathLst>
          </a:custGeom>
          <a:solidFill>
            <a:srgbClr val="111111"/>
          </a:solidFill>
          <a:ln w="62309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1A45ECAC-3F71-4680-DD47-8AC614EFB0E3}"/>
              </a:ext>
            </a:extLst>
          </p:cNvPr>
          <p:cNvSpPr/>
          <p:nvPr/>
        </p:nvSpPr>
        <p:spPr>
          <a:xfrm>
            <a:off x="6548241" y="2740284"/>
            <a:ext cx="1004161" cy="1492467"/>
          </a:xfrm>
          <a:custGeom>
            <a:avLst/>
            <a:gdLst>
              <a:gd name="csX0" fmla="*/ 840716 w 1004161"/>
              <a:gd name="csY0" fmla="*/ 344818 h 1492467"/>
              <a:gd name="csX1" fmla="*/ 797331 w 1004161"/>
              <a:gd name="csY1" fmla="*/ 361713 h 1492467"/>
              <a:gd name="csX2" fmla="*/ 378311 w 1004161"/>
              <a:gd name="csY2" fmla="*/ 763674 h 1492467"/>
              <a:gd name="csX3" fmla="*/ 306651 w 1004161"/>
              <a:gd name="csY3" fmla="*/ 777970 h 1492467"/>
              <a:gd name="csX4" fmla="*/ 266021 w 1004161"/>
              <a:gd name="csY4" fmla="*/ 695693 h 1492467"/>
              <a:gd name="csX5" fmla="*/ 306745 w 1004161"/>
              <a:gd name="csY5" fmla="*/ 555429 h 1492467"/>
              <a:gd name="csX6" fmla="*/ 297531 w 1004161"/>
              <a:gd name="csY6" fmla="*/ 472116 h 1492467"/>
              <a:gd name="csX7" fmla="*/ 280514 w 1004161"/>
              <a:gd name="csY7" fmla="*/ 448917 h 1492467"/>
              <a:gd name="csX8" fmla="*/ 232106 w 1004161"/>
              <a:gd name="csY8" fmla="*/ 419718 h 1492467"/>
              <a:gd name="csX9" fmla="*/ 222850 w 1004161"/>
              <a:gd name="csY9" fmla="*/ 420743 h 1492467"/>
              <a:gd name="csX10" fmla="*/ 217028 w 1004161"/>
              <a:gd name="csY10" fmla="*/ 428012 h 1492467"/>
              <a:gd name="csX11" fmla="*/ 63690 w 1004161"/>
              <a:gd name="csY11" fmla="*/ 956409 h 1492467"/>
              <a:gd name="csX12" fmla="*/ 154722 w 1004161"/>
              <a:gd name="csY12" fmla="*/ 1326655 h 1492467"/>
              <a:gd name="csX13" fmla="*/ 693865 w 1004161"/>
              <a:gd name="csY13" fmla="*/ 1337858 h 1492467"/>
              <a:gd name="csX14" fmla="*/ 936818 w 1004161"/>
              <a:gd name="csY14" fmla="*/ 1104796 h 1492467"/>
              <a:gd name="csX15" fmla="*/ 938605 w 1004161"/>
              <a:gd name="csY15" fmla="*/ 1018766 h 1492467"/>
              <a:gd name="csX16" fmla="*/ 852575 w 1004161"/>
              <a:gd name="csY16" fmla="*/ 1016978 h 1492467"/>
              <a:gd name="csX17" fmla="*/ 817448 w 1004161"/>
              <a:gd name="csY17" fmla="*/ 1050674 h 1492467"/>
              <a:gd name="csX18" fmla="*/ 783034 w 1004161"/>
              <a:gd name="csY18" fmla="*/ 1049960 h 1492467"/>
              <a:gd name="csX19" fmla="*/ 783749 w 1004161"/>
              <a:gd name="csY19" fmla="*/ 1015546 h 1492467"/>
              <a:gd name="csX20" fmla="*/ 862785 w 1004161"/>
              <a:gd name="csY20" fmla="*/ 939728 h 1492467"/>
              <a:gd name="csX21" fmla="*/ 864573 w 1004161"/>
              <a:gd name="csY21" fmla="*/ 853698 h 1492467"/>
              <a:gd name="csX22" fmla="*/ 778542 w 1004161"/>
              <a:gd name="csY22" fmla="*/ 851910 h 1492467"/>
              <a:gd name="csX23" fmla="*/ 708289 w 1004161"/>
              <a:gd name="csY23" fmla="*/ 919303 h 1492467"/>
              <a:gd name="csX24" fmla="*/ 673875 w 1004161"/>
              <a:gd name="csY24" fmla="*/ 918589 h 1492467"/>
              <a:gd name="csX25" fmla="*/ 674590 w 1004161"/>
              <a:gd name="csY25" fmla="*/ 884174 h 1492467"/>
              <a:gd name="csX26" fmla="*/ 779970 w 1004161"/>
              <a:gd name="csY26" fmla="*/ 783084 h 1492467"/>
              <a:gd name="csX27" fmla="*/ 781758 w 1004161"/>
              <a:gd name="csY27" fmla="*/ 697054 h 1492467"/>
              <a:gd name="csX28" fmla="*/ 695727 w 1004161"/>
              <a:gd name="csY28" fmla="*/ 695267 h 1492467"/>
              <a:gd name="csX29" fmla="*/ 590348 w 1004161"/>
              <a:gd name="csY29" fmla="*/ 796356 h 1492467"/>
              <a:gd name="csX30" fmla="*/ 555934 w 1004161"/>
              <a:gd name="csY30" fmla="*/ 795642 h 1492467"/>
              <a:gd name="csX31" fmla="*/ 556649 w 1004161"/>
              <a:gd name="csY31" fmla="*/ 761227 h 1492467"/>
              <a:gd name="csX32" fmla="*/ 881573 w 1004161"/>
              <a:gd name="csY32" fmla="*/ 449531 h 1492467"/>
              <a:gd name="csX33" fmla="*/ 883362 w 1004161"/>
              <a:gd name="csY33" fmla="*/ 363501 h 1492467"/>
              <a:gd name="csX34" fmla="*/ 840716 w 1004161"/>
              <a:gd name="csY34" fmla="*/ 344818 h 1492467"/>
              <a:gd name="csX35" fmla="*/ 841727 w 1004161"/>
              <a:gd name="csY35" fmla="*/ 296175 h 1492467"/>
              <a:gd name="csX36" fmla="*/ 918488 w 1004161"/>
              <a:gd name="csY36" fmla="*/ 329804 h 1492467"/>
              <a:gd name="csX37" fmla="*/ 915270 w 1004161"/>
              <a:gd name="csY37" fmla="*/ 484658 h 1492467"/>
              <a:gd name="csX38" fmla="*/ 761413 w 1004161"/>
              <a:gd name="csY38" fmla="*/ 632251 h 1492467"/>
              <a:gd name="csX39" fmla="*/ 816883 w 1004161"/>
              <a:gd name="csY39" fmla="*/ 663355 h 1492467"/>
              <a:gd name="csX40" fmla="*/ 836168 w 1004161"/>
              <a:gd name="csY40" fmla="*/ 787442 h 1492467"/>
              <a:gd name="csX41" fmla="*/ 899696 w 1004161"/>
              <a:gd name="csY41" fmla="*/ 819997 h 1492467"/>
              <a:gd name="csX42" fmla="*/ 914011 w 1004161"/>
              <a:gd name="csY42" fmla="*/ 953118 h 1492467"/>
              <a:gd name="csX43" fmla="*/ 973726 w 1004161"/>
              <a:gd name="csY43" fmla="*/ 985063 h 1492467"/>
              <a:gd name="csX44" fmla="*/ 970509 w 1004161"/>
              <a:gd name="csY44" fmla="*/ 1139917 h 1492467"/>
              <a:gd name="csX45" fmla="*/ 727556 w 1004161"/>
              <a:gd name="csY45" fmla="*/ 1372979 h 1492467"/>
              <a:gd name="csX46" fmla="*/ 119587 w 1004161"/>
              <a:gd name="csY46" fmla="*/ 1360344 h 1492467"/>
              <a:gd name="csX47" fmla="*/ 16932 w 1004161"/>
              <a:gd name="csY47" fmla="*/ 942833 h 1492467"/>
              <a:gd name="csX48" fmla="*/ 170277 w 1004161"/>
              <a:gd name="csY48" fmla="*/ 414448 h 1492467"/>
              <a:gd name="csX49" fmla="*/ 199388 w 1004161"/>
              <a:gd name="csY49" fmla="*/ 378091 h 1492467"/>
              <a:gd name="csX50" fmla="*/ 245681 w 1004161"/>
              <a:gd name="csY50" fmla="*/ 372973 h 1492467"/>
              <a:gd name="csX51" fmla="*/ 340188 w 1004161"/>
              <a:gd name="csY51" fmla="*/ 448659 h 1492467"/>
              <a:gd name="csX52" fmla="*/ 353493 w 1004161"/>
              <a:gd name="csY52" fmla="*/ 569000 h 1492467"/>
              <a:gd name="csX53" fmla="*/ 312768 w 1004161"/>
              <a:gd name="csY53" fmla="*/ 709266 h 1492467"/>
              <a:gd name="csX54" fmla="*/ 324293 w 1004161"/>
              <a:gd name="csY54" fmla="*/ 732599 h 1492467"/>
              <a:gd name="csX55" fmla="*/ 344616 w 1004161"/>
              <a:gd name="csY55" fmla="*/ 728546 h 1492467"/>
              <a:gd name="csX56" fmla="*/ 763634 w 1004161"/>
              <a:gd name="csY56" fmla="*/ 326586 h 1492467"/>
              <a:gd name="csX57" fmla="*/ 841727 w 1004161"/>
              <a:gd name="csY57" fmla="*/ 296175 h 1492467"/>
              <a:gd name="csX58" fmla="*/ 311604 w 1004161"/>
              <a:gd name="csY58" fmla="*/ 0 h 1492467"/>
              <a:gd name="csX59" fmla="*/ 339036 w 1004161"/>
              <a:gd name="csY59" fmla="*/ 11349 h 1492467"/>
              <a:gd name="csX60" fmla="*/ 339060 w 1004161"/>
              <a:gd name="csY60" fmla="*/ 66203 h 1492467"/>
              <a:gd name="csX61" fmla="*/ 295586 w 1004161"/>
              <a:gd name="csY61" fmla="*/ 109716 h 1492467"/>
              <a:gd name="csX62" fmla="*/ 421361 w 1004161"/>
              <a:gd name="csY62" fmla="*/ 109661 h 1492467"/>
              <a:gd name="csX63" fmla="*/ 460166 w 1004161"/>
              <a:gd name="csY63" fmla="*/ 148432 h 1492467"/>
              <a:gd name="csX64" fmla="*/ 421395 w 1004161"/>
              <a:gd name="csY64" fmla="*/ 187237 h 1492467"/>
              <a:gd name="csX65" fmla="*/ 295619 w 1004161"/>
              <a:gd name="csY65" fmla="*/ 187291 h 1492467"/>
              <a:gd name="csX66" fmla="*/ 339132 w 1004161"/>
              <a:gd name="csY66" fmla="*/ 230767 h 1492467"/>
              <a:gd name="csX67" fmla="*/ 339156 w 1004161"/>
              <a:gd name="csY67" fmla="*/ 285621 h 1492467"/>
              <a:gd name="csX68" fmla="*/ 284302 w 1004161"/>
              <a:gd name="csY68" fmla="*/ 285645 h 1492467"/>
              <a:gd name="csX69" fmla="*/ 174545 w 1004161"/>
              <a:gd name="csY69" fmla="*/ 175984 h 1492467"/>
              <a:gd name="csX70" fmla="*/ 174521 w 1004161"/>
              <a:gd name="csY70" fmla="*/ 121130 h 1492467"/>
              <a:gd name="csX71" fmla="*/ 284182 w 1004161"/>
              <a:gd name="csY71" fmla="*/ 11373 h 1492467"/>
              <a:gd name="csX72" fmla="*/ 311604 w 1004161"/>
              <a:gd name="csY72" fmla="*/ 0 h 1492467"/>
              <a:gd name="csX73" fmla="*/ 659714 w 1004161"/>
              <a:gd name="csY73" fmla="*/ 0 h 1492467"/>
              <a:gd name="csX74" fmla="*/ 687136 w 1004161"/>
              <a:gd name="csY74" fmla="*/ 11373 h 1492467"/>
              <a:gd name="csX75" fmla="*/ 796797 w 1004161"/>
              <a:gd name="csY75" fmla="*/ 121130 h 1492467"/>
              <a:gd name="csX76" fmla="*/ 796773 w 1004161"/>
              <a:gd name="csY76" fmla="*/ 175984 h 1492467"/>
              <a:gd name="csX77" fmla="*/ 687016 w 1004161"/>
              <a:gd name="csY77" fmla="*/ 285645 h 1492467"/>
              <a:gd name="csX78" fmla="*/ 632162 w 1004161"/>
              <a:gd name="csY78" fmla="*/ 285621 h 1492467"/>
              <a:gd name="csX79" fmla="*/ 632186 w 1004161"/>
              <a:gd name="csY79" fmla="*/ 230767 h 1492467"/>
              <a:gd name="csX80" fmla="*/ 675699 w 1004161"/>
              <a:gd name="csY80" fmla="*/ 187291 h 1492467"/>
              <a:gd name="csX81" fmla="*/ 549923 w 1004161"/>
              <a:gd name="csY81" fmla="*/ 187237 h 1492467"/>
              <a:gd name="csX82" fmla="*/ 511152 w 1004161"/>
              <a:gd name="csY82" fmla="*/ 148432 h 1492467"/>
              <a:gd name="csX83" fmla="*/ 549957 w 1004161"/>
              <a:gd name="csY83" fmla="*/ 109661 h 1492467"/>
              <a:gd name="csX84" fmla="*/ 675733 w 1004161"/>
              <a:gd name="csY84" fmla="*/ 109716 h 1492467"/>
              <a:gd name="csX85" fmla="*/ 632258 w 1004161"/>
              <a:gd name="csY85" fmla="*/ 66203 h 1492467"/>
              <a:gd name="csX86" fmla="*/ 632282 w 1004161"/>
              <a:gd name="csY86" fmla="*/ 11349 h 1492467"/>
              <a:gd name="csX87" fmla="*/ 659714 w 1004161"/>
              <a:gd name="csY87" fmla="*/ 0 h 1492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</a:cxnLst>
            <a:rect l="l" t="t" r="r" b="b"/>
            <a:pathLst>
              <a:path w="1004161" h="1492467">
                <a:moveTo>
                  <a:pt x="840716" y="344818"/>
                </a:moveTo>
                <a:cubicBezTo>
                  <a:pt x="825138" y="344494"/>
                  <a:pt x="809437" y="350100"/>
                  <a:pt x="797331" y="361713"/>
                </a:cubicBezTo>
                <a:lnTo>
                  <a:pt x="378311" y="763674"/>
                </a:lnTo>
                <a:cubicBezTo>
                  <a:pt x="359314" y="781898"/>
                  <a:pt x="331186" y="787508"/>
                  <a:pt x="306651" y="777970"/>
                </a:cubicBezTo>
                <a:cubicBezTo>
                  <a:pt x="273606" y="765114"/>
                  <a:pt x="256135" y="729747"/>
                  <a:pt x="266021" y="695693"/>
                </a:cubicBezTo>
                <a:lnTo>
                  <a:pt x="306745" y="555429"/>
                </a:lnTo>
                <a:cubicBezTo>
                  <a:pt x="314903" y="527335"/>
                  <a:pt x="311633" y="497749"/>
                  <a:pt x="297531" y="472116"/>
                </a:cubicBezTo>
                <a:cubicBezTo>
                  <a:pt x="292825" y="463557"/>
                  <a:pt x="287097" y="455779"/>
                  <a:pt x="280514" y="448917"/>
                </a:cubicBezTo>
                <a:cubicBezTo>
                  <a:pt x="267375" y="435220"/>
                  <a:pt x="250821" y="425152"/>
                  <a:pt x="232106" y="419718"/>
                </a:cubicBezTo>
                <a:cubicBezTo>
                  <a:pt x="227895" y="418494"/>
                  <a:pt x="224497" y="419835"/>
                  <a:pt x="222850" y="420743"/>
                </a:cubicBezTo>
                <a:cubicBezTo>
                  <a:pt x="221201" y="421648"/>
                  <a:pt x="218251" y="423802"/>
                  <a:pt x="217028" y="428012"/>
                </a:cubicBezTo>
                <a:lnTo>
                  <a:pt x="63690" y="956409"/>
                </a:lnTo>
                <a:cubicBezTo>
                  <a:pt x="25849" y="1086803"/>
                  <a:pt x="60730" y="1228674"/>
                  <a:pt x="154722" y="1326655"/>
                </a:cubicBezTo>
                <a:cubicBezTo>
                  <a:pt x="300275" y="1478386"/>
                  <a:pt x="542135" y="1483411"/>
                  <a:pt x="693865" y="1337858"/>
                </a:cubicBezTo>
                <a:lnTo>
                  <a:pt x="936818" y="1104796"/>
                </a:lnTo>
                <a:cubicBezTo>
                  <a:pt x="961030" y="1081570"/>
                  <a:pt x="961831" y="1042978"/>
                  <a:pt x="938605" y="1018766"/>
                </a:cubicBezTo>
                <a:cubicBezTo>
                  <a:pt x="915379" y="994554"/>
                  <a:pt x="876786" y="993752"/>
                  <a:pt x="852575" y="1016978"/>
                </a:cubicBezTo>
                <a:lnTo>
                  <a:pt x="817448" y="1050674"/>
                </a:lnTo>
                <a:cubicBezTo>
                  <a:pt x="807747" y="1059981"/>
                  <a:pt x="792340" y="1059661"/>
                  <a:pt x="783034" y="1049960"/>
                </a:cubicBezTo>
                <a:cubicBezTo>
                  <a:pt x="773728" y="1040259"/>
                  <a:pt x="774049" y="1024851"/>
                  <a:pt x="783749" y="1015546"/>
                </a:cubicBezTo>
                <a:lnTo>
                  <a:pt x="862785" y="939728"/>
                </a:lnTo>
                <a:cubicBezTo>
                  <a:pt x="886996" y="916502"/>
                  <a:pt x="887799" y="877909"/>
                  <a:pt x="864573" y="853698"/>
                </a:cubicBezTo>
                <a:cubicBezTo>
                  <a:pt x="841347" y="829486"/>
                  <a:pt x="802754" y="828684"/>
                  <a:pt x="778542" y="851910"/>
                </a:cubicBezTo>
                <a:lnTo>
                  <a:pt x="708289" y="919303"/>
                </a:lnTo>
                <a:cubicBezTo>
                  <a:pt x="698587" y="928610"/>
                  <a:pt x="683179" y="928288"/>
                  <a:pt x="673875" y="918589"/>
                </a:cubicBezTo>
                <a:cubicBezTo>
                  <a:pt x="664568" y="908887"/>
                  <a:pt x="664890" y="893479"/>
                  <a:pt x="674590" y="884174"/>
                </a:cubicBezTo>
                <a:lnTo>
                  <a:pt x="779970" y="783084"/>
                </a:lnTo>
                <a:cubicBezTo>
                  <a:pt x="804182" y="759858"/>
                  <a:pt x="804984" y="721266"/>
                  <a:pt x="781758" y="697054"/>
                </a:cubicBezTo>
                <a:cubicBezTo>
                  <a:pt x="758532" y="672843"/>
                  <a:pt x="719939" y="672041"/>
                  <a:pt x="695727" y="695267"/>
                </a:cubicBezTo>
                <a:lnTo>
                  <a:pt x="590348" y="796356"/>
                </a:lnTo>
                <a:cubicBezTo>
                  <a:pt x="580646" y="805663"/>
                  <a:pt x="565238" y="805341"/>
                  <a:pt x="555934" y="795642"/>
                </a:cubicBezTo>
                <a:cubicBezTo>
                  <a:pt x="546627" y="785940"/>
                  <a:pt x="546949" y="770532"/>
                  <a:pt x="556649" y="761227"/>
                </a:cubicBezTo>
                <a:lnTo>
                  <a:pt x="881573" y="449531"/>
                </a:lnTo>
                <a:cubicBezTo>
                  <a:pt x="905785" y="426305"/>
                  <a:pt x="906586" y="387710"/>
                  <a:pt x="883362" y="363501"/>
                </a:cubicBezTo>
                <a:cubicBezTo>
                  <a:pt x="871749" y="351395"/>
                  <a:pt x="856294" y="345141"/>
                  <a:pt x="840716" y="344818"/>
                </a:cubicBezTo>
                <a:close/>
                <a:moveTo>
                  <a:pt x="841727" y="296175"/>
                </a:moveTo>
                <a:cubicBezTo>
                  <a:pt x="869767" y="296757"/>
                  <a:pt x="897585" y="308014"/>
                  <a:pt x="918488" y="329804"/>
                </a:cubicBezTo>
                <a:cubicBezTo>
                  <a:pt x="960295" y="373385"/>
                  <a:pt x="958851" y="442851"/>
                  <a:pt x="915270" y="484658"/>
                </a:cubicBezTo>
                <a:lnTo>
                  <a:pt x="761413" y="632251"/>
                </a:lnTo>
                <a:cubicBezTo>
                  <a:pt x="781894" y="636734"/>
                  <a:pt x="801311" y="647122"/>
                  <a:pt x="816883" y="663355"/>
                </a:cubicBezTo>
                <a:cubicBezTo>
                  <a:pt x="849566" y="697425"/>
                  <a:pt x="855814" y="747314"/>
                  <a:pt x="836168" y="787442"/>
                </a:cubicBezTo>
                <a:cubicBezTo>
                  <a:pt x="859582" y="790766"/>
                  <a:pt x="882092" y="801647"/>
                  <a:pt x="899696" y="819997"/>
                </a:cubicBezTo>
                <a:cubicBezTo>
                  <a:pt x="934881" y="856676"/>
                  <a:pt x="939432" y="911689"/>
                  <a:pt x="914011" y="953118"/>
                </a:cubicBezTo>
                <a:cubicBezTo>
                  <a:pt x="936048" y="957037"/>
                  <a:pt x="957079" y="967710"/>
                  <a:pt x="973726" y="985063"/>
                </a:cubicBezTo>
                <a:cubicBezTo>
                  <a:pt x="1015532" y="1028644"/>
                  <a:pt x="1014090" y="1098110"/>
                  <a:pt x="970509" y="1139917"/>
                </a:cubicBezTo>
                <a:lnTo>
                  <a:pt x="727556" y="1372979"/>
                </a:lnTo>
                <a:cubicBezTo>
                  <a:pt x="556457" y="1537112"/>
                  <a:pt x="283721" y="1531443"/>
                  <a:pt x="119587" y="1360344"/>
                </a:cubicBezTo>
                <a:cubicBezTo>
                  <a:pt x="13598" y="1249856"/>
                  <a:pt x="-25738" y="1089877"/>
                  <a:pt x="16932" y="942833"/>
                </a:cubicBezTo>
                <a:lnTo>
                  <a:pt x="170277" y="414448"/>
                </a:lnTo>
                <a:cubicBezTo>
                  <a:pt x="174808" y="398839"/>
                  <a:pt x="185146" y="385927"/>
                  <a:pt x="199388" y="378091"/>
                </a:cubicBezTo>
                <a:cubicBezTo>
                  <a:pt x="213631" y="370258"/>
                  <a:pt x="230073" y="368441"/>
                  <a:pt x="245681" y="372973"/>
                </a:cubicBezTo>
                <a:cubicBezTo>
                  <a:pt x="286259" y="384754"/>
                  <a:pt x="319820" y="411628"/>
                  <a:pt x="340188" y="448659"/>
                </a:cubicBezTo>
                <a:cubicBezTo>
                  <a:pt x="360550" y="485685"/>
                  <a:pt x="365273" y="528423"/>
                  <a:pt x="353493" y="569000"/>
                </a:cubicBezTo>
                <a:lnTo>
                  <a:pt x="312768" y="709266"/>
                </a:lnTo>
                <a:cubicBezTo>
                  <a:pt x="309968" y="718924"/>
                  <a:pt x="314918" y="728954"/>
                  <a:pt x="324293" y="732599"/>
                </a:cubicBezTo>
                <a:cubicBezTo>
                  <a:pt x="331253" y="735306"/>
                  <a:pt x="339228" y="733714"/>
                  <a:pt x="344616" y="728546"/>
                </a:cubicBezTo>
                <a:lnTo>
                  <a:pt x="763634" y="326586"/>
                </a:lnTo>
                <a:cubicBezTo>
                  <a:pt x="785425" y="305683"/>
                  <a:pt x="813687" y="295592"/>
                  <a:pt x="841727" y="296175"/>
                </a:cubicBezTo>
                <a:close/>
                <a:moveTo>
                  <a:pt x="311604" y="0"/>
                </a:moveTo>
                <a:cubicBezTo>
                  <a:pt x="321531" y="-5"/>
                  <a:pt x="331459" y="3778"/>
                  <a:pt x="339036" y="11349"/>
                </a:cubicBezTo>
                <a:cubicBezTo>
                  <a:pt x="354191" y="26490"/>
                  <a:pt x="354201" y="51048"/>
                  <a:pt x="339060" y="66203"/>
                </a:cubicBezTo>
                <a:lnTo>
                  <a:pt x="295586" y="109716"/>
                </a:lnTo>
                <a:lnTo>
                  <a:pt x="421361" y="109661"/>
                </a:lnTo>
                <a:cubicBezTo>
                  <a:pt x="442782" y="109652"/>
                  <a:pt x="460156" y="127011"/>
                  <a:pt x="460166" y="148432"/>
                </a:cubicBezTo>
                <a:cubicBezTo>
                  <a:pt x="460175" y="169853"/>
                  <a:pt x="442816" y="187226"/>
                  <a:pt x="421395" y="187237"/>
                </a:cubicBezTo>
                <a:lnTo>
                  <a:pt x="295619" y="187291"/>
                </a:lnTo>
                <a:lnTo>
                  <a:pt x="339132" y="230767"/>
                </a:lnTo>
                <a:cubicBezTo>
                  <a:pt x="354287" y="245908"/>
                  <a:pt x="354298" y="270467"/>
                  <a:pt x="339156" y="285621"/>
                </a:cubicBezTo>
                <a:cubicBezTo>
                  <a:pt x="324016" y="300775"/>
                  <a:pt x="299457" y="300787"/>
                  <a:pt x="284302" y="285645"/>
                </a:cubicBezTo>
                <a:lnTo>
                  <a:pt x="174545" y="175984"/>
                </a:lnTo>
                <a:cubicBezTo>
                  <a:pt x="159390" y="160843"/>
                  <a:pt x="159380" y="136284"/>
                  <a:pt x="174521" y="121130"/>
                </a:cubicBezTo>
                <a:lnTo>
                  <a:pt x="284182" y="11373"/>
                </a:lnTo>
                <a:cubicBezTo>
                  <a:pt x="291753" y="3795"/>
                  <a:pt x="301678" y="4"/>
                  <a:pt x="311604" y="0"/>
                </a:cubicBezTo>
                <a:close/>
                <a:moveTo>
                  <a:pt x="659714" y="0"/>
                </a:moveTo>
                <a:cubicBezTo>
                  <a:pt x="669641" y="4"/>
                  <a:pt x="679565" y="3795"/>
                  <a:pt x="687136" y="11373"/>
                </a:cubicBezTo>
                <a:lnTo>
                  <a:pt x="796797" y="121130"/>
                </a:lnTo>
                <a:cubicBezTo>
                  <a:pt x="811938" y="136284"/>
                  <a:pt x="811928" y="160843"/>
                  <a:pt x="796773" y="175984"/>
                </a:cubicBezTo>
                <a:lnTo>
                  <a:pt x="687016" y="285645"/>
                </a:lnTo>
                <a:cubicBezTo>
                  <a:pt x="671861" y="300787"/>
                  <a:pt x="647302" y="300775"/>
                  <a:pt x="632162" y="285621"/>
                </a:cubicBezTo>
                <a:cubicBezTo>
                  <a:pt x="617020" y="270467"/>
                  <a:pt x="617031" y="245908"/>
                  <a:pt x="632186" y="230767"/>
                </a:cubicBezTo>
                <a:lnTo>
                  <a:pt x="675699" y="187291"/>
                </a:lnTo>
                <a:lnTo>
                  <a:pt x="549923" y="187237"/>
                </a:lnTo>
                <a:cubicBezTo>
                  <a:pt x="528502" y="187226"/>
                  <a:pt x="511143" y="169853"/>
                  <a:pt x="511152" y="148432"/>
                </a:cubicBezTo>
                <a:cubicBezTo>
                  <a:pt x="511162" y="127011"/>
                  <a:pt x="528536" y="109652"/>
                  <a:pt x="549957" y="109661"/>
                </a:cubicBezTo>
                <a:lnTo>
                  <a:pt x="675733" y="109716"/>
                </a:lnTo>
                <a:lnTo>
                  <a:pt x="632258" y="66203"/>
                </a:lnTo>
                <a:cubicBezTo>
                  <a:pt x="617117" y="51048"/>
                  <a:pt x="617127" y="26490"/>
                  <a:pt x="632282" y="11349"/>
                </a:cubicBezTo>
                <a:cubicBezTo>
                  <a:pt x="639859" y="3778"/>
                  <a:pt x="649788" y="-5"/>
                  <a:pt x="659714" y="0"/>
                </a:cubicBezTo>
                <a:close/>
              </a:path>
            </a:pathLst>
          </a:custGeom>
          <a:solidFill>
            <a:srgbClr val="111111"/>
          </a:solidFill>
          <a:ln w="62309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AAAE84B1-BD95-D30D-9C97-242CDEAD57F3}"/>
              </a:ext>
            </a:extLst>
          </p:cNvPr>
          <p:cNvGrpSpPr/>
          <p:nvPr/>
        </p:nvGrpSpPr>
        <p:grpSpPr>
          <a:xfrm>
            <a:off x="8262927" y="2641803"/>
            <a:ext cx="1269949" cy="1583614"/>
            <a:chOff x="8556191" y="2641803"/>
            <a:chExt cx="1269949" cy="1583614"/>
          </a:xfrm>
        </p:grpSpPr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D37A884-1568-5736-FB2C-3D72F749A205}"/>
                </a:ext>
              </a:extLst>
            </p:cNvPr>
            <p:cNvSpPr/>
            <p:nvPr/>
          </p:nvSpPr>
          <p:spPr>
            <a:xfrm>
              <a:off x="8675521" y="2772718"/>
              <a:ext cx="1150619" cy="1452699"/>
            </a:xfrm>
            <a:custGeom>
              <a:avLst/>
              <a:gdLst>
                <a:gd name="csX0" fmla="*/ 8715346 w 14886910"/>
                <a:gd name="csY0" fmla="*/ 669069 h 18795273"/>
                <a:gd name="csX1" fmla="*/ 7878996 w 14886910"/>
                <a:gd name="csY1" fmla="*/ 1505419 h 18795273"/>
                <a:gd name="csX2" fmla="*/ 7878996 w 14886910"/>
                <a:gd name="csY2" fmla="*/ 3384012 h 18795273"/>
                <a:gd name="csX3" fmla="*/ 7878996 w 14886910"/>
                <a:gd name="csY3" fmla="*/ 6377763 h 18795273"/>
                <a:gd name="csX4" fmla="*/ 7878996 w 14886910"/>
                <a:gd name="csY4" fmla="*/ 6935199 h 18795273"/>
                <a:gd name="csX5" fmla="*/ 7878699 w 14886910"/>
                <a:gd name="csY5" fmla="*/ 6935199 h 18795273"/>
                <a:gd name="csX6" fmla="*/ 7878699 w 14886910"/>
                <a:gd name="csY6" fmla="*/ 8783452 h 18795273"/>
                <a:gd name="csX7" fmla="*/ 7544962 w 14886910"/>
                <a:gd name="csY7" fmla="*/ 9117189 h 18795273"/>
                <a:gd name="csX8" fmla="*/ 7211213 w 14886910"/>
                <a:gd name="csY8" fmla="*/ 8783452 h 18795273"/>
                <a:gd name="csX9" fmla="*/ 7211213 w 14886910"/>
                <a:gd name="csY9" fmla="*/ 6935199 h 18795273"/>
                <a:gd name="csX10" fmla="*/ 7209927 w 14886910"/>
                <a:gd name="csY10" fmla="*/ 6935199 h 18795273"/>
                <a:gd name="csX11" fmla="*/ 7209927 w 14886910"/>
                <a:gd name="csY11" fmla="*/ 6377763 h 18795273"/>
                <a:gd name="csX12" fmla="*/ 7209927 w 14886910"/>
                <a:gd name="csY12" fmla="*/ 3384012 h 18795273"/>
                <a:gd name="csX13" fmla="*/ 7209927 w 14886910"/>
                <a:gd name="csY13" fmla="*/ 2584151 h 18795273"/>
                <a:gd name="csX14" fmla="*/ 7206896 w 14886910"/>
                <a:gd name="csY14" fmla="*/ 2524330 h 18795273"/>
                <a:gd name="csX15" fmla="*/ 6376901 w 14886910"/>
                <a:gd name="csY15" fmla="*/ 1775190 h 18795273"/>
                <a:gd name="csX16" fmla="*/ 5542577 w 14886910"/>
                <a:gd name="csY16" fmla="*/ 2609514 h 18795273"/>
                <a:gd name="csX17" fmla="*/ 5542577 w 14886910"/>
                <a:gd name="csY17" fmla="*/ 10571357 h 18795273"/>
                <a:gd name="csX18" fmla="*/ 5003819 w 14886910"/>
                <a:gd name="csY18" fmla="*/ 11416147 h 18795273"/>
                <a:gd name="csX19" fmla="*/ 3803996 w 14886910"/>
                <a:gd name="csY19" fmla="*/ 11037196 h 18795273"/>
                <a:gd name="csX20" fmla="*/ 2802616 w 14886910"/>
                <a:gd name="csY20" fmla="*/ 9302776 h 18795273"/>
                <a:gd name="csX21" fmla="*/ 1890760 w 14886910"/>
                <a:gd name="csY21" fmla="*/ 8603126 h 18795273"/>
                <a:gd name="csX22" fmla="*/ 1499675 w 14886910"/>
                <a:gd name="csY22" fmla="*/ 8551282 h 18795273"/>
                <a:gd name="csX23" fmla="*/ 751244 w 14886910"/>
                <a:gd name="csY23" fmla="*/ 8753124 h 18795273"/>
                <a:gd name="csX24" fmla="*/ 673518 w 14886910"/>
                <a:gd name="csY24" fmla="*/ 8854446 h 18795273"/>
                <a:gd name="csX25" fmla="*/ 690188 w 14886910"/>
                <a:gd name="csY25" fmla="*/ 8981056 h 18795273"/>
                <a:gd name="csX26" fmla="*/ 4463239 w 14886910"/>
                <a:gd name="csY26" fmla="*/ 15514110 h 18795273"/>
                <a:gd name="csX27" fmla="*/ 8991002 w 14886910"/>
                <a:gd name="csY27" fmla="*/ 18127837 h 18795273"/>
                <a:gd name="csX28" fmla="*/ 14219578 w 14886910"/>
                <a:gd name="csY28" fmla="*/ 12899247 h 18795273"/>
                <a:gd name="csX29" fmla="*/ 14219578 w 14886910"/>
                <a:gd name="csY29" fmla="*/ 8282866 h 18795273"/>
                <a:gd name="csX30" fmla="*/ 13385254 w 14886910"/>
                <a:gd name="csY30" fmla="*/ 7448555 h 18795273"/>
                <a:gd name="csX31" fmla="*/ 12550943 w 14886910"/>
                <a:gd name="csY31" fmla="*/ 8282866 h 18795273"/>
                <a:gd name="csX32" fmla="*/ 12550943 w 14886910"/>
                <a:gd name="csY32" fmla="*/ 8950314 h 18795273"/>
                <a:gd name="csX33" fmla="*/ 12217193 w 14886910"/>
                <a:gd name="csY33" fmla="*/ 9284065 h 18795273"/>
                <a:gd name="csX34" fmla="*/ 11883456 w 14886910"/>
                <a:gd name="csY34" fmla="*/ 8950314 h 18795273"/>
                <a:gd name="csX35" fmla="*/ 11883456 w 14886910"/>
                <a:gd name="csY35" fmla="*/ 7448555 h 18795273"/>
                <a:gd name="csX36" fmla="*/ 11049132 w 14886910"/>
                <a:gd name="csY36" fmla="*/ 6614231 h 18795273"/>
                <a:gd name="csX37" fmla="*/ 10214821 w 14886910"/>
                <a:gd name="csY37" fmla="*/ 7448555 h 18795273"/>
                <a:gd name="csX38" fmla="*/ 10214821 w 14886910"/>
                <a:gd name="csY38" fmla="*/ 8783452 h 18795273"/>
                <a:gd name="csX39" fmla="*/ 9881084 w 14886910"/>
                <a:gd name="csY39" fmla="*/ 9117189 h 18795273"/>
                <a:gd name="csX40" fmla="*/ 9547334 w 14886910"/>
                <a:gd name="csY40" fmla="*/ 8783452 h 18795273"/>
                <a:gd name="csX41" fmla="*/ 9547334 w 14886910"/>
                <a:gd name="csY41" fmla="*/ 6893786 h 18795273"/>
                <a:gd name="csX42" fmla="*/ 9551682 w 14886910"/>
                <a:gd name="csY42" fmla="*/ 6893786 h 18795273"/>
                <a:gd name="csX43" fmla="*/ 9551682 w 14886910"/>
                <a:gd name="csY43" fmla="*/ 6377763 h 18795273"/>
                <a:gd name="csX44" fmla="*/ 9551682 w 14886910"/>
                <a:gd name="csY44" fmla="*/ 3384012 h 18795273"/>
                <a:gd name="csX45" fmla="*/ 9551682 w 14886910"/>
                <a:gd name="csY45" fmla="*/ 1505419 h 18795273"/>
                <a:gd name="csX46" fmla="*/ 8715346 w 14886910"/>
                <a:gd name="csY46" fmla="*/ 669069 h 18795273"/>
                <a:gd name="csX47" fmla="*/ 8715346 w 14886910"/>
                <a:gd name="csY47" fmla="*/ 0 h 18795273"/>
                <a:gd name="csX48" fmla="*/ 10220751 w 14886910"/>
                <a:gd name="csY48" fmla="*/ 1505419 h 18795273"/>
                <a:gd name="csX49" fmla="*/ 10220751 w 14886910"/>
                <a:gd name="csY49" fmla="*/ 3384012 h 18795273"/>
                <a:gd name="csX50" fmla="*/ 10220751 w 14886910"/>
                <a:gd name="csY50" fmla="*/ 4435970 h 18795273"/>
                <a:gd name="csX51" fmla="*/ 10226036 w 14886910"/>
                <a:gd name="csY51" fmla="*/ 4433444 h 18795273"/>
                <a:gd name="csX52" fmla="*/ 10226036 w 14886910"/>
                <a:gd name="csY52" fmla="*/ 4990881 h 18795273"/>
                <a:gd name="csX53" fmla="*/ 10226036 w 14886910"/>
                <a:gd name="csY53" fmla="*/ 5661219 h 18795273"/>
                <a:gd name="csX54" fmla="*/ 10226036 w 14886910"/>
                <a:gd name="csY54" fmla="*/ 6198833 h 18795273"/>
                <a:gd name="csX55" fmla="*/ 10327066 w 14886910"/>
                <a:gd name="csY55" fmla="*/ 6132013 h 18795273"/>
                <a:gd name="csX56" fmla="*/ 11049067 w 14886910"/>
                <a:gd name="csY56" fmla="*/ 5946783 h 18795273"/>
                <a:gd name="csX57" fmla="*/ 12502214 w 14886910"/>
                <a:gd name="csY57" fmla="*/ 7068764 h 18795273"/>
                <a:gd name="csX58" fmla="*/ 13385151 w 14886910"/>
                <a:gd name="csY58" fmla="*/ 6781106 h 18795273"/>
                <a:gd name="csX59" fmla="*/ 14886910 w 14886910"/>
                <a:gd name="csY59" fmla="*/ 8282866 h 18795273"/>
                <a:gd name="csX60" fmla="*/ 14886910 w 14886910"/>
                <a:gd name="csY60" fmla="*/ 12899247 h 18795273"/>
                <a:gd name="csX61" fmla="*/ 8990847 w 14886910"/>
                <a:gd name="csY61" fmla="*/ 18795273 h 18795273"/>
                <a:gd name="csX62" fmla="*/ 3885056 w 14886910"/>
                <a:gd name="csY62" fmla="*/ 15847925 h 18795273"/>
                <a:gd name="csX63" fmla="*/ 112185 w 14886910"/>
                <a:gd name="csY63" fmla="*/ 9314909 h 18795273"/>
                <a:gd name="csX64" fmla="*/ 28761 w 14886910"/>
                <a:gd name="csY64" fmla="*/ 8681756 h 18795273"/>
                <a:gd name="csX65" fmla="*/ 417546 w 14886910"/>
                <a:gd name="csY65" fmla="*/ 8175096 h 18795273"/>
                <a:gd name="csX66" fmla="*/ 2063567 w 14886910"/>
                <a:gd name="csY66" fmla="*/ 7958355 h 18795273"/>
                <a:gd name="csX67" fmla="*/ 3380657 w 14886910"/>
                <a:gd name="csY67" fmla="*/ 8969039 h 18795273"/>
                <a:gd name="csX68" fmla="*/ 4382037 w 14886910"/>
                <a:gd name="csY68" fmla="*/ 10703446 h 18795273"/>
                <a:gd name="csX69" fmla="*/ 4722326 w 14886910"/>
                <a:gd name="csY69" fmla="*/ 10810892 h 18795273"/>
                <a:gd name="csX70" fmla="*/ 4875128 w 14886910"/>
                <a:gd name="csY70" fmla="*/ 10571318 h 18795273"/>
                <a:gd name="csX71" fmla="*/ 4875128 w 14886910"/>
                <a:gd name="csY71" fmla="*/ 2609514 h 18795273"/>
                <a:gd name="csX72" fmla="*/ 6376901 w 14886910"/>
                <a:gd name="csY72" fmla="*/ 1107742 h 18795273"/>
                <a:gd name="csX73" fmla="*/ 7215965 w 14886910"/>
                <a:gd name="csY73" fmla="*/ 1364570 h 18795273"/>
                <a:gd name="csX74" fmla="*/ 7217023 w 14886910"/>
                <a:gd name="csY74" fmla="*/ 1365361 h 18795273"/>
                <a:gd name="csX75" fmla="*/ 7217714 w 14886910"/>
                <a:gd name="csY75" fmla="*/ 1351717 h 18795273"/>
                <a:gd name="csX76" fmla="*/ 8715346 w 14886910"/>
                <a:gd name="csY76" fmla="*/ 0 h 187952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</a:cxnLst>
              <a:rect l="l" t="t" r="r" b="b"/>
              <a:pathLst>
                <a:path w="14886910" h="18795273">
                  <a:moveTo>
                    <a:pt x="8715346" y="669069"/>
                  </a:moveTo>
                  <a:cubicBezTo>
                    <a:pt x="8254178" y="669069"/>
                    <a:pt x="7878996" y="1044252"/>
                    <a:pt x="7878996" y="1505419"/>
                  </a:cubicBezTo>
                  <a:lnTo>
                    <a:pt x="7878996" y="3384012"/>
                  </a:lnTo>
                  <a:lnTo>
                    <a:pt x="7878996" y="6377763"/>
                  </a:lnTo>
                  <a:lnTo>
                    <a:pt x="7878996" y="6935199"/>
                  </a:lnTo>
                  <a:lnTo>
                    <a:pt x="7878699" y="6935199"/>
                  </a:lnTo>
                  <a:lnTo>
                    <a:pt x="7878699" y="8783452"/>
                  </a:lnTo>
                  <a:cubicBezTo>
                    <a:pt x="7878699" y="8967785"/>
                    <a:pt x="7729256" y="9117189"/>
                    <a:pt x="7544962" y="9117189"/>
                  </a:cubicBezTo>
                  <a:cubicBezTo>
                    <a:pt x="7360617" y="9117189"/>
                    <a:pt x="7211213" y="8967746"/>
                    <a:pt x="7211213" y="8783452"/>
                  </a:cubicBezTo>
                  <a:lnTo>
                    <a:pt x="7211213" y="6935199"/>
                  </a:lnTo>
                  <a:lnTo>
                    <a:pt x="7209927" y="6935199"/>
                  </a:lnTo>
                  <a:lnTo>
                    <a:pt x="7209927" y="6377763"/>
                  </a:lnTo>
                  <a:lnTo>
                    <a:pt x="7209927" y="3384012"/>
                  </a:lnTo>
                  <a:lnTo>
                    <a:pt x="7209927" y="2584151"/>
                  </a:lnTo>
                  <a:lnTo>
                    <a:pt x="7206896" y="2524330"/>
                  </a:lnTo>
                  <a:cubicBezTo>
                    <a:pt x="7164088" y="2104141"/>
                    <a:pt x="6808149" y="1775190"/>
                    <a:pt x="6376901" y="1775190"/>
                  </a:cubicBezTo>
                  <a:cubicBezTo>
                    <a:pt x="5916851" y="1775190"/>
                    <a:pt x="5542577" y="2149464"/>
                    <a:pt x="5542577" y="2609514"/>
                  </a:cubicBezTo>
                  <a:lnTo>
                    <a:pt x="5542577" y="10571357"/>
                  </a:lnTo>
                  <a:cubicBezTo>
                    <a:pt x="5542577" y="10932321"/>
                    <a:pt x="5331096" y="11263913"/>
                    <a:pt x="5003819" y="11416147"/>
                  </a:cubicBezTo>
                  <a:cubicBezTo>
                    <a:pt x="4562932" y="11621091"/>
                    <a:pt x="4047124" y="11458260"/>
                    <a:pt x="3803996" y="11037196"/>
                  </a:cubicBezTo>
                  <a:lnTo>
                    <a:pt x="2802616" y="9302776"/>
                  </a:lnTo>
                  <a:cubicBezTo>
                    <a:pt x="2602066" y="8955393"/>
                    <a:pt x="2278266" y="8706889"/>
                    <a:pt x="1890760" y="8603126"/>
                  </a:cubicBezTo>
                  <a:cubicBezTo>
                    <a:pt x="1761398" y="8568456"/>
                    <a:pt x="1630058" y="8551282"/>
                    <a:pt x="1499675" y="8551282"/>
                  </a:cubicBezTo>
                  <a:cubicBezTo>
                    <a:pt x="1239426" y="8551282"/>
                    <a:pt x="982652" y="8619523"/>
                    <a:pt x="751244" y="8753124"/>
                  </a:cubicBezTo>
                  <a:cubicBezTo>
                    <a:pt x="699155" y="8783181"/>
                    <a:pt x="680173" y="8829532"/>
                    <a:pt x="673518" y="8854446"/>
                  </a:cubicBezTo>
                  <a:cubicBezTo>
                    <a:pt x="666825" y="8879360"/>
                    <a:pt x="660131" y="8928993"/>
                    <a:pt x="690188" y="8981056"/>
                  </a:cubicBezTo>
                  <a:lnTo>
                    <a:pt x="4463239" y="15514110"/>
                  </a:lnTo>
                  <a:cubicBezTo>
                    <a:pt x="5394310" y="17126302"/>
                    <a:pt x="7129247" y="18127837"/>
                    <a:pt x="8991002" y="18127837"/>
                  </a:cubicBezTo>
                  <a:cubicBezTo>
                    <a:pt x="11874048" y="18127837"/>
                    <a:pt x="14219578" y="15782294"/>
                    <a:pt x="14219578" y="12899247"/>
                  </a:cubicBezTo>
                  <a:lnTo>
                    <a:pt x="14219578" y="8282866"/>
                  </a:lnTo>
                  <a:cubicBezTo>
                    <a:pt x="14219578" y="7822829"/>
                    <a:pt x="13845317" y="7448555"/>
                    <a:pt x="13385254" y="7448555"/>
                  </a:cubicBezTo>
                  <a:cubicBezTo>
                    <a:pt x="12925204" y="7448555"/>
                    <a:pt x="12550943" y="7822829"/>
                    <a:pt x="12550943" y="8282866"/>
                  </a:cubicBezTo>
                  <a:lnTo>
                    <a:pt x="12550943" y="8950314"/>
                  </a:lnTo>
                  <a:cubicBezTo>
                    <a:pt x="12550943" y="9134660"/>
                    <a:pt x="12401539" y="9284065"/>
                    <a:pt x="12217193" y="9284065"/>
                  </a:cubicBezTo>
                  <a:cubicBezTo>
                    <a:pt x="12032860" y="9284065"/>
                    <a:pt x="11883456" y="9134621"/>
                    <a:pt x="11883456" y="8950314"/>
                  </a:cubicBezTo>
                  <a:lnTo>
                    <a:pt x="11883456" y="7448555"/>
                  </a:lnTo>
                  <a:cubicBezTo>
                    <a:pt x="11883456" y="6988505"/>
                    <a:pt x="11509182" y="6614231"/>
                    <a:pt x="11049132" y="6614231"/>
                  </a:cubicBezTo>
                  <a:cubicBezTo>
                    <a:pt x="10589095" y="6614231"/>
                    <a:pt x="10214821" y="6988505"/>
                    <a:pt x="10214821" y="7448555"/>
                  </a:cubicBezTo>
                  <a:lnTo>
                    <a:pt x="10214821" y="8783452"/>
                  </a:lnTo>
                  <a:cubicBezTo>
                    <a:pt x="10214821" y="8967785"/>
                    <a:pt x="10065378" y="9117189"/>
                    <a:pt x="9881084" y="9117189"/>
                  </a:cubicBezTo>
                  <a:cubicBezTo>
                    <a:pt x="9696738" y="9117189"/>
                    <a:pt x="9547334" y="8967746"/>
                    <a:pt x="9547334" y="8783452"/>
                  </a:cubicBezTo>
                  <a:lnTo>
                    <a:pt x="9547334" y="6893786"/>
                  </a:lnTo>
                  <a:lnTo>
                    <a:pt x="9551682" y="6893786"/>
                  </a:lnTo>
                  <a:lnTo>
                    <a:pt x="9551682" y="6377763"/>
                  </a:lnTo>
                  <a:lnTo>
                    <a:pt x="9551682" y="3384012"/>
                  </a:lnTo>
                  <a:lnTo>
                    <a:pt x="9551682" y="1505419"/>
                  </a:lnTo>
                  <a:cubicBezTo>
                    <a:pt x="9551682" y="1044252"/>
                    <a:pt x="9176461" y="669069"/>
                    <a:pt x="8715346" y="669069"/>
                  </a:cubicBezTo>
                  <a:close/>
                  <a:moveTo>
                    <a:pt x="8715346" y="0"/>
                  </a:moveTo>
                  <a:cubicBezTo>
                    <a:pt x="9545426" y="0"/>
                    <a:pt x="10220751" y="675326"/>
                    <a:pt x="10220751" y="1505419"/>
                  </a:cubicBezTo>
                  <a:lnTo>
                    <a:pt x="10220751" y="3384012"/>
                  </a:lnTo>
                  <a:lnTo>
                    <a:pt x="10220751" y="4435970"/>
                  </a:lnTo>
                  <a:lnTo>
                    <a:pt x="10226036" y="4433444"/>
                  </a:lnTo>
                  <a:lnTo>
                    <a:pt x="10226036" y="4990881"/>
                  </a:lnTo>
                  <a:lnTo>
                    <a:pt x="10226036" y="5661219"/>
                  </a:lnTo>
                  <a:lnTo>
                    <a:pt x="10226036" y="6198833"/>
                  </a:lnTo>
                  <a:lnTo>
                    <a:pt x="10327066" y="6132013"/>
                  </a:lnTo>
                  <a:cubicBezTo>
                    <a:pt x="10541428" y="6013981"/>
                    <a:pt x="10787561" y="5946783"/>
                    <a:pt x="11049067" y="5946783"/>
                  </a:cubicBezTo>
                  <a:cubicBezTo>
                    <a:pt x="11746004" y="5946783"/>
                    <a:pt x="12333569" y="6423967"/>
                    <a:pt x="12502214" y="7068764"/>
                  </a:cubicBezTo>
                  <a:cubicBezTo>
                    <a:pt x="12750175" y="6887907"/>
                    <a:pt x="13055419" y="6781106"/>
                    <a:pt x="13385151" y="6781106"/>
                  </a:cubicBezTo>
                  <a:cubicBezTo>
                    <a:pt x="14213233" y="6781106"/>
                    <a:pt x="14886910" y="7454796"/>
                    <a:pt x="14886910" y="8282866"/>
                  </a:cubicBezTo>
                  <a:lnTo>
                    <a:pt x="14886910" y="12899247"/>
                  </a:lnTo>
                  <a:cubicBezTo>
                    <a:pt x="14886910" y="16150327"/>
                    <a:pt x="12241926" y="18795273"/>
                    <a:pt x="8990847" y="18795273"/>
                  </a:cubicBezTo>
                  <a:cubicBezTo>
                    <a:pt x="6891456" y="18795273"/>
                    <a:pt x="4935048" y="17665925"/>
                    <a:pt x="3885056" y="15847925"/>
                  </a:cubicBezTo>
                  <a:lnTo>
                    <a:pt x="112185" y="9314909"/>
                  </a:lnTo>
                  <a:cubicBezTo>
                    <a:pt x="746" y="9121919"/>
                    <a:pt x="-28897" y="8897050"/>
                    <a:pt x="28761" y="8681756"/>
                  </a:cubicBezTo>
                  <a:cubicBezTo>
                    <a:pt x="86445" y="8466449"/>
                    <a:pt x="224542" y="8286497"/>
                    <a:pt x="417546" y="8175096"/>
                  </a:cubicBezTo>
                  <a:cubicBezTo>
                    <a:pt x="919295" y="7885397"/>
                    <a:pt x="1503797" y="7808382"/>
                    <a:pt x="2063567" y="7958355"/>
                  </a:cubicBezTo>
                  <a:cubicBezTo>
                    <a:pt x="2623233" y="8108328"/>
                    <a:pt x="3090958" y="8467289"/>
                    <a:pt x="3380657" y="8969039"/>
                  </a:cubicBezTo>
                  <a:lnTo>
                    <a:pt x="4382037" y="10703446"/>
                  </a:lnTo>
                  <a:cubicBezTo>
                    <a:pt x="4451028" y="10822845"/>
                    <a:pt x="4597266" y="10869080"/>
                    <a:pt x="4722326" y="10810892"/>
                  </a:cubicBezTo>
                  <a:cubicBezTo>
                    <a:pt x="4815171" y="10767720"/>
                    <a:pt x="4875128" y="10673699"/>
                    <a:pt x="4875128" y="10571318"/>
                  </a:cubicBezTo>
                  <a:lnTo>
                    <a:pt x="4875128" y="2609514"/>
                  </a:lnTo>
                  <a:cubicBezTo>
                    <a:pt x="4875128" y="1781432"/>
                    <a:pt x="5548818" y="1107742"/>
                    <a:pt x="6376901" y="1107742"/>
                  </a:cubicBezTo>
                  <a:cubicBezTo>
                    <a:pt x="6687427" y="1107742"/>
                    <a:pt x="6976243" y="1202479"/>
                    <a:pt x="7215965" y="1364570"/>
                  </a:cubicBezTo>
                  <a:lnTo>
                    <a:pt x="7217023" y="1365361"/>
                  </a:lnTo>
                  <a:lnTo>
                    <a:pt x="7217714" y="1351717"/>
                  </a:lnTo>
                  <a:cubicBezTo>
                    <a:pt x="7294948" y="593548"/>
                    <a:pt x="7937134" y="0"/>
                    <a:pt x="8715346" y="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5E310CC2-7C31-8EC3-70D0-A42112D44045}"/>
                </a:ext>
              </a:extLst>
            </p:cNvPr>
            <p:cNvSpPr/>
            <p:nvPr/>
          </p:nvSpPr>
          <p:spPr>
            <a:xfrm>
              <a:off x="8917039" y="2641803"/>
              <a:ext cx="670805" cy="468076"/>
            </a:xfrm>
            <a:custGeom>
              <a:avLst/>
              <a:gdLst>
                <a:gd name="csX0" fmla="*/ 425454 w 670805"/>
                <a:gd name="csY0" fmla="*/ 0 h 468076"/>
                <a:gd name="csX1" fmla="*/ 670805 w 670805"/>
                <a:gd name="csY1" fmla="*/ 245349 h 468076"/>
                <a:gd name="csX2" fmla="*/ 636780 w 670805"/>
                <a:gd name="csY2" fmla="*/ 370072 h 468076"/>
                <a:gd name="csX3" fmla="*/ 614525 w 670805"/>
                <a:gd name="csY3" fmla="*/ 382757 h 468076"/>
                <a:gd name="csX4" fmla="*/ 601404 w 670805"/>
                <a:gd name="csY4" fmla="*/ 379159 h 468076"/>
                <a:gd name="csX5" fmla="*/ 592320 w 670805"/>
                <a:gd name="csY5" fmla="*/ 343782 h 468076"/>
                <a:gd name="csX6" fmla="*/ 619153 w 670805"/>
                <a:gd name="csY6" fmla="*/ 245349 h 468076"/>
                <a:gd name="csX7" fmla="*/ 425457 w 670805"/>
                <a:gd name="csY7" fmla="*/ 51652 h 468076"/>
                <a:gd name="csX8" fmla="*/ 288556 w 670805"/>
                <a:gd name="csY8" fmla="*/ 108448 h 468076"/>
                <a:gd name="csX9" fmla="*/ 281977 w 670805"/>
                <a:gd name="csY9" fmla="*/ 118198 h 468076"/>
                <a:gd name="csX10" fmla="*/ 274813 w 670805"/>
                <a:gd name="csY10" fmla="*/ 118198 h 468076"/>
                <a:gd name="csX11" fmla="*/ 274813 w 670805"/>
                <a:gd name="csY11" fmla="*/ 140325 h 468076"/>
                <a:gd name="csX12" fmla="*/ 245352 w 670805"/>
                <a:gd name="csY12" fmla="*/ 137346 h 468076"/>
                <a:gd name="csX13" fmla="*/ 51655 w 670805"/>
                <a:gd name="csY13" fmla="*/ 331043 h 468076"/>
                <a:gd name="csX14" fmla="*/ 78293 w 670805"/>
                <a:gd name="csY14" fmla="*/ 429142 h 468076"/>
                <a:gd name="csX15" fmla="*/ 69138 w 670805"/>
                <a:gd name="csY15" fmla="*/ 464502 h 468076"/>
                <a:gd name="csX16" fmla="*/ 33779 w 670805"/>
                <a:gd name="csY16" fmla="*/ 455347 h 468076"/>
                <a:gd name="csX17" fmla="*/ 0 w 670805"/>
                <a:gd name="csY17" fmla="*/ 331043 h 468076"/>
                <a:gd name="csX18" fmla="*/ 195965 w 670805"/>
                <a:gd name="csY18" fmla="*/ 90688 h 468076"/>
                <a:gd name="csX19" fmla="*/ 242578 w 670805"/>
                <a:gd name="csY19" fmla="*/ 85974 h 468076"/>
                <a:gd name="csX20" fmla="*/ 252047 w 670805"/>
                <a:gd name="csY20" fmla="*/ 71942 h 468076"/>
                <a:gd name="csX21" fmla="*/ 425454 w 670805"/>
                <a:gd name="csY21" fmla="*/ 0 h 468076"/>
                <a:gd name="csX0" fmla="*/ 425454 w 670805"/>
                <a:gd name="csY0" fmla="*/ 0 h 468076"/>
                <a:gd name="csX1" fmla="*/ 670805 w 670805"/>
                <a:gd name="csY1" fmla="*/ 245349 h 468076"/>
                <a:gd name="csX2" fmla="*/ 636780 w 670805"/>
                <a:gd name="csY2" fmla="*/ 370072 h 468076"/>
                <a:gd name="csX3" fmla="*/ 614525 w 670805"/>
                <a:gd name="csY3" fmla="*/ 382757 h 468076"/>
                <a:gd name="csX4" fmla="*/ 601404 w 670805"/>
                <a:gd name="csY4" fmla="*/ 379159 h 468076"/>
                <a:gd name="csX5" fmla="*/ 592320 w 670805"/>
                <a:gd name="csY5" fmla="*/ 343782 h 468076"/>
                <a:gd name="csX6" fmla="*/ 619153 w 670805"/>
                <a:gd name="csY6" fmla="*/ 245349 h 468076"/>
                <a:gd name="csX7" fmla="*/ 425457 w 670805"/>
                <a:gd name="csY7" fmla="*/ 51652 h 468076"/>
                <a:gd name="csX8" fmla="*/ 288556 w 670805"/>
                <a:gd name="csY8" fmla="*/ 108448 h 468076"/>
                <a:gd name="csX9" fmla="*/ 281977 w 670805"/>
                <a:gd name="csY9" fmla="*/ 118198 h 468076"/>
                <a:gd name="csX10" fmla="*/ 274813 w 670805"/>
                <a:gd name="csY10" fmla="*/ 140325 h 468076"/>
                <a:gd name="csX11" fmla="*/ 245352 w 670805"/>
                <a:gd name="csY11" fmla="*/ 137346 h 468076"/>
                <a:gd name="csX12" fmla="*/ 51655 w 670805"/>
                <a:gd name="csY12" fmla="*/ 331043 h 468076"/>
                <a:gd name="csX13" fmla="*/ 78293 w 670805"/>
                <a:gd name="csY13" fmla="*/ 429142 h 468076"/>
                <a:gd name="csX14" fmla="*/ 69138 w 670805"/>
                <a:gd name="csY14" fmla="*/ 464502 h 468076"/>
                <a:gd name="csX15" fmla="*/ 33779 w 670805"/>
                <a:gd name="csY15" fmla="*/ 455347 h 468076"/>
                <a:gd name="csX16" fmla="*/ 0 w 670805"/>
                <a:gd name="csY16" fmla="*/ 331043 h 468076"/>
                <a:gd name="csX17" fmla="*/ 195965 w 670805"/>
                <a:gd name="csY17" fmla="*/ 90688 h 468076"/>
                <a:gd name="csX18" fmla="*/ 242578 w 670805"/>
                <a:gd name="csY18" fmla="*/ 85974 h 468076"/>
                <a:gd name="csX19" fmla="*/ 252047 w 670805"/>
                <a:gd name="csY19" fmla="*/ 71942 h 468076"/>
                <a:gd name="csX20" fmla="*/ 425454 w 670805"/>
                <a:gd name="csY20" fmla="*/ 0 h 468076"/>
                <a:gd name="csX0" fmla="*/ 425454 w 670805"/>
                <a:gd name="csY0" fmla="*/ 0 h 468076"/>
                <a:gd name="csX1" fmla="*/ 670805 w 670805"/>
                <a:gd name="csY1" fmla="*/ 245349 h 468076"/>
                <a:gd name="csX2" fmla="*/ 636780 w 670805"/>
                <a:gd name="csY2" fmla="*/ 370072 h 468076"/>
                <a:gd name="csX3" fmla="*/ 614525 w 670805"/>
                <a:gd name="csY3" fmla="*/ 382757 h 468076"/>
                <a:gd name="csX4" fmla="*/ 601404 w 670805"/>
                <a:gd name="csY4" fmla="*/ 379159 h 468076"/>
                <a:gd name="csX5" fmla="*/ 592320 w 670805"/>
                <a:gd name="csY5" fmla="*/ 343782 h 468076"/>
                <a:gd name="csX6" fmla="*/ 619153 w 670805"/>
                <a:gd name="csY6" fmla="*/ 245349 h 468076"/>
                <a:gd name="csX7" fmla="*/ 425457 w 670805"/>
                <a:gd name="csY7" fmla="*/ 51652 h 468076"/>
                <a:gd name="csX8" fmla="*/ 288556 w 670805"/>
                <a:gd name="csY8" fmla="*/ 108448 h 468076"/>
                <a:gd name="csX9" fmla="*/ 274813 w 670805"/>
                <a:gd name="csY9" fmla="*/ 140325 h 468076"/>
                <a:gd name="csX10" fmla="*/ 245352 w 670805"/>
                <a:gd name="csY10" fmla="*/ 137346 h 468076"/>
                <a:gd name="csX11" fmla="*/ 51655 w 670805"/>
                <a:gd name="csY11" fmla="*/ 331043 h 468076"/>
                <a:gd name="csX12" fmla="*/ 78293 w 670805"/>
                <a:gd name="csY12" fmla="*/ 429142 h 468076"/>
                <a:gd name="csX13" fmla="*/ 69138 w 670805"/>
                <a:gd name="csY13" fmla="*/ 464502 h 468076"/>
                <a:gd name="csX14" fmla="*/ 33779 w 670805"/>
                <a:gd name="csY14" fmla="*/ 455347 h 468076"/>
                <a:gd name="csX15" fmla="*/ 0 w 670805"/>
                <a:gd name="csY15" fmla="*/ 331043 h 468076"/>
                <a:gd name="csX16" fmla="*/ 195965 w 670805"/>
                <a:gd name="csY16" fmla="*/ 90688 h 468076"/>
                <a:gd name="csX17" fmla="*/ 242578 w 670805"/>
                <a:gd name="csY17" fmla="*/ 85974 h 468076"/>
                <a:gd name="csX18" fmla="*/ 252047 w 670805"/>
                <a:gd name="csY18" fmla="*/ 71942 h 468076"/>
                <a:gd name="csX19" fmla="*/ 425454 w 670805"/>
                <a:gd name="csY19" fmla="*/ 0 h 468076"/>
                <a:gd name="csX0" fmla="*/ 425454 w 670805"/>
                <a:gd name="csY0" fmla="*/ 0 h 468076"/>
                <a:gd name="csX1" fmla="*/ 670805 w 670805"/>
                <a:gd name="csY1" fmla="*/ 245349 h 468076"/>
                <a:gd name="csX2" fmla="*/ 636780 w 670805"/>
                <a:gd name="csY2" fmla="*/ 370072 h 468076"/>
                <a:gd name="csX3" fmla="*/ 614525 w 670805"/>
                <a:gd name="csY3" fmla="*/ 382757 h 468076"/>
                <a:gd name="csX4" fmla="*/ 601404 w 670805"/>
                <a:gd name="csY4" fmla="*/ 379159 h 468076"/>
                <a:gd name="csX5" fmla="*/ 592320 w 670805"/>
                <a:gd name="csY5" fmla="*/ 343782 h 468076"/>
                <a:gd name="csX6" fmla="*/ 619153 w 670805"/>
                <a:gd name="csY6" fmla="*/ 245349 h 468076"/>
                <a:gd name="csX7" fmla="*/ 425457 w 670805"/>
                <a:gd name="csY7" fmla="*/ 51652 h 468076"/>
                <a:gd name="csX8" fmla="*/ 274813 w 670805"/>
                <a:gd name="csY8" fmla="*/ 140325 h 468076"/>
                <a:gd name="csX9" fmla="*/ 245352 w 670805"/>
                <a:gd name="csY9" fmla="*/ 137346 h 468076"/>
                <a:gd name="csX10" fmla="*/ 51655 w 670805"/>
                <a:gd name="csY10" fmla="*/ 331043 h 468076"/>
                <a:gd name="csX11" fmla="*/ 78293 w 670805"/>
                <a:gd name="csY11" fmla="*/ 429142 h 468076"/>
                <a:gd name="csX12" fmla="*/ 69138 w 670805"/>
                <a:gd name="csY12" fmla="*/ 464502 h 468076"/>
                <a:gd name="csX13" fmla="*/ 33779 w 670805"/>
                <a:gd name="csY13" fmla="*/ 455347 h 468076"/>
                <a:gd name="csX14" fmla="*/ 0 w 670805"/>
                <a:gd name="csY14" fmla="*/ 331043 h 468076"/>
                <a:gd name="csX15" fmla="*/ 195965 w 670805"/>
                <a:gd name="csY15" fmla="*/ 90688 h 468076"/>
                <a:gd name="csX16" fmla="*/ 242578 w 670805"/>
                <a:gd name="csY16" fmla="*/ 85974 h 468076"/>
                <a:gd name="csX17" fmla="*/ 252047 w 670805"/>
                <a:gd name="csY17" fmla="*/ 71942 h 468076"/>
                <a:gd name="csX18" fmla="*/ 425454 w 670805"/>
                <a:gd name="csY18" fmla="*/ 0 h 468076"/>
                <a:gd name="csX0" fmla="*/ 425454 w 670805"/>
                <a:gd name="csY0" fmla="*/ 0 h 468076"/>
                <a:gd name="csX1" fmla="*/ 670805 w 670805"/>
                <a:gd name="csY1" fmla="*/ 245349 h 468076"/>
                <a:gd name="csX2" fmla="*/ 636780 w 670805"/>
                <a:gd name="csY2" fmla="*/ 370072 h 468076"/>
                <a:gd name="csX3" fmla="*/ 614525 w 670805"/>
                <a:gd name="csY3" fmla="*/ 382757 h 468076"/>
                <a:gd name="csX4" fmla="*/ 601404 w 670805"/>
                <a:gd name="csY4" fmla="*/ 379159 h 468076"/>
                <a:gd name="csX5" fmla="*/ 592320 w 670805"/>
                <a:gd name="csY5" fmla="*/ 343782 h 468076"/>
                <a:gd name="csX6" fmla="*/ 619153 w 670805"/>
                <a:gd name="csY6" fmla="*/ 245349 h 468076"/>
                <a:gd name="csX7" fmla="*/ 425457 w 670805"/>
                <a:gd name="csY7" fmla="*/ 51652 h 468076"/>
                <a:gd name="csX8" fmla="*/ 274813 w 670805"/>
                <a:gd name="csY8" fmla="*/ 140325 h 468076"/>
                <a:gd name="csX9" fmla="*/ 245352 w 670805"/>
                <a:gd name="csY9" fmla="*/ 137346 h 468076"/>
                <a:gd name="csX10" fmla="*/ 51655 w 670805"/>
                <a:gd name="csY10" fmla="*/ 331043 h 468076"/>
                <a:gd name="csX11" fmla="*/ 78293 w 670805"/>
                <a:gd name="csY11" fmla="*/ 429142 h 468076"/>
                <a:gd name="csX12" fmla="*/ 69138 w 670805"/>
                <a:gd name="csY12" fmla="*/ 464502 h 468076"/>
                <a:gd name="csX13" fmla="*/ 33779 w 670805"/>
                <a:gd name="csY13" fmla="*/ 455347 h 468076"/>
                <a:gd name="csX14" fmla="*/ 0 w 670805"/>
                <a:gd name="csY14" fmla="*/ 331043 h 468076"/>
                <a:gd name="csX15" fmla="*/ 195965 w 670805"/>
                <a:gd name="csY15" fmla="*/ 90688 h 468076"/>
                <a:gd name="csX16" fmla="*/ 242578 w 670805"/>
                <a:gd name="csY16" fmla="*/ 85974 h 468076"/>
                <a:gd name="csX17" fmla="*/ 252047 w 670805"/>
                <a:gd name="csY17" fmla="*/ 71942 h 468076"/>
                <a:gd name="csX18" fmla="*/ 425454 w 670805"/>
                <a:gd name="csY18" fmla="*/ 0 h 468076"/>
                <a:gd name="csX0" fmla="*/ 425454 w 670805"/>
                <a:gd name="csY0" fmla="*/ 0 h 468076"/>
                <a:gd name="csX1" fmla="*/ 670805 w 670805"/>
                <a:gd name="csY1" fmla="*/ 245349 h 468076"/>
                <a:gd name="csX2" fmla="*/ 636780 w 670805"/>
                <a:gd name="csY2" fmla="*/ 370072 h 468076"/>
                <a:gd name="csX3" fmla="*/ 614525 w 670805"/>
                <a:gd name="csY3" fmla="*/ 382757 h 468076"/>
                <a:gd name="csX4" fmla="*/ 601404 w 670805"/>
                <a:gd name="csY4" fmla="*/ 379159 h 468076"/>
                <a:gd name="csX5" fmla="*/ 592320 w 670805"/>
                <a:gd name="csY5" fmla="*/ 343782 h 468076"/>
                <a:gd name="csX6" fmla="*/ 619153 w 670805"/>
                <a:gd name="csY6" fmla="*/ 245349 h 468076"/>
                <a:gd name="csX7" fmla="*/ 425457 w 670805"/>
                <a:gd name="csY7" fmla="*/ 51652 h 468076"/>
                <a:gd name="csX8" fmla="*/ 274813 w 670805"/>
                <a:gd name="csY8" fmla="*/ 140325 h 468076"/>
                <a:gd name="csX9" fmla="*/ 245352 w 670805"/>
                <a:gd name="csY9" fmla="*/ 137346 h 468076"/>
                <a:gd name="csX10" fmla="*/ 51655 w 670805"/>
                <a:gd name="csY10" fmla="*/ 331043 h 468076"/>
                <a:gd name="csX11" fmla="*/ 78293 w 670805"/>
                <a:gd name="csY11" fmla="*/ 429142 h 468076"/>
                <a:gd name="csX12" fmla="*/ 69138 w 670805"/>
                <a:gd name="csY12" fmla="*/ 464502 h 468076"/>
                <a:gd name="csX13" fmla="*/ 33779 w 670805"/>
                <a:gd name="csY13" fmla="*/ 455347 h 468076"/>
                <a:gd name="csX14" fmla="*/ 0 w 670805"/>
                <a:gd name="csY14" fmla="*/ 331043 h 468076"/>
                <a:gd name="csX15" fmla="*/ 195965 w 670805"/>
                <a:gd name="csY15" fmla="*/ 90688 h 468076"/>
                <a:gd name="csX16" fmla="*/ 242578 w 670805"/>
                <a:gd name="csY16" fmla="*/ 85974 h 468076"/>
                <a:gd name="csX17" fmla="*/ 252047 w 670805"/>
                <a:gd name="csY17" fmla="*/ 71942 h 468076"/>
                <a:gd name="csX18" fmla="*/ 425454 w 670805"/>
                <a:gd name="csY18" fmla="*/ 0 h 468076"/>
                <a:gd name="csX0" fmla="*/ 425454 w 670805"/>
                <a:gd name="csY0" fmla="*/ 0 h 468076"/>
                <a:gd name="csX1" fmla="*/ 670805 w 670805"/>
                <a:gd name="csY1" fmla="*/ 245349 h 468076"/>
                <a:gd name="csX2" fmla="*/ 636780 w 670805"/>
                <a:gd name="csY2" fmla="*/ 370072 h 468076"/>
                <a:gd name="csX3" fmla="*/ 614525 w 670805"/>
                <a:gd name="csY3" fmla="*/ 382757 h 468076"/>
                <a:gd name="csX4" fmla="*/ 601404 w 670805"/>
                <a:gd name="csY4" fmla="*/ 379159 h 468076"/>
                <a:gd name="csX5" fmla="*/ 592320 w 670805"/>
                <a:gd name="csY5" fmla="*/ 343782 h 468076"/>
                <a:gd name="csX6" fmla="*/ 619153 w 670805"/>
                <a:gd name="csY6" fmla="*/ 245349 h 468076"/>
                <a:gd name="csX7" fmla="*/ 425457 w 670805"/>
                <a:gd name="csY7" fmla="*/ 51652 h 468076"/>
                <a:gd name="csX8" fmla="*/ 274813 w 670805"/>
                <a:gd name="csY8" fmla="*/ 140325 h 468076"/>
                <a:gd name="csX9" fmla="*/ 245352 w 670805"/>
                <a:gd name="csY9" fmla="*/ 137346 h 468076"/>
                <a:gd name="csX10" fmla="*/ 51655 w 670805"/>
                <a:gd name="csY10" fmla="*/ 331043 h 468076"/>
                <a:gd name="csX11" fmla="*/ 78293 w 670805"/>
                <a:gd name="csY11" fmla="*/ 429142 h 468076"/>
                <a:gd name="csX12" fmla="*/ 69138 w 670805"/>
                <a:gd name="csY12" fmla="*/ 464502 h 468076"/>
                <a:gd name="csX13" fmla="*/ 33779 w 670805"/>
                <a:gd name="csY13" fmla="*/ 455347 h 468076"/>
                <a:gd name="csX14" fmla="*/ 0 w 670805"/>
                <a:gd name="csY14" fmla="*/ 331043 h 468076"/>
                <a:gd name="csX15" fmla="*/ 195965 w 670805"/>
                <a:gd name="csY15" fmla="*/ 90688 h 468076"/>
                <a:gd name="csX16" fmla="*/ 242578 w 670805"/>
                <a:gd name="csY16" fmla="*/ 85974 h 468076"/>
                <a:gd name="csX17" fmla="*/ 252047 w 670805"/>
                <a:gd name="csY17" fmla="*/ 71942 h 468076"/>
                <a:gd name="csX18" fmla="*/ 425454 w 670805"/>
                <a:gd name="csY18" fmla="*/ 0 h 468076"/>
                <a:gd name="csX0" fmla="*/ 425454 w 670805"/>
                <a:gd name="csY0" fmla="*/ 0 h 468076"/>
                <a:gd name="csX1" fmla="*/ 670805 w 670805"/>
                <a:gd name="csY1" fmla="*/ 245349 h 468076"/>
                <a:gd name="csX2" fmla="*/ 636780 w 670805"/>
                <a:gd name="csY2" fmla="*/ 370072 h 468076"/>
                <a:gd name="csX3" fmla="*/ 614525 w 670805"/>
                <a:gd name="csY3" fmla="*/ 382757 h 468076"/>
                <a:gd name="csX4" fmla="*/ 601404 w 670805"/>
                <a:gd name="csY4" fmla="*/ 379159 h 468076"/>
                <a:gd name="csX5" fmla="*/ 592320 w 670805"/>
                <a:gd name="csY5" fmla="*/ 343782 h 468076"/>
                <a:gd name="csX6" fmla="*/ 619153 w 670805"/>
                <a:gd name="csY6" fmla="*/ 245349 h 468076"/>
                <a:gd name="csX7" fmla="*/ 425457 w 670805"/>
                <a:gd name="csY7" fmla="*/ 51652 h 468076"/>
                <a:gd name="csX8" fmla="*/ 274813 w 670805"/>
                <a:gd name="csY8" fmla="*/ 140325 h 468076"/>
                <a:gd name="csX9" fmla="*/ 245352 w 670805"/>
                <a:gd name="csY9" fmla="*/ 137346 h 468076"/>
                <a:gd name="csX10" fmla="*/ 51655 w 670805"/>
                <a:gd name="csY10" fmla="*/ 331043 h 468076"/>
                <a:gd name="csX11" fmla="*/ 78293 w 670805"/>
                <a:gd name="csY11" fmla="*/ 429142 h 468076"/>
                <a:gd name="csX12" fmla="*/ 69138 w 670805"/>
                <a:gd name="csY12" fmla="*/ 464502 h 468076"/>
                <a:gd name="csX13" fmla="*/ 33779 w 670805"/>
                <a:gd name="csY13" fmla="*/ 455347 h 468076"/>
                <a:gd name="csX14" fmla="*/ 0 w 670805"/>
                <a:gd name="csY14" fmla="*/ 331043 h 468076"/>
                <a:gd name="csX15" fmla="*/ 195965 w 670805"/>
                <a:gd name="csY15" fmla="*/ 90688 h 468076"/>
                <a:gd name="csX16" fmla="*/ 242578 w 670805"/>
                <a:gd name="csY16" fmla="*/ 85974 h 468076"/>
                <a:gd name="csX17" fmla="*/ 252047 w 670805"/>
                <a:gd name="csY17" fmla="*/ 71942 h 468076"/>
                <a:gd name="csX18" fmla="*/ 425454 w 670805"/>
                <a:gd name="csY18" fmla="*/ 0 h 468076"/>
                <a:gd name="csX0" fmla="*/ 425454 w 670805"/>
                <a:gd name="csY0" fmla="*/ 0 h 468076"/>
                <a:gd name="csX1" fmla="*/ 670805 w 670805"/>
                <a:gd name="csY1" fmla="*/ 245349 h 468076"/>
                <a:gd name="csX2" fmla="*/ 636780 w 670805"/>
                <a:gd name="csY2" fmla="*/ 370072 h 468076"/>
                <a:gd name="csX3" fmla="*/ 614525 w 670805"/>
                <a:gd name="csY3" fmla="*/ 382757 h 468076"/>
                <a:gd name="csX4" fmla="*/ 601404 w 670805"/>
                <a:gd name="csY4" fmla="*/ 379159 h 468076"/>
                <a:gd name="csX5" fmla="*/ 592320 w 670805"/>
                <a:gd name="csY5" fmla="*/ 343782 h 468076"/>
                <a:gd name="csX6" fmla="*/ 619153 w 670805"/>
                <a:gd name="csY6" fmla="*/ 245349 h 468076"/>
                <a:gd name="csX7" fmla="*/ 425457 w 670805"/>
                <a:gd name="csY7" fmla="*/ 51652 h 468076"/>
                <a:gd name="csX8" fmla="*/ 274813 w 670805"/>
                <a:gd name="csY8" fmla="*/ 140325 h 468076"/>
                <a:gd name="csX9" fmla="*/ 245352 w 670805"/>
                <a:gd name="csY9" fmla="*/ 137346 h 468076"/>
                <a:gd name="csX10" fmla="*/ 51655 w 670805"/>
                <a:gd name="csY10" fmla="*/ 331043 h 468076"/>
                <a:gd name="csX11" fmla="*/ 78293 w 670805"/>
                <a:gd name="csY11" fmla="*/ 429142 h 468076"/>
                <a:gd name="csX12" fmla="*/ 69138 w 670805"/>
                <a:gd name="csY12" fmla="*/ 464502 h 468076"/>
                <a:gd name="csX13" fmla="*/ 33779 w 670805"/>
                <a:gd name="csY13" fmla="*/ 455347 h 468076"/>
                <a:gd name="csX14" fmla="*/ 0 w 670805"/>
                <a:gd name="csY14" fmla="*/ 331043 h 468076"/>
                <a:gd name="csX15" fmla="*/ 195965 w 670805"/>
                <a:gd name="csY15" fmla="*/ 90688 h 468076"/>
                <a:gd name="csX16" fmla="*/ 242578 w 670805"/>
                <a:gd name="csY16" fmla="*/ 85974 h 468076"/>
                <a:gd name="csX17" fmla="*/ 252047 w 670805"/>
                <a:gd name="csY17" fmla="*/ 71942 h 468076"/>
                <a:gd name="csX18" fmla="*/ 425454 w 670805"/>
                <a:gd name="csY18" fmla="*/ 0 h 468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670805" h="468076">
                  <a:moveTo>
                    <a:pt x="425454" y="0"/>
                  </a:moveTo>
                  <a:cubicBezTo>
                    <a:pt x="560740" y="0"/>
                    <a:pt x="670802" y="110062"/>
                    <a:pt x="670805" y="245349"/>
                  </a:cubicBezTo>
                  <a:cubicBezTo>
                    <a:pt x="670805" y="289298"/>
                    <a:pt x="659038" y="332428"/>
                    <a:pt x="636780" y="370072"/>
                  </a:cubicBezTo>
                  <a:cubicBezTo>
                    <a:pt x="631962" y="378225"/>
                    <a:pt x="623357" y="382757"/>
                    <a:pt x="614525" y="382757"/>
                  </a:cubicBezTo>
                  <a:cubicBezTo>
                    <a:pt x="610058" y="382757"/>
                    <a:pt x="605529" y="381599"/>
                    <a:pt x="601404" y="379159"/>
                  </a:cubicBezTo>
                  <a:cubicBezTo>
                    <a:pt x="589128" y="371900"/>
                    <a:pt x="585058" y="356061"/>
                    <a:pt x="592320" y="343782"/>
                  </a:cubicBezTo>
                  <a:cubicBezTo>
                    <a:pt x="609876" y="314093"/>
                    <a:pt x="619153" y="280053"/>
                    <a:pt x="619153" y="245349"/>
                  </a:cubicBezTo>
                  <a:cubicBezTo>
                    <a:pt x="622963" y="94728"/>
                    <a:pt x="494277" y="52011"/>
                    <a:pt x="425457" y="51652"/>
                  </a:cubicBezTo>
                  <a:cubicBezTo>
                    <a:pt x="341397" y="51293"/>
                    <a:pt x="289591" y="112708"/>
                    <a:pt x="274813" y="140325"/>
                  </a:cubicBezTo>
                  <a:lnTo>
                    <a:pt x="245352" y="137346"/>
                  </a:lnTo>
                  <a:cubicBezTo>
                    <a:pt x="138546" y="137346"/>
                    <a:pt x="51655" y="224237"/>
                    <a:pt x="51655" y="331043"/>
                  </a:cubicBezTo>
                  <a:cubicBezTo>
                    <a:pt x="51655" y="365618"/>
                    <a:pt x="60865" y="399541"/>
                    <a:pt x="78293" y="429142"/>
                  </a:cubicBezTo>
                  <a:cubicBezTo>
                    <a:pt x="85528" y="441436"/>
                    <a:pt x="81432" y="457266"/>
                    <a:pt x="69138" y="464502"/>
                  </a:cubicBezTo>
                  <a:cubicBezTo>
                    <a:pt x="56839" y="471740"/>
                    <a:pt x="41014" y="467635"/>
                    <a:pt x="33779" y="455347"/>
                  </a:cubicBezTo>
                  <a:cubicBezTo>
                    <a:pt x="11679" y="417809"/>
                    <a:pt x="0" y="374825"/>
                    <a:pt x="0" y="331043"/>
                  </a:cubicBezTo>
                  <a:cubicBezTo>
                    <a:pt x="0" y="212667"/>
                    <a:pt x="84266" y="113604"/>
                    <a:pt x="195965" y="90688"/>
                  </a:cubicBezTo>
                  <a:lnTo>
                    <a:pt x="242578" y="85974"/>
                  </a:lnTo>
                  <a:lnTo>
                    <a:pt x="252047" y="71942"/>
                  </a:lnTo>
                  <a:cubicBezTo>
                    <a:pt x="296473" y="27516"/>
                    <a:pt x="357811" y="0"/>
                    <a:pt x="425454" y="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65F24ACC-A4FA-CECB-5048-03D8BFEEBF31}"/>
                </a:ext>
              </a:extLst>
            </p:cNvPr>
            <p:cNvSpPr/>
            <p:nvPr/>
          </p:nvSpPr>
          <p:spPr>
            <a:xfrm rot="2638066" flipH="1">
              <a:off x="8556191" y="2759477"/>
              <a:ext cx="232728" cy="232728"/>
            </a:xfrm>
            <a:custGeom>
              <a:avLst/>
              <a:gdLst>
                <a:gd name="csX0" fmla="*/ 62550 w 375300"/>
                <a:gd name="csY0" fmla="*/ 0 h 375300"/>
                <a:gd name="csX1" fmla="*/ 312750 w 375300"/>
                <a:gd name="csY1" fmla="*/ 0 h 375300"/>
                <a:gd name="csX2" fmla="*/ 375300 w 375300"/>
                <a:gd name="csY2" fmla="*/ 62550 h 375300"/>
                <a:gd name="csX3" fmla="*/ 375300 w 375300"/>
                <a:gd name="csY3" fmla="*/ 312750 h 375300"/>
                <a:gd name="csX4" fmla="*/ 312750 w 375300"/>
                <a:gd name="csY4" fmla="*/ 375300 h 375300"/>
                <a:gd name="csX5" fmla="*/ 250200 w 375300"/>
                <a:gd name="csY5" fmla="*/ 312750 h 375300"/>
                <a:gd name="csX6" fmla="*/ 250200 w 375300"/>
                <a:gd name="csY6" fmla="*/ 213559 h 375300"/>
                <a:gd name="csX7" fmla="*/ 106779 w 375300"/>
                <a:gd name="csY7" fmla="*/ 356979 h 375300"/>
                <a:gd name="csX8" fmla="*/ 18321 w 375300"/>
                <a:gd name="csY8" fmla="*/ 356979 h 375300"/>
                <a:gd name="csX9" fmla="*/ 18321 w 375300"/>
                <a:gd name="csY9" fmla="*/ 268520 h 375300"/>
                <a:gd name="csX10" fmla="*/ 161742 w 375300"/>
                <a:gd name="csY10" fmla="*/ 125100 h 375300"/>
                <a:gd name="csX11" fmla="*/ 62550 w 375300"/>
                <a:gd name="csY11" fmla="*/ 125100 h 375300"/>
                <a:gd name="csX12" fmla="*/ 0 w 375300"/>
                <a:gd name="csY12" fmla="*/ 62550 h 375300"/>
                <a:gd name="csX13" fmla="*/ 62550 w 375300"/>
                <a:gd name="csY13" fmla="*/ 0 h 3753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75300" h="375300">
                  <a:moveTo>
                    <a:pt x="62550" y="0"/>
                  </a:moveTo>
                  <a:lnTo>
                    <a:pt x="312750" y="0"/>
                  </a:lnTo>
                  <a:cubicBezTo>
                    <a:pt x="347296" y="0"/>
                    <a:pt x="375300" y="28005"/>
                    <a:pt x="375300" y="62550"/>
                  </a:cubicBezTo>
                  <a:lnTo>
                    <a:pt x="375300" y="312750"/>
                  </a:lnTo>
                  <a:cubicBezTo>
                    <a:pt x="375300" y="347296"/>
                    <a:pt x="347296" y="375300"/>
                    <a:pt x="312750" y="375300"/>
                  </a:cubicBezTo>
                  <a:cubicBezTo>
                    <a:pt x="278204" y="375300"/>
                    <a:pt x="250200" y="347296"/>
                    <a:pt x="250200" y="312750"/>
                  </a:cubicBezTo>
                  <a:lnTo>
                    <a:pt x="250200" y="213559"/>
                  </a:lnTo>
                  <a:lnTo>
                    <a:pt x="106779" y="356979"/>
                  </a:lnTo>
                  <a:cubicBezTo>
                    <a:pt x="82353" y="381405"/>
                    <a:pt x="42747" y="381405"/>
                    <a:pt x="18321" y="356979"/>
                  </a:cubicBezTo>
                  <a:cubicBezTo>
                    <a:pt x="-6105" y="332553"/>
                    <a:pt x="-6105" y="292948"/>
                    <a:pt x="18321" y="268520"/>
                  </a:cubicBezTo>
                  <a:lnTo>
                    <a:pt x="161742" y="125100"/>
                  </a:lnTo>
                  <a:lnTo>
                    <a:pt x="62550" y="125100"/>
                  </a:lnTo>
                  <a:cubicBezTo>
                    <a:pt x="28004" y="125100"/>
                    <a:pt x="0" y="97096"/>
                    <a:pt x="0" y="62550"/>
                  </a:cubicBezTo>
                  <a:cubicBezTo>
                    <a:pt x="0" y="28005"/>
                    <a:pt x="28004" y="0"/>
                    <a:pt x="62550" y="0"/>
                  </a:cubicBezTo>
                  <a:close/>
                </a:path>
              </a:pathLst>
            </a:custGeom>
            <a:solidFill>
              <a:srgbClr val="111111"/>
            </a:solidFill>
            <a:ln w="62309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3DFC81FE-5F5B-B645-D50B-847B88E2DF62}"/>
              </a:ext>
            </a:extLst>
          </p:cNvPr>
          <p:cNvGrpSpPr/>
          <p:nvPr/>
        </p:nvGrpSpPr>
        <p:grpSpPr>
          <a:xfrm>
            <a:off x="10243400" y="2641803"/>
            <a:ext cx="1269949" cy="1583614"/>
            <a:chOff x="10243400" y="2641803"/>
            <a:chExt cx="1269949" cy="1583614"/>
          </a:xfrm>
        </p:grpSpPr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4130C681-A91C-489B-52A0-3F1E62A96256}"/>
                </a:ext>
              </a:extLst>
            </p:cNvPr>
            <p:cNvSpPr/>
            <p:nvPr/>
          </p:nvSpPr>
          <p:spPr>
            <a:xfrm>
              <a:off x="10362730" y="2772718"/>
              <a:ext cx="1150619" cy="1452699"/>
            </a:xfrm>
            <a:custGeom>
              <a:avLst/>
              <a:gdLst>
                <a:gd name="csX0" fmla="*/ 8715346 w 14886910"/>
                <a:gd name="csY0" fmla="*/ 669069 h 18795273"/>
                <a:gd name="csX1" fmla="*/ 7878996 w 14886910"/>
                <a:gd name="csY1" fmla="*/ 1505419 h 18795273"/>
                <a:gd name="csX2" fmla="*/ 7878996 w 14886910"/>
                <a:gd name="csY2" fmla="*/ 3384012 h 18795273"/>
                <a:gd name="csX3" fmla="*/ 7878996 w 14886910"/>
                <a:gd name="csY3" fmla="*/ 6377763 h 18795273"/>
                <a:gd name="csX4" fmla="*/ 7878996 w 14886910"/>
                <a:gd name="csY4" fmla="*/ 6935199 h 18795273"/>
                <a:gd name="csX5" fmla="*/ 7878699 w 14886910"/>
                <a:gd name="csY5" fmla="*/ 6935199 h 18795273"/>
                <a:gd name="csX6" fmla="*/ 7878699 w 14886910"/>
                <a:gd name="csY6" fmla="*/ 8783452 h 18795273"/>
                <a:gd name="csX7" fmla="*/ 7544962 w 14886910"/>
                <a:gd name="csY7" fmla="*/ 9117189 h 18795273"/>
                <a:gd name="csX8" fmla="*/ 7211213 w 14886910"/>
                <a:gd name="csY8" fmla="*/ 8783452 h 18795273"/>
                <a:gd name="csX9" fmla="*/ 7211213 w 14886910"/>
                <a:gd name="csY9" fmla="*/ 6935199 h 18795273"/>
                <a:gd name="csX10" fmla="*/ 7209927 w 14886910"/>
                <a:gd name="csY10" fmla="*/ 6935199 h 18795273"/>
                <a:gd name="csX11" fmla="*/ 7209927 w 14886910"/>
                <a:gd name="csY11" fmla="*/ 6377763 h 18795273"/>
                <a:gd name="csX12" fmla="*/ 7209927 w 14886910"/>
                <a:gd name="csY12" fmla="*/ 3384012 h 18795273"/>
                <a:gd name="csX13" fmla="*/ 7209927 w 14886910"/>
                <a:gd name="csY13" fmla="*/ 2584151 h 18795273"/>
                <a:gd name="csX14" fmla="*/ 7206896 w 14886910"/>
                <a:gd name="csY14" fmla="*/ 2524330 h 18795273"/>
                <a:gd name="csX15" fmla="*/ 6376901 w 14886910"/>
                <a:gd name="csY15" fmla="*/ 1775190 h 18795273"/>
                <a:gd name="csX16" fmla="*/ 5542577 w 14886910"/>
                <a:gd name="csY16" fmla="*/ 2609514 h 18795273"/>
                <a:gd name="csX17" fmla="*/ 5542577 w 14886910"/>
                <a:gd name="csY17" fmla="*/ 10571357 h 18795273"/>
                <a:gd name="csX18" fmla="*/ 5003819 w 14886910"/>
                <a:gd name="csY18" fmla="*/ 11416147 h 18795273"/>
                <a:gd name="csX19" fmla="*/ 3803996 w 14886910"/>
                <a:gd name="csY19" fmla="*/ 11037196 h 18795273"/>
                <a:gd name="csX20" fmla="*/ 2802616 w 14886910"/>
                <a:gd name="csY20" fmla="*/ 9302776 h 18795273"/>
                <a:gd name="csX21" fmla="*/ 1890760 w 14886910"/>
                <a:gd name="csY21" fmla="*/ 8603126 h 18795273"/>
                <a:gd name="csX22" fmla="*/ 1499675 w 14886910"/>
                <a:gd name="csY22" fmla="*/ 8551282 h 18795273"/>
                <a:gd name="csX23" fmla="*/ 751244 w 14886910"/>
                <a:gd name="csY23" fmla="*/ 8753124 h 18795273"/>
                <a:gd name="csX24" fmla="*/ 673518 w 14886910"/>
                <a:gd name="csY24" fmla="*/ 8854446 h 18795273"/>
                <a:gd name="csX25" fmla="*/ 690188 w 14886910"/>
                <a:gd name="csY25" fmla="*/ 8981056 h 18795273"/>
                <a:gd name="csX26" fmla="*/ 4463239 w 14886910"/>
                <a:gd name="csY26" fmla="*/ 15514110 h 18795273"/>
                <a:gd name="csX27" fmla="*/ 8991002 w 14886910"/>
                <a:gd name="csY27" fmla="*/ 18127837 h 18795273"/>
                <a:gd name="csX28" fmla="*/ 14219578 w 14886910"/>
                <a:gd name="csY28" fmla="*/ 12899247 h 18795273"/>
                <a:gd name="csX29" fmla="*/ 14219578 w 14886910"/>
                <a:gd name="csY29" fmla="*/ 8282866 h 18795273"/>
                <a:gd name="csX30" fmla="*/ 13385254 w 14886910"/>
                <a:gd name="csY30" fmla="*/ 7448555 h 18795273"/>
                <a:gd name="csX31" fmla="*/ 12550943 w 14886910"/>
                <a:gd name="csY31" fmla="*/ 8282866 h 18795273"/>
                <a:gd name="csX32" fmla="*/ 12550943 w 14886910"/>
                <a:gd name="csY32" fmla="*/ 8950314 h 18795273"/>
                <a:gd name="csX33" fmla="*/ 12217193 w 14886910"/>
                <a:gd name="csY33" fmla="*/ 9284065 h 18795273"/>
                <a:gd name="csX34" fmla="*/ 11883456 w 14886910"/>
                <a:gd name="csY34" fmla="*/ 8950314 h 18795273"/>
                <a:gd name="csX35" fmla="*/ 11883456 w 14886910"/>
                <a:gd name="csY35" fmla="*/ 7448555 h 18795273"/>
                <a:gd name="csX36" fmla="*/ 11049132 w 14886910"/>
                <a:gd name="csY36" fmla="*/ 6614231 h 18795273"/>
                <a:gd name="csX37" fmla="*/ 10214821 w 14886910"/>
                <a:gd name="csY37" fmla="*/ 7448555 h 18795273"/>
                <a:gd name="csX38" fmla="*/ 10214821 w 14886910"/>
                <a:gd name="csY38" fmla="*/ 8783452 h 18795273"/>
                <a:gd name="csX39" fmla="*/ 9881084 w 14886910"/>
                <a:gd name="csY39" fmla="*/ 9117189 h 18795273"/>
                <a:gd name="csX40" fmla="*/ 9547334 w 14886910"/>
                <a:gd name="csY40" fmla="*/ 8783452 h 18795273"/>
                <a:gd name="csX41" fmla="*/ 9547334 w 14886910"/>
                <a:gd name="csY41" fmla="*/ 6893786 h 18795273"/>
                <a:gd name="csX42" fmla="*/ 9551682 w 14886910"/>
                <a:gd name="csY42" fmla="*/ 6893786 h 18795273"/>
                <a:gd name="csX43" fmla="*/ 9551682 w 14886910"/>
                <a:gd name="csY43" fmla="*/ 6377763 h 18795273"/>
                <a:gd name="csX44" fmla="*/ 9551682 w 14886910"/>
                <a:gd name="csY44" fmla="*/ 3384012 h 18795273"/>
                <a:gd name="csX45" fmla="*/ 9551682 w 14886910"/>
                <a:gd name="csY45" fmla="*/ 1505419 h 18795273"/>
                <a:gd name="csX46" fmla="*/ 8715346 w 14886910"/>
                <a:gd name="csY46" fmla="*/ 669069 h 18795273"/>
                <a:gd name="csX47" fmla="*/ 8715346 w 14886910"/>
                <a:gd name="csY47" fmla="*/ 0 h 18795273"/>
                <a:gd name="csX48" fmla="*/ 10220751 w 14886910"/>
                <a:gd name="csY48" fmla="*/ 1505419 h 18795273"/>
                <a:gd name="csX49" fmla="*/ 10220751 w 14886910"/>
                <a:gd name="csY49" fmla="*/ 3384012 h 18795273"/>
                <a:gd name="csX50" fmla="*/ 10220751 w 14886910"/>
                <a:gd name="csY50" fmla="*/ 4435970 h 18795273"/>
                <a:gd name="csX51" fmla="*/ 10226036 w 14886910"/>
                <a:gd name="csY51" fmla="*/ 4433444 h 18795273"/>
                <a:gd name="csX52" fmla="*/ 10226036 w 14886910"/>
                <a:gd name="csY52" fmla="*/ 4990881 h 18795273"/>
                <a:gd name="csX53" fmla="*/ 10226036 w 14886910"/>
                <a:gd name="csY53" fmla="*/ 5661219 h 18795273"/>
                <a:gd name="csX54" fmla="*/ 10226036 w 14886910"/>
                <a:gd name="csY54" fmla="*/ 6198833 h 18795273"/>
                <a:gd name="csX55" fmla="*/ 10327066 w 14886910"/>
                <a:gd name="csY55" fmla="*/ 6132013 h 18795273"/>
                <a:gd name="csX56" fmla="*/ 11049067 w 14886910"/>
                <a:gd name="csY56" fmla="*/ 5946783 h 18795273"/>
                <a:gd name="csX57" fmla="*/ 12502214 w 14886910"/>
                <a:gd name="csY57" fmla="*/ 7068764 h 18795273"/>
                <a:gd name="csX58" fmla="*/ 13385151 w 14886910"/>
                <a:gd name="csY58" fmla="*/ 6781106 h 18795273"/>
                <a:gd name="csX59" fmla="*/ 14886910 w 14886910"/>
                <a:gd name="csY59" fmla="*/ 8282866 h 18795273"/>
                <a:gd name="csX60" fmla="*/ 14886910 w 14886910"/>
                <a:gd name="csY60" fmla="*/ 12899247 h 18795273"/>
                <a:gd name="csX61" fmla="*/ 8990847 w 14886910"/>
                <a:gd name="csY61" fmla="*/ 18795273 h 18795273"/>
                <a:gd name="csX62" fmla="*/ 3885056 w 14886910"/>
                <a:gd name="csY62" fmla="*/ 15847925 h 18795273"/>
                <a:gd name="csX63" fmla="*/ 112185 w 14886910"/>
                <a:gd name="csY63" fmla="*/ 9314909 h 18795273"/>
                <a:gd name="csX64" fmla="*/ 28761 w 14886910"/>
                <a:gd name="csY64" fmla="*/ 8681756 h 18795273"/>
                <a:gd name="csX65" fmla="*/ 417546 w 14886910"/>
                <a:gd name="csY65" fmla="*/ 8175096 h 18795273"/>
                <a:gd name="csX66" fmla="*/ 2063567 w 14886910"/>
                <a:gd name="csY66" fmla="*/ 7958355 h 18795273"/>
                <a:gd name="csX67" fmla="*/ 3380657 w 14886910"/>
                <a:gd name="csY67" fmla="*/ 8969039 h 18795273"/>
                <a:gd name="csX68" fmla="*/ 4382037 w 14886910"/>
                <a:gd name="csY68" fmla="*/ 10703446 h 18795273"/>
                <a:gd name="csX69" fmla="*/ 4722326 w 14886910"/>
                <a:gd name="csY69" fmla="*/ 10810892 h 18795273"/>
                <a:gd name="csX70" fmla="*/ 4875128 w 14886910"/>
                <a:gd name="csY70" fmla="*/ 10571318 h 18795273"/>
                <a:gd name="csX71" fmla="*/ 4875128 w 14886910"/>
                <a:gd name="csY71" fmla="*/ 2609514 h 18795273"/>
                <a:gd name="csX72" fmla="*/ 6376901 w 14886910"/>
                <a:gd name="csY72" fmla="*/ 1107742 h 18795273"/>
                <a:gd name="csX73" fmla="*/ 7215965 w 14886910"/>
                <a:gd name="csY73" fmla="*/ 1364570 h 18795273"/>
                <a:gd name="csX74" fmla="*/ 7217023 w 14886910"/>
                <a:gd name="csY74" fmla="*/ 1365361 h 18795273"/>
                <a:gd name="csX75" fmla="*/ 7217714 w 14886910"/>
                <a:gd name="csY75" fmla="*/ 1351717 h 18795273"/>
                <a:gd name="csX76" fmla="*/ 8715346 w 14886910"/>
                <a:gd name="csY76" fmla="*/ 0 h 187952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</a:cxnLst>
              <a:rect l="l" t="t" r="r" b="b"/>
              <a:pathLst>
                <a:path w="14886910" h="18795273">
                  <a:moveTo>
                    <a:pt x="8715346" y="669069"/>
                  </a:moveTo>
                  <a:cubicBezTo>
                    <a:pt x="8254178" y="669069"/>
                    <a:pt x="7878996" y="1044252"/>
                    <a:pt x="7878996" y="1505419"/>
                  </a:cubicBezTo>
                  <a:lnTo>
                    <a:pt x="7878996" y="3384012"/>
                  </a:lnTo>
                  <a:lnTo>
                    <a:pt x="7878996" y="6377763"/>
                  </a:lnTo>
                  <a:lnTo>
                    <a:pt x="7878996" y="6935199"/>
                  </a:lnTo>
                  <a:lnTo>
                    <a:pt x="7878699" y="6935199"/>
                  </a:lnTo>
                  <a:lnTo>
                    <a:pt x="7878699" y="8783452"/>
                  </a:lnTo>
                  <a:cubicBezTo>
                    <a:pt x="7878699" y="8967785"/>
                    <a:pt x="7729256" y="9117189"/>
                    <a:pt x="7544962" y="9117189"/>
                  </a:cubicBezTo>
                  <a:cubicBezTo>
                    <a:pt x="7360617" y="9117189"/>
                    <a:pt x="7211213" y="8967746"/>
                    <a:pt x="7211213" y="8783452"/>
                  </a:cubicBezTo>
                  <a:lnTo>
                    <a:pt x="7211213" y="6935199"/>
                  </a:lnTo>
                  <a:lnTo>
                    <a:pt x="7209927" y="6935199"/>
                  </a:lnTo>
                  <a:lnTo>
                    <a:pt x="7209927" y="6377763"/>
                  </a:lnTo>
                  <a:lnTo>
                    <a:pt x="7209927" y="3384012"/>
                  </a:lnTo>
                  <a:lnTo>
                    <a:pt x="7209927" y="2584151"/>
                  </a:lnTo>
                  <a:lnTo>
                    <a:pt x="7206896" y="2524330"/>
                  </a:lnTo>
                  <a:cubicBezTo>
                    <a:pt x="7164088" y="2104141"/>
                    <a:pt x="6808149" y="1775190"/>
                    <a:pt x="6376901" y="1775190"/>
                  </a:cubicBezTo>
                  <a:cubicBezTo>
                    <a:pt x="5916851" y="1775190"/>
                    <a:pt x="5542577" y="2149464"/>
                    <a:pt x="5542577" y="2609514"/>
                  </a:cubicBezTo>
                  <a:lnTo>
                    <a:pt x="5542577" y="10571357"/>
                  </a:lnTo>
                  <a:cubicBezTo>
                    <a:pt x="5542577" y="10932321"/>
                    <a:pt x="5331096" y="11263913"/>
                    <a:pt x="5003819" y="11416147"/>
                  </a:cubicBezTo>
                  <a:cubicBezTo>
                    <a:pt x="4562932" y="11621091"/>
                    <a:pt x="4047124" y="11458260"/>
                    <a:pt x="3803996" y="11037196"/>
                  </a:cubicBezTo>
                  <a:lnTo>
                    <a:pt x="2802616" y="9302776"/>
                  </a:lnTo>
                  <a:cubicBezTo>
                    <a:pt x="2602066" y="8955393"/>
                    <a:pt x="2278266" y="8706889"/>
                    <a:pt x="1890760" y="8603126"/>
                  </a:cubicBezTo>
                  <a:cubicBezTo>
                    <a:pt x="1761398" y="8568456"/>
                    <a:pt x="1630058" y="8551282"/>
                    <a:pt x="1499675" y="8551282"/>
                  </a:cubicBezTo>
                  <a:cubicBezTo>
                    <a:pt x="1239426" y="8551282"/>
                    <a:pt x="982652" y="8619523"/>
                    <a:pt x="751244" y="8753124"/>
                  </a:cubicBezTo>
                  <a:cubicBezTo>
                    <a:pt x="699155" y="8783181"/>
                    <a:pt x="680173" y="8829532"/>
                    <a:pt x="673518" y="8854446"/>
                  </a:cubicBezTo>
                  <a:cubicBezTo>
                    <a:pt x="666825" y="8879360"/>
                    <a:pt x="660131" y="8928993"/>
                    <a:pt x="690188" y="8981056"/>
                  </a:cubicBezTo>
                  <a:lnTo>
                    <a:pt x="4463239" y="15514110"/>
                  </a:lnTo>
                  <a:cubicBezTo>
                    <a:pt x="5394310" y="17126302"/>
                    <a:pt x="7129247" y="18127837"/>
                    <a:pt x="8991002" y="18127837"/>
                  </a:cubicBezTo>
                  <a:cubicBezTo>
                    <a:pt x="11874048" y="18127837"/>
                    <a:pt x="14219578" y="15782294"/>
                    <a:pt x="14219578" y="12899247"/>
                  </a:cubicBezTo>
                  <a:lnTo>
                    <a:pt x="14219578" y="8282866"/>
                  </a:lnTo>
                  <a:cubicBezTo>
                    <a:pt x="14219578" y="7822829"/>
                    <a:pt x="13845317" y="7448555"/>
                    <a:pt x="13385254" y="7448555"/>
                  </a:cubicBezTo>
                  <a:cubicBezTo>
                    <a:pt x="12925204" y="7448555"/>
                    <a:pt x="12550943" y="7822829"/>
                    <a:pt x="12550943" y="8282866"/>
                  </a:cubicBezTo>
                  <a:lnTo>
                    <a:pt x="12550943" y="8950314"/>
                  </a:lnTo>
                  <a:cubicBezTo>
                    <a:pt x="12550943" y="9134660"/>
                    <a:pt x="12401539" y="9284065"/>
                    <a:pt x="12217193" y="9284065"/>
                  </a:cubicBezTo>
                  <a:cubicBezTo>
                    <a:pt x="12032860" y="9284065"/>
                    <a:pt x="11883456" y="9134621"/>
                    <a:pt x="11883456" y="8950314"/>
                  </a:cubicBezTo>
                  <a:lnTo>
                    <a:pt x="11883456" y="7448555"/>
                  </a:lnTo>
                  <a:cubicBezTo>
                    <a:pt x="11883456" y="6988505"/>
                    <a:pt x="11509182" y="6614231"/>
                    <a:pt x="11049132" y="6614231"/>
                  </a:cubicBezTo>
                  <a:cubicBezTo>
                    <a:pt x="10589095" y="6614231"/>
                    <a:pt x="10214821" y="6988505"/>
                    <a:pt x="10214821" y="7448555"/>
                  </a:cubicBezTo>
                  <a:lnTo>
                    <a:pt x="10214821" y="8783452"/>
                  </a:lnTo>
                  <a:cubicBezTo>
                    <a:pt x="10214821" y="8967785"/>
                    <a:pt x="10065378" y="9117189"/>
                    <a:pt x="9881084" y="9117189"/>
                  </a:cubicBezTo>
                  <a:cubicBezTo>
                    <a:pt x="9696738" y="9117189"/>
                    <a:pt x="9547334" y="8967746"/>
                    <a:pt x="9547334" y="8783452"/>
                  </a:cubicBezTo>
                  <a:lnTo>
                    <a:pt x="9547334" y="6893786"/>
                  </a:lnTo>
                  <a:lnTo>
                    <a:pt x="9551682" y="6893786"/>
                  </a:lnTo>
                  <a:lnTo>
                    <a:pt x="9551682" y="6377763"/>
                  </a:lnTo>
                  <a:lnTo>
                    <a:pt x="9551682" y="3384012"/>
                  </a:lnTo>
                  <a:lnTo>
                    <a:pt x="9551682" y="1505419"/>
                  </a:lnTo>
                  <a:cubicBezTo>
                    <a:pt x="9551682" y="1044252"/>
                    <a:pt x="9176461" y="669069"/>
                    <a:pt x="8715346" y="669069"/>
                  </a:cubicBezTo>
                  <a:close/>
                  <a:moveTo>
                    <a:pt x="8715346" y="0"/>
                  </a:moveTo>
                  <a:cubicBezTo>
                    <a:pt x="9545426" y="0"/>
                    <a:pt x="10220751" y="675326"/>
                    <a:pt x="10220751" y="1505419"/>
                  </a:cubicBezTo>
                  <a:lnTo>
                    <a:pt x="10220751" y="3384012"/>
                  </a:lnTo>
                  <a:lnTo>
                    <a:pt x="10220751" y="4435970"/>
                  </a:lnTo>
                  <a:lnTo>
                    <a:pt x="10226036" y="4433444"/>
                  </a:lnTo>
                  <a:lnTo>
                    <a:pt x="10226036" y="4990881"/>
                  </a:lnTo>
                  <a:lnTo>
                    <a:pt x="10226036" y="5661219"/>
                  </a:lnTo>
                  <a:lnTo>
                    <a:pt x="10226036" y="6198833"/>
                  </a:lnTo>
                  <a:lnTo>
                    <a:pt x="10327066" y="6132013"/>
                  </a:lnTo>
                  <a:cubicBezTo>
                    <a:pt x="10541428" y="6013981"/>
                    <a:pt x="10787561" y="5946783"/>
                    <a:pt x="11049067" y="5946783"/>
                  </a:cubicBezTo>
                  <a:cubicBezTo>
                    <a:pt x="11746004" y="5946783"/>
                    <a:pt x="12333569" y="6423967"/>
                    <a:pt x="12502214" y="7068764"/>
                  </a:cubicBezTo>
                  <a:cubicBezTo>
                    <a:pt x="12750175" y="6887907"/>
                    <a:pt x="13055419" y="6781106"/>
                    <a:pt x="13385151" y="6781106"/>
                  </a:cubicBezTo>
                  <a:cubicBezTo>
                    <a:pt x="14213233" y="6781106"/>
                    <a:pt x="14886910" y="7454796"/>
                    <a:pt x="14886910" y="8282866"/>
                  </a:cubicBezTo>
                  <a:lnTo>
                    <a:pt x="14886910" y="12899247"/>
                  </a:lnTo>
                  <a:cubicBezTo>
                    <a:pt x="14886910" y="16150327"/>
                    <a:pt x="12241926" y="18795273"/>
                    <a:pt x="8990847" y="18795273"/>
                  </a:cubicBezTo>
                  <a:cubicBezTo>
                    <a:pt x="6891456" y="18795273"/>
                    <a:pt x="4935048" y="17665925"/>
                    <a:pt x="3885056" y="15847925"/>
                  </a:cubicBezTo>
                  <a:lnTo>
                    <a:pt x="112185" y="9314909"/>
                  </a:lnTo>
                  <a:cubicBezTo>
                    <a:pt x="746" y="9121919"/>
                    <a:pt x="-28897" y="8897050"/>
                    <a:pt x="28761" y="8681756"/>
                  </a:cubicBezTo>
                  <a:cubicBezTo>
                    <a:pt x="86445" y="8466449"/>
                    <a:pt x="224542" y="8286497"/>
                    <a:pt x="417546" y="8175096"/>
                  </a:cubicBezTo>
                  <a:cubicBezTo>
                    <a:pt x="919295" y="7885397"/>
                    <a:pt x="1503797" y="7808382"/>
                    <a:pt x="2063567" y="7958355"/>
                  </a:cubicBezTo>
                  <a:cubicBezTo>
                    <a:pt x="2623233" y="8108328"/>
                    <a:pt x="3090958" y="8467289"/>
                    <a:pt x="3380657" y="8969039"/>
                  </a:cubicBezTo>
                  <a:lnTo>
                    <a:pt x="4382037" y="10703446"/>
                  </a:lnTo>
                  <a:cubicBezTo>
                    <a:pt x="4451028" y="10822845"/>
                    <a:pt x="4597266" y="10869080"/>
                    <a:pt x="4722326" y="10810892"/>
                  </a:cubicBezTo>
                  <a:cubicBezTo>
                    <a:pt x="4815171" y="10767720"/>
                    <a:pt x="4875128" y="10673699"/>
                    <a:pt x="4875128" y="10571318"/>
                  </a:cubicBezTo>
                  <a:lnTo>
                    <a:pt x="4875128" y="2609514"/>
                  </a:lnTo>
                  <a:cubicBezTo>
                    <a:pt x="4875128" y="1781432"/>
                    <a:pt x="5548818" y="1107742"/>
                    <a:pt x="6376901" y="1107742"/>
                  </a:cubicBezTo>
                  <a:cubicBezTo>
                    <a:pt x="6687427" y="1107742"/>
                    <a:pt x="6976243" y="1202479"/>
                    <a:pt x="7215965" y="1364570"/>
                  </a:cubicBezTo>
                  <a:lnTo>
                    <a:pt x="7217023" y="1365361"/>
                  </a:lnTo>
                  <a:lnTo>
                    <a:pt x="7217714" y="1351717"/>
                  </a:lnTo>
                  <a:cubicBezTo>
                    <a:pt x="7294948" y="593548"/>
                    <a:pt x="7937134" y="0"/>
                    <a:pt x="8715346" y="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BFAA870-33D8-9727-D790-983D62B54C00}"/>
                </a:ext>
              </a:extLst>
            </p:cNvPr>
            <p:cNvSpPr/>
            <p:nvPr/>
          </p:nvSpPr>
          <p:spPr>
            <a:xfrm>
              <a:off x="10604248" y="2641803"/>
              <a:ext cx="670805" cy="468076"/>
            </a:xfrm>
            <a:custGeom>
              <a:avLst/>
              <a:gdLst>
                <a:gd name="csX0" fmla="*/ 425454 w 670805"/>
                <a:gd name="csY0" fmla="*/ 0 h 468076"/>
                <a:gd name="csX1" fmla="*/ 670805 w 670805"/>
                <a:gd name="csY1" fmla="*/ 245349 h 468076"/>
                <a:gd name="csX2" fmla="*/ 636780 w 670805"/>
                <a:gd name="csY2" fmla="*/ 370072 h 468076"/>
                <a:gd name="csX3" fmla="*/ 614525 w 670805"/>
                <a:gd name="csY3" fmla="*/ 382757 h 468076"/>
                <a:gd name="csX4" fmla="*/ 601404 w 670805"/>
                <a:gd name="csY4" fmla="*/ 379159 h 468076"/>
                <a:gd name="csX5" fmla="*/ 592320 w 670805"/>
                <a:gd name="csY5" fmla="*/ 343782 h 468076"/>
                <a:gd name="csX6" fmla="*/ 619153 w 670805"/>
                <a:gd name="csY6" fmla="*/ 245349 h 468076"/>
                <a:gd name="csX7" fmla="*/ 425457 w 670805"/>
                <a:gd name="csY7" fmla="*/ 51652 h 468076"/>
                <a:gd name="csX8" fmla="*/ 288556 w 670805"/>
                <a:gd name="csY8" fmla="*/ 108448 h 468076"/>
                <a:gd name="csX9" fmla="*/ 281977 w 670805"/>
                <a:gd name="csY9" fmla="*/ 118198 h 468076"/>
                <a:gd name="csX10" fmla="*/ 274813 w 670805"/>
                <a:gd name="csY10" fmla="*/ 118198 h 468076"/>
                <a:gd name="csX11" fmla="*/ 274813 w 670805"/>
                <a:gd name="csY11" fmla="*/ 140325 h 468076"/>
                <a:gd name="csX12" fmla="*/ 245352 w 670805"/>
                <a:gd name="csY12" fmla="*/ 137346 h 468076"/>
                <a:gd name="csX13" fmla="*/ 51655 w 670805"/>
                <a:gd name="csY13" fmla="*/ 331043 h 468076"/>
                <a:gd name="csX14" fmla="*/ 78293 w 670805"/>
                <a:gd name="csY14" fmla="*/ 429142 h 468076"/>
                <a:gd name="csX15" fmla="*/ 69138 w 670805"/>
                <a:gd name="csY15" fmla="*/ 464502 h 468076"/>
                <a:gd name="csX16" fmla="*/ 33779 w 670805"/>
                <a:gd name="csY16" fmla="*/ 455347 h 468076"/>
                <a:gd name="csX17" fmla="*/ 0 w 670805"/>
                <a:gd name="csY17" fmla="*/ 331043 h 468076"/>
                <a:gd name="csX18" fmla="*/ 195965 w 670805"/>
                <a:gd name="csY18" fmla="*/ 90688 h 468076"/>
                <a:gd name="csX19" fmla="*/ 242578 w 670805"/>
                <a:gd name="csY19" fmla="*/ 85974 h 468076"/>
                <a:gd name="csX20" fmla="*/ 252047 w 670805"/>
                <a:gd name="csY20" fmla="*/ 71942 h 468076"/>
                <a:gd name="csX21" fmla="*/ 425454 w 670805"/>
                <a:gd name="csY21" fmla="*/ 0 h 468076"/>
                <a:gd name="csX0" fmla="*/ 425454 w 670805"/>
                <a:gd name="csY0" fmla="*/ 0 h 468076"/>
                <a:gd name="csX1" fmla="*/ 670805 w 670805"/>
                <a:gd name="csY1" fmla="*/ 245349 h 468076"/>
                <a:gd name="csX2" fmla="*/ 636780 w 670805"/>
                <a:gd name="csY2" fmla="*/ 370072 h 468076"/>
                <a:gd name="csX3" fmla="*/ 614525 w 670805"/>
                <a:gd name="csY3" fmla="*/ 382757 h 468076"/>
                <a:gd name="csX4" fmla="*/ 601404 w 670805"/>
                <a:gd name="csY4" fmla="*/ 379159 h 468076"/>
                <a:gd name="csX5" fmla="*/ 592320 w 670805"/>
                <a:gd name="csY5" fmla="*/ 343782 h 468076"/>
                <a:gd name="csX6" fmla="*/ 619153 w 670805"/>
                <a:gd name="csY6" fmla="*/ 245349 h 468076"/>
                <a:gd name="csX7" fmla="*/ 425457 w 670805"/>
                <a:gd name="csY7" fmla="*/ 51652 h 468076"/>
                <a:gd name="csX8" fmla="*/ 288556 w 670805"/>
                <a:gd name="csY8" fmla="*/ 108448 h 468076"/>
                <a:gd name="csX9" fmla="*/ 281977 w 670805"/>
                <a:gd name="csY9" fmla="*/ 118198 h 468076"/>
                <a:gd name="csX10" fmla="*/ 274813 w 670805"/>
                <a:gd name="csY10" fmla="*/ 140325 h 468076"/>
                <a:gd name="csX11" fmla="*/ 245352 w 670805"/>
                <a:gd name="csY11" fmla="*/ 137346 h 468076"/>
                <a:gd name="csX12" fmla="*/ 51655 w 670805"/>
                <a:gd name="csY12" fmla="*/ 331043 h 468076"/>
                <a:gd name="csX13" fmla="*/ 78293 w 670805"/>
                <a:gd name="csY13" fmla="*/ 429142 h 468076"/>
                <a:gd name="csX14" fmla="*/ 69138 w 670805"/>
                <a:gd name="csY14" fmla="*/ 464502 h 468076"/>
                <a:gd name="csX15" fmla="*/ 33779 w 670805"/>
                <a:gd name="csY15" fmla="*/ 455347 h 468076"/>
                <a:gd name="csX16" fmla="*/ 0 w 670805"/>
                <a:gd name="csY16" fmla="*/ 331043 h 468076"/>
                <a:gd name="csX17" fmla="*/ 195965 w 670805"/>
                <a:gd name="csY17" fmla="*/ 90688 h 468076"/>
                <a:gd name="csX18" fmla="*/ 242578 w 670805"/>
                <a:gd name="csY18" fmla="*/ 85974 h 468076"/>
                <a:gd name="csX19" fmla="*/ 252047 w 670805"/>
                <a:gd name="csY19" fmla="*/ 71942 h 468076"/>
                <a:gd name="csX20" fmla="*/ 425454 w 670805"/>
                <a:gd name="csY20" fmla="*/ 0 h 468076"/>
                <a:gd name="csX0" fmla="*/ 425454 w 670805"/>
                <a:gd name="csY0" fmla="*/ 0 h 468076"/>
                <a:gd name="csX1" fmla="*/ 670805 w 670805"/>
                <a:gd name="csY1" fmla="*/ 245349 h 468076"/>
                <a:gd name="csX2" fmla="*/ 636780 w 670805"/>
                <a:gd name="csY2" fmla="*/ 370072 h 468076"/>
                <a:gd name="csX3" fmla="*/ 614525 w 670805"/>
                <a:gd name="csY3" fmla="*/ 382757 h 468076"/>
                <a:gd name="csX4" fmla="*/ 601404 w 670805"/>
                <a:gd name="csY4" fmla="*/ 379159 h 468076"/>
                <a:gd name="csX5" fmla="*/ 592320 w 670805"/>
                <a:gd name="csY5" fmla="*/ 343782 h 468076"/>
                <a:gd name="csX6" fmla="*/ 619153 w 670805"/>
                <a:gd name="csY6" fmla="*/ 245349 h 468076"/>
                <a:gd name="csX7" fmla="*/ 425457 w 670805"/>
                <a:gd name="csY7" fmla="*/ 51652 h 468076"/>
                <a:gd name="csX8" fmla="*/ 288556 w 670805"/>
                <a:gd name="csY8" fmla="*/ 108448 h 468076"/>
                <a:gd name="csX9" fmla="*/ 274813 w 670805"/>
                <a:gd name="csY9" fmla="*/ 140325 h 468076"/>
                <a:gd name="csX10" fmla="*/ 245352 w 670805"/>
                <a:gd name="csY10" fmla="*/ 137346 h 468076"/>
                <a:gd name="csX11" fmla="*/ 51655 w 670805"/>
                <a:gd name="csY11" fmla="*/ 331043 h 468076"/>
                <a:gd name="csX12" fmla="*/ 78293 w 670805"/>
                <a:gd name="csY12" fmla="*/ 429142 h 468076"/>
                <a:gd name="csX13" fmla="*/ 69138 w 670805"/>
                <a:gd name="csY13" fmla="*/ 464502 h 468076"/>
                <a:gd name="csX14" fmla="*/ 33779 w 670805"/>
                <a:gd name="csY14" fmla="*/ 455347 h 468076"/>
                <a:gd name="csX15" fmla="*/ 0 w 670805"/>
                <a:gd name="csY15" fmla="*/ 331043 h 468076"/>
                <a:gd name="csX16" fmla="*/ 195965 w 670805"/>
                <a:gd name="csY16" fmla="*/ 90688 h 468076"/>
                <a:gd name="csX17" fmla="*/ 242578 w 670805"/>
                <a:gd name="csY17" fmla="*/ 85974 h 468076"/>
                <a:gd name="csX18" fmla="*/ 252047 w 670805"/>
                <a:gd name="csY18" fmla="*/ 71942 h 468076"/>
                <a:gd name="csX19" fmla="*/ 425454 w 670805"/>
                <a:gd name="csY19" fmla="*/ 0 h 468076"/>
                <a:gd name="csX0" fmla="*/ 425454 w 670805"/>
                <a:gd name="csY0" fmla="*/ 0 h 468076"/>
                <a:gd name="csX1" fmla="*/ 670805 w 670805"/>
                <a:gd name="csY1" fmla="*/ 245349 h 468076"/>
                <a:gd name="csX2" fmla="*/ 636780 w 670805"/>
                <a:gd name="csY2" fmla="*/ 370072 h 468076"/>
                <a:gd name="csX3" fmla="*/ 614525 w 670805"/>
                <a:gd name="csY3" fmla="*/ 382757 h 468076"/>
                <a:gd name="csX4" fmla="*/ 601404 w 670805"/>
                <a:gd name="csY4" fmla="*/ 379159 h 468076"/>
                <a:gd name="csX5" fmla="*/ 592320 w 670805"/>
                <a:gd name="csY5" fmla="*/ 343782 h 468076"/>
                <a:gd name="csX6" fmla="*/ 619153 w 670805"/>
                <a:gd name="csY6" fmla="*/ 245349 h 468076"/>
                <a:gd name="csX7" fmla="*/ 425457 w 670805"/>
                <a:gd name="csY7" fmla="*/ 51652 h 468076"/>
                <a:gd name="csX8" fmla="*/ 274813 w 670805"/>
                <a:gd name="csY8" fmla="*/ 140325 h 468076"/>
                <a:gd name="csX9" fmla="*/ 245352 w 670805"/>
                <a:gd name="csY9" fmla="*/ 137346 h 468076"/>
                <a:gd name="csX10" fmla="*/ 51655 w 670805"/>
                <a:gd name="csY10" fmla="*/ 331043 h 468076"/>
                <a:gd name="csX11" fmla="*/ 78293 w 670805"/>
                <a:gd name="csY11" fmla="*/ 429142 h 468076"/>
                <a:gd name="csX12" fmla="*/ 69138 w 670805"/>
                <a:gd name="csY12" fmla="*/ 464502 h 468076"/>
                <a:gd name="csX13" fmla="*/ 33779 w 670805"/>
                <a:gd name="csY13" fmla="*/ 455347 h 468076"/>
                <a:gd name="csX14" fmla="*/ 0 w 670805"/>
                <a:gd name="csY14" fmla="*/ 331043 h 468076"/>
                <a:gd name="csX15" fmla="*/ 195965 w 670805"/>
                <a:gd name="csY15" fmla="*/ 90688 h 468076"/>
                <a:gd name="csX16" fmla="*/ 242578 w 670805"/>
                <a:gd name="csY16" fmla="*/ 85974 h 468076"/>
                <a:gd name="csX17" fmla="*/ 252047 w 670805"/>
                <a:gd name="csY17" fmla="*/ 71942 h 468076"/>
                <a:gd name="csX18" fmla="*/ 425454 w 670805"/>
                <a:gd name="csY18" fmla="*/ 0 h 468076"/>
                <a:gd name="csX0" fmla="*/ 425454 w 670805"/>
                <a:gd name="csY0" fmla="*/ 0 h 468076"/>
                <a:gd name="csX1" fmla="*/ 670805 w 670805"/>
                <a:gd name="csY1" fmla="*/ 245349 h 468076"/>
                <a:gd name="csX2" fmla="*/ 636780 w 670805"/>
                <a:gd name="csY2" fmla="*/ 370072 h 468076"/>
                <a:gd name="csX3" fmla="*/ 614525 w 670805"/>
                <a:gd name="csY3" fmla="*/ 382757 h 468076"/>
                <a:gd name="csX4" fmla="*/ 601404 w 670805"/>
                <a:gd name="csY4" fmla="*/ 379159 h 468076"/>
                <a:gd name="csX5" fmla="*/ 592320 w 670805"/>
                <a:gd name="csY5" fmla="*/ 343782 h 468076"/>
                <a:gd name="csX6" fmla="*/ 619153 w 670805"/>
                <a:gd name="csY6" fmla="*/ 245349 h 468076"/>
                <a:gd name="csX7" fmla="*/ 425457 w 670805"/>
                <a:gd name="csY7" fmla="*/ 51652 h 468076"/>
                <a:gd name="csX8" fmla="*/ 274813 w 670805"/>
                <a:gd name="csY8" fmla="*/ 140325 h 468076"/>
                <a:gd name="csX9" fmla="*/ 245352 w 670805"/>
                <a:gd name="csY9" fmla="*/ 137346 h 468076"/>
                <a:gd name="csX10" fmla="*/ 51655 w 670805"/>
                <a:gd name="csY10" fmla="*/ 331043 h 468076"/>
                <a:gd name="csX11" fmla="*/ 78293 w 670805"/>
                <a:gd name="csY11" fmla="*/ 429142 h 468076"/>
                <a:gd name="csX12" fmla="*/ 69138 w 670805"/>
                <a:gd name="csY12" fmla="*/ 464502 h 468076"/>
                <a:gd name="csX13" fmla="*/ 33779 w 670805"/>
                <a:gd name="csY13" fmla="*/ 455347 h 468076"/>
                <a:gd name="csX14" fmla="*/ 0 w 670805"/>
                <a:gd name="csY14" fmla="*/ 331043 h 468076"/>
                <a:gd name="csX15" fmla="*/ 195965 w 670805"/>
                <a:gd name="csY15" fmla="*/ 90688 h 468076"/>
                <a:gd name="csX16" fmla="*/ 242578 w 670805"/>
                <a:gd name="csY16" fmla="*/ 85974 h 468076"/>
                <a:gd name="csX17" fmla="*/ 252047 w 670805"/>
                <a:gd name="csY17" fmla="*/ 71942 h 468076"/>
                <a:gd name="csX18" fmla="*/ 425454 w 670805"/>
                <a:gd name="csY18" fmla="*/ 0 h 468076"/>
                <a:gd name="csX0" fmla="*/ 425454 w 670805"/>
                <a:gd name="csY0" fmla="*/ 0 h 468076"/>
                <a:gd name="csX1" fmla="*/ 670805 w 670805"/>
                <a:gd name="csY1" fmla="*/ 245349 h 468076"/>
                <a:gd name="csX2" fmla="*/ 636780 w 670805"/>
                <a:gd name="csY2" fmla="*/ 370072 h 468076"/>
                <a:gd name="csX3" fmla="*/ 614525 w 670805"/>
                <a:gd name="csY3" fmla="*/ 382757 h 468076"/>
                <a:gd name="csX4" fmla="*/ 601404 w 670805"/>
                <a:gd name="csY4" fmla="*/ 379159 h 468076"/>
                <a:gd name="csX5" fmla="*/ 592320 w 670805"/>
                <a:gd name="csY5" fmla="*/ 343782 h 468076"/>
                <a:gd name="csX6" fmla="*/ 619153 w 670805"/>
                <a:gd name="csY6" fmla="*/ 245349 h 468076"/>
                <a:gd name="csX7" fmla="*/ 425457 w 670805"/>
                <a:gd name="csY7" fmla="*/ 51652 h 468076"/>
                <a:gd name="csX8" fmla="*/ 274813 w 670805"/>
                <a:gd name="csY8" fmla="*/ 140325 h 468076"/>
                <a:gd name="csX9" fmla="*/ 245352 w 670805"/>
                <a:gd name="csY9" fmla="*/ 137346 h 468076"/>
                <a:gd name="csX10" fmla="*/ 51655 w 670805"/>
                <a:gd name="csY10" fmla="*/ 331043 h 468076"/>
                <a:gd name="csX11" fmla="*/ 78293 w 670805"/>
                <a:gd name="csY11" fmla="*/ 429142 h 468076"/>
                <a:gd name="csX12" fmla="*/ 69138 w 670805"/>
                <a:gd name="csY12" fmla="*/ 464502 h 468076"/>
                <a:gd name="csX13" fmla="*/ 33779 w 670805"/>
                <a:gd name="csY13" fmla="*/ 455347 h 468076"/>
                <a:gd name="csX14" fmla="*/ 0 w 670805"/>
                <a:gd name="csY14" fmla="*/ 331043 h 468076"/>
                <a:gd name="csX15" fmla="*/ 195965 w 670805"/>
                <a:gd name="csY15" fmla="*/ 90688 h 468076"/>
                <a:gd name="csX16" fmla="*/ 242578 w 670805"/>
                <a:gd name="csY16" fmla="*/ 85974 h 468076"/>
                <a:gd name="csX17" fmla="*/ 252047 w 670805"/>
                <a:gd name="csY17" fmla="*/ 71942 h 468076"/>
                <a:gd name="csX18" fmla="*/ 425454 w 670805"/>
                <a:gd name="csY18" fmla="*/ 0 h 468076"/>
                <a:gd name="csX0" fmla="*/ 425454 w 670805"/>
                <a:gd name="csY0" fmla="*/ 0 h 468076"/>
                <a:gd name="csX1" fmla="*/ 670805 w 670805"/>
                <a:gd name="csY1" fmla="*/ 245349 h 468076"/>
                <a:gd name="csX2" fmla="*/ 636780 w 670805"/>
                <a:gd name="csY2" fmla="*/ 370072 h 468076"/>
                <a:gd name="csX3" fmla="*/ 614525 w 670805"/>
                <a:gd name="csY3" fmla="*/ 382757 h 468076"/>
                <a:gd name="csX4" fmla="*/ 601404 w 670805"/>
                <a:gd name="csY4" fmla="*/ 379159 h 468076"/>
                <a:gd name="csX5" fmla="*/ 592320 w 670805"/>
                <a:gd name="csY5" fmla="*/ 343782 h 468076"/>
                <a:gd name="csX6" fmla="*/ 619153 w 670805"/>
                <a:gd name="csY6" fmla="*/ 245349 h 468076"/>
                <a:gd name="csX7" fmla="*/ 425457 w 670805"/>
                <a:gd name="csY7" fmla="*/ 51652 h 468076"/>
                <a:gd name="csX8" fmla="*/ 274813 w 670805"/>
                <a:gd name="csY8" fmla="*/ 140325 h 468076"/>
                <a:gd name="csX9" fmla="*/ 245352 w 670805"/>
                <a:gd name="csY9" fmla="*/ 137346 h 468076"/>
                <a:gd name="csX10" fmla="*/ 51655 w 670805"/>
                <a:gd name="csY10" fmla="*/ 331043 h 468076"/>
                <a:gd name="csX11" fmla="*/ 78293 w 670805"/>
                <a:gd name="csY11" fmla="*/ 429142 h 468076"/>
                <a:gd name="csX12" fmla="*/ 69138 w 670805"/>
                <a:gd name="csY12" fmla="*/ 464502 h 468076"/>
                <a:gd name="csX13" fmla="*/ 33779 w 670805"/>
                <a:gd name="csY13" fmla="*/ 455347 h 468076"/>
                <a:gd name="csX14" fmla="*/ 0 w 670805"/>
                <a:gd name="csY14" fmla="*/ 331043 h 468076"/>
                <a:gd name="csX15" fmla="*/ 195965 w 670805"/>
                <a:gd name="csY15" fmla="*/ 90688 h 468076"/>
                <a:gd name="csX16" fmla="*/ 242578 w 670805"/>
                <a:gd name="csY16" fmla="*/ 85974 h 468076"/>
                <a:gd name="csX17" fmla="*/ 252047 w 670805"/>
                <a:gd name="csY17" fmla="*/ 71942 h 468076"/>
                <a:gd name="csX18" fmla="*/ 425454 w 670805"/>
                <a:gd name="csY18" fmla="*/ 0 h 468076"/>
                <a:gd name="csX0" fmla="*/ 425454 w 670805"/>
                <a:gd name="csY0" fmla="*/ 0 h 468076"/>
                <a:gd name="csX1" fmla="*/ 670805 w 670805"/>
                <a:gd name="csY1" fmla="*/ 245349 h 468076"/>
                <a:gd name="csX2" fmla="*/ 636780 w 670805"/>
                <a:gd name="csY2" fmla="*/ 370072 h 468076"/>
                <a:gd name="csX3" fmla="*/ 614525 w 670805"/>
                <a:gd name="csY3" fmla="*/ 382757 h 468076"/>
                <a:gd name="csX4" fmla="*/ 601404 w 670805"/>
                <a:gd name="csY4" fmla="*/ 379159 h 468076"/>
                <a:gd name="csX5" fmla="*/ 592320 w 670805"/>
                <a:gd name="csY5" fmla="*/ 343782 h 468076"/>
                <a:gd name="csX6" fmla="*/ 619153 w 670805"/>
                <a:gd name="csY6" fmla="*/ 245349 h 468076"/>
                <a:gd name="csX7" fmla="*/ 425457 w 670805"/>
                <a:gd name="csY7" fmla="*/ 51652 h 468076"/>
                <a:gd name="csX8" fmla="*/ 274813 w 670805"/>
                <a:gd name="csY8" fmla="*/ 140325 h 468076"/>
                <a:gd name="csX9" fmla="*/ 245352 w 670805"/>
                <a:gd name="csY9" fmla="*/ 137346 h 468076"/>
                <a:gd name="csX10" fmla="*/ 51655 w 670805"/>
                <a:gd name="csY10" fmla="*/ 331043 h 468076"/>
                <a:gd name="csX11" fmla="*/ 78293 w 670805"/>
                <a:gd name="csY11" fmla="*/ 429142 h 468076"/>
                <a:gd name="csX12" fmla="*/ 69138 w 670805"/>
                <a:gd name="csY12" fmla="*/ 464502 h 468076"/>
                <a:gd name="csX13" fmla="*/ 33779 w 670805"/>
                <a:gd name="csY13" fmla="*/ 455347 h 468076"/>
                <a:gd name="csX14" fmla="*/ 0 w 670805"/>
                <a:gd name="csY14" fmla="*/ 331043 h 468076"/>
                <a:gd name="csX15" fmla="*/ 195965 w 670805"/>
                <a:gd name="csY15" fmla="*/ 90688 h 468076"/>
                <a:gd name="csX16" fmla="*/ 242578 w 670805"/>
                <a:gd name="csY16" fmla="*/ 85974 h 468076"/>
                <a:gd name="csX17" fmla="*/ 252047 w 670805"/>
                <a:gd name="csY17" fmla="*/ 71942 h 468076"/>
                <a:gd name="csX18" fmla="*/ 425454 w 670805"/>
                <a:gd name="csY18" fmla="*/ 0 h 468076"/>
                <a:gd name="csX0" fmla="*/ 425454 w 670805"/>
                <a:gd name="csY0" fmla="*/ 0 h 468076"/>
                <a:gd name="csX1" fmla="*/ 670805 w 670805"/>
                <a:gd name="csY1" fmla="*/ 245349 h 468076"/>
                <a:gd name="csX2" fmla="*/ 636780 w 670805"/>
                <a:gd name="csY2" fmla="*/ 370072 h 468076"/>
                <a:gd name="csX3" fmla="*/ 614525 w 670805"/>
                <a:gd name="csY3" fmla="*/ 382757 h 468076"/>
                <a:gd name="csX4" fmla="*/ 601404 w 670805"/>
                <a:gd name="csY4" fmla="*/ 379159 h 468076"/>
                <a:gd name="csX5" fmla="*/ 592320 w 670805"/>
                <a:gd name="csY5" fmla="*/ 343782 h 468076"/>
                <a:gd name="csX6" fmla="*/ 619153 w 670805"/>
                <a:gd name="csY6" fmla="*/ 245349 h 468076"/>
                <a:gd name="csX7" fmla="*/ 425457 w 670805"/>
                <a:gd name="csY7" fmla="*/ 51652 h 468076"/>
                <a:gd name="csX8" fmla="*/ 274813 w 670805"/>
                <a:gd name="csY8" fmla="*/ 140325 h 468076"/>
                <a:gd name="csX9" fmla="*/ 245352 w 670805"/>
                <a:gd name="csY9" fmla="*/ 137346 h 468076"/>
                <a:gd name="csX10" fmla="*/ 51655 w 670805"/>
                <a:gd name="csY10" fmla="*/ 331043 h 468076"/>
                <a:gd name="csX11" fmla="*/ 78293 w 670805"/>
                <a:gd name="csY11" fmla="*/ 429142 h 468076"/>
                <a:gd name="csX12" fmla="*/ 69138 w 670805"/>
                <a:gd name="csY12" fmla="*/ 464502 h 468076"/>
                <a:gd name="csX13" fmla="*/ 33779 w 670805"/>
                <a:gd name="csY13" fmla="*/ 455347 h 468076"/>
                <a:gd name="csX14" fmla="*/ 0 w 670805"/>
                <a:gd name="csY14" fmla="*/ 331043 h 468076"/>
                <a:gd name="csX15" fmla="*/ 195965 w 670805"/>
                <a:gd name="csY15" fmla="*/ 90688 h 468076"/>
                <a:gd name="csX16" fmla="*/ 242578 w 670805"/>
                <a:gd name="csY16" fmla="*/ 85974 h 468076"/>
                <a:gd name="csX17" fmla="*/ 252047 w 670805"/>
                <a:gd name="csY17" fmla="*/ 71942 h 468076"/>
                <a:gd name="csX18" fmla="*/ 425454 w 670805"/>
                <a:gd name="csY18" fmla="*/ 0 h 468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670805" h="468076">
                  <a:moveTo>
                    <a:pt x="425454" y="0"/>
                  </a:moveTo>
                  <a:cubicBezTo>
                    <a:pt x="560740" y="0"/>
                    <a:pt x="670802" y="110062"/>
                    <a:pt x="670805" y="245349"/>
                  </a:cubicBezTo>
                  <a:cubicBezTo>
                    <a:pt x="670805" y="289298"/>
                    <a:pt x="659038" y="332428"/>
                    <a:pt x="636780" y="370072"/>
                  </a:cubicBezTo>
                  <a:cubicBezTo>
                    <a:pt x="631962" y="378225"/>
                    <a:pt x="623357" y="382757"/>
                    <a:pt x="614525" y="382757"/>
                  </a:cubicBezTo>
                  <a:cubicBezTo>
                    <a:pt x="610058" y="382757"/>
                    <a:pt x="605529" y="381599"/>
                    <a:pt x="601404" y="379159"/>
                  </a:cubicBezTo>
                  <a:cubicBezTo>
                    <a:pt x="589128" y="371900"/>
                    <a:pt x="585058" y="356061"/>
                    <a:pt x="592320" y="343782"/>
                  </a:cubicBezTo>
                  <a:cubicBezTo>
                    <a:pt x="609876" y="314093"/>
                    <a:pt x="619153" y="280053"/>
                    <a:pt x="619153" y="245349"/>
                  </a:cubicBezTo>
                  <a:cubicBezTo>
                    <a:pt x="622963" y="94728"/>
                    <a:pt x="494277" y="52011"/>
                    <a:pt x="425457" y="51652"/>
                  </a:cubicBezTo>
                  <a:cubicBezTo>
                    <a:pt x="341397" y="51293"/>
                    <a:pt x="289591" y="112708"/>
                    <a:pt x="274813" y="140325"/>
                  </a:cubicBezTo>
                  <a:lnTo>
                    <a:pt x="245352" y="137346"/>
                  </a:lnTo>
                  <a:cubicBezTo>
                    <a:pt x="138546" y="137346"/>
                    <a:pt x="51655" y="224237"/>
                    <a:pt x="51655" y="331043"/>
                  </a:cubicBezTo>
                  <a:cubicBezTo>
                    <a:pt x="51655" y="365618"/>
                    <a:pt x="60865" y="399541"/>
                    <a:pt x="78293" y="429142"/>
                  </a:cubicBezTo>
                  <a:cubicBezTo>
                    <a:pt x="85528" y="441436"/>
                    <a:pt x="81432" y="457266"/>
                    <a:pt x="69138" y="464502"/>
                  </a:cubicBezTo>
                  <a:cubicBezTo>
                    <a:pt x="56839" y="471740"/>
                    <a:pt x="41014" y="467635"/>
                    <a:pt x="33779" y="455347"/>
                  </a:cubicBezTo>
                  <a:cubicBezTo>
                    <a:pt x="11679" y="417809"/>
                    <a:pt x="0" y="374825"/>
                    <a:pt x="0" y="331043"/>
                  </a:cubicBezTo>
                  <a:cubicBezTo>
                    <a:pt x="0" y="212667"/>
                    <a:pt x="84266" y="113604"/>
                    <a:pt x="195965" y="90688"/>
                  </a:cubicBezTo>
                  <a:lnTo>
                    <a:pt x="242578" y="85974"/>
                  </a:lnTo>
                  <a:lnTo>
                    <a:pt x="252047" y="71942"/>
                  </a:lnTo>
                  <a:cubicBezTo>
                    <a:pt x="296473" y="27516"/>
                    <a:pt x="357811" y="0"/>
                    <a:pt x="425454" y="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2D152737-4F62-4C2B-F7A6-6188618B096A}"/>
                </a:ext>
              </a:extLst>
            </p:cNvPr>
            <p:cNvSpPr/>
            <p:nvPr/>
          </p:nvSpPr>
          <p:spPr>
            <a:xfrm rot="18961934" flipH="1" flipV="1">
              <a:off x="10243400" y="2759477"/>
              <a:ext cx="232728" cy="232728"/>
            </a:xfrm>
            <a:custGeom>
              <a:avLst/>
              <a:gdLst>
                <a:gd name="csX0" fmla="*/ 62550 w 375300"/>
                <a:gd name="csY0" fmla="*/ 0 h 375300"/>
                <a:gd name="csX1" fmla="*/ 312750 w 375300"/>
                <a:gd name="csY1" fmla="*/ 0 h 375300"/>
                <a:gd name="csX2" fmla="*/ 375300 w 375300"/>
                <a:gd name="csY2" fmla="*/ 62550 h 375300"/>
                <a:gd name="csX3" fmla="*/ 375300 w 375300"/>
                <a:gd name="csY3" fmla="*/ 312750 h 375300"/>
                <a:gd name="csX4" fmla="*/ 312750 w 375300"/>
                <a:gd name="csY4" fmla="*/ 375300 h 375300"/>
                <a:gd name="csX5" fmla="*/ 250200 w 375300"/>
                <a:gd name="csY5" fmla="*/ 312750 h 375300"/>
                <a:gd name="csX6" fmla="*/ 250200 w 375300"/>
                <a:gd name="csY6" fmla="*/ 213559 h 375300"/>
                <a:gd name="csX7" fmla="*/ 106779 w 375300"/>
                <a:gd name="csY7" fmla="*/ 356979 h 375300"/>
                <a:gd name="csX8" fmla="*/ 18321 w 375300"/>
                <a:gd name="csY8" fmla="*/ 356979 h 375300"/>
                <a:gd name="csX9" fmla="*/ 18321 w 375300"/>
                <a:gd name="csY9" fmla="*/ 268520 h 375300"/>
                <a:gd name="csX10" fmla="*/ 161742 w 375300"/>
                <a:gd name="csY10" fmla="*/ 125100 h 375300"/>
                <a:gd name="csX11" fmla="*/ 62550 w 375300"/>
                <a:gd name="csY11" fmla="*/ 125100 h 375300"/>
                <a:gd name="csX12" fmla="*/ 0 w 375300"/>
                <a:gd name="csY12" fmla="*/ 62550 h 375300"/>
                <a:gd name="csX13" fmla="*/ 62550 w 375300"/>
                <a:gd name="csY13" fmla="*/ 0 h 3753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75300" h="375300">
                  <a:moveTo>
                    <a:pt x="62550" y="0"/>
                  </a:moveTo>
                  <a:lnTo>
                    <a:pt x="312750" y="0"/>
                  </a:lnTo>
                  <a:cubicBezTo>
                    <a:pt x="347296" y="0"/>
                    <a:pt x="375300" y="28005"/>
                    <a:pt x="375300" y="62550"/>
                  </a:cubicBezTo>
                  <a:lnTo>
                    <a:pt x="375300" y="312750"/>
                  </a:lnTo>
                  <a:cubicBezTo>
                    <a:pt x="375300" y="347296"/>
                    <a:pt x="347296" y="375300"/>
                    <a:pt x="312750" y="375300"/>
                  </a:cubicBezTo>
                  <a:cubicBezTo>
                    <a:pt x="278204" y="375300"/>
                    <a:pt x="250200" y="347296"/>
                    <a:pt x="250200" y="312750"/>
                  </a:cubicBezTo>
                  <a:lnTo>
                    <a:pt x="250200" y="213559"/>
                  </a:lnTo>
                  <a:lnTo>
                    <a:pt x="106779" y="356979"/>
                  </a:lnTo>
                  <a:cubicBezTo>
                    <a:pt x="82353" y="381405"/>
                    <a:pt x="42747" y="381405"/>
                    <a:pt x="18321" y="356979"/>
                  </a:cubicBezTo>
                  <a:cubicBezTo>
                    <a:pt x="-6105" y="332553"/>
                    <a:pt x="-6105" y="292948"/>
                    <a:pt x="18321" y="268520"/>
                  </a:cubicBezTo>
                  <a:lnTo>
                    <a:pt x="161742" y="125100"/>
                  </a:lnTo>
                  <a:lnTo>
                    <a:pt x="62550" y="125100"/>
                  </a:lnTo>
                  <a:cubicBezTo>
                    <a:pt x="28004" y="125100"/>
                    <a:pt x="0" y="97096"/>
                    <a:pt x="0" y="62550"/>
                  </a:cubicBezTo>
                  <a:cubicBezTo>
                    <a:pt x="0" y="28005"/>
                    <a:pt x="28004" y="0"/>
                    <a:pt x="62550" y="0"/>
                  </a:cubicBezTo>
                  <a:close/>
                </a:path>
              </a:pathLst>
            </a:custGeom>
            <a:solidFill>
              <a:srgbClr val="111111"/>
            </a:solidFill>
            <a:ln w="62309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5524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F850BEF-BF74-0AED-7C34-498A427DF1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5240" y="206864"/>
            <a:ext cx="2217902" cy="720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FB74F59-3B29-BDD9-5A20-8890534D6C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2437" y="4958070"/>
            <a:ext cx="5184000" cy="72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0840B73-D7DD-AA44-2604-F57CCCA869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405" y="3024784"/>
            <a:ext cx="7156098" cy="720000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E25D3E9D-AFF2-C1E2-2951-C1459053DE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83513"/>
          <a:stretch>
            <a:fillRect/>
          </a:stretch>
        </p:blipFill>
        <p:spPr>
          <a:xfrm>
            <a:off x="3651250" y="206864"/>
            <a:ext cx="663290" cy="720000"/>
          </a:xfrm>
          <a:custGeom>
            <a:avLst/>
            <a:gdLst>
              <a:gd name="csX0" fmla="*/ 0 w 663290"/>
              <a:gd name="csY0" fmla="*/ 0 h 720000"/>
              <a:gd name="csX1" fmla="*/ 663290 w 663290"/>
              <a:gd name="csY1" fmla="*/ 0 h 720000"/>
              <a:gd name="csX2" fmla="*/ 663290 w 663290"/>
              <a:gd name="csY2" fmla="*/ 720000 h 720000"/>
              <a:gd name="csX3" fmla="*/ 0 w 663290"/>
              <a:gd name="csY3" fmla="*/ 720000 h 72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63290" h="720000">
                <a:moveTo>
                  <a:pt x="0" y="0"/>
                </a:moveTo>
                <a:lnTo>
                  <a:pt x="663290" y="0"/>
                </a:lnTo>
                <a:lnTo>
                  <a:pt x="663290" y="720000"/>
                </a:lnTo>
                <a:lnTo>
                  <a:pt x="0" y="720000"/>
                </a:lnTo>
                <a:close/>
              </a:path>
            </a:pathLst>
          </a:cu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AB8E48A-0675-5CBD-B783-6D9F64ABEF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6733" y="1032133"/>
            <a:ext cx="1428434" cy="7200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6DA48E98-9310-2EDA-ADA3-245CC7B279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61699" y="3048439"/>
            <a:ext cx="2907857" cy="282672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315AD8F1-DD30-2DBD-F40B-F5A05FAB86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24887" y="6187799"/>
            <a:ext cx="3533396" cy="519617"/>
          </a:xfrm>
          <a:prstGeom prst="rect">
            <a:avLst/>
          </a:prstGeom>
        </p:spPr>
      </p:pic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21DD8EA-DFBC-9B93-872C-936F2EF4B917}"/>
              </a:ext>
            </a:extLst>
          </p:cNvPr>
          <p:cNvSpPr/>
          <p:nvPr/>
        </p:nvSpPr>
        <p:spPr>
          <a:xfrm rot="5400000">
            <a:off x="8135554" y="2471919"/>
            <a:ext cx="957226" cy="956936"/>
          </a:xfrm>
          <a:custGeom>
            <a:avLst/>
            <a:gdLst>
              <a:gd name="csX0" fmla="*/ 7642958 w 11947031"/>
              <a:gd name="csY0" fmla="*/ 7095148 h 11943405"/>
              <a:gd name="csX1" fmla="*/ 9004208 w 11947031"/>
              <a:gd name="csY1" fmla="*/ 5555027 h 11943405"/>
              <a:gd name="csX2" fmla="*/ 11846129 w 11947031"/>
              <a:gd name="csY2" fmla="*/ 7034241 h 11943405"/>
              <a:gd name="csX3" fmla="*/ 11947031 w 11947031"/>
              <a:gd name="csY3" fmla="*/ 6700038 h 11943405"/>
              <a:gd name="csX4" fmla="*/ 11915605 w 11947031"/>
              <a:gd name="csY4" fmla="*/ 7105522 h 11943405"/>
              <a:gd name="csX5" fmla="*/ 10285533 w 11947031"/>
              <a:gd name="csY5" fmla="*/ 7768660 h 11943405"/>
              <a:gd name="csX6" fmla="*/ 10729295 w 11947031"/>
              <a:gd name="csY6" fmla="*/ 8784627 h 11943405"/>
              <a:gd name="csX7" fmla="*/ 9354634 w 11947031"/>
              <a:gd name="csY7" fmla="*/ 6370134 h 11943405"/>
              <a:gd name="csX8" fmla="*/ 7642958 w 11947031"/>
              <a:gd name="csY8" fmla="*/ 7095148 h 11943405"/>
              <a:gd name="csX9" fmla="*/ 6860378 w 11947031"/>
              <a:gd name="csY9" fmla="*/ 7777981 h 11943405"/>
              <a:gd name="csX10" fmla="*/ 8808299 w 11947031"/>
              <a:gd name="csY10" fmla="*/ 7121796 h 11943405"/>
              <a:gd name="csX11" fmla="*/ 10534062 w 11947031"/>
              <a:gd name="csY11" fmla="*/ 9821116 h 11943405"/>
              <a:gd name="csX12" fmla="*/ 10788177 w 11947031"/>
              <a:gd name="csY12" fmla="*/ 9581744 h 11943405"/>
              <a:gd name="csX13" fmla="*/ 10558739 w 11947031"/>
              <a:gd name="csY13" fmla="*/ 9917547 h 11943405"/>
              <a:gd name="csX14" fmla="*/ 8815115 w 11947031"/>
              <a:gd name="csY14" fmla="*/ 9679513 h 11943405"/>
              <a:gd name="csX15" fmla="*/ 8693152 w 11947031"/>
              <a:gd name="csY15" fmla="*/ 10781438 h 11943405"/>
              <a:gd name="csX16" fmla="*/ 8705592 w 11947031"/>
              <a:gd name="csY16" fmla="*/ 8003073 h 11943405"/>
              <a:gd name="csX17" fmla="*/ 6860378 w 11947031"/>
              <a:gd name="csY17" fmla="*/ 7777981 h 11943405"/>
              <a:gd name="csX18" fmla="*/ 8390506 w 11947031"/>
              <a:gd name="csY18" fmla="*/ 4096370 h 11943405"/>
              <a:gd name="csX19" fmla="*/ 11591338 w 11947031"/>
              <a:gd name="csY19" fmla="*/ 3957591 h 11943405"/>
              <a:gd name="csX20" fmla="*/ 11511743 w 11947031"/>
              <a:gd name="csY20" fmla="*/ 3617682 h 11943405"/>
              <a:gd name="csX21" fmla="*/ 11687137 w 11947031"/>
              <a:gd name="csY21" fmla="*/ 3984619 h 11943405"/>
              <a:gd name="csX22" fmla="*/ 10606525 w 11947031"/>
              <a:gd name="csY22" fmla="*/ 5373562 h 11943405"/>
              <a:gd name="csX23" fmla="*/ 11498582 w 11947031"/>
              <a:gd name="csY23" fmla="*/ 6031853 h 11943405"/>
              <a:gd name="csX24" fmla="*/ 9101347 w 11947031"/>
              <a:gd name="csY24" fmla="*/ 4627314 h 11943405"/>
              <a:gd name="csX25" fmla="*/ 7980968 w 11947031"/>
              <a:gd name="csY25" fmla="*/ 6110632 h 11943405"/>
              <a:gd name="csX26" fmla="*/ 8390506 w 11947031"/>
              <a:gd name="csY26" fmla="*/ 4096370 h 11943405"/>
              <a:gd name="csX27" fmla="*/ 5827854 w 11947031"/>
              <a:gd name="csY27" fmla="*/ 7980945 h 11943405"/>
              <a:gd name="csX28" fmla="*/ 7842117 w 11947031"/>
              <a:gd name="csY28" fmla="*/ 8390483 h 11943405"/>
              <a:gd name="csX29" fmla="*/ 7980896 w 11947031"/>
              <a:gd name="csY29" fmla="*/ 11591315 h 11943405"/>
              <a:gd name="csX30" fmla="*/ 8320804 w 11947031"/>
              <a:gd name="csY30" fmla="*/ 11511719 h 11943405"/>
              <a:gd name="csX31" fmla="*/ 7953868 w 11947031"/>
              <a:gd name="csY31" fmla="*/ 11687114 h 11943405"/>
              <a:gd name="csX32" fmla="*/ 6564924 w 11947031"/>
              <a:gd name="csY32" fmla="*/ 10606501 h 11943405"/>
              <a:gd name="csX33" fmla="*/ 5906633 w 11947031"/>
              <a:gd name="csY33" fmla="*/ 11498559 h 11943405"/>
              <a:gd name="csX34" fmla="*/ 7311173 w 11947031"/>
              <a:gd name="csY34" fmla="*/ 9101324 h 11943405"/>
              <a:gd name="csX35" fmla="*/ 5827854 w 11947031"/>
              <a:gd name="csY35" fmla="*/ 7980945 h 11943405"/>
              <a:gd name="csX36" fmla="*/ 4843345 w 11947031"/>
              <a:gd name="csY36" fmla="*/ 7639331 h 11943405"/>
              <a:gd name="csX37" fmla="*/ 6383466 w 11947031"/>
              <a:gd name="csY37" fmla="*/ 9000581 h 11943405"/>
              <a:gd name="csX38" fmla="*/ 4904252 w 11947031"/>
              <a:gd name="csY38" fmla="*/ 11842502 h 11943405"/>
              <a:gd name="csX39" fmla="*/ 5238455 w 11947031"/>
              <a:gd name="csY39" fmla="*/ 11943405 h 11943405"/>
              <a:gd name="csX40" fmla="*/ 4832970 w 11947031"/>
              <a:gd name="csY40" fmla="*/ 11911979 h 11943405"/>
              <a:gd name="csX41" fmla="*/ 4169832 w 11947031"/>
              <a:gd name="csY41" fmla="*/ 10281906 h 11943405"/>
              <a:gd name="csX42" fmla="*/ 3153866 w 11947031"/>
              <a:gd name="csY42" fmla="*/ 10725669 h 11943405"/>
              <a:gd name="csX43" fmla="*/ 5568359 w 11947031"/>
              <a:gd name="csY43" fmla="*/ 9351008 h 11943405"/>
              <a:gd name="csX44" fmla="*/ 4843345 w 11947031"/>
              <a:gd name="csY44" fmla="*/ 7639331 h 11943405"/>
              <a:gd name="csX45" fmla="*/ 7128535 w 11947031"/>
              <a:gd name="csY45" fmla="*/ 3141845 h 11943405"/>
              <a:gd name="csX46" fmla="*/ 9827854 w 11947031"/>
              <a:gd name="csY46" fmla="*/ 1416081 h 11943405"/>
              <a:gd name="csX47" fmla="*/ 9588482 w 11947031"/>
              <a:gd name="csY47" fmla="*/ 1161966 h 11943405"/>
              <a:gd name="csX48" fmla="*/ 9924286 w 11947031"/>
              <a:gd name="csY48" fmla="*/ 1391404 h 11943405"/>
              <a:gd name="csX49" fmla="*/ 9686251 w 11947031"/>
              <a:gd name="csY49" fmla="*/ 3135028 h 11943405"/>
              <a:gd name="csX50" fmla="*/ 10788177 w 11947031"/>
              <a:gd name="csY50" fmla="*/ 3256991 h 11943405"/>
              <a:gd name="csX51" fmla="*/ 8009812 w 11947031"/>
              <a:gd name="csY51" fmla="*/ 3244550 h 11943405"/>
              <a:gd name="csX52" fmla="*/ 7784720 w 11947031"/>
              <a:gd name="csY52" fmla="*/ 5089765 h 11943405"/>
              <a:gd name="csX53" fmla="*/ 7128535 w 11947031"/>
              <a:gd name="csY53" fmla="*/ 3141845 h 11943405"/>
              <a:gd name="csX54" fmla="*/ 6708576 w 11947031"/>
              <a:gd name="csY54" fmla="*/ 0 h 11943405"/>
              <a:gd name="csX55" fmla="*/ 7114061 w 11947031"/>
              <a:gd name="csY55" fmla="*/ 31427 h 11943405"/>
              <a:gd name="csX56" fmla="*/ 7777198 w 11947031"/>
              <a:gd name="csY56" fmla="*/ 1661498 h 11943405"/>
              <a:gd name="csX57" fmla="*/ 8793166 w 11947031"/>
              <a:gd name="csY57" fmla="*/ 1217736 h 11943405"/>
              <a:gd name="csX58" fmla="*/ 6378673 w 11947031"/>
              <a:gd name="csY58" fmla="*/ 2592396 h 11943405"/>
              <a:gd name="csX59" fmla="*/ 7103687 w 11947031"/>
              <a:gd name="csY59" fmla="*/ 4304073 h 11943405"/>
              <a:gd name="csX60" fmla="*/ 5563566 w 11947031"/>
              <a:gd name="csY60" fmla="*/ 2942823 h 11943405"/>
              <a:gd name="csX61" fmla="*/ 7042779 w 11947031"/>
              <a:gd name="csY61" fmla="*/ 100903 h 11943405"/>
              <a:gd name="csX62" fmla="*/ 6708576 w 11947031"/>
              <a:gd name="csY62" fmla="*/ 0 h 11943405"/>
              <a:gd name="csX63" fmla="*/ 1158855 w 11947031"/>
              <a:gd name="csY63" fmla="*/ 8686414 h 11943405"/>
              <a:gd name="csX64" fmla="*/ 3937220 w 11947031"/>
              <a:gd name="csY64" fmla="*/ 8698854 h 11943405"/>
              <a:gd name="csX65" fmla="*/ 4162311 w 11947031"/>
              <a:gd name="csY65" fmla="*/ 6853640 h 11943405"/>
              <a:gd name="csX66" fmla="*/ 4818496 w 11947031"/>
              <a:gd name="csY66" fmla="*/ 8801561 h 11943405"/>
              <a:gd name="csX67" fmla="*/ 2119177 w 11947031"/>
              <a:gd name="csY67" fmla="*/ 10527324 h 11943405"/>
              <a:gd name="csX68" fmla="*/ 2358549 w 11947031"/>
              <a:gd name="csY68" fmla="*/ 10781439 h 11943405"/>
              <a:gd name="csX69" fmla="*/ 2022745 w 11947031"/>
              <a:gd name="csY69" fmla="*/ 10552001 h 11943405"/>
              <a:gd name="csX70" fmla="*/ 2260780 w 11947031"/>
              <a:gd name="csY70" fmla="*/ 8808376 h 11943405"/>
              <a:gd name="csX71" fmla="*/ 3626227 w 11947031"/>
              <a:gd name="csY71" fmla="*/ 431686 h 11943405"/>
              <a:gd name="csX72" fmla="*/ 3993164 w 11947031"/>
              <a:gd name="csY72" fmla="*/ 256291 h 11943405"/>
              <a:gd name="csX73" fmla="*/ 5382107 w 11947031"/>
              <a:gd name="csY73" fmla="*/ 1336903 h 11943405"/>
              <a:gd name="csX74" fmla="*/ 6040399 w 11947031"/>
              <a:gd name="csY74" fmla="*/ 444845 h 11943405"/>
              <a:gd name="csX75" fmla="*/ 4635859 w 11947031"/>
              <a:gd name="csY75" fmla="*/ 2842080 h 11943405"/>
              <a:gd name="csX76" fmla="*/ 6119178 w 11947031"/>
              <a:gd name="csY76" fmla="*/ 3962459 h 11943405"/>
              <a:gd name="csX77" fmla="*/ 4104915 w 11947031"/>
              <a:gd name="csY77" fmla="*/ 3552922 h 11943405"/>
              <a:gd name="csX78" fmla="*/ 3966136 w 11947031"/>
              <a:gd name="csY78" fmla="*/ 352090 h 11943405"/>
              <a:gd name="csX79" fmla="*/ 3626227 w 11947031"/>
              <a:gd name="csY79" fmla="*/ 431686 h 11943405"/>
              <a:gd name="csX80" fmla="*/ 448448 w 11947031"/>
              <a:gd name="csY80" fmla="*/ 5911550 h 11943405"/>
              <a:gd name="csX81" fmla="*/ 2845683 w 11947031"/>
              <a:gd name="csY81" fmla="*/ 7316090 h 11943405"/>
              <a:gd name="csX82" fmla="*/ 3966061 w 11947031"/>
              <a:gd name="csY82" fmla="*/ 5832772 h 11943405"/>
              <a:gd name="csX83" fmla="*/ 3556524 w 11947031"/>
              <a:gd name="csY83" fmla="*/ 7847035 h 11943405"/>
              <a:gd name="csX84" fmla="*/ 355692 w 11947031"/>
              <a:gd name="csY84" fmla="*/ 7985812 h 11943405"/>
              <a:gd name="csX85" fmla="*/ 435289 w 11947031"/>
              <a:gd name="csY85" fmla="*/ 8325722 h 11943405"/>
              <a:gd name="csX86" fmla="*/ 259894 w 11947031"/>
              <a:gd name="csY86" fmla="*/ 7958785 h 11943405"/>
              <a:gd name="csX87" fmla="*/ 1340506 w 11947031"/>
              <a:gd name="csY87" fmla="*/ 6569842 h 11943405"/>
              <a:gd name="csX88" fmla="*/ 31426 w 11947031"/>
              <a:gd name="csY88" fmla="*/ 4837881 h 11943405"/>
              <a:gd name="csX89" fmla="*/ 1661499 w 11947031"/>
              <a:gd name="csY89" fmla="*/ 4174744 h 11943405"/>
              <a:gd name="csX90" fmla="*/ 1217736 w 11947031"/>
              <a:gd name="csY90" fmla="*/ 3158776 h 11943405"/>
              <a:gd name="csX91" fmla="*/ 2592396 w 11947031"/>
              <a:gd name="csY91" fmla="*/ 5573270 h 11943405"/>
              <a:gd name="csX92" fmla="*/ 4304072 w 11947031"/>
              <a:gd name="csY92" fmla="*/ 4848255 h 11943405"/>
              <a:gd name="csX93" fmla="*/ 2942822 w 11947031"/>
              <a:gd name="csY93" fmla="*/ 6388377 h 11943405"/>
              <a:gd name="csX94" fmla="*/ 100903 w 11947031"/>
              <a:gd name="csY94" fmla="*/ 4909162 h 11943405"/>
              <a:gd name="csX95" fmla="*/ 0 w 11947031"/>
              <a:gd name="csY95" fmla="*/ 5243366 h 11943405"/>
              <a:gd name="csX96" fmla="*/ 1158854 w 11947031"/>
              <a:gd name="csY96" fmla="*/ 2361660 h 11943405"/>
              <a:gd name="csX97" fmla="*/ 1388293 w 11947031"/>
              <a:gd name="csY97" fmla="*/ 2025856 h 11943405"/>
              <a:gd name="csX98" fmla="*/ 3131916 w 11947031"/>
              <a:gd name="csY98" fmla="*/ 2263891 h 11943405"/>
              <a:gd name="csX99" fmla="*/ 3253880 w 11947031"/>
              <a:gd name="csY99" fmla="*/ 1161965 h 11943405"/>
              <a:gd name="csX100" fmla="*/ 3241438 w 11947031"/>
              <a:gd name="csY100" fmla="*/ 3940330 h 11943405"/>
              <a:gd name="csX101" fmla="*/ 5086652 w 11947031"/>
              <a:gd name="csY101" fmla="*/ 4165422 h 11943405"/>
              <a:gd name="csX102" fmla="*/ 3138731 w 11947031"/>
              <a:gd name="csY102" fmla="*/ 4821607 h 11943405"/>
              <a:gd name="csX103" fmla="*/ 1412969 w 11947031"/>
              <a:gd name="csY103" fmla="*/ 2122287 h 11943405"/>
              <a:gd name="csX104" fmla="*/ 1158854 w 11947031"/>
              <a:gd name="csY104" fmla="*/ 2361660 h 119434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</a:cxnLst>
            <a:rect l="l" t="t" r="r" b="b"/>
            <a:pathLst>
              <a:path w="11947031" h="11943405">
                <a:moveTo>
                  <a:pt x="7642958" y="7095148"/>
                </a:moveTo>
                <a:cubicBezTo>
                  <a:pt x="8176444" y="6446074"/>
                  <a:pt x="8604128" y="6018071"/>
                  <a:pt x="9004208" y="5555027"/>
                </a:cubicBezTo>
                <a:cubicBezTo>
                  <a:pt x="10020603" y="6069835"/>
                  <a:pt x="11181452" y="6681982"/>
                  <a:pt x="11846129" y="7034241"/>
                </a:cubicBezTo>
                <a:cubicBezTo>
                  <a:pt x="11871509" y="6940107"/>
                  <a:pt x="11888791" y="6887668"/>
                  <a:pt x="11947031" y="6700038"/>
                </a:cubicBezTo>
                <a:lnTo>
                  <a:pt x="11915605" y="7105522"/>
                </a:lnTo>
                <a:lnTo>
                  <a:pt x="10285533" y="7768660"/>
                </a:lnTo>
                <a:lnTo>
                  <a:pt x="10729295" y="8784627"/>
                </a:lnTo>
                <a:cubicBezTo>
                  <a:pt x="10303948" y="8043596"/>
                  <a:pt x="9736233" y="7016122"/>
                  <a:pt x="9354634" y="6370134"/>
                </a:cubicBezTo>
                <a:cubicBezTo>
                  <a:pt x="8802798" y="6637377"/>
                  <a:pt x="8290966" y="6767116"/>
                  <a:pt x="7642958" y="7095148"/>
                </a:cubicBezTo>
                <a:close/>
                <a:moveTo>
                  <a:pt x="6860378" y="7777981"/>
                </a:moveTo>
                <a:cubicBezTo>
                  <a:pt x="7646468" y="7481388"/>
                  <a:pt x="8230610" y="7323661"/>
                  <a:pt x="8808299" y="7121796"/>
                </a:cubicBezTo>
                <a:cubicBezTo>
                  <a:pt x="9432600" y="8074862"/>
                  <a:pt x="10133575" y="9184334"/>
                  <a:pt x="10534062" y="9821116"/>
                </a:cubicBezTo>
                <a:cubicBezTo>
                  <a:pt x="10603003" y="9752177"/>
                  <a:pt x="10644131" y="9715340"/>
                  <a:pt x="10788177" y="9581744"/>
                </a:cubicBezTo>
                <a:lnTo>
                  <a:pt x="10558739" y="9917547"/>
                </a:lnTo>
                <a:lnTo>
                  <a:pt x="8815115" y="9679513"/>
                </a:lnTo>
                <a:lnTo>
                  <a:pt x="8693152" y="10781438"/>
                </a:lnTo>
                <a:cubicBezTo>
                  <a:pt x="8693979" y="9927010"/>
                  <a:pt x="8714238" y="8753302"/>
                  <a:pt x="8705592" y="8003073"/>
                </a:cubicBezTo>
                <a:cubicBezTo>
                  <a:pt x="8093998" y="7959544"/>
                  <a:pt x="7585647" y="7816775"/>
                  <a:pt x="6860378" y="7777981"/>
                </a:cubicBezTo>
                <a:close/>
                <a:moveTo>
                  <a:pt x="8390506" y="4096370"/>
                </a:moveTo>
                <a:cubicBezTo>
                  <a:pt x="9528156" y="4034416"/>
                  <a:pt x="10839572" y="3984595"/>
                  <a:pt x="11591338" y="3957591"/>
                </a:cubicBezTo>
                <a:cubicBezTo>
                  <a:pt x="11566285" y="3863370"/>
                  <a:pt x="11555051" y="3809311"/>
                  <a:pt x="11511743" y="3617682"/>
                </a:cubicBezTo>
                <a:lnTo>
                  <a:pt x="11687137" y="3984619"/>
                </a:lnTo>
                <a:lnTo>
                  <a:pt x="10606525" y="5373562"/>
                </a:lnTo>
                <a:lnTo>
                  <a:pt x="11498582" y="6031853"/>
                </a:lnTo>
                <a:cubicBezTo>
                  <a:pt x="10759859" y="5602511"/>
                  <a:pt x="9754684" y="4996190"/>
                  <a:pt x="9101347" y="4627314"/>
                </a:cubicBezTo>
                <a:cubicBezTo>
                  <a:pt x="8756883" y="5134548"/>
                  <a:pt x="8378362" y="5502686"/>
                  <a:pt x="7980968" y="6110632"/>
                </a:cubicBezTo>
                <a:cubicBezTo>
                  <a:pt x="8118740" y="5281824"/>
                  <a:pt x="8275333" y="4697376"/>
                  <a:pt x="8390506" y="4096370"/>
                </a:cubicBezTo>
                <a:close/>
                <a:moveTo>
                  <a:pt x="5827854" y="7980945"/>
                </a:moveTo>
                <a:cubicBezTo>
                  <a:pt x="6656663" y="8118718"/>
                  <a:pt x="7241110" y="8275310"/>
                  <a:pt x="7842117" y="8390483"/>
                </a:cubicBezTo>
                <a:cubicBezTo>
                  <a:pt x="7904071" y="9528133"/>
                  <a:pt x="7953891" y="10839549"/>
                  <a:pt x="7980896" y="11591315"/>
                </a:cubicBezTo>
                <a:cubicBezTo>
                  <a:pt x="8075117" y="11566262"/>
                  <a:pt x="8129176" y="11555028"/>
                  <a:pt x="8320804" y="11511719"/>
                </a:cubicBezTo>
                <a:lnTo>
                  <a:pt x="7953868" y="11687114"/>
                </a:lnTo>
                <a:lnTo>
                  <a:pt x="6564924" y="10606501"/>
                </a:lnTo>
                <a:lnTo>
                  <a:pt x="5906633" y="11498559"/>
                </a:lnTo>
                <a:cubicBezTo>
                  <a:pt x="6335976" y="10759835"/>
                  <a:pt x="6942296" y="9754660"/>
                  <a:pt x="7311173" y="9101324"/>
                </a:cubicBezTo>
                <a:cubicBezTo>
                  <a:pt x="6803938" y="8756859"/>
                  <a:pt x="6435800" y="8378340"/>
                  <a:pt x="5827854" y="7980945"/>
                </a:cubicBezTo>
                <a:close/>
                <a:moveTo>
                  <a:pt x="4843345" y="7639331"/>
                </a:moveTo>
                <a:cubicBezTo>
                  <a:pt x="5492418" y="8172818"/>
                  <a:pt x="5920422" y="8600501"/>
                  <a:pt x="6383466" y="9000581"/>
                </a:cubicBezTo>
                <a:cubicBezTo>
                  <a:pt x="5868657" y="10016977"/>
                  <a:pt x="5256510" y="11177826"/>
                  <a:pt x="4904252" y="11842502"/>
                </a:cubicBezTo>
                <a:cubicBezTo>
                  <a:pt x="4998385" y="11867883"/>
                  <a:pt x="5050825" y="11885164"/>
                  <a:pt x="5238455" y="11943405"/>
                </a:cubicBezTo>
                <a:lnTo>
                  <a:pt x="4832970" y="11911979"/>
                </a:lnTo>
                <a:lnTo>
                  <a:pt x="4169832" y="10281906"/>
                </a:lnTo>
                <a:lnTo>
                  <a:pt x="3153866" y="10725669"/>
                </a:lnTo>
                <a:cubicBezTo>
                  <a:pt x="3894897" y="10300321"/>
                  <a:pt x="4922370" y="9732606"/>
                  <a:pt x="5568359" y="9351008"/>
                </a:cubicBezTo>
                <a:cubicBezTo>
                  <a:pt x="5301115" y="8799171"/>
                  <a:pt x="5171375" y="8287340"/>
                  <a:pt x="4843345" y="7639331"/>
                </a:cubicBezTo>
                <a:close/>
                <a:moveTo>
                  <a:pt x="7128535" y="3141845"/>
                </a:moveTo>
                <a:cubicBezTo>
                  <a:pt x="8081601" y="2517543"/>
                  <a:pt x="9191072" y="1816568"/>
                  <a:pt x="9827854" y="1416081"/>
                </a:cubicBezTo>
                <a:cubicBezTo>
                  <a:pt x="9758915" y="1347141"/>
                  <a:pt x="9722079" y="1306012"/>
                  <a:pt x="9588482" y="1161966"/>
                </a:cubicBezTo>
                <a:lnTo>
                  <a:pt x="9924286" y="1391404"/>
                </a:lnTo>
                <a:lnTo>
                  <a:pt x="9686251" y="3135028"/>
                </a:lnTo>
                <a:lnTo>
                  <a:pt x="10788177" y="3256991"/>
                </a:lnTo>
                <a:cubicBezTo>
                  <a:pt x="9933749" y="3256163"/>
                  <a:pt x="8760040" y="3235905"/>
                  <a:pt x="8009812" y="3244550"/>
                </a:cubicBezTo>
                <a:cubicBezTo>
                  <a:pt x="7966283" y="3856145"/>
                  <a:pt x="7823514" y="4364496"/>
                  <a:pt x="7784720" y="5089765"/>
                </a:cubicBezTo>
                <a:cubicBezTo>
                  <a:pt x="7488127" y="4303675"/>
                  <a:pt x="7330400" y="3719533"/>
                  <a:pt x="7128535" y="3141845"/>
                </a:cubicBezTo>
                <a:close/>
                <a:moveTo>
                  <a:pt x="6708576" y="0"/>
                </a:moveTo>
                <a:lnTo>
                  <a:pt x="7114061" y="31427"/>
                </a:lnTo>
                <a:lnTo>
                  <a:pt x="7777198" y="1661498"/>
                </a:lnTo>
                <a:lnTo>
                  <a:pt x="8793166" y="1217736"/>
                </a:lnTo>
                <a:cubicBezTo>
                  <a:pt x="8052134" y="1643082"/>
                  <a:pt x="7024661" y="2210798"/>
                  <a:pt x="6378673" y="2592396"/>
                </a:cubicBezTo>
                <a:cubicBezTo>
                  <a:pt x="6645917" y="3144233"/>
                  <a:pt x="6775656" y="3656065"/>
                  <a:pt x="7103687" y="4304073"/>
                </a:cubicBezTo>
                <a:cubicBezTo>
                  <a:pt x="6454613" y="3770587"/>
                  <a:pt x="6026611" y="3342904"/>
                  <a:pt x="5563566" y="2942823"/>
                </a:cubicBezTo>
                <a:cubicBezTo>
                  <a:pt x="6078374" y="1926428"/>
                  <a:pt x="6690521" y="765580"/>
                  <a:pt x="7042779" y="100903"/>
                </a:cubicBezTo>
                <a:cubicBezTo>
                  <a:pt x="6948646" y="75522"/>
                  <a:pt x="6896207" y="58240"/>
                  <a:pt x="6708576" y="0"/>
                </a:cubicBezTo>
                <a:close/>
                <a:moveTo>
                  <a:pt x="1158855" y="8686414"/>
                </a:moveTo>
                <a:cubicBezTo>
                  <a:pt x="2013283" y="8687241"/>
                  <a:pt x="3186991" y="8707499"/>
                  <a:pt x="3937220" y="8698854"/>
                </a:cubicBezTo>
                <a:cubicBezTo>
                  <a:pt x="3980749" y="8087259"/>
                  <a:pt x="4123516" y="7578909"/>
                  <a:pt x="4162311" y="6853640"/>
                </a:cubicBezTo>
                <a:cubicBezTo>
                  <a:pt x="4458904" y="7639730"/>
                  <a:pt x="4616631" y="8223872"/>
                  <a:pt x="4818496" y="8801561"/>
                </a:cubicBezTo>
                <a:cubicBezTo>
                  <a:pt x="3865430" y="9425862"/>
                  <a:pt x="2755959" y="10126837"/>
                  <a:pt x="2119177" y="10527324"/>
                </a:cubicBezTo>
                <a:cubicBezTo>
                  <a:pt x="2188116" y="10596264"/>
                  <a:pt x="2224953" y="10637393"/>
                  <a:pt x="2358549" y="10781439"/>
                </a:cubicBezTo>
                <a:lnTo>
                  <a:pt x="2022745" y="10552001"/>
                </a:lnTo>
                <a:lnTo>
                  <a:pt x="2260780" y="8808376"/>
                </a:lnTo>
                <a:close/>
                <a:moveTo>
                  <a:pt x="3626227" y="431686"/>
                </a:moveTo>
                <a:lnTo>
                  <a:pt x="3993164" y="256291"/>
                </a:lnTo>
                <a:lnTo>
                  <a:pt x="5382107" y="1336903"/>
                </a:lnTo>
                <a:lnTo>
                  <a:pt x="6040399" y="444845"/>
                </a:lnTo>
                <a:cubicBezTo>
                  <a:pt x="5611055" y="1183568"/>
                  <a:pt x="5004735" y="2188744"/>
                  <a:pt x="4635859" y="2842080"/>
                </a:cubicBezTo>
                <a:cubicBezTo>
                  <a:pt x="5143094" y="3186544"/>
                  <a:pt x="5511231" y="3565066"/>
                  <a:pt x="6119178" y="3962459"/>
                </a:cubicBezTo>
                <a:cubicBezTo>
                  <a:pt x="5290369" y="3824687"/>
                  <a:pt x="4705922" y="3668095"/>
                  <a:pt x="4104915" y="3552922"/>
                </a:cubicBezTo>
                <a:cubicBezTo>
                  <a:pt x="4042961" y="2415271"/>
                  <a:pt x="3993140" y="1103856"/>
                  <a:pt x="3966136" y="352090"/>
                </a:cubicBezTo>
                <a:cubicBezTo>
                  <a:pt x="3871915" y="377143"/>
                  <a:pt x="3817856" y="388377"/>
                  <a:pt x="3626227" y="431686"/>
                </a:cubicBezTo>
                <a:close/>
                <a:moveTo>
                  <a:pt x="448448" y="5911550"/>
                </a:moveTo>
                <a:cubicBezTo>
                  <a:pt x="1187171" y="6340893"/>
                  <a:pt x="2192347" y="6947214"/>
                  <a:pt x="2845683" y="7316090"/>
                </a:cubicBezTo>
                <a:cubicBezTo>
                  <a:pt x="3190147" y="6808855"/>
                  <a:pt x="3568668" y="6440718"/>
                  <a:pt x="3966061" y="5832772"/>
                </a:cubicBezTo>
                <a:cubicBezTo>
                  <a:pt x="3828289" y="6661581"/>
                  <a:pt x="3671697" y="7246028"/>
                  <a:pt x="3556524" y="7847035"/>
                </a:cubicBezTo>
                <a:cubicBezTo>
                  <a:pt x="2418874" y="7908988"/>
                  <a:pt x="1107459" y="7958809"/>
                  <a:pt x="355692" y="7985812"/>
                </a:cubicBezTo>
                <a:cubicBezTo>
                  <a:pt x="380745" y="8080035"/>
                  <a:pt x="391979" y="8134093"/>
                  <a:pt x="435289" y="8325722"/>
                </a:cubicBezTo>
                <a:lnTo>
                  <a:pt x="259894" y="7958785"/>
                </a:lnTo>
                <a:lnTo>
                  <a:pt x="1340506" y="6569842"/>
                </a:lnTo>
                <a:close/>
                <a:moveTo>
                  <a:pt x="31426" y="4837881"/>
                </a:moveTo>
                <a:lnTo>
                  <a:pt x="1661499" y="4174744"/>
                </a:lnTo>
                <a:lnTo>
                  <a:pt x="1217736" y="3158776"/>
                </a:lnTo>
                <a:cubicBezTo>
                  <a:pt x="1643083" y="3899808"/>
                  <a:pt x="2210798" y="4927282"/>
                  <a:pt x="2592396" y="5573270"/>
                </a:cubicBezTo>
                <a:cubicBezTo>
                  <a:pt x="3144233" y="5306026"/>
                  <a:pt x="3656064" y="5176288"/>
                  <a:pt x="4304072" y="4848255"/>
                </a:cubicBezTo>
                <a:cubicBezTo>
                  <a:pt x="3770586" y="5497330"/>
                  <a:pt x="3342903" y="5925333"/>
                  <a:pt x="2942822" y="6388377"/>
                </a:cubicBezTo>
                <a:cubicBezTo>
                  <a:pt x="1926428" y="5873568"/>
                  <a:pt x="765579" y="5261422"/>
                  <a:pt x="100903" y="4909162"/>
                </a:cubicBezTo>
                <a:cubicBezTo>
                  <a:pt x="75521" y="5003296"/>
                  <a:pt x="58239" y="5055736"/>
                  <a:pt x="0" y="5243366"/>
                </a:cubicBezTo>
                <a:close/>
                <a:moveTo>
                  <a:pt x="1158854" y="2361660"/>
                </a:moveTo>
                <a:lnTo>
                  <a:pt x="1388293" y="2025856"/>
                </a:lnTo>
                <a:lnTo>
                  <a:pt x="3131916" y="2263891"/>
                </a:lnTo>
                <a:lnTo>
                  <a:pt x="3253880" y="1161965"/>
                </a:lnTo>
                <a:cubicBezTo>
                  <a:pt x="3253051" y="2016393"/>
                  <a:pt x="3232793" y="3190102"/>
                  <a:pt x="3241438" y="3940330"/>
                </a:cubicBezTo>
                <a:cubicBezTo>
                  <a:pt x="3853033" y="3983859"/>
                  <a:pt x="4361383" y="4126628"/>
                  <a:pt x="5086652" y="4165422"/>
                </a:cubicBezTo>
                <a:cubicBezTo>
                  <a:pt x="4300562" y="4462015"/>
                  <a:pt x="3716420" y="4619742"/>
                  <a:pt x="3138731" y="4821607"/>
                </a:cubicBezTo>
                <a:cubicBezTo>
                  <a:pt x="2514431" y="3868541"/>
                  <a:pt x="1813455" y="2759070"/>
                  <a:pt x="1412969" y="2122287"/>
                </a:cubicBezTo>
                <a:cubicBezTo>
                  <a:pt x="1344028" y="2191226"/>
                  <a:pt x="1302899" y="2228063"/>
                  <a:pt x="1158854" y="236166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E9B5EC19-9CFB-875A-9673-F8A7FFB26E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06505" y="6131519"/>
            <a:ext cx="3862488" cy="519617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969D7578-8871-34F5-D2AC-0A60A68639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24887" y="5017435"/>
            <a:ext cx="4608770" cy="72000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59FEB9C9-9866-6B92-D0BA-6BF861D041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79485" y="3926547"/>
            <a:ext cx="4757647" cy="72000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7DECAA10-FF7B-5566-1E46-68B6A629B3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33657" y="1853352"/>
            <a:ext cx="4636523" cy="720000"/>
          </a:xfrm>
          <a:prstGeom prst="rect">
            <a:avLst/>
          </a:prstGeom>
        </p:spPr>
      </p:pic>
      <p:sp>
        <p:nvSpPr>
          <p:cNvPr id="191" name="Freeform: Shape 190">
            <a:extLst>
              <a:ext uri="{FF2B5EF4-FFF2-40B4-BE49-F238E27FC236}">
                <a16:creationId xmlns:a16="http://schemas.microsoft.com/office/drawing/2014/main" id="{8029B9AB-2E28-82C7-4915-4093B4669A88}"/>
              </a:ext>
            </a:extLst>
          </p:cNvPr>
          <p:cNvSpPr/>
          <p:nvPr/>
        </p:nvSpPr>
        <p:spPr>
          <a:xfrm flipV="1">
            <a:off x="5431742" y="1878417"/>
            <a:ext cx="347581" cy="529200"/>
          </a:xfrm>
          <a:custGeom>
            <a:avLst/>
            <a:gdLst>
              <a:gd name="csX0" fmla="*/ 282628 w 347581"/>
              <a:gd name="csY0" fmla="*/ 518305 h 529200"/>
              <a:gd name="csX1" fmla="*/ 283556 w 347581"/>
              <a:gd name="csY1" fmla="*/ 489505 h 529200"/>
              <a:gd name="csX2" fmla="*/ 295611 w 347581"/>
              <a:gd name="csY2" fmla="*/ 480215 h 529200"/>
              <a:gd name="csX3" fmla="*/ 233015 w 347581"/>
              <a:gd name="csY3" fmla="*/ 483931 h 529200"/>
              <a:gd name="csX4" fmla="*/ 167637 w 347581"/>
              <a:gd name="csY4" fmla="*/ 493686 h 529200"/>
              <a:gd name="csX5" fmla="*/ 6279 w 347581"/>
              <a:gd name="csY5" fmla="*/ 343647 h 529200"/>
              <a:gd name="csX6" fmla="*/ -3922 w 347581"/>
              <a:gd name="csY6" fmla="*/ 243311 h 529200"/>
              <a:gd name="csX7" fmla="*/ 9988 w 347581"/>
              <a:gd name="csY7" fmla="*/ 151337 h 529200"/>
              <a:gd name="csX8" fmla="*/ 124052 w 347581"/>
              <a:gd name="csY8" fmla="*/ 14305 h 529200"/>
              <a:gd name="csX9" fmla="*/ 305812 w 347581"/>
              <a:gd name="csY9" fmla="*/ 23131 h 529200"/>
              <a:gd name="csX10" fmla="*/ 318795 w 347581"/>
              <a:gd name="csY10" fmla="*/ 63079 h 529200"/>
              <a:gd name="csX11" fmla="*/ 306740 w 347581"/>
              <a:gd name="csY11" fmla="*/ 170382 h 529200"/>
              <a:gd name="csX12" fmla="*/ 316940 w 347581"/>
              <a:gd name="csY12" fmla="*/ 283260 h 529200"/>
              <a:gd name="csX13" fmla="*/ 322504 w 347581"/>
              <a:gd name="csY13" fmla="*/ 309273 h 529200"/>
              <a:gd name="csX14" fmla="*/ 301639 w 347581"/>
              <a:gd name="csY14" fmla="*/ 307415 h 529200"/>
              <a:gd name="csX15" fmla="*/ 222351 w 347581"/>
              <a:gd name="csY15" fmla="*/ 311595 h 529200"/>
              <a:gd name="csX16" fmla="*/ 139353 w 347581"/>
              <a:gd name="csY16" fmla="*/ 311595 h 529200"/>
              <a:gd name="csX17" fmla="*/ 148163 w 347581"/>
              <a:gd name="csY17" fmla="*/ 216370 h 529200"/>
              <a:gd name="csX18" fmla="*/ 175983 w 347581"/>
              <a:gd name="csY18" fmla="*/ 245170 h 529200"/>
              <a:gd name="csX19" fmla="*/ 159755 w 347581"/>
              <a:gd name="csY19" fmla="*/ 262821 h 529200"/>
              <a:gd name="csX20" fmla="*/ 148163 w 347581"/>
              <a:gd name="csY20" fmla="*/ 267466 h 529200"/>
              <a:gd name="csX21" fmla="*/ 189894 w 347581"/>
              <a:gd name="csY21" fmla="*/ 264679 h 529200"/>
              <a:gd name="csX22" fmla="*/ 230697 w 347581"/>
              <a:gd name="csY22" fmla="*/ 254460 h 529200"/>
              <a:gd name="csX23" fmla="*/ 249244 w 347581"/>
              <a:gd name="csY23" fmla="*/ 255853 h 529200"/>
              <a:gd name="csX24" fmla="*/ 251099 w 347581"/>
              <a:gd name="csY24" fmla="*/ 167595 h 529200"/>
              <a:gd name="csX25" fmla="*/ 258981 w 347581"/>
              <a:gd name="csY25" fmla="*/ 65402 h 529200"/>
              <a:gd name="csX26" fmla="*/ 224206 w 347581"/>
              <a:gd name="csY26" fmla="*/ 37066 h 529200"/>
              <a:gd name="csX27" fmla="*/ 118951 w 347581"/>
              <a:gd name="csY27" fmla="*/ 77944 h 529200"/>
              <a:gd name="csX28" fmla="*/ 57746 w 347581"/>
              <a:gd name="csY28" fmla="*/ 186176 h 529200"/>
              <a:gd name="csX29" fmla="*/ 55428 w 347581"/>
              <a:gd name="csY29" fmla="*/ 324137 h 529200"/>
              <a:gd name="csX30" fmla="*/ 147236 w 347581"/>
              <a:gd name="csY30" fmla="*/ 450950 h 529200"/>
              <a:gd name="csX31" fmla="*/ 230697 w 347581"/>
              <a:gd name="csY31" fmla="*/ 443982 h 529200"/>
              <a:gd name="csX32" fmla="*/ 322041 w 347581"/>
              <a:gd name="csY32" fmla="*/ 439337 h 529200"/>
              <a:gd name="csX33" fmla="*/ 342906 w 347581"/>
              <a:gd name="csY33" fmla="*/ 486253 h 529200"/>
              <a:gd name="csX34" fmla="*/ 282628 w 347581"/>
              <a:gd name="csY34" fmla="*/ 518305 h 529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347581" h="529200">
                <a:moveTo>
                  <a:pt x="282628" y="518305"/>
                </a:moveTo>
                <a:cubicBezTo>
                  <a:pt x="270109" y="505763"/>
                  <a:pt x="270573" y="491363"/>
                  <a:pt x="283556" y="489505"/>
                </a:cubicBezTo>
                <a:cubicBezTo>
                  <a:pt x="289584" y="488576"/>
                  <a:pt x="294684" y="484395"/>
                  <a:pt x="295611" y="480215"/>
                </a:cubicBezTo>
                <a:cubicBezTo>
                  <a:pt x="297930" y="468137"/>
                  <a:pt x="276137" y="469531"/>
                  <a:pt x="233015" y="483931"/>
                </a:cubicBezTo>
                <a:cubicBezTo>
                  <a:pt x="203340" y="494150"/>
                  <a:pt x="191748" y="495544"/>
                  <a:pt x="167637" y="493686"/>
                </a:cubicBezTo>
                <a:cubicBezTo>
                  <a:pt x="92522" y="486718"/>
                  <a:pt x="33635" y="431905"/>
                  <a:pt x="6279" y="343647"/>
                </a:cubicBezTo>
                <a:cubicBezTo>
                  <a:pt x="-4850" y="307879"/>
                  <a:pt x="-5777" y="299982"/>
                  <a:pt x="-3922" y="243311"/>
                </a:cubicBezTo>
                <a:cubicBezTo>
                  <a:pt x="-2068" y="191750"/>
                  <a:pt x="251" y="176421"/>
                  <a:pt x="9988" y="151337"/>
                </a:cubicBezTo>
                <a:cubicBezTo>
                  <a:pt x="34099" y="89092"/>
                  <a:pt x="77221" y="37066"/>
                  <a:pt x="124052" y="14305"/>
                </a:cubicBezTo>
                <a:cubicBezTo>
                  <a:pt x="171347" y="-8921"/>
                  <a:pt x="250635" y="-5205"/>
                  <a:pt x="305812" y="23131"/>
                </a:cubicBezTo>
                <a:cubicBezTo>
                  <a:pt x="330387" y="35673"/>
                  <a:pt x="333169" y="43570"/>
                  <a:pt x="318795" y="63079"/>
                </a:cubicBezTo>
                <a:cubicBezTo>
                  <a:pt x="308594" y="77015"/>
                  <a:pt x="308131" y="82124"/>
                  <a:pt x="306740" y="170382"/>
                </a:cubicBezTo>
                <a:cubicBezTo>
                  <a:pt x="305348" y="262821"/>
                  <a:pt x="305348" y="263286"/>
                  <a:pt x="316940" y="283260"/>
                </a:cubicBezTo>
                <a:cubicBezTo>
                  <a:pt x="327141" y="300447"/>
                  <a:pt x="327605" y="304628"/>
                  <a:pt x="322504" y="309273"/>
                </a:cubicBezTo>
                <a:cubicBezTo>
                  <a:pt x="317404" y="313453"/>
                  <a:pt x="312767" y="312989"/>
                  <a:pt x="301639" y="307415"/>
                </a:cubicBezTo>
                <a:cubicBezTo>
                  <a:pt x="281701" y="296731"/>
                  <a:pt x="253881" y="298124"/>
                  <a:pt x="222351" y="311595"/>
                </a:cubicBezTo>
                <a:cubicBezTo>
                  <a:pt x="185721" y="326924"/>
                  <a:pt x="157900" y="326924"/>
                  <a:pt x="139353" y="311595"/>
                </a:cubicBezTo>
                <a:cubicBezTo>
                  <a:pt x="105041" y="282331"/>
                  <a:pt x="111069" y="216370"/>
                  <a:pt x="148163" y="216370"/>
                </a:cubicBezTo>
                <a:cubicBezTo>
                  <a:pt x="163464" y="216370"/>
                  <a:pt x="175983" y="229376"/>
                  <a:pt x="175983" y="245170"/>
                </a:cubicBezTo>
                <a:cubicBezTo>
                  <a:pt x="175983" y="258640"/>
                  <a:pt x="164855" y="271182"/>
                  <a:pt x="159755" y="262821"/>
                </a:cubicBezTo>
                <a:cubicBezTo>
                  <a:pt x="155118" y="254924"/>
                  <a:pt x="148163" y="257711"/>
                  <a:pt x="148163" y="267466"/>
                </a:cubicBezTo>
                <a:cubicBezTo>
                  <a:pt x="148163" y="280473"/>
                  <a:pt x="163001" y="279544"/>
                  <a:pt x="189894" y="264679"/>
                </a:cubicBezTo>
                <a:cubicBezTo>
                  <a:pt x="206122" y="255853"/>
                  <a:pt x="217250" y="253066"/>
                  <a:pt x="230697" y="254460"/>
                </a:cubicBezTo>
                <a:lnTo>
                  <a:pt x="249244" y="255853"/>
                </a:lnTo>
                <a:lnTo>
                  <a:pt x="251099" y="167595"/>
                </a:lnTo>
                <a:cubicBezTo>
                  <a:pt x="252490" y="115570"/>
                  <a:pt x="255735" y="73763"/>
                  <a:pt x="258981" y="65402"/>
                </a:cubicBezTo>
                <a:cubicBezTo>
                  <a:pt x="266400" y="47750"/>
                  <a:pt x="258517" y="41711"/>
                  <a:pt x="224206" y="37066"/>
                </a:cubicBezTo>
                <a:cubicBezTo>
                  <a:pt x="183866" y="32421"/>
                  <a:pt x="151872" y="44499"/>
                  <a:pt x="118951" y="77944"/>
                </a:cubicBezTo>
                <a:cubicBezTo>
                  <a:pt x="92058" y="104886"/>
                  <a:pt x="64238" y="154589"/>
                  <a:pt x="57746" y="186176"/>
                </a:cubicBezTo>
                <a:cubicBezTo>
                  <a:pt x="51255" y="217763"/>
                  <a:pt x="49864" y="296266"/>
                  <a:pt x="55428" y="324137"/>
                </a:cubicBezTo>
                <a:cubicBezTo>
                  <a:pt x="67020" y="383595"/>
                  <a:pt x="105041" y="436550"/>
                  <a:pt x="147236" y="450950"/>
                </a:cubicBezTo>
                <a:cubicBezTo>
                  <a:pt x="175983" y="460240"/>
                  <a:pt x="181547" y="460240"/>
                  <a:pt x="230697" y="443982"/>
                </a:cubicBezTo>
                <a:cubicBezTo>
                  <a:pt x="281237" y="427724"/>
                  <a:pt x="301639" y="426795"/>
                  <a:pt x="322041" y="439337"/>
                </a:cubicBezTo>
                <a:cubicBezTo>
                  <a:pt x="338269" y="449557"/>
                  <a:pt x="342906" y="459776"/>
                  <a:pt x="342906" y="486253"/>
                </a:cubicBezTo>
                <a:cubicBezTo>
                  <a:pt x="342906" y="521557"/>
                  <a:pt x="305812" y="541531"/>
                  <a:pt x="282628" y="518305"/>
                </a:cubicBezTo>
                <a:close/>
              </a:path>
            </a:pathLst>
          </a:custGeom>
          <a:solidFill>
            <a:srgbClr val="000000"/>
          </a:solidFill>
          <a:ln w="4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E48EB10C-9DCA-35AC-8582-F6931B2561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941450" y="1040231"/>
            <a:ext cx="4225136" cy="720000"/>
          </a:xfrm>
          <a:prstGeom prst="rect">
            <a:avLst/>
          </a:prstGeom>
        </p:spPr>
      </p:pic>
      <p:pic>
        <p:nvPicPr>
          <p:cNvPr id="67" name="Graphic 66">
            <a:extLst>
              <a:ext uri="{FF2B5EF4-FFF2-40B4-BE49-F238E27FC236}">
                <a16:creationId xmlns:a16="http://schemas.microsoft.com/office/drawing/2014/main" id="{1C08CB58-2826-2091-1AEF-9AA2674E65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86519" y="206864"/>
            <a:ext cx="4023073" cy="720000"/>
          </a:xfrm>
          <a:prstGeom prst="rect">
            <a:avLst/>
          </a:prstGeom>
        </p:spPr>
      </p:pic>
      <p:pic>
        <p:nvPicPr>
          <p:cNvPr id="70" name="Graphic 69">
            <a:extLst>
              <a:ext uri="{FF2B5EF4-FFF2-40B4-BE49-F238E27FC236}">
                <a16:creationId xmlns:a16="http://schemas.microsoft.com/office/drawing/2014/main" id="{75B3EFA5-8DE8-0546-DD2B-3F832E7EBB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848010" y="2143017"/>
            <a:ext cx="2880000" cy="720000"/>
          </a:xfrm>
          <a:prstGeom prst="rect">
            <a:avLst/>
          </a:prstGeom>
        </p:spPr>
      </p:pic>
      <p:sp>
        <p:nvSpPr>
          <p:cNvPr id="169" name="Freeform: Shape 168">
            <a:extLst>
              <a:ext uri="{FF2B5EF4-FFF2-40B4-BE49-F238E27FC236}">
                <a16:creationId xmlns:a16="http://schemas.microsoft.com/office/drawing/2014/main" id="{74F53F11-0EDD-E742-6618-35F3CDA01121}"/>
              </a:ext>
            </a:extLst>
          </p:cNvPr>
          <p:cNvSpPr/>
          <p:nvPr/>
        </p:nvSpPr>
        <p:spPr>
          <a:xfrm flipV="1">
            <a:off x="122444" y="2155983"/>
            <a:ext cx="1617013" cy="712587"/>
          </a:xfrm>
          <a:custGeom>
            <a:avLst/>
            <a:gdLst>
              <a:gd name="csX0" fmla="*/ 281809 w 1617013"/>
              <a:gd name="csY0" fmla="*/ 550476 h 712587"/>
              <a:gd name="csX1" fmla="*/ 166609 w 1617013"/>
              <a:gd name="csY1" fmla="*/ 497601 h 712587"/>
              <a:gd name="csX2" fmla="*/ 100689 w 1617013"/>
              <a:gd name="csY2" fmla="*/ 355201 h 712587"/>
              <a:gd name="csX3" fmla="*/ 132049 w 1617013"/>
              <a:gd name="csY3" fmla="*/ 198401 h 712587"/>
              <a:gd name="csX4" fmla="*/ 208529 w 1617013"/>
              <a:gd name="csY4" fmla="*/ 122241 h 712587"/>
              <a:gd name="csX5" fmla="*/ 401809 w 1617013"/>
              <a:gd name="csY5" fmla="*/ 153601 h 712587"/>
              <a:gd name="csX6" fmla="*/ 469009 w 1617013"/>
              <a:gd name="csY6" fmla="*/ 326401 h 712587"/>
              <a:gd name="csX7" fmla="*/ 452049 w 1617013"/>
              <a:gd name="csY7" fmla="*/ 422401 h 712587"/>
              <a:gd name="csX8" fmla="*/ 323409 w 1617013"/>
              <a:gd name="csY8" fmla="*/ 545601 h 712587"/>
              <a:gd name="csX9" fmla="*/ 281809 w 1617013"/>
              <a:gd name="csY9" fmla="*/ 550476 h 712587"/>
              <a:gd name="csX10" fmla="*/ 1461816 w 1617013"/>
              <a:gd name="csY10" fmla="*/ 712587 h 712587"/>
              <a:gd name="csX11" fmla="*/ 1490616 w 1617013"/>
              <a:gd name="csY11" fmla="*/ 712587 h 712587"/>
              <a:gd name="csX12" fmla="*/ 1519415 w 1617013"/>
              <a:gd name="csY12" fmla="*/ 712587 h 712587"/>
              <a:gd name="csX13" fmla="*/ 1519415 w 1617013"/>
              <a:gd name="csY13" fmla="*/ 645387 h 712587"/>
              <a:gd name="csX14" fmla="*/ 1519415 w 1617013"/>
              <a:gd name="csY14" fmla="*/ 578187 h 712587"/>
              <a:gd name="csX15" fmla="*/ 1548215 w 1617013"/>
              <a:gd name="csY15" fmla="*/ 578187 h 712587"/>
              <a:gd name="csX16" fmla="*/ 1576694 w 1617013"/>
              <a:gd name="csY16" fmla="*/ 578187 h 712587"/>
              <a:gd name="csX17" fmla="*/ 1577654 w 1617013"/>
              <a:gd name="csY17" fmla="*/ 615947 h 712587"/>
              <a:gd name="csX18" fmla="*/ 1578614 w 1617013"/>
              <a:gd name="csY18" fmla="*/ 653387 h 712587"/>
              <a:gd name="csX19" fmla="*/ 1597814 w 1617013"/>
              <a:gd name="csY19" fmla="*/ 653387 h 712587"/>
              <a:gd name="csX20" fmla="*/ 1617013 w 1617013"/>
              <a:gd name="csY20" fmla="*/ 653387 h 712587"/>
              <a:gd name="csX21" fmla="*/ 1617013 w 1617013"/>
              <a:gd name="csY21" fmla="*/ 459787 h 712587"/>
              <a:gd name="csX22" fmla="*/ 1617013 w 1617013"/>
              <a:gd name="csY22" fmla="*/ 266187 h 712587"/>
              <a:gd name="csX23" fmla="*/ 858955 w 1617013"/>
              <a:gd name="csY23" fmla="*/ 265560 h 712587"/>
              <a:gd name="csX24" fmla="*/ 858955 w 1617013"/>
              <a:gd name="csY24" fmla="*/ 265770 h 712587"/>
              <a:gd name="csX25" fmla="*/ 553489 w 1617013"/>
              <a:gd name="csY25" fmla="*/ 265601 h 712587"/>
              <a:gd name="csX26" fmla="*/ 547729 w 1617013"/>
              <a:gd name="csY26" fmla="*/ 240641 h 712587"/>
              <a:gd name="csX27" fmla="*/ 278609 w 1617013"/>
              <a:gd name="csY27" fmla="*/ 0 h 712587"/>
              <a:gd name="csX28" fmla="*/ 76689 w 1617013"/>
              <a:gd name="csY28" fmla="*/ 103681 h 712587"/>
              <a:gd name="csX29" fmla="*/ 1809 w 1617013"/>
              <a:gd name="csY29" fmla="*/ 363521 h 712587"/>
              <a:gd name="csX30" fmla="*/ 176529 w 1617013"/>
              <a:gd name="csY30" fmla="*/ 635521 h 712587"/>
              <a:gd name="csX31" fmla="*/ 291409 w 1617013"/>
              <a:gd name="csY31" fmla="*/ 658561 h 712587"/>
              <a:gd name="csX32" fmla="*/ 453649 w 1617013"/>
              <a:gd name="csY32" fmla="*/ 586241 h 712587"/>
              <a:gd name="csX33" fmla="*/ 552209 w 1617013"/>
              <a:gd name="csY33" fmla="*/ 399361 h 712587"/>
              <a:gd name="csX34" fmla="*/ 555729 w 1617013"/>
              <a:gd name="csY34" fmla="*/ 380801 h 712587"/>
              <a:gd name="csX35" fmla="*/ 1180881 w 1617013"/>
              <a:gd name="csY35" fmla="*/ 380801 h 712587"/>
              <a:gd name="csX36" fmla="*/ 1180881 w 1617013"/>
              <a:gd name="csY36" fmla="*/ 379787 h 712587"/>
              <a:gd name="csX37" fmla="*/ 1327419 w 1617013"/>
              <a:gd name="csY37" fmla="*/ 379787 h 712587"/>
              <a:gd name="csX38" fmla="*/ 1327419 w 1617013"/>
              <a:gd name="csY38" fmla="*/ 526987 h 712587"/>
              <a:gd name="csX39" fmla="*/ 1327419 w 1617013"/>
              <a:gd name="csY39" fmla="*/ 674187 h 712587"/>
              <a:gd name="csX40" fmla="*/ 1354619 w 1617013"/>
              <a:gd name="csY40" fmla="*/ 674187 h 712587"/>
              <a:gd name="csX41" fmla="*/ 1381818 w 1617013"/>
              <a:gd name="csY41" fmla="*/ 674187 h 712587"/>
              <a:gd name="csX42" fmla="*/ 1381818 w 1617013"/>
              <a:gd name="csY42" fmla="*/ 626187 h 712587"/>
              <a:gd name="csX43" fmla="*/ 1381818 w 1617013"/>
              <a:gd name="csY43" fmla="*/ 578507 h 712587"/>
              <a:gd name="csX44" fmla="*/ 1401978 w 1617013"/>
              <a:gd name="csY44" fmla="*/ 577547 h 712587"/>
              <a:gd name="csX45" fmla="*/ 1421817 w 1617013"/>
              <a:gd name="csY45" fmla="*/ 576587 h 712587"/>
              <a:gd name="csX46" fmla="*/ 1422777 w 1617013"/>
              <a:gd name="csY46" fmla="*/ 527947 h 712587"/>
              <a:gd name="csX47" fmla="*/ 1423737 w 1617013"/>
              <a:gd name="csY47" fmla="*/ 478987 h 712587"/>
              <a:gd name="csX48" fmla="*/ 1442617 w 1617013"/>
              <a:gd name="csY48" fmla="*/ 478987 h 712587"/>
              <a:gd name="csX49" fmla="*/ 1461816 w 1617013"/>
              <a:gd name="csY49" fmla="*/ 478987 h 712587"/>
              <a:gd name="csX50" fmla="*/ 1461816 w 1617013"/>
              <a:gd name="csY50" fmla="*/ 595787 h 712587"/>
              <a:gd name="csX0" fmla="*/ 281809 w 1617013"/>
              <a:gd name="csY0" fmla="*/ 550476 h 712587"/>
              <a:gd name="csX1" fmla="*/ 166609 w 1617013"/>
              <a:gd name="csY1" fmla="*/ 497601 h 712587"/>
              <a:gd name="csX2" fmla="*/ 100689 w 1617013"/>
              <a:gd name="csY2" fmla="*/ 355201 h 712587"/>
              <a:gd name="csX3" fmla="*/ 132049 w 1617013"/>
              <a:gd name="csY3" fmla="*/ 198401 h 712587"/>
              <a:gd name="csX4" fmla="*/ 208529 w 1617013"/>
              <a:gd name="csY4" fmla="*/ 122241 h 712587"/>
              <a:gd name="csX5" fmla="*/ 401809 w 1617013"/>
              <a:gd name="csY5" fmla="*/ 153601 h 712587"/>
              <a:gd name="csX6" fmla="*/ 469009 w 1617013"/>
              <a:gd name="csY6" fmla="*/ 326401 h 712587"/>
              <a:gd name="csX7" fmla="*/ 452049 w 1617013"/>
              <a:gd name="csY7" fmla="*/ 422401 h 712587"/>
              <a:gd name="csX8" fmla="*/ 323409 w 1617013"/>
              <a:gd name="csY8" fmla="*/ 545601 h 712587"/>
              <a:gd name="csX9" fmla="*/ 281809 w 1617013"/>
              <a:gd name="csY9" fmla="*/ 550476 h 712587"/>
              <a:gd name="csX10" fmla="*/ 1461816 w 1617013"/>
              <a:gd name="csY10" fmla="*/ 712587 h 712587"/>
              <a:gd name="csX11" fmla="*/ 1490616 w 1617013"/>
              <a:gd name="csY11" fmla="*/ 712587 h 712587"/>
              <a:gd name="csX12" fmla="*/ 1519415 w 1617013"/>
              <a:gd name="csY12" fmla="*/ 712587 h 712587"/>
              <a:gd name="csX13" fmla="*/ 1519415 w 1617013"/>
              <a:gd name="csY13" fmla="*/ 645387 h 712587"/>
              <a:gd name="csX14" fmla="*/ 1519415 w 1617013"/>
              <a:gd name="csY14" fmla="*/ 578187 h 712587"/>
              <a:gd name="csX15" fmla="*/ 1548215 w 1617013"/>
              <a:gd name="csY15" fmla="*/ 578187 h 712587"/>
              <a:gd name="csX16" fmla="*/ 1576694 w 1617013"/>
              <a:gd name="csY16" fmla="*/ 578187 h 712587"/>
              <a:gd name="csX17" fmla="*/ 1577654 w 1617013"/>
              <a:gd name="csY17" fmla="*/ 615947 h 712587"/>
              <a:gd name="csX18" fmla="*/ 1578614 w 1617013"/>
              <a:gd name="csY18" fmla="*/ 653387 h 712587"/>
              <a:gd name="csX19" fmla="*/ 1597814 w 1617013"/>
              <a:gd name="csY19" fmla="*/ 653387 h 712587"/>
              <a:gd name="csX20" fmla="*/ 1617013 w 1617013"/>
              <a:gd name="csY20" fmla="*/ 653387 h 712587"/>
              <a:gd name="csX21" fmla="*/ 1617013 w 1617013"/>
              <a:gd name="csY21" fmla="*/ 459787 h 712587"/>
              <a:gd name="csX22" fmla="*/ 1617013 w 1617013"/>
              <a:gd name="csY22" fmla="*/ 266187 h 712587"/>
              <a:gd name="csX23" fmla="*/ 858955 w 1617013"/>
              <a:gd name="csY23" fmla="*/ 265560 h 712587"/>
              <a:gd name="csX24" fmla="*/ 858955 w 1617013"/>
              <a:gd name="csY24" fmla="*/ 265770 h 712587"/>
              <a:gd name="csX25" fmla="*/ 553489 w 1617013"/>
              <a:gd name="csY25" fmla="*/ 265601 h 712587"/>
              <a:gd name="csX26" fmla="*/ 547729 w 1617013"/>
              <a:gd name="csY26" fmla="*/ 240641 h 712587"/>
              <a:gd name="csX27" fmla="*/ 278609 w 1617013"/>
              <a:gd name="csY27" fmla="*/ 0 h 712587"/>
              <a:gd name="csX28" fmla="*/ 76689 w 1617013"/>
              <a:gd name="csY28" fmla="*/ 103681 h 712587"/>
              <a:gd name="csX29" fmla="*/ 1809 w 1617013"/>
              <a:gd name="csY29" fmla="*/ 363521 h 712587"/>
              <a:gd name="csX30" fmla="*/ 176529 w 1617013"/>
              <a:gd name="csY30" fmla="*/ 635521 h 712587"/>
              <a:gd name="csX31" fmla="*/ 291409 w 1617013"/>
              <a:gd name="csY31" fmla="*/ 658561 h 712587"/>
              <a:gd name="csX32" fmla="*/ 453649 w 1617013"/>
              <a:gd name="csY32" fmla="*/ 586241 h 712587"/>
              <a:gd name="csX33" fmla="*/ 552209 w 1617013"/>
              <a:gd name="csY33" fmla="*/ 399361 h 712587"/>
              <a:gd name="csX34" fmla="*/ 555729 w 1617013"/>
              <a:gd name="csY34" fmla="*/ 380801 h 712587"/>
              <a:gd name="csX35" fmla="*/ 1180881 w 1617013"/>
              <a:gd name="csY35" fmla="*/ 380801 h 712587"/>
              <a:gd name="csX36" fmla="*/ 1327419 w 1617013"/>
              <a:gd name="csY36" fmla="*/ 379787 h 712587"/>
              <a:gd name="csX37" fmla="*/ 1327419 w 1617013"/>
              <a:gd name="csY37" fmla="*/ 526987 h 712587"/>
              <a:gd name="csX38" fmla="*/ 1327419 w 1617013"/>
              <a:gd name="csY38" fmla="*/ 674187 h 712587"/>
              <a:gd name="csX39" fmla="*/ 1354619 w 1617013"/>
              <a:gd name="csY39" fmla="*/ 674187 h 712587"/>
              <a:gd name="csX40" fmla="*/ 1381818 w 1617013"/>
              <a:gd name="csY40" fmla="*/ 674187 h 712587"/>
              <a:gd name="csX41" fmla="*/ 1381818 w 1617013"/>
              <a:gd name="csY41" fmla="*/ 626187 h 712587"/>
              <a:gd name="csX42" fmla="*/ 1381818 w 1617013"/>
              <a:gd name="csY42" fmla="*/ 578507 h 712587"/>
              <a:gd name="csX43" fmla="*/ 1401978 w 1617013"/>
              <a:gd name="csY43" fmla="*/ 577547 h 712587"/>
              <a:gd name="csX44" fmla="*/ 1421817 w 1617013"/>
              <a:gd name="csY44" fmla="*/ 576587 h 712587"/>
              <a:gd name="csX45" fmla="*/ 1422777 w 1617013"/>
              <a:gd name="csY45" fmla="*/ 527947 h 712587"/>
              <a:gd name="csX46" fmla="*/ 1423737 w 1617013"/>
              <a:gd name="csY46" fmla="*/ 478987 h 712587"/>
              <a:gd name="csX47" fmla="*/ 1442617 w 1617013"/>
              <a:gd name="csY47" fmla="*/ 478987 h 712587"/>
              <a:gd name="csX48" fmla="*/ 1461816 w 1617013"/>
              <a:gd name="csY48" fmla="*/ 478987 h 712587"/>
              <a:gd name="csX49" fmla="*/ 1461816 w 1617013"/>
              <a:gd name="csY49" fmla="*/ 595787 h 712587"/>
              <a:gd name="csX50" fmla="*/ 1461816 w 1617013"/>
              <a:gd name="csY50" fmla="*/ 712587 h 712587"/>
              <a:gd name="csX0" fmla="*/ 281809 w 1617013"/>
              <a:gd name="csY0" fmla="*/ 550476 h 712587"/>
              <a:gd name="csX1" fmla="*/ 166609 w 1617013"/>
              <a:gd name="csY1" fmla="*/ 497601 h 712587"/>
              <a:gd name="csX2" fmla="*/ 100689 w 1617013"/>
              <a:gd name="csY2" fmla="*/ 355201 h 712587"/>
              <a:gd name="csX3" fmla="*/ 132049 w 1617013"/>
              <a:gd name="csY3" fmla="*/ 198401 h 712587"/>
              <a:gd name="csX4" fmla="*/ 208529 w 1617013"/>
              <a:gd name="csY4" fmla="*/ 122241 h 712587"/>
              <a:gd name="csX5" fmla="*/ 401809 w 1617013"/>
              <a:gd name="csY5" fmla="*/ 153601 h 712587"/>
              <a:gd name="csX6" fmla="*/ 469009 w 1617013"/>
              <a:gd name="csY6" fmla="*/ 326401 h 712587"/>
              <a:gd name="csX7" fmla="*/ 452049 w 1617013"/>
              <a:gd name="csY7" fmla="*/ 422401 h 712587"/>
              <a:gd name="csX8" fmla="*/ 323409 w 1617013"/>
              <a:gd name="csY8" fmla="*/ 545601 h 712587"/>
              <a:gd name="csX9" fmla="*/ 281809 w 1617013"/>
              <a:gd name="csY9" fmla="*/ 550476 h 712587"/>
              <a:gd name="csX10" fmla="*/ 1461816 w 1617013"/>
              <a:gd name="csY10" fmla="*/ 712587 h 712587"/>
              <a:gd name="csX11" fmla="*/ 1490616 w 1617013"/>
              <a:gd name="csY11" fmla="*/ 712587 h 712587"/>
              <a:gd name="csX12" fmla="*/ 1519415 w 1617013"/>
              <a:gd name="csY12" fmla="*/ 712587 h 712587"/>
              <a:gd name="csX13" fmla="*/ 1519415 w 1617013"/>
              <a:gd name="csY13" fmla="*/ 645387 h 712587"/>
              <a:gd name="csX14" fmla="*/ 1519415 w 1617013"/>
              <a:gd name="csY14" fmla="*/ 578187 h 712587"/>
              <a:gd name="csX15" fmla="*/ 1548215 w 1617013"/>
              <a:gd name="csY15" fmla="*/ 578187 h 712587"/>
              <a:gd name="csX16" fmla="*/ 1576694 w 1617013"/>
              <a:gd name="csY16" fmla="*/ 578187 h 712587"/>
              <a:gd name="csX17" fmla="*/ 1577654 w 1617013"/>
              <a:gd name="csY17" fmla="*/ 615947 h 712587"/>
              <a:gd name="csX18" fmla="*/ 1578614 w 1617013"/>
              <a:gd name="csY18" fmla="*/ 653387 h 712587"/>
              <a:gd name="csX19" fmla="*/ 1597814 w 1617013"/>
              <a:gd name="csY19" fmla="*/ 653387 h 712587"/>
              <a:gd name="csX20" fmla="*/ 1617013 w 1617013"/>
              <a:gd name="csY20" fmla="*/ 653387 h 712587"/>
              <a:gd name="csX21" fmla="*/ 1617013 w 1617013"/>
              <a:gd name="csY21" fmla="*/ 459787 h 712587"/>
              <a:gd name="csX22" fmla="*/ 1617013 w 1617013"/>
              <a:gd name="csY22" fmla="*/ 266187 h 712587"/>
              <a:gd name="csX23" fmla="*/ 858955 w 1617013"/>
              <a:gd name="csY23" fmla="*/ 265560 h 712587"/>
              <a:gd name="csX24" fmla="*/ 858955 w 1617013"/>
              <a:gd name="csY24" fmla="*/ 265770 h 712587"/>
              <a:gd name="csX25" fmla="*/ 553489 w 1617013"/>
              <a:gd name="csY25" fmla="*/ 265601 h 712587"/>
              <a:gd name="csX26" fmla="*/ 547729 w 1617013"/>
              <a:gd name="csY26" fmla="*/ 240641 h 712587"/>
              <a:gd name="csX27" fmla="*/ 278609 w 1617013"/>
              <a:gd name="csY27" fmla="*/ 0 h 712587"/>
              <a:gd name="csX28" fmla="*/ 76689 w 1617013"/>
              <a:gd name="csY28" fmla="*/ 103681 h 712587"/>
              <a:gd name="csX29" fmla="*/ 1809 w 1617013"/>
              <a:gd name="csY29" fmla="*/ 363521 h 712587"/>
              <a:gd name="csX30" fmla="*/ 176529 w 1617013"/>
              <a:gd name="csY30" fmla="*/ 635521 h 712587"/>
              <a:gd name="csX31" fmla="*/ 291409 w 1617013"/>
              <a:gd name="csY31" fmla="*/ 658561 h 712587"/>
              <a:gd name="csX32" fmla="*/ 453649 w 1617013"/>
              <a:gd name="csY32" fmla="*/ 586241 h 712587"/>
              <a:gd name="csX33" fmla="*/ 552209 w 1617013"/>
              <a:gd name="csY33" fmla="*/ 399361 h 712587"/>
              <a:gd name="csX34" fmla="*/ 555729 w 1617013"/>
              <a:gd name="csY34" fmla="*/ 380801 h 712587"/>
              <a:gd name="csX35" fmla="*/ 1327419 w 1617013"/>
              <a:gd name="csY35" fmla="*/ 379787 h 712587"/>
              <a:gd name="csX36" fmla="*/ 1327419 w 1617013"/>
              <a:gd name="csY36" fmla="*/ 526987 h 712587"/>
              <a:gd name="csX37" fmla="*/ 1327419 w 1617013"/>
              <a:gd name="csY37" fmla="*/ 674187 h 712587"/>
              <a:gd name="csX38" fmla="*/ 1354619 w 1617013"/>
              <a:gd name="csY38" fmla="*/ 674187 h 712587"/>
              <a:gd name="csX39" fmla="*/ 1381818 w 1617013"/>
              <a:gd name="csY39" fmla="*/ 674187 h 712587"/>
              <a:gd name="csX40" fmla="*/ 1381818 w 1617013"/>
              <a:gd name="csY40" fmla="*/ 626187 h 712587"/>
              <a:gd name="csX41" fmla="*/ 1381818 w 1617013"/>
              <a:gd name="csY41" fmla="*/ 578507 h 712587"/>
              <a:gd name="csX42" fmla="*/ 1401978 w 1617013"/>
              <a:gd name="csY42" fmla="*/ 577547 h 712587"/>
              <a:gd name="csX43" fmla="*/ 1421817 w 1617013"/>
              <a:gd name="csY43" fmla="*/ 576587 h 712587"/>
              <a:gd name="csX44" fmla="*/ 1422777 w 1617013"/>
              <a:gd name="csY44" fmla="*/ 527947 h 712587"/>
              <a:gd name="csX45" fmla="*/ 1423737 w 1617013"/>
              <a:gd name="csY45" fmla="*/ 478987 h 712587"/>
              <a:gd name="csX46" fmla="*/ 1442617 w 1617013"/>
              <a:gd name="csY46" fmla="*/ 478987 h 712587"/>
              <a:gd name="csX47" fmla="*/ 1461816 w 1617013"/>
              <a:gd name="csY47" fmla="*/ 478987 h 712587"/>
              <a:gd name="csX48" fmla="*/ 1461816 w 1617013"/>
              <a:gd name="csY48" fmla="*/ 595787 h 712587"/>
              <a:gd name="csX49" fmla="*/ 1461816 w 1617013"/>
              <a:gd name="csY49" fmla="*/ 712587 h 712587"/>
              <a:gd name="csX0" fmla="*/ 281809 w 1617013"/>
              <a:gd name="csY0" fmla="*/ 550476 h 712587"/>
              <a:gd name="csX1" fmla="*/ 166609 w 1617013"/>
              <a:gd name="csY1" fmla="*/ 497601 h 712587"/>
              <a:gd name="csX2" fmla="*/ 100689 w 1617013"/>
              <a:gd name="csY2" fmla="*/ 355201 h 712587"/>
              <a:gd name="csX3" fmla="*/ 132049 w 1617013"/>
              <a:gd name="csY3" fmla="*/ 198401 h 712587"/>
              <a:gd name="csX4" fmla="*/ 208529 w 1617013"/>
              <a:gd name="csY4" fmla="*/ 122241 h 712587"/>
              <a:gd name="csX5" fmla="*/ 401809 w 1617013"/>
              <a:gd name="csY5" fmla="*/ 153601 h 712587"/>
              <a:gd name="csX6" fmla="*/ 469009 w 1617013"/>
              <a:gd name="csY6" fmla="*/ 326401 h 712587"/>
              <a:gd name="csX7" fmla="*/ 452049 w 1617013"/>
              <a:gd name="csY7" fmla="*/ 422401 h 712587"/>
              <a:gd name="csX8" fmla="*/ 323409 w 1617013"/>
              <a:gd name="csY8" fmla="*/ 545601 h 712587"/>
              <a:gd name="csX9" fmla="*/ 281809 w 1617013"/>
              <a:gd name="csY9" fmla="*/ 550476 h 712587"/>
              <a:gd name="csX10" fmla="*/ 1461816 w 1617013"/>
              <a:gd name="csY10" fmla="*/ 712587 h 712587"/>
              <a:gd name="csX11" fmla="*/ 1490616 w 1617013"/>
              <a:gd name="csY11" fmla="*/ 712587 h 712587"/>
              <a:gd name="csX12" fmla="*/ 1519415 w 1617013"/>
              <a:gd name="csY12" fmla="*/ 712587 h 712587"/>
              <a:gd name="csX13" fmla="*/ 1519415 w 1617013"/>
              <a:gd name="csY13" fmla="*/ 645387 h 712587"/>
              <a:gd name="csX14" fmla="*/ 1519415 w 1617013"/>
              <a:gd name="csY14" fmla="*/ 578187 h 712587"/>
              <a:gd name="csX15" fmla="*/ 1548215 w 1617013"/>
              <a:gd name="csY15" fmla="*/ 578187 h 712587"/>
              <a:gd name="csX16" fmla="*/ 1576694 w 1617013"/>
              <a:gd name="csY16" fmla="*/ 578187 h 712587"/>
              <a:gd name="csX17" fmla="*/ 1577654 w 1617013"/>
              <a:gd name="csY17" fmla="*/ 615947 h 712587"/>
              <a:gd name="csX18" fmla="*/ 1578614 w 1617013"/>
              <a:gd name="csY18" fmla="*/ 653387 h 712587"/>
              <a:gd name="csX19" fmla="*/ 1597814 w 1617013"/>
              <a:gd name="csY19" fmla="*/ 653387 h 712587"/>
              <a:gd name="csX20" fmla="*/ 1617013 w 1617013"/>
              <a:gd name="csY20" fmla="*/ 653387 h 712587"/>
              <a:gd name="csX21" fmla="*/ 1617013 w 1617013"/>
              <a:gd name="csY21" fmla="*/ 459787 h 712587"/>
              <a:gd name="csX22" fmla="*/ 1617013 w 1617013"/>
              <a:gd name="csY22" fmla="*/ 266187 h 712587"/>
              <a:gd name="csX23" fmla="*/ 858955 w 1617013"/>
              <a:gd name="csY23" fmla="*/ 265560 h 712587"/>
              <a:gd name="csX24" fmla="*/ 553489 w 1617013"/>
              <a:gd name="csY24" fmla="*/ 265601 h 712587"/>
              <a:gd name="csX25" fmla="*/ 547729 w 1617013"/>
              <a:gd name="csY25" fmla="*/ 240641 h 712587"/>
              <a:gd name="csX26" fmla="*/ 278609 w 1617013"/>
              <a:gd name="csY26" fmla="*/ 0 h 712587"/>
              <a:gd name="csX27" fmla="*/ 76689 w 1617013"/>
              <a:gd name="csY27" fmla="*/ 103681 h 712587"/>
              <a:gd name="csX28" fmla="*/ 1809 w 1617013"/>
              <a:gd name="csY28" fmla="*/ 363521 h 712587"/>
              <a:gd name="csX29" fmla="*/ 176529 w 1617013"/>
              <a:gd name="csY29" fmla="*/ 635521 h 712587"/>
              <a:gd name="csX30" fmla="*/ 291409 w 1617013"/>
              <a:gd name="csY30" fmla="*/ 658561 h 712587"/>
              <a:gd name="csX31" fmla="*/ 453649 w 1617013"/>
              <a:gd name="csY31" fmla="*/ 586241 h 712587"/>
              <a:gd name="csX32" fmla="*/ 552209 w 1617013"/>
              <a:gd name="csY32" fmla="*/ 399361 h 712587"/>
              <a:gd name="csX33" fmla="*/ 555729 w 1617013"/>
              <a:gd name="csY33" fmla="*/ 380801 h 712587"/>
              <a:gd name="csX34" fmla="*/ 1327419 w 1617013"/>
              <a:gd name="csY34" fmla="*/ 379787 h 712587"/>
              <a:gd name="csX35" fmla="*/ 1327419 w 1617013"/>
              <a:gd name="csY35" fmla="*/ 526987 h 712587"/>
              <a:gd name="csX36" fmla="*/ 1327419 w 1617013"/>
              <a:gd name="csY36" fmla="*/ 674187 h 712587"/>
              <a:gd name="csX37" fmla="*/ 1354619 w 1617013"/>
              <a:gd name="csY37" fmla="*/ 674187 h 712587"/>
              <a:gd name="csX38" fmla="*/ 1381818 w 1617013"/>
              <a:gd name="csY38" fmla="*/ 674187 h 712587"/>
              <a:gd name="csX39" fmla="*/ 1381818 w 1617013"/>
              <a:gd name="csY39" fmla="*/ 626187 h 712587"/>
              <a:gd name="csX40" fmla="*/ 1381818 w 1617013"/>
              <a:gd name="csY40" fmla="*/ 578507 h 712587"/>
              <a:gd name="csX41" fmla="*/ 1401978 w 1617013"/>
              <a:gd name="csY41" fmla="*/ 577547 h 712587"/>
              <a:gd name="csX42" fmla="*/ 1421817 w 1617013"/>
              <a:gd name="csY42" fmla="*/ 576587 h 712587"/>
              <a:gd name="csX43" fmla="*/ 1422777 w 1617013"/>
              <a:gd name="csY43" fmla="*/ 527947 h 712587"/>
              <a:gd name="csX44" fmla="*/ 1423737 w 1617013"/>
              <a:gd name="csY44" fmla="*/ 478987 h 712587"/>
              <a:gd name="csX45" fmla="*/ 1442617 w 1617013"/>
              <a:gd name="csY45" fmla="*/ 478987 h 712587"/>
              <a:gd name="csX46" fmla="*/ 1461816 w 1617013"/>
              <a:gd name="csY46" fmla="*/ 478987 h 712587"/>
              <a:gd name="csX47" fmla="*/ 1461816 w 1617013"/>
              <a:gd name="csY47" fmla="*/ 595787 h 712587"/>
              <a:gd name="csX48" fmla="*/ 1461816 w 1617013"/>
              <a:gd name="csY48" fmla="*/ 712587 h 712587"/>
              <a:gd name="csX0" fmla="*/ 281809 w 1617013"/>
              <a:gd name="csY0" fmla="*/ 550476 h 712587"/>
              <a:gd name="csX1" fmla="*/ 166609 w 1617013"/>
              <a:gd name="csY1" fmla="*/ 497601 h 712587"/>
              <a:gd name="csX2" fmla="*/ 100689 w 1617013"/>
              <a:gd name="csY2" fmla="*/ 355201 h 712587"/>
              <a:gd name="csX3" fmla="*/ 132049 w 1617013"/>
              <a:gd name="csY3" fmla="*/ 198401 h 712587"/>
              <a:gd name="csX4" fmla="*/ 208529 w 1617013"/>
              <a:gd name="csY4" fmla="*/ 122241 h 712587"/>
              <a:gd name="csX5" fmla="*/ 401809 w 1617013"/>
              <a:gd name="csY5" fmla="*/ 153601 h 712587"/>
              <a:gd name="csX6" fmla="*/ 469009 w 1617013"/>
              <a:gd name="csY6" fmla="*/ 326401 h 712587"/>
              <a:gd name="csX7" fmla="*/ 452049 w 1617013"/>
              <a:gd name="csY7" fmla="*/ 422401 h 712587"/>
              <a:gd name="csX8" fmla="*/ 323409 w 1617013"/>
              <a:gd name="csY8" fmla="*/ 545601 h 712587"/>
              <a:gd name="csX9" fmla="*/ 281809 w 1617013"/>
              <a:gd name="csY9" fmla="*/ 550476 h 712587"/>
              <a:gd name="csX10" fmla="*/ 1461816 w 1617013"/>
              <a:gd name="csY10" fmla="*/ 712587 h 712587"/>
              <a:gd name="csX11" fmla="*/ 1490616 w 1617013"/>
              <a:gd name="csY11" fmla="*/ 712587 h 712587"/>
              <a:gd name="csX12" fmla="*/ 1519415 w 1617013"/>
              <a:gd name="csY12" fmla="*/ 712587 h 712587"/>
              <a:gd name="csX13" fmla="*/ 1519415 w 1617013"/>
              <a:gd name="csY13" fmla="*/ 645387 h 712587"/>
              <a:gd name="csX14" fmla="*/ 1519415 w 1617013"/>
              <a:gd name="csY14" fmla="*/ 578187 h 712587"/>
              <a:gd name="csX15" fmla="*/ 1548215 w 1617013"/>
              <a:gd name="csY15" fmla="*/ 578187 h 712587"/>
              <a:gd name="csX16" fmla="*/ 1576694 w 1617013"/>
              <a:gd name="csY16" fmla="*/ 578187 h 712587"/>
              <a:gd name="csX17" fmla="*/ 1577654 w 1617013"/>
              <a:gd name="csY17" fmla="*/ 615947 h 712587"/>
              <a:gd name="csX18" fmla="*/ 1578614 w 1617013"/>
              <a:gd name="csY18" fmla="*/ 653387 h 712587"/>
              <a:gd name="csX19" fmla="*/ 1597814 w 1617013"/>
              <a:gd name="csY19" fmla="*/ 653387 h 712587"/>
              <a:gd name="csX20" fmla="*/ 1617013 w 1617013"/>
              <a:gd name="csY20" fmla="*/ 653387 h 712587"/>
              <a:gd name="csX21" fmla="*/ 1617013 w 1617013"/>
              <a:gd name="csY21" fmla="*/ 459787 h 712587"/>
              <a:gd name="csX22" fmla="*/ 1617013 w 1617013"/>
              <a:gd name="csY22" fmla="*/ 266187 h 712587"/>
              <a:gd name="csX23" fmla="*/ 553489 w 1617013"/>
              <a:gd name="csY23" fmla="*/ 265601 h 712587"/>
              <a:gd name="csX24" fmla="*/ 547729 w 1617013"/>
              <a:gd name="csY24" fmla="*/ 240641 h 712587"/>
              <a:gd name="csX25" fmla="*/ 278609 w 1617013"/>
              <a:gd name="csY25" fmla="*/ 0 h 712587"/>
              <a:gd name="csX26" fmla="*/ 76689 w 1617013"/>
              <a:gd name="csY26" fmla="*/ 103681 h 712587"/>
              <a:gd name="csX27" fmla="*/ 1809 w 1617013"/>
              <a:gd name="csY27" fmla="*/ 363521 h 712587"/>
              <a:gd name="csX28" fmla="*/ 176529 w 1617013"/>
              <a:gd name="csY28" fmla="*/ 635521 h 712587"/>
              <a:gd name="csX29" fmla="*/ 291409 w 1617013"/>
              <a:gd name="csY29" fmla="*/ 658561 h 712587"/>
              <a:gd name="csX30" fmla="*/ 453649 w 1617013"/>
              <a:gd name="csY30" fmla="*/ 586241 h 712587"/>
              <a:gd name="csX31" fmla="*/ 552209 w 1617013"/>
              <a:gd name="csY31" fmla="*/ 399361 h 712587"/>
              <a:gd name="csX32" fmla="*/ 555729 w 1617013"/>
              <a:gd name="csY32" fmla="*/ 380801 h 712587"/>
              <a:gd name="csX33" fmla="*/ 1327419 w 1617013"/>
              <a:gd name="csY33" fmla="*/ 379787 h 712587"/>
              <a:gd name="csX34" fmla="*/ 1327419 w 1617013"/>
              <a:gd name="csY34" fmla="*/ 526987 h 712587"/>
              <a:gd name="csX35" fmla="*/ 1327419 w 1617013"/>
              <a:gd name="csY35" fmla="*/ 674187 h 712587"/>
              <a:gd name="csX36" fmla="*/ 1354619 w 1617013"/>
              <a:gd name="csY36" fmla="*/ 674187 h 712587"/>
              <a:gd name="csX37" fmla="*/ 1381818 w 1617013"/>
              <a:gd name="csY37" fmla="*/ 674187 h 712587"/>
              <a:gd name="csX38" fmla="*/ 1381818 w 1617013"/>
              <a:gd name="csY38" fmla="*/ 626187 h 712587"/>
              <a:gd name="csX39" fmla="*/ 1381818 w 1617013"/>
              <a:gd name="csY39" fmla="*/ 578507 h 712587"/>
              <a:gd name="csX40" fmla="*/ 1401978 w 1617013"/>
              <a:gd name="csY40" fmla="*/ 577547 h 712587"/>
              <a:gd name="csX41" fmla="*/ 1421817 w 1617013"/>
              <a:gd name="csY41" fmla="*/ 576587 h 712587"/>
              <a:gd name="csX42" fmla="*/ 1422777 w 1617013"/>
              <a:gd name="csY42" fmla="*/ 527947 h 712587"/>
              <a:gd name="csX43" fmla="*/ 1423737 w 1617013"/>
              <a:gd name="csY43" fmla="*/ 478987 h 712587"/>
              <a:gd name="csX44" fmla="*/ 1442617 w 1617013"/>
              <a:gd name="csY44" fmla="*/ 478987 h 712587"/>
              <a:gd name="csX45" fmla="*/ 1461816 w 1617013"/>
              <a:gd name="csY45" fmla="*/ 478987 h 712587"/>
              <a:gd name="csX46" fmla="*/ 1461816 w 1617013"/>
              <a:gd name="csY46" fmla="*/ 595787 h 712587"/>
              <a:gd name="csX47" fmla="*/ 1461816 w 1617013"/>
              <a:gd name="csY47" fmla="*/ 712587 h 7125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</a:cxnLst>
            <a:rect l="l" t="t" r="r" b="b"/>
            <a:pathLst>
              <a:path w="1617013" h="712587">
                <a:moveTo>
                  <a:pt x="281809" y="550476"/>
                </a:moveTo>
                <a:cubicBezTo>
                  <a:pt x="240349" y="549501"/>
                  <a:pt x="199969" y="531201"/>
                  <a:pt x="166609" y="497601"/>
                </a:cubicBezTo>
                <a:cubicBezTo>
                  <a:pt x="128529" y="459201"/>
                  <a:pt x="108369" y="415681"/>
                  <a:pt x="100689" y="355201"/>
                </a:cubicBezTo>
                <a:cubicBezTo>
                  <a:pt x="94289" y="304321"/>
                  <a:pt x="106769" y="242241"/>
                  <a:pt x="132049" y="198401"/>
                </a:cubicBezTo>
                <a:cubicBezTo>
                  <a:pt x="148369" y="170881"/>
                  <a:pt x="184209" y="135041"/>
                  <a:pt x="208529" y="122241"/>
                </a:cubicBezTo>
                <a:cubicBezTo>
                  <a:pt x="275409" y="87361"/>
                  <a:pt x="346769" y="99201"/>
                  <a:pt x="401809" y="153601"/>
                </a:cubicBezTo>
                <a:cubicBezTo>
                  <a:pt x="446609" y="198721"/>
                  <a:pt x="469009" y="255681"/>
                  <a:pt x="469009" y="326401"/>
                </a:cubicBezTo>
                <a:cubicBezTo>
                  <a:pt x="469009" y="363841"/>
                  <a:pt x="463569" y="393281"/>
                  <a:pt x="452049" y="422401"/>
                </a:cubicBezTo>
                <a:cubicBezTo>
                  <a:pt x="426769" y="484801"/>
                  <a:pt x="378449" y="531201"/>
                  <a:pt x="323409" y="545601"/>
                </a:cubicBezTo>
                <a:cubicBezTo>
                  <a:pt x="309569" y="549201"/>
                  <a:pt x="295629" y="550801"/>
                  <a:pt x="281809" y="550476"/>
                </a:cubicBezTo>
                <a:close/>
                <a:moveTo>
                  <a:pt x="1461816" y="712587"/>
                </a:moveTo>
                <a:lnTo>
                  <a:pt x="1490616" y="712587"/>
                </a:lnTo>
                <a:lnTo>
                  <a:pt x="1519415" y="712587"/>
                </a:lnTo>
                <a:lnTo>
                  <a:pt x="1519415" y="645387"/>
                </a:lnTo>
                <a:lnTo>
                  <a:pt x="1519415" y="578187"/>
                </a:lnTo>
                <a:lnTo>
                  <a:pt x="1548215" y="578187"/>
                </a:lnTo>
                <a:lnTo>
                  <a:pt x="1576694" y="578187"/>
                </a:lnTo>
                <a:lnTo>
                  <a:pt x="1577654" y="615947"/>
                </a:lnTo>
                <a:lnTo>
                  <a:pt x="1578614" y="653387"/>
                </a:lnTo>
                <a:lnTo>
                  <a:pt x="1597814" y="653387"/>
                </a:lnTo>
                <a:lnTo>
                  <a:pt x="1617013" y="653387"/>
                </a:lnTo>
                <a:lnTo>
                  <a:pt x="1617013" y="459787"/>
                </a:lnTo>
                <a:lnTo>
                  <a:pt x="1617013" y="266187"/>
                </a:lnTo>
                <a:lnTo>
                  <a:pt x="553489" y="265601"/>
                </a:lnTo>
                <a:lnTo>
                  <a:pt x="547729" y="240641"/>
                </a:lnTo>
                <a:cubicBezTo>
                  <a:pt x="515409" y="101121"/>
                  <a:pt x="402449" y="0"/>
                  <a:pt x="278609" y="0"/>
                </a:cubicBezTo>
                <a:cubicBezTo>
                  <a:pt x="202449" y="0"/>
                  <a:pt x="128529" y="38081"/>
                  <a:pt x="76689" y="103681"/>
                </a:cubicBezTo>
                <a:cubicBezTo>
                  <a:pt x="21329" y="173121"/>
                  <a:pt x="-7791" y="274881"/>
                  <a:pt x="1809" y="363521"/>
                </a:cubicBezTo>
                <a:cubicBezTo>
                  <a:pt x="15569" y="490881"/>
                  <a:pt x="78289" y="588801"/>
                  <a:pt x="176529" y="635521"/>
                </a:cubicBezTo>
                <a:cubicBezTo>
                  <a:pt x="215569" y="654401"/>
                  <a:pt x="246609" y="660481"/>
                  <a:pt x="291409" y="658561"/>
                </a:cubicBezTo>
                <a:cubicBezTo>
                  <a:pt x="352849" y="655681"/>
                  <a:pt x="405329" y="632321"/>
                  <a:pt x="453649" y="586241"/>
                </a:cubicBezTo>
                <a:cubicBezTo>
                  <a:pt x="503569" y="538561"/>
                  <a:pt x="537169" y="474881"/>
                  <a:pt x="552209" y="399361"/>
                </a:cubicBezTo>
                <a:lnTo>
                  <a:pt x="555729" y="380801"/>
                </a:lnTo>
                <a:lnTo>
                  <a:pt x="1327419" y="379787"/>
                </a:lnTo>
                <a:lnTo>
                  <a:pt x="1327419" y="526987"/>
                </a:lnTo>
                <a:lnTo>
                  <a:pt x="1327419" y="674187"/>
                </a:lnTo>
                <a:lnTo>
                  <a:pt x="1354619" y="674187"/>
                </a:lnTo>
                <a:lnTo>
                  <a:pt x="1381818" y="674187"/>
                </a:lnTo>
                <a:lnTo>
                  <a:pt x="1381818" y="626187"/>
                </a:lnTo>
                <a:lnTo>
                  <a:pt x="1381818" y="578507"/>
                </a:lnTo>
                <a:lnTo>
                  <a:pt x="1401978" y="577547"/>
                </a:lnTo>
                <a:lnTo>
                  <a:pt x="1421817" y="576587"/>
                </a:lnTo>
                <a:lnTo>
                  <a:pt x="1422777" y="527947"/>
                </a:lnTo>
                <a:lnTo>
                  <a:pt x="1423737" y="478987"/>
                </a:lnTo>
                <a:lnTo>
                  <a:pt x="1442617" y="478987"/>
                </a:lnTo>
                <a:lnTo>
                  <a:pt x="1461816" y="478987"/>
                </a:lnTo>
                <a:lnTo>
                  <a:pt x="1461816" y="595787"/>
                </a:lnTo>
                <a:lnTo>
                  <a:pt x="1461816" y="712587"/>
                </a:lnTo>
                <a:close/>
              </a:path>
            </a:pathLst>
          </a:custGeom>
          <a:solidFill>
            <a:srgbClr val="000000"/>
          </a:solidFill>
          <a:ln w="61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82" name="Freeform: Shape 181">
            <a:extLst>
              <a:ext uri="{FF2B5EF4-FFF2-40B4-BE49-F238E27FC236}">
                <a16:creationId xmlns:a16="http://schemas.microsoft.com/office/drawing/2014/main" id="{FC4D4E5B-79E6-3553-EF39-D0107DCD5C82}"/>
              </a:ext>
            </a:extLst>
          </p:cNvPr>
          <p:cNvSpPr/>
          <p:nvPr/>
        </p:nvSpPr>
        <p:spPr>
          <a:xfrm>
            <a:off x="196421" y="179554"/>
            <a:ext cx="656840" cy="720004"/>
          </a:xfrm>
          <a:custGeom>
            <a:avLst/>
            <a:gdLst>
              <a:gd name="csX0" fmla="*/ 212745 w 656840"/>
              <a:gd name="csY0" fmla="*/ 513516 h 720004"/>
              <a:gd name="csX1" fmla="*/ 256751 w 656840"/>
              <a:gd name="csY1" fmla="*/ 513516 h 720004"/>
              <a:gd name="csX2" fmla="*/ 256751 w 656840"/>
              <a:gd name="csY2" fmla="*/ 613208 h 720004"/>
              <a:gd name="csX3" fmla="*/ 216521 w 656840"/>
              <a:gd name="csY3" fmla="*/ 613208 h 720004"/>
              <a:gd name="csX4" fmla="*/ 178810 w 656840"/>
              <a:gd name="csY4" fmla="*/ 579147 h 720004"/>
              <a:gd name="csX5" fmla="*/ 181327 w 656840"/>
              <a:gd name="csY5" fmla="*/ 541284 h 720004"/>
              <a:gd name="csX6" fmla="*/ 212745 w 656840"/>
              <a:gd name="csY6" fmla="*/ 513516 h 720004"/>
              <a:gd name="csX7" fmla="*/ 374946 w 656840"/>
              <a:gd name="csY7" fmla="*/ 478196 h 720004"/>
              <a:gd name="csX8" fmla="*/ 327165 w 656840"/>
              <a:gd name="csY8" fmla="*/ 479454 h 720004"/>
              <a:gd name="csX9" fmla="*/ 327165 w 656840"/>
              <a:gd name="csY9" fmla="*/ 608148 h 720004"/>
              <a:gd name="csX10" fmla="*/ 374946 w 656840"/>
              <a:gd name="csY10" fmla="*/ 652330 h 720004"/>
              <a:gd name="csX11" fmla="*/ 490625 w 656840"/>
              <a:gd name="csY11" fmla="*/ 652330 h 720004"/>
              <a:gd name="csX12" fmla="*/ 490625 w 656840"/>
              <a:gd name="csY12" fmla="*/ 479454 h 720004"/>
              <a:gd name="csX13" fmla="*/ 440325 w 656840"/>
              <a:gd name="csY13" fmla="*/ 479454 h 720004"/>
              <a:gd name="csX14" fmla="*/ 440325 w 656840"/>
              <a:gd name="csY14" fmla="*/ 609407 h 720004"/>
              <a:gd name="csX15" fmla="*/ 392544 w 656840"/>
              <a:gd name="csY15" fmla="*/ 609407 h 720004"/>
              <a:gd name="csX16" fmla="*/ 374946 w 656840"/>
              <a:gd name="csY16" fmla="*/ 594302 h 720004"/>
              <a:gd name="csX17" fmla="*/ 259268 w 656840"/>
              <a:gd name="csY17" fmla="*/ 406271 h 720004"/>
              <a:gd name="csX18" fmla="*/ 259268 w 656840"/>
              <a:gd name="csY18" fmla="*/ 473136 h 720004"/>
              <a:gd name="csX19" fmla="*/ 205218 w 656840"/>
              <a:gd name="csY19" fmla="*/ 473136 h 720004"/>
              <a:gd name="csX20" fmla="*/ 132287 w 656840"/>
              <a:gd name="csY20" fmla="*/ 538741 h 720004"/>
              <a:gd name="csX21" fmla="*/ 139839 w 656840"/>
              <a:gd name="csY21" fmla="*/ 609407 h 720004"/>
              <a:gd name="csX22" fmla="*/ 202700 w 656840"/>
              <a:gd name="csY22" fmla="*/ 653589 h 720004"/>
              <a:gd name="csX23" fmla="*/ 303274 w 656840"/>
              <a:gd name="csY23" fmla="*/ 653589 h 720004"/>
              <a:gd name="csX24" fmla="*/ 304507 w 656840"/>
              <a:gd name="csY24" fmla="*/ 653589 h 720004"/>
              <a:gd name="csX25" fmla="*/ 304507 w 656840"/>
              <a:gd name="csY25" fmla="*/ 407530 h 720004"/>
              <a:gd name="csX26" fmla="*/ 313016 w 656840"/>
              <a:gd name="csY26" fmla="*/ 292708 h 720004"/>
              <a:gd name="csX27" fmla="*/ 429022 w 656840"/>
              <a:gd name="csY27" fmla="*/ 359597 h 720004"/>
              <a:gd name="csX28" fmla="*/ 569825 w 656840"/>
              <a:gd name="csY28" fmla="*/ 503421 h 720004"/>
              <a:gd name="csX29" fmla="*/ 594974 w 656840"/>
              <a:gd name="csY29" fmla="*/ 658649 h 720004"/>
              <a:gd name="csX30" fmla="*/ 396320 w 656840"/>
              <a:gd name="csY30" fmla="*/ 706582 h 720004"/>
              <a:gd name="csX31" fmla="*/ 271856 w 656840"/>
              <a:gd name="csY31" fmla="*/ 702781 h 720004"/>
              <a:gd name="csX32" fmla="*/ 147366 w 656840"/>
              <a:gd name="csY32" fmla="*/ 711617 h 720004"/>
              <a:gd name="csX33" fmla="*/ 46792 w 656840"/>
              <a:gd name="csY33" fmla="*/ 614467 h 720004"/>
              <a:gd name="csX34" fmla="*/ 132287 w 656840"/>
              <a:gd name="csY34" fmla="*/ 451687 h 720004"/>
              <a:gd name="csX35" fmla="*/ 225333 w 656840"/>
              <a:gd name="csY35" fmla="*/ 350761 h 720004"/>
              <a:gd name="csX36" fmla="*/ 313016 w 656840"/>
              <a:gd name="csY36" fmla="*/ 292708 h 720004"/>
              <a:gd name="csX37" fmla="*/ 569825 w 656840"/>
              <a:gd name="csY37" fmla="*/ 218266 h 720004"/>
              <a:gd name="csX38" fmla="*/ 656577 w 656840"/>
              <a:gd name="csY38" fmla="*/ 307838 h 720004"/>
              <a:gd name="csX39" fmla="*/ 581153 w 656840"/>
              <a:gd name="csY39" fmla="*/ 427746 h 720004"/>
              <a:gd name="csX40" fmla="*/ 491883 w 656840"/>
              <a:gd name="csY40" fmla="*/ 326795 h 720004"/>
              <a:gd name="csX41" fmla="*/ 569825 w 656840"/>
              <a:gd name="csY41" fmla="*/ 218266 h 720004"/>
              <a:gd name="csX42" fmla="*/ 73201 w 656840"/>
              <a:gd name="csY42" fmla="*/ 166557 h 720004"/>
              <a:gd name="csX43" fmla="*/ 163730 w 656840"/>
              <a:gd name="csY43" fmla="*/ 248551 h 720004"/>
              <a:gd name="csX44" fmla="*/ 98351 w 656840"/>
              <a:gd name="csY44" fmla="*/ 378503 h 720004"/>
              <a:gd name="csX45" fmla="*/ 1528 w 656840"/>
              <a:gd name="csY45" fmla="*/ 263706 h 720004"/>
              <a:gd name="csX46" fmla="*/ 73201 w 656840"/>
              <a:gd name="csY46" fmla="*/ 166557 h 720004"/>
              <a:gd name="csX47" fmla="*/ 444933 w 656840"/>
              <a:gd name="csY47" fmla="*/ 18881 h 720004"/>
              <a:gd name="csX48" fmla="*/ 460440 w 656840"/>
              <a:gd name="csY48" fmla="*/ 18906 h 720004"/>
              <a:gd name="csX49" fmla="*/ 530854 w 656840"/>
              <a:gd name="csY49" fmla="*/ 128694 h 720004"/>
              <a:gd name="csX50" fmla="*/ 429022 w 656840"/>
              <a:gd name="csY50" fmla="*/ 229645 h 720004"/>
              <a:gd name="csX51" fmla="*/ 363643 w 656840"/>
              <a:gd name="csY51" fmla="*/ 117315 h 720004"/>
              <a:gd name="csX52" fmla="*/ 444933 w 656840"/>
              <a:gd name="csY52" fmla="*/ 18881 h 720004"/>
              <a:gd name="csX53" fmla="*/ 242930 w 656840"/>
              <a:gd name="csY53" fmla="*/ 0 h 720004"/>
              <a:gd name="csX54" fmla="*/ 320896 w 656840"/>
              <a:gd name="csY54" fmla="*/ 110996 h 720004"/>
              <a:gd name="csX55" fmla="*/ 242930 w 656840"/>
              <a:gd name="csY55" fmla="*/ 222067 h 720004"/>
              <a:gd name="csX56" fmla="*/ 164989 w 656840"/>
              <a:gd name="csY56" fmla="*/ 110996 h 720004"/>
              <a:gd name="csX57" fmla="*/ 242930 w 656840"/>
              <a:gd name="csY57" fmla="*/ 0 h 720004"/>
              <a:gd name="csX0" fmla="*/ 212745 w 656840"/>
              <a:gd name="csY0" fmla="*/ 513516 h 720004"/>
              <a:gd name="csX1" fmla="*/ 256751 w 656840"/>
              <a:gd name="csY1" fmla="*/ 513516 h 720004"/>
              <a:gd name="csX2" fmla="*/ 256751 w 656840"/>
              <a:gd name="csY2" fmla="*/ 613208 h 720004"/>
              <a:gd name="csX3" fmla="*/ 216521 w 656840"/>
              <a:gd name="csY3" fmla="*/ 613208 h 720004"/>
              <a:gd name="csX4" fmla="*/ 178810 w 656840"/>
              <a:gd name="csY4" fmla="*/ 579147 h 720004"/>
              <a:gd name="csX5" fmla="*/ 181327 w 656840"/>
              <a:gd name="csY5" fmla="*/ 541284 h 720004"/>
              <a:gd name="csX6" fmla="*/ 212745 w 656840"/>
              <a:gd name="csY6" fmla="*/ 513516 h 720004"/>
              <a:gd name="csX7" fmla="*/ 374946 w 656840"/>
              <a:gd name="csY7" fmla="*/ 478196 h 720004"/>
              <a:gd name="csX8" fmla="*/ 327165 w 656840"/>
              <a:gd name="csY8" fmla="*/ 479454 h 720004"/>
              <a:gd name="csX9" fmla="*/ 327165 w 656840"/>
              <a:gd name="csY9" fmla="*/ 608148 h 720004"/>
              <a:gd name="csX10" fmla="*/ 374946 w 656840"/>
              <a:gd name="csY10" fmla="*/ 652330 h 720004"/>
              <a:gd name="csX11" fmla="*/ 490625 w 656840"/>
              <a:gd name="csY11" fmla="*/ 652330 h 720004"/>
              <a:gd name="csX12" fmla="*/ 490625 w 656840"/>
              <a:gd name="csY12" fmla="*/ 479454 h 720004"/>
              <a:gd name="csX13" fmla="*/ 440325 w 656840"/>
              <a:gd name="csY13" fmla="*/ 479454 h 720004"/>
              <a:gd name="csX14" fmla="*/ 440325 w 656840"/>
              <a:gd name="csY14" fmla="*/ 609407 h 720004"/>
              <a:gd name="csX15" fmla="*/ 392544 w 656840"/>
              <a:gd name="csY15" fmla="*/ 609407 h 720004"/>
              <a:gd name="csX16" fmla="*/ 374946 w 656840"/>
              <a:gd name="csY16" fmla="*/ 594302 h 720004"/>
              <a:gd name="csX17" fmla="*/ 374946 w 656840"/>
              <a:gd name="csY17" fmla="*/ 478196 h 720004"/>
              <a:gd name="csX18" fmla="*/ 304507 w 656840"/>
              <a:gd name="csY18" fmla="*/ 407530 h 720004"/>
              <a:gd name="csX19" fmla="*/ 259268 w 656840"/>
              <a:gd name="csY19" fmla="*/ 473136 h 720004"/>
              <a:gd name="csX20" fmla="*/ 205218 w 656840"/>
              <a:gd name="csY20" fmla="*/ 473136 h 720004"/>
              <a:gd name="csX21" fmla="*/ 132287 w 656840"/>
              <a:gd name="csY21" fmla="*/ 538741 h 720004"/>
              <a:gd name="csX22" fmla="*/ 139839 w 656840"/>
              <a:gd name="csY22" fmla="*/ 609407 h 720004"/>
              <a:gd name="csX23" fmla="*/ 202700 w 656840"/>
              <a:gd name="csY23" fmla="*/ 653589 h 720004"/>
              <a:gd name="csX24" fmla="*/ 303274 w 656840"/>
              <a:gd name="csY24" fmla="*/ 653589 h 720004"/>
              <a:gd name="csX25" fmla="*/ 304507 w 656840"/>
              <a:gd name="csY25" fmla="*/ 653589 h 720004"/>
              <a:gd name="csX26" fmla="*/ 304507 w 656840"/>
              <a:gd name="csY26" fmla="*/ 407530 h 720004"/>
              <a:gd name="csX27" fmla="*/ 313016 w 656840"/>
              <a:gd name="csY27" fmla="*/ 292708 h 720004"/>
              <a:gd name="csX28" fmla="*/ 429022 w 656840"/>
              <a:gd name="csY28" fmla="*/ 359597 h 720004"/>
              <a:gd name="csX29" fmla="*/ 569825 w 656840"/>
              <a:gd name="csY29" fmla="*/ 503421 h 720004"/>
              <a:gd name="csX30" fmla="*/ 594974 w 656840"/>
              <a:gd name="csY30" fmla="*/ 658649 h 720004"/>
              <a:gd name="csX31" fmla="*/ 396320 w 656840"/>
              <a:gd name="csY31" fmla="*/ 706582 h 720004"/>
              <a:gd name="csX32" fmla="*/ 271856 w 656840"/>
              <a:gd name="csY32" fmla="*/ 702781 h 720004"/>
              <a:gd name="csX33" fmla="*/ 147366 w 656840"/>
              <a:gd name="csY33" fmla="*/ 711617 h 720004"/>
              <a:gd name="csX34" fmla="*/ 46792 w 656840"/>
              <a:gd name="csY34" fmla="*/ 614467 h 720004"/>
              <a:gd name="csX35" fmla="*/ 132287 w 656840"/>
              <a:gd name="csY35" fmla="*/ 451687 h 720004"/>
              <a:gd name="csX36" fmla="*/ 225333 w 656840"/>
              <a:gd name="csY36" fmla="*/ 350761 h 720004"/>
              <a:gd name="csX37" fmla="*/ 313016 w 656840"/>
              <a:gd name="csY37" fmla="*/ 292708 h 720004"/>
              <a:gd name="csX38" fmla="*/ 569825 w 656840"/>
              <a:gd name="csY38" fmla="*/ 218266 h 720004"/>
              <a:gd name="csX39" fmla="*/ 656577 w 656840"/>
              <a:gd name="csY39" fmla="*/ 307838 h 720004"/>
              <a:gd name="csX40" fmla="*/ 581153 w 656840"/>
              <a:gd name="csY40" fmla="*/ 427746 h 720004"/>
              <a:gd name="csX41" fmla="*/ 491883 w 656840"/>
              <a:gd name="csY41" fmla="*/ 326795 h 720004"/>
              <a:gd name="csX42" fmla="*/ 569825 w 656840"/>
              <a:gd name="csY42" fmla="*/ 218266 h 720004"/>
              <a:gd name="csX43" fmla="*/ 73201 w 656840"/>
              <a:gd name="csY43" fmla="*/ 166557 h 720004"/>
              <a:gd name="csX44" fmla="*/ 163730 w 656840"/>
              <a:gd name="csY44" fmla="*/ 248551 h 720004"/>
              <a:gd name="csX45" fmla="*/ 98351 w 656840"/>
              <a:gd name="csY45" fmla="*/ 378503 h 720004"/>
              <a:gd name="csX46" fmla="*/ 1528 w 656840"/>
              <a:gd name="csY46" fmla="*/ 263706 h 720004"/>
              <a:gd name="csX47" fmla="*/ 73201 w 656840"/>
              <a:gd name="csY47" fmla="*/ 166557 h 720004"/>
              <a:gd name="csX48" fmla="*/ 444933 w 656840"/>
              <a:gd name="csY48" fmla="*/ 18881 h 720004"/>
              <a:gd name="csX49" fmla="*/ 460440 w 656840"/>
              <a:gd name="csY49" fmla="*/ 18906 h 720004"/>
              <a:gd name="csX50" fmla="*/ 530854 w 656840"/>
              <a:gd name="csY50" fmla="*/ 128694 h 720004"/>
              <a:gd name="csX51" fmla="*/ 429022 w 656840"/>
              <a:gd name="csY51" fmla="*/ 229645 h 720004"/>
              <a:gd name="csX52" fmla="*/ 363643 w 656840"/>
              <a:gd name="csY52" fmla="*/ 117315 h 720004"/>
              <a:gd name="csX53" fmla="*/ 444933 w 656840"/>
              <a:gd name="csY53" fmla="*/ 18881 h 720004"/>
              <a:gd name="csX54" fmla="*/ 242930 w 656840"/>
              <a:gd name="csY54" fmla="*/ 0 h 720004"/>
              <a:gd name="csX55" fmla="*/ 320896 w 656840"/>
              <a:gd name="csY55" fmla="*/ 110996 h 720004"/>
              <a:gd name="csX56" fmla="*/ 242930 w 656840"/>
              <a:gd name="csY56" fmla="*/ 222067 h 720004"/>
              <a:gd name="csX57" fmla="*/ 164989 w 656840"/>
              <a:gd name="csY57" fmla="*/ 110996 h 720004"/>
              <a:gd name="csX58" fmla="*/ 242930 w 656840"/>
              <a:gd name="csY58" fmla="*/ 0 h 720004"/>
              <a:gd name="csX0" fmla="*/ 212745 w 656840"/>
              <a:gd name="csY0" fmla="*/ 513516 h 720004"/>
              <a:gd name="csX1" fmla="*/ 256751 w 656840"/>
              <a:gd name="csY1" fmla="*/ 513516 h 720004"/>
              <a:gd name="csX2" fmla="*/ 256751 w 656840"/>
              <a:gd name="csY2" fmla="*/ 613208 h 720004"/>
              <a:gd name="csX3" fmla="*/ 216521 w 656840"/>
              <a:gd name="csY3" fmla="*/ 613208 h 720004"/>
              <a:gd name="csX4" fmla="*/ 178810 w 656840"/>
              <a:gd name="csY4" fmla="*/ 579147 h 720004"/>
              <a:gd name="csX5" fmla="*/ 181327 w 656840"/>
              <a:gd name="csY5" fmla="*/ 541284 h 720004"/>
              <a:gd name="csX6" fmla="*/ 212745 w 656840"/>
              <a:gd name="csY6" fmla="*/ 513516 h 720004"/>
              <a:gd name="csX7" fmla="*/ 374946 w 656840"/>
              <a:gd name="csY7" fmla="*/ 478196 h 720004"/>
              <a:gd name="csX8" fmla="*/ 327165 w 656840"/>
              <a:gd name="csY8" fmla="*/ 479454 h 720004"/>
              <a:gd name="csX9" fmla="*/ 327165 w 656840"/>
              <a:gd name="csY9" fmla="*/ 608148 h 720004"/>
              <a:gd name="csX10" fmla="*/ 374946 w 656840"/>
              <a:gd name="csY10" fmla="*/ 652330 h 720004"/>
              <a:gd name="csX11" fmla="*/ 490625 w 656840"/>
              <a:gd name="csY11" fmla="*/ 652330 h 720004"/>
              <a:gd name="csX12" fmla="*/ 490625 w 656840"/>
              <a:gd name="csY12" fmla="*/ 479454 h 720004"/>
              <a:gd name="csX13" fmla="*/ 440325 w 656840"/>
              <a:gd name="csY13" fmla="*/ 479454 h 720004"/>
              <a:gd name="csX14" fmla="*/ 440325 w 656840"/>
              <a:gd name="csY14" fmla="*/ 609407 h 720004"/>
              <a:gd name="csX15" fmla="*/ 392544 w 656840"/>
              <a:gd name="csY15" fmla="*/ 609407 h 720004"/>
              <a:gd name="csX16" fmla="*/ 374946 w 656840"/>
              <a:gd name="csY16" fmla="*/ 594302 h 720004"/>
              <a:gd name="csX17" fmla="*/ 374946 w 656840"/>
              <a:gd name="csY17" fmla="*/ 478196 h 720004"/>
              <a:gd name="csX18" fmla="*/ 304507 w 656840"/>
              <a:gd name="csY18" fmla="*/ 653589 h 720004"/>
              <a:gd name="csX19" fmla="*/ 259268 w 656840"/>
              <a:gd name="csY19" fmla="*/ 473136 h 720004"/>
              <a:gd name="csX20" fmla="*/ 205218 w 656840"/>
              <a:gd name="csY20" fmla="*/ 473136 h 720004"/>
              <a:gd name="csX21" fmla="*/ 132287 w 656840"/>
              <a:gd name="csY21" fmla="*/ 538741 h 720004"/>
              <a:gd name="csX22" fmla="*/ 139839 w 656840"/>
              <a:gd name="csY22" fmla="*/ 609407 h 720004"/>
              <a:gd name="csX23" fmla="*/ 202700 w 656840"/>
              <a:gd name="csY23" fmla="*/ 653589 h 720004"/>
              <a:gd name="csX24" fmla="*/ 303274 w 656840"/>
              <a:gd name="csY24" fmla="*/ 653589 h 720004"/>
              <a:gd name="csX25" fmla="*/ 304507 w 656840"/>
              <a:gd name="csY25" fmla="*/ 653589 h 720004"/>
              <a:gd name="csX26" fmla="*/ 313016 w 656840"/>
              <a:gd name="csY26" fmla="*/ 292708 h 720004"/>
              <a:gd name="csX27" fmla="*/ 429022 w 656840"/>
              <a:gd name="csY27" fmla="*/ 359597 h 720004"/>
              <a:gd name="csX28" fmla="*/ 569825 w 656840"/>
              <a:gd name="csY28" fmla="*/ 503421 h 720004"/>
              <a:gd name="csX29" fmla="*/ 594974 w 656840"/>
              <a:gd name="csY29" fmla="*/ 658649 h 720004"/>
              <a:gd name="csX30" fmla="*/ 396320 w 656840"/>
              <a:gd name="csY30" fmla="*/ 706582 h 720004"/>
              <a:gd name="csX31" fmla="*/ 271856 w 656840"/>
              <a:gd name="csY31" fmla="*/ 702781 h 720004"/>
              <a:gd name="csX32" fmla="*/ 147366 w 656840"/>
              <a:gd name="csY32" fmla="*/ 711617 h 720004"/>
              <a:gd name="csX33" fmla="*/ 46792 w 656840"/>
              <a:gd name="csY33" fmla="*/ 614467 h 720004"/>
              <a:gd name="csX34" fmla="*/ 132287 w 656840"/>
              <a:gd name="csY34" fmla="*/ 451687 h 720004"/>
              <a:gd name="csX35" fmla="*/ 225333 w 656840"/>
              <a:gd name="csY35" fmla="*/ 350761 h 720004"/>
              <a:gd name="csX36" fmla="*/ 313016 w 656840"/>
              <a:gd name="csY36" fmla="*/ 292708 h 720004"/>
              <a:gd name="csX37" fmla="*/ 569825 w 656840"/>
              <a:gd name="csY37" fmla="*/ 218266 h 720004"/>
              <a:gd name="csX38" fmla="*/ 656577 w 656840"/>
              <a:gd name="csY38" fmla="*/ 307838 h 720004"/>
              <a:gd name="csX39" fmla="*/ 581153 w 656840"/>
              <a:gd name="csY39" fmla="*/ 427746 h 720004"/>
              <a:gd name="csX40" fmla="*/ 491883 w 656840"/>
              <a:gd name="csY40" fmla="*/ 326795 h 720004"/>
              <a:gd name="csX41" fmla="*/ 569825 w 656840"/>
              <a:gd name="csY41" fmla="*/ 218266 h 720004"/>
              <a:gd name="csX42" fmla="*/ 73201 w 656840"/>
              <a:gd name="csY42" fmla="*/ 166557 h 720004"/>
              <a:gd name="csX43" fmla="*/ 163730 w 656840"/>
              <a:gd name="csY43" fmla="*/ 248551 h 720004"/>
              <a:gd name="csX44" fmla="*/ 98351 w 656840"/>
              <a:gd name="csY44" fmla="*/ 378503 h 720004"/>
              <a:gd name="csX45" fmla="*/ 1528 w 656840"/>
              <a:gd name="csY45" fmla="*/ 263706 h 720004"/>
              <a:gd name="csX46" fmla="*/ 73201 w 656840"/>
              <a:gd name="csY46" fmla="*/ 166557 h 720004"/>
              <a:gd name="csX47" fmla="*/ 444933 w 656840"/>
              <a:gd name="csY47" fmla="*/ 18881 h 720004"/>
              <a:gd name="csX48" fmla="*/ 460440 w 656840"/>
              <a:gd name="csY48" fmla="*/ 18906 h 720004"/>
              <a:gd name="csX49" fmla="*/ 530854 w 656840"/>
              <a:gd name="csY49" fmla="*/ 128694 h 720004"/>
              <a:gd name="csX50" fmla="*/ 429022 w 656840"/>
              <a:gd name="csY50" fmla="*/ 229645 h 720004"/>
              <a:gd name="csX51" fmla="*/ 363643 w 656840"/>
              <a:gd name="csY51" fmla="*/ 117315 h 720004"/>
              <a:gd name="csX52" fmla="*/ 444933 w 656840"/>
              <a:gd name="csY52" fmla="*/ 18881 h 720004"/>
              <a:gd name="csX53" fmla="*/ 242930 w 656840"/>
              <a:gd name="csY53" fmla="*/ 0 h 720004"/>
              <a:gd name="csX54" fmla="*/ 320896 w 656840"/>
              <a:gd name="csY54" fmla="*/ 110996 h 720004"/>
              <a:gd name="csX55" fmla="*/ 242930 w 656840"/>
              <a:gd name="csY55" fmla="*/ 222067 h 720004"/>
              <a:gd name="csX56" fmla="*/ 164989 w 656840"/>
              <a:gd name="csY56" fmla="*/ 110996 h 720004"/>
              <a:gd name="csX57" fmla="*/ 242930 w 656840"/>
              <a:gd name="csY57" fmla="*/ 0 h 720004"/>
              <a:gd name="csX0" fmla="*/ 212745 w 656840"/>
              <a:gd name="csY0" fmla="*/ 513516 h 720004"/>
              <a:gd name="csX1" fmla="*/ 256751 w 656840"/>
              <a:gd name="csY1" fmla="*/ 513516 h 720004"/>
              <a:gd name="csX2" fmla="*/ 256751 w 656840"/>
              <a:gd name="csY2" fmla="*/ 613208 h 720004"/>
              <a:gd name="csX3" fmla="*/ 216521 w 656840"/>
              <a:gd name="csY3" fmla="*/ 613208 h 720004"/>
              <a:gd name="csX4" fmla="*/ 178810 w 656840"/>
              <a:gd name="csY4" fmla="*/ 579147 h 720004"/>
              <a:gd name="csX5" fmla="*/ 181327 w 656840"/>
              <a:gd name="csY5" fmla="*/ 541284 h 720004"/>
              <a:gd name="csX6" fmla="*/ 212745 w 656840"/>
              <a:gd name="csY6" fmla="*/ 513516 h 720004"/>
              <a:gd name="csX7" fmla="*/ 374946 w 656840"/>
              <a:gd name="csY7" fmla="*/ 478196 h 720004"/>
              <a:gd name="csX8" fmla="*/ 327165 w 656840"/>
              <a:gd name="csY8" fmla="*/ 479454 h 720004"/>
              <a:gd name="csX9" fmla="*/ 327165 w 656840"/>
              <a:gd name="csY9" fmla="*/ 608148 h 720004"/>
              <a:gd name="csX10" fmla="*/ 374946 w 656840"/>
              <a:gd name="csY10" fmla="*/ 652330 h 720004"/>
              <a:gd name="csX11" fmla="*/ 490625 w 656840"/>
              <a:gd name="csY11" fmla="*/ 652330 h 720004"/>
              <a:gd name="csX12" fmla="*/ 490625 w 656840"/>
              <a:gd name="csY12" fmla="*/ 479454 h 720004"/>
              <a:gd name="csX13" fmla="*/ 440325 w 656840"/>
              <a:gd name="csY13" fmla="*/ 479454 h 720004"/>
              <a:gd name="csX14" fmla="*/ 440325 w 656840"/>
              <a:gd name="csY14" fmla="*/ 609407 h 720004"/>
              <a:gd name="csX15" fmla="*/ 392544 w 656840"/>
              <a:gd name="csY15" fmla="*/ 609407 h 720004"/>
              <a:gd name="csX16" fmla="*/ 374946 w 656840"/>
              <a:gd name="csY16" fmla="*/ 594302 h 720004"/>
              <a:gd name="csX17" fmla="*/ 374946 w 656840"/>
              <a:gd name="csY17" fmla="*/ 478196 h 720004"/>
              <a:gd name="csX18" fmla="*/ 304507 w 656840"/>
              <a:gd name="csY18" fmla="*/ 653589 h 720004"/>
              <a:gd name="csX19" fmla="*/ 205218 w 656840"/>
              <a:gd name="csY19" fmla="*/ 473136 h 720004"/>
              <a:gd name="csX20" fmla="*/ 132287 w 656840"/>
              <a:gd name="csY20" fmla="*/ 538741 h 720004"/>
              <a:gd name="csX21" fmla="*/ 139839 w 656840"/>
              <a:gd name="csY21" fmla="*/ 609407 h 720004"/>
              <a:gd name="csX22" fmla="*/ 202700 w 656840"/>
              <a:gd name="csY22" fmla="*/ 653589 h 720004"/>
              <a:gd name="csX23" fmla="*/ 303274 w 656840"/>
              <a:gd name="csY23" fmla="*/ 653589 h 720004"/>
              <a:gd name="csX24" fmla="*/ 304507 w 656840"/>
              <a:gd name="csY24" fmla="*/ 653589 h 720004"/>
              <a:gd name="csX25" fmla="*/ 313016 w 656840"/>
              <a:gd name="csY25" fmla="*/ 292708 h 720004"/>
              <a:gd name="csX26" fmla="*/ 429022 w 656840"/>
              <a:gd name="csY26" fmla="*/ 359597 h 720004"/>
              <a:gd name="csX27" fmla="*/ 569825 w 656840"/>
              <a:gd name="csY27" fmla="*/ 503421 h 720004"/>
              <a:gd name="csX28" fmla="*/ 594974 w 656840"/>
              <a:gd name="csY28" fmla="*/ 658649 h 720004"/>
              <a:gd name="csX29" fmla="*/ 396320 w 656840"/>
              <a:gd name="csY29" fmla="*/ 706582 h 720004"/>
              <a:gd name="csX30" fmla="*/ 271856 w 656840"/>
              <a:gd name="csY30" fmla="*/ 702781 h 720004"/>
              <a:gd name="csX31" fmla="*/ 147366 w 656840"/>
              <a:gd name="csY31" fmla="*/ 711617 h 720004"/>
              <a:gd name="csX32" fmla="*/ 46792 w 656840"/>
              <a:gd name="csY32" fmla="*/ 614467 h 720004"/>
              <a:gd name="csX33" fmla="*/ 132287 w 656840"/>
              <a:gd name="csY33" fmla="*/ 451687 h 720004"/>
              <a:gd name="csX34" fmla="*/ 225333 w 656840"/>
              <a:gd name="csY34" fmla="*/ 350761 h 720004"/>
              <a:gd name="csX35" fmla="*/ 313016 w 656840"/>
              <a:gd name="csY35" fmla="*/ 292708 h 720004"/>
              <a:gd name="csX36" fmla="*/ 569825 w 656840"/>
              <a:gd name="csY36" fmla="*/ 218266 h 720004"/>
              <a:gd name="csX37" fmla="*/ 656577 w 656840"/>
              <a:gd name="csY37" fmla="*/ 307838 h 720004"/>
              <a:gd name="csX38" fmla="*/ 581153 w 656840"/>
              <a:gd name="csY38" fmla="*/ 427746 h 720004"/>
              <a:gd name="csX39" fmla="*/ 491883 w 656840"/>
              <a:gd name="csY39" fmla="*/ 326795 h 720004"/>
              <a:gd name="csX40" fmla="*/ 569825 w 656840"/>
              <a:gd name="csY40" fmla="*/ 218266 h 720004"/>
              <a:gd name="csX41" fmla="*/ 73201 w 656840"/>
              <a:gd name="csY41" fmla="*/ 166557 h 720004"/>
              <a:gd name="csX42" fmla="*/ 163730 w 656840"/>
              <a:gd name="csY42" fmla="*/ 248551 h 720004"/>
              <a:gd name="csX43" fmla="*/ 98351 w 656840"/>
              <a:gd name="csY43" fmla="*/ 378503 h 720004"/>
              <a:gd name="csX44" fmla="*/ 1528 w 656840"/>
              <a:gd name="csY44" fmla="*/ 263706 h 720004"/>
              <a:gd name="csX45" fmla="*/ 73201 w 656840"/>
              <a:gd name="csY45" fmla="*/ 166557 h 720004"/>
              <a:gd name="csX46" fmla="*/ 444933 w 656840"/>
              <a:gd name="csY46" fmla="*/ 18881 h 720004"/>
              <a:gd name="csX47" fmla="*/ 460440 w 656840"/>
              <a:gd name="csY47" fmla="*/ 18906 h 720004"/>
              <a:gd name="csX48" fmla="*/ 530854 w 656840"/>
              <a:gd name="csY48" fmla="*/ 128694 h 720004"/>
              <a:gd name="csX49" fmla="*/ 429022 w 656840"/>
              <a:gd name="csY49" fmla="*/ 229645 h 720004"/>
              <a:gd name="csX50" fmla="*/ 363643 w 656840"/>
              <a:gd name="csY50" fmla="*/ 117315 h 720004"/>
              <a:gd name="csX51" fmla="*/ 444933 w 656840"/>
              <a:gd name="csY51" fmla="*/ 18881 h 720004"/>
              <a:gd name="csX52" fmla="*/ 242930 w 656840"/>
              <a:gd name="csY52" fmla="*/ 0 h 720004"/>
              <a:gd name="csX53" fmla="*/ 320896 w 656840"/>
              <a:gd name="csY53" fmla="*/ 110996 h 720004"/>
              <a:gd name="csX54" fmla="*/ 242930 w 656840"/>
              <a:gd name="csY54" fmla="*/ 222067 h 720004"/>
              <a:gd name="csX55" fmla="*/ 164989 w 656840"/>
              <a:gd name="csY55" fmla="*/ 110996 h 720004"/>
              <a:gd name="csX56" fmla="*/ 242930 w 656840"/>
              <a:gd name="csY56" fmla="*/ 0 h 720004"/>
              <a:gd name="csX0" fmla="*/ 212745 w 656840"/>
              <a:gd name="csY0" fmla="*/ 513516 h 720004"/>
              <a:gd name="csX1" fmla="*/ 256751 w 656840"/>
              <a:gd name="csY1" fmla="*/ 613208 h 720004"/>
              <a:gd name="csX2" fmla="*/ 216521 w 656840"/>
              <a:gd name="csY2" fmla="*/ 613208 h 720004"/>
              <a:gd name="csX3" fmla="*/ 178810 w 656840"/>
              <a:gd name="csY3" fmla="*/ 579147 h 720004"/>
              <a:gd name="csX4" fmla="*/ 181327 w 656840"/>
              <a:gd name="csY4" fmla="*/ 541284 h 720004"/>
              <a:gd name="csX5" fmla="*/ 212745 w 656840"/>
              <a:gd name="csY5" fmla="*/ 513516 h 720004"/>
              <a:gd name="csX6" fmla="*/ 374946 w 656840"/>
              <a:gd name="csY6" fmla="*/ 478196 h 720004"/>
              <a:gd name="csX7" fmla="*/ 327165 w 656840"/>
              <a:gd name="csY7" fmla="*/ 479454 h 720004"/>
              <a:gd name="csX8" fmla="*/ 327165 w 656840"/>
              <a:gd name="csY8" fmla="*/ 608148 h 720004"/>
              <a:gd name="csX9" fmla="*/ 374946 w 656840"/>
              <a:gd name="csY9" fmla="*/ 652330 h 720004"/>
              <a:gd name="csX10" fmla="*/ 490625 w 656840"/>
              <a:gd name="csY10" fmla="*/ 652330 h 720004"/>
              <a:gd name="csX11" fmla="*/ 490625 w 656840"/>
              <a:gd name="csY11" fmla="*/ 479454 h 720004"/>
              <a:gd name="csX12" fmla="*/ 440325 w 656840"/>
              <a:gd name="csY12" fmla="*/ 479454 h 720004"/>
              <a:gd name="csX13" fmla="*/ 440325 w 656840"/>
              <a:gd name="csY13" fmla="*/ 609407 h 720004"/>
              <a:gd name="csX14" fmla="*/ 392544 w 656840"/>
              <a:gd name="csY14" fmla="*/ 609407 h 720004"/>
              <a:gd name="csX15" fmla="*/ 374946 w 656840"/>
              <a:gd name="csY15" fmla="*/ 594302 h 720004"/>
              <a:gd name="csX16" fmla="*/ 374946 w 656840"/>
              <a:gd name="csY16" fmla="*/ 478196 h 720004"/>
              <a:gd name="csX17" fmla="*/ 304507 w 656840"/>
              <a:gd name="csY17" fmla="*/ 653589 h 720004"/>
              <a:gd name="csX18" fmla="*/ 205218 w 656840"/>
              <a:gd name="csY18" fmla="*/ 473136 h 720004"/>
              <a:gd name="csX19" fmla="*/ 132287 w 656840"/>
              <a:gd name="csY19" fmla="*/ 538741 h 720004"/>
              <a:gd name="csX20" fmla="*/ 139839 w 656840"/>
              <a:gd name="csY20" fmla="*/ 609407 h 720004"/>
              <a:gd name="csX21" fmla="*/ 202700 w 656840"/>
              <a:gd name="csY21" fmla="*/ 653589 h 720004"/>
              <a:gd name="csX22" fmla="*/ 303274 w 656840"/>
              <a:gd name="csY22" fmla="*/ 653589 h 720004"/>
              <a:gd name="csX23" fmla="*/ 304507 w 656840"/>
              <a:gd name="csY23" fmla="*/ 653589 h 720004"/>
              <a:gd name="csX24" fmla="*/ 313016 w 656840"/>
              <a:gd name="csY24" fmla="*/ 292708 h 720004"/>
              <a:gd name="csX25" fmla="*/ 429022 w 656840"/>
              <a:gd name="csY25" fmla="*/ 359597 h 720004"/>
              <a:gd name="csX26" fmla="*/ 569825 w 656840"/>
              <a:gd name="csY26" fmla="*/ 503421 h 720004"/>
              <a:gd name="csX27" fmla="*/ 594974 w 656840"/>
              <a:gd name="csY27" fmla="*/ 658649 h 720004"/>
              <a:gd name="csX28" fmla="*/ 396320 w 656840"/>
              <a:gd name="csY28" fmla="*/ 706582 h 720004"/>
              <a:gd name="csX29" fmla="*/ 271856 w 656840"/>
              <a:gd name="csY29" fmla="*/ 702781 h 720004"/>
              <a:gd name="csX30" fmla="*/ 147366 w 656840"/>
              <a:gd name="csY30" fmla="*/ 711617 h 720004"/>
              <a:gd name="csX31" fmla="*/ 46792 w 656840"/>
              <a:gd name="csY31" fmla="*/ 614467 h 720004"/>
              <a:gd name="csX32" fmla="*/ 132287 w 656840"/>
              <a:gd name="csY32" fmla="*/ 451687 h 720004"/>
              <a:gd name="csX33" fmla="*/ 225333 w 656840"/>
              <a:gd name="csY33" fmla="*/ 350761 h 720004"/>
              <a:gd name="csX34" fmla="*/ 313016 w 656840"/>
              <a:gd name="csY34" fmla="*/ 292708 h 720004"/>
              <a:gd name="csX35" fmla="*/ 569825 w 656840"/>
              <a:gd name="csY35" fmla="*/ 218266 h 720004"/>
              <a:gd name="csX36" fmla="*/ 656577 w 656840"/>
              <a:gd name="csY36" fmla="*/ 307838 h 720004"/>
              <a:gd name="csX37" fmla="*/ 581153 w 656840"/>
              <a:gd name="csY37" fmla="*/ 427746 h 720004"/>
              <a:gd name="csX38" fmla="*/ 491883 w 656840"/>
              <a:gd name="csY38" fmla="*/ 326795 h 720004"/>
              <a:gd name="csX39" fmla="*/ 569825 w 656840"/>
              <a:gd name="csY39" fmla="*/ 218266 h 720004"/>
              <a:gd name="csX40" fmla="*/ 73201 w 656840"/>
              <a:gd name="csY40" fmla="*/ 166557 h 720004"/>
              <a:gd name="csX41" fmla="*/ 163730 w 656840"/>
              <a:gd name="csY41" fmla="*/ 248551 h 720004"/>
              <a:gd name="csX42" fmla="*/ 98351 w 656840"/>
              <a:gd name="csY42" fmla="*/ 378503 h 720004"/>
              <a:gd name="csX43" fmla="*/ 1528 w 656840"/>
              <a:gd name="csY43" fmla="*/ 263706 h 720004"/>
              <a:gd name="csX44" fmla="*/ 73201 w 656840"/>
              <a:gd name="csY44" fmla="*/ 166557 h 720004"/>
              <a:gd name="csX45" fmla="*/ 444933 w 656840"/>
              <a:gd name="csY45" fmla="*/ 18881 h 720004"/>
              <a:gd name="csX46" fmla="*/ 460440 w 656840"/>
              <a:gd name="csY46" fmla="*/ 18906 h 720004"/>
              <a:gd name="csX47" fmla="*/ 530854 w 656840"/>
              <a:gd name="csY47" fmla="*/ 128694 h 720004"/>
              <a:gd name="csX48" fmla="*/ 429022 w 656840"/>
              <a:gd name="csY48" fmla="*/ 229645 h 720004"/>
              <a:gd name="csX49" fmla="*/ 363643 w 656840"/>
              <a:gd name="csY49" fmla="*/ 117315 h 720004"/>
              <a:gd name="csX50" fmla="*/ 444933 w 656840"/>
              <a:gd name="csY50" fmla="*/ 18881 h 720004"/>
              <a:gd name="csX51" fmla="*/ 242930 w 656840"/>
              <a:gd name="csY51" fmla="*/ 0 h 720004"/>
              <a:gd name="csX52" fmla="*/ 320896 w 656840"/>
              <a:gd name="csY52" fmla="*/ 110996 h 720004"/>
              <a:gd name="csX53" fmla="*/ 242930 w 656840"/>
              <a:gd name="csY53" fmla="*/ 222067 h 720004"/>
              <a:gd name="csX54" fmla="*/ 164989 w 656840"/>
              <a:gd name="csY54" fmla="*/ 110996 h 720004"/>
              <a:gd name="csX55" fmla="*/ 242930 w 656840"/>
              <a:gd name="csY55" fmla="*/ 0 h 720004"/>
              <a:gd name="csX0" fmla="*/ 181327 w 656840"/>
              <a:gd name="csY0" fmla="*/ 541284 h 720004"/>
              <a:gd name="csX1" fmla="*/ 256751 w 656840"/>
              <a:gd name="csY1" fmla="*/ 613208 h 720004"/>
              <a:gd name="csX2" fmla="*/ 216521 w 656840"/>
              <a:gd name="csY2" fmla="*/ 613208 h 720004"/>
              <a:gd name="csX3" fmla="*/ 178810 w 656840"/>
              <a:gd name="csY3" fmla="*/ 579147 h 720004"/>
              <a:gd name="csX4" fmla="*/ 181327 w 656840"/>
              <a:gd name="csY4" fmla="*/ 541284 h 720004"/>
              <a:gd name="csX5" fmla="*/ 374946 w 656840"/>
              <a:gd name="csY5" fmla="*/ 478196 h 720004"/>
              <a:gd name="csX6" fmla="*/ 327165 w 656840"/>
              <a:gd name="csY6" fmla="*/ 479454 h 720004"/>
              <a:gd name="csX7" fmla="*/ 327165 w 656840"/>
              <a:gd name="csY7" fmla="*/ 608148 h 720004"/>
              <a:gd name="csX8" fmla="*/ 374946 w 656840"/>
              <a:gd name="csY8" fmla="*/ 652330 h 720004"/>
              <a:gd name="csX9" fmla="*/ 490625 w 656840"/>
              <a:gd name="csY9" fmla="*/ 652330 h 720004"/>
              <a:gd name="csX10" fmla="*/ 490625 w 656840"/>
              <a:gd name="csY10" fmla="*/ 479454 h 720004"/>
              <a:gd name="csX11" fmla="*/ 440325 w 656840"/>
              <a:gd name="csY11" fmla="*/ 479454 h 720004"/>
              <a:gd name="csX12" fmla="*/ 440325 w 656840"/>
              <a:gd name="csY12" fmla="*/ 609407 h 720004"/>
              <a:gd name="csX13" fmla="*/ 392544 w 656840"/>
              <a:gd name="csY13" fmla="*/ 609407 h 720004"/>
              <a:gd name="csX14" fmla="*/ 374946 w 656840"/>
              <a:gd name="csY14" fmla="*/ 594302 h 720004"/>
              <a:gd name="csX15" fmla="*/ 374946 w 656840"/>
              <a:gd name="csY15" fmla="*/ 478196 h 720004"/>
              <a:gd name="csX16" fmla="*/ 304507 w 656840"/>
              <a:gd name="csY16" fmla="*/ 653589 h 720004"/>
              <a:gd name="csX17" fmla="*/ 205218 w 656840"/>
              <a:gd name="csY17" fmla="*/ 473136 h 720004"/>
              <a:gd name="csX18" fmla="*/ 132287 w 656840"/>
              <a:gd name="csY18" fmla="*/ 538741 h 720004"/>
              <a:gd name="csX19" fmla="*/ 139839 w 656840"/>
              <a:gd name="csY19" fmla="*/ 609407 h 720004"/>
              <a:gd name="csX20" fmla="*/ 202700 w 656840"/>
              <a:gd name="csY20" fmla="*/ 653589 h 720004"/>
              <a:gd name="csX21" fmla="*/ 303274 w 656840"/>
              <a:gd name="csY21" fmla="*/ 653589 h 720004"/>
              <a:gd name="csX22" fmla="*/ 304507 w 656840"/>
              <a:gd name="csY22" fmla="*/ 653589 h 720004"/>
              <a:gd name="csX23" fmla="*/ 313016 w 656840"/>
              <a:gd name="csY23" fmla="*/ 292708 h 720004"/>
              <a:gd name="csX24" fmla="*/ 429022 w 656840"/>
              <a:gd name="csY24" fmla="*/ 359597 h 720004"/>
              <a:gd name="csX25" fmla="*/ 569825 w 656840"/>
              <a:gd name="csY25" fmla="*/ 503421 h 720004"/>
              <a:gd name="csX26" fmla="*/ 594974 w 656840"/>
              <a:gd name="csY26" fmla="*/ 658649 h 720004"/>
              <a:gd name="csX27" fmla="*/ 396320 w 656840"/>
              <a:gd name="csY27" fmla="*/ 706582 h 720004"/>
              <a:gd name="csX28" fmla="*/ 271856 w 656840"/>
              <a:gd name="csY28" fmla="*/ 702781 h 720004"/>
              <a:gd name="csX29" fmla="*/ 147366 w 656840"/>
              <a:gd name="csY29" fmla="*/ 711617 h 720004"/>
              <a:gd name="csX30" fmla="*/ 46792 w 656840"/>
              <a:gd name="csY30" fmla="*/ 614467 h 720004"/>
              <a:gd name="csX31" fmla="*/ 132287 w 656840"/>
              <a:gd name="csY31" fmla="*/ 451687 h 720004"/>
              <a:gd name="csX32" fmla="*/ 225333 w 656840"/>
              <a:gd name="csY32" fmla="*/ 350761 h 720004"/>
              <a:gd name="csX33" fmla="*/ 313016 w 656840"/>
              <a:gd name="csY33" fmla="*/ 292708 h 720004"/>
              <a:gd name="csX34" fmla="*/ 569825 w 656840"/>
              <a:gd name="csY34" fmla="*/ 218266 h 720004"/>
              <a:gd name="csX35" fmla="*/ 656577 w 656840"/>
              <a:gd name="csY35" fmla="*/ 307838 h 720004"/>
              <a:gd name="csX36" fmla="*/ 581153 w 656840"/>
              <a:gd name="csY36" fmla="*/ 427746 h 720004"/>
              <a:gd name="csX37" fmla="*/ 491883 w 656840"/>
              <a:gd name="csY37" fmla="*/ 326795 h 720004"/>
              <a:gd name="csX38" fmla="*/ 569825 w 656840"/>
              <a:gd name="csY38" fmla="*/ 218266 h 720004"/>
              <a:gd name="csX39" fmla="*/ 73201 w 656840"/>
              <a:gd name="csY39" fmla="*/ 166557 h 720004"/>
              <a:gd name="csX40" fmla="*/ 163730 w 656840"/>
              <a:gd name="csY40" fmla="*/ 248551 h 720004"/>
              <a:gd name="csX41" fmla="*/ 98351 w 656840"/>
              <a:gd name="csY41" fmla="*/ 378503 h 720004"/>
              <a:gd name="csX42" fmla="*/ 1528 w 656840"/>
              <a:gd name="csY42" fmla="*/ 263706 h 720004"/>
              <a:gd name="csX43" fmla="*/ 73201 w 656840"/>
              <a:gd name="csY43" fmla="*/ 166557 h 720004"/>
              <a:gd name="csX44" fmla="*/ 444933 w 656840"/>
              <a:gd name="csY44" fmla="*/ 18881 h 720004"/>
              <a:gd name="csX45" fmla="*/ 460440 w 656840"/>
              <a:gd name="csY45" fmla="*/ 18906 h 720004"/>
              <a:gd name="csX46" fmla="*/ 530854 w 656840"/>
              <a:gd name="csY46" fmla="*/ 128694 h 720004"/>
              <a:gd name="csX47" fmla="*/ 429022 w 656840"/>
              <a:gd name="csY47" fmla="*/ 229645 h 720004"/>
              <a:gd name="csX48" fmla="*/ 363643 w 656840"/>
              <a:gd name="csY48" fmla="*/ 117315 h 720004"/>
              <a:gd name="csX49" fmla="*/ 444933 w 656840"/>
              <a:gd name="csY49" fmla="*/ 18881 h 720004"/>
              <a:gd name="csX50" fmla="*/ 242930 w 656840"/>
              <a:gd name="csY50" fmla="*/ 0 h 720004"/>
              <a:gd name="csX51" fmla="*/ 320896 w 656840"/>
              <a:gd name="csY51" fmla="*/ 110996 h 720004"/>
              <a:gd name="csX52" fmla="*/ 242930 w 656840"/>
              <a:gd name="csY52" fmla="*/ 222067 h 720004"/>
              <a:gd name="csX53" fmla="*/ 164989 w 656840"/>
              <a:gd name="csY53" fmla="*/ 110996 h 720004"/>
              <a:gd name="csX54" fmla="*/ 242930 w 656840"/>
              <a:gd name="csY54" fmla="*/ 0 h 720004"/>
              <a:gd name="csX0" fmla="*/ 181327 w 656840"/>
              <a:gd name="csY0" fmla="*/ 541284 h 720004"/>
              <a:gd name="csX1" fmla="*/ 256751 w 656840"/>
              <a:gd name="csY1" fmla="*/ 613208 h 720004"/>
              <a:gd name="csX2" fmla="*/ 216521 w 656840"/>
              <a:gd name="csY2" fmla="*/ 613208 h 720004"/>
              <a:gd name="csX3" fmla="*/ 178810 w 656840"/>
              <a:gd name="csY3" fmla="*/ 579147 h 720004"/>
              <a:gd name="csX4" fmla="*/ 181327 w 656840"/>
              <a:gd name="csY4" fmla="*/ 541284 h 720004"/>
              <a:gd name="csX5" fmla="*/ 374946 w 656840"/>
              <a:gd name="csY5" fmla="*/ 478196 h 720004"/>
              <a:gd name="csX6" fmla="*/ 327165 w 656840"/>
              <a:gd name="csY6" fmla="*/ 479454 h 720004"/>
              <a:gd name="csX7" fmla="*/ 327165 w 656840"/>
              <a:gd name="csY7" fmla="*/ 608148 h 720004"/>
              <a:gd name="csX8" fmla="*/ 374946 w 656840"/>
              <a:gd name="csY8" fmla="*/ 652330 h 720004"/>
              <a:gd name="csX9" fmla="*/ 490625 w 656840"/>
              <a:gd name="csY9" fmla="*/ 652330 h 720004"/>
              <a:gd name="csX10" fmla="*/ 490625 w 656840"/>
              <a:gd name="csY10" fmla="*/ 479454 h 720004"/>
              <a:gd name="csX11" fmla="*/ 440325 w 656840"/>
              <a:gd name="csY11" fmla="*/ 479454 h 720004"/>
              <a:gd name="csX12" fmla="*/ 440325 w 656840"/>
              <a:gd name="csY12" fmla="*/ 609407 h 720004"/>
              <a:gd name="csX13" fmla="*/ 392544 w 656840"/>
              <a:gd name="csY13" fmla="*/ 609407 h 720004"/>
              <a:gd name="csX14" fmla="*/ 374946 w 656840"/>
              <a:gd name="csY14" fmla="*/ 594302 h 720004"/>
              <a:gd name="csX15" fmla="*/ 374946 w 656840"/>
              <a:gd name="csY15" fmla="*/ 478196 h 720004"/>
              <a:gd name="csX16" fmla="*/ 304507 w 656840"/>
              <a:gd name="csY16" fmla="*/ 653589 h 720004"/>
              <a:gd name="csX17" fmla="*/ 132287 w 656840"/>
              <a:gd name="csY17" fmla="*/ 538741 h 720004"/>
              <a:gd name="csX18" fmla="*/ 139839 w 656840"/>
              <a:gd name="csY18" fmla="*/ 609407 h 720004"/>
              <a:gd name="csX19" fmla="*/ 202700 w 656840"/>
              <a:gd name="csY19" fmla="*/ 653589 h 720004"/>
              <a:gd name="csX20" fmla="*/ 303274 w 656840"/>
              <a:gd name="csY20" fmla="*/ 653589 h 720004"/>
              <a:gd name="csX21" fmla="*/ 304507 w 656840"/>
              <a:gd name="csY21" fmla="*/ 653589 h 720004"/>
              <a:gd name="csX22" fmla="*/ 313016 w 656840"/>
              <a:gd name="csY22" fmla="*/ 292708 h 720004"/>
              <a:gd name="csX23" fmla="*/ 429022 w 656840"/>
              <a:gd name="csY23" fmla="*/ 359597 h 720004"/>
              <a:gd name="csX24" fmla="*/ 569825 w 656840"/>
              <a:gd name="csY24" fmla="*/ 503421 h 720004"/>
              <a:gd name="csX25" fmla="*/ 594974 w 656840"/>
              <a:gd name="csY25" fmla="*/ 658649 h 720004"/>
              <a:gd name="csX26" fmla="*/ 396320 w 656840"/>
              <a:gd name="csY26" fmla="*/ 706582 h 720004"/>
              <a:gd name="csX27" fmla="*/ 271856 w 656840"/>
              <a:gd name="csY27" fmla="*/ 702781 h 720004"/>
              <a:gd name="csX28" fmla="*/ 147366 w 656840"/>
              <a:gd name="csY28" fmla="*/ 711617 h 720004"/>
              <a:gd name="csX29" fmla="*/ 46792 w 656840"/>
              <a:gd name="csY29" fmla="*/ 614467 h 720004"/>
              <a:gd name="csX30" fmla="*/ 132287 w 656840"/>
              <a:gd name="csY30" fmla="*/ 451687 h 720004"/>
              <a:gd name="csX31" fmla="*/ 225333 w 656840"/>
              <a:gd name="csY31" fmla="*/ 350761 h 720004"/>
              <a:gd name="csX32" fmla="*/ 313016 w 656840"/>
              <a:gd name="csY32" fmla="*/ 292708 h 720004"/>
              <a:gd name="csX33" fmla="*/ 569825 w 656840"/>
              <a:gd name="csY33" fmla="*/ 218266 h 720004"/>
              <a:gd name="csX34" fmla="*/ 656577 w 656840"/>
              <a:gd name="csY34" fmla="*/ 307838 h 720004"/>
              <a:gd name="csX35" fmla="*/ 581153 w 656840"/>
              <a:gd name="csY35" fmla="*/ 427746 h 720004"/>
              <a:gd name="csX36" fmla="*/ 491883 w 656840"/>
              <a:gd name="csY36" fmla="*/ 326795 h 720004"/>
              <a:gd name="csX37" fmla="*/ 569825 w 656840"/>
              <a:gd name="csY37" fmla="*/ 218266 h 720004"/>
              <a:gd name="csX38" fmla="*/ 73201 w 656840"/>
              <a:gd name="csY38" fmla="*/ 166557 h 720004"/>
              <a:gd name="csX39" fmla="*/ 163730 w 656840"/>
              <a:gd name="csY39" fmla="*/ 248551 h 720004"/>
              <a:gd name="csX40" fmla="*/ 98351 w 656840"/>
              <a:gd name="csY40" fmla="*/ 378503 h 720004"/>
              <a:gd name="csX41" fmla="*/ 1528 w 656840"/>
              <a:gd name="csY41" fmla="*/ 263706 h 720004"/>
              <a:gd name="csX42" fmla="*/ 73201 w 656840"/>
              <a:gd name="csY42" fmla="*/ 166557 h 720004"/>
              <a:gd name="csX43" fmla="*/ 444933 w 656840"/>
              <a:gd name="csY43" fmla="*/ 18881 h 720004"/>
              <a:gd name="csX44" fmla="*/ 460440 w 656840"/>
              <a:gd name="csY44" fmla="*/ 18906 h 720004"/>
              <a:gd name="csX45" fmla="*/ 530854 w 656840"/>
              <a:gd name="csY45" fmla="*/ 128694 h 720004"/>
              <a:gd name="csX46" fmla="*/ 429022 w 656840"/>
              <a:gd name="csY46" fmla="*/ 229645 h 720004"/>
              <a:gd name="csX47" fmla="*/ 363643 w 656840"/>
              <a:gd name="csY47" fmla="*/ 117315 h 720004"/>
              <a:gd name="csX48" fmla="*/ 444933 w 656840"/>
              <a:gd name="csY48" fmla="*/ 18881 h 720004"/>
              <a:gd name="csX49" fmla="*/ 242930 w 656840"/>
              <a:gd name="csY49" fmla="*/ 0 h 720004"/>
              <a:gd name="csX50" fmla="*/ 320896 w 656840"/>
              <a:gd name="csY50" fmla="*/ 110996 h 720004"/>
              <a:gd name="csX51" fmla="*/ 242930 w 656840"/>
              <a:gd name="csY51" fmla="*/ 222067 h 720004"/>
              <a:gd name="csX52" fmla="*/ 164989 w 656840"/>
              <a:gd name="csY52" fmla="*/ 110996 h 720004"/>
              <a:gd name="csX53" fmla="*/ 242930 w 656840"/>
              <a:gd name="csY53" fmla="*/ 0 h 720004"/>
              <a:gd name="csX0" fmla="*/ 181327 w 656840"/>
              <a:gd name="csY0" fmla="*/ 541284 h 720004"/>
              <a:gd name="csX1" fmla="*/ 256751 w 656840"/>
              <a:gd name="csY1" fmla="*/ 613208 h 720004"/>
              <a:gd name="csX2" fmla="*/ 216521 w 656840"/>
              <a:gd name="csY2" fmla="*/ 613208 h 720004"/>
              <a:gd name="csX3" fmla="*/ 178810 w 656840"/>
              <a:gd name="csY3" fmla="*/ 579147 h 720004"/>
              <a:gd name="csX4" fmla="*/ 181327 w 656840"/>
              <a:gd name="csY4" fmla="*/ 541284 h 720004"/>
              <a:gd name="csX5" fmla="*/ 374946 w 656840"/>
              <a:gd name="csY5" fmla="*/ 478196 h 720004"/>
              <a:gd name="csX6" fmla="*/ 327165 w 656840"/>
              <a:gd name="csY6" fmla="*/ 479454 h 720004"/>
              <a:gd name="csX7" fmla="*/ 327165 w 656840"/>
              <a:gd name="csY7" fmla="*/ 608148 h 720004"/>
              <a:gd name="csX8" fmla="*/ 374946 w 656840"/>
              <a:gd name="csY8" fmla="*/ 652330 h 720004"/>
              <a:gd name="csX9" fmla="*/ 490625 w 656840"/>
              <a:gd name="csY9" fmla="*/ 652330 h 720004"/>
              <a:gd name="csX10" fmla="*/ 490625 w 656840"/>
              <a:gd name="csY10" fmla="*/ 479454 h 720004"/>
              <a:gd name="csX11" fmla="*/ 440325 w 656840"/>
              <a:gd name="csY11" fmla="*/ 479454 h 720004"/>
              <a:gd name="csX12" fmla="*/ 440325 w 656840"/>
              <a:gd name="csY12" fmla="*/ 609407 h 720004"/>
              <a:gd name="csX13" fmla="*/ 392544 w 656840"/>
              <a:gd name="csY13" fmla="*/ 609407 h 720004"/>
              <a:gd name="csX14" fmla="*/ 374946 w 656840"/>
              <a:gd name="csY14" fmla="*/ 594302 h 720004"/>
              <a:gd name="csX15" fmla="*/ 374946 w 656840"/>
              <a:gd name="csY15" fmla="*/ 478196 h 720004"/>
              <a:gd name="csX16" fmla="*/ 304507 w 656840"/>
              <a:gd name="csY16" fmla="*/ 653589 h 720004"/>
              <a:gd name="csX17" fmla="*/ 139839 w 656840"/>
              <a:gd name="csY17" fmla="*/ 609407 h 720004"/>
              <a:gd name="csX18" fmla="*/ 202700 w 656840"/>
              <a:gd name="csY18" fmla="*/ 653589 h 720004"/>
              <a:gd name="csX19" fmla="*/ 303274 w 656840"/>
              <a:gd name="csY19" fmla="*/ 653589 h 720004"/>
              <a:gd name="csX20" fmla="*/ 304507 w 656840"/>
              <a:gd name="csY20" fmla="*/ 653589 h 720004"/>
              <a:gd name="csX21" fmla="*/ 313016 w 656840"/>
              <a:gd name="csY21" fmla="*/ 292708 h 720004"/>
              <a:gd name="csX22" fmla="*/ 429022 w 656840"/>
              <a:gd name="csY22" fmla="*/ 359597 h 720004"/>
              <a:gd name="csX23" fmla="*/ 569825 w 656840"/>
              <a:gd name="csY23" fmla="*/ 503421 h 720004"/>
              <a:gd name="csX24" fmla="*/ 594974 w 656840"/>
              <a:gd name="csY24" fmla="*/ 658649 h 720004"/>
              <a:gd name="csX25" fmla="*/ 396320 w 656840"/>
              <a:gd name="csY25" fmla="*/ 706582 h 720004"/>
              <a:gd name="csX26" fmla="*/ 271856 w 656840"/>
              <a:gd name="csY26" fmla="*/ 702781 h 720004"/>
              <a:gd name="csX27" fmla="*/ 147366 w 656840"/>
              <a:gd name="csY27" fmla="*/ 711617 h 720004"/>
              <a:gd name="csX28" fmla="*/ 46792 w 656840"/>
              <a:gd name="csY28" fmla="*/ 614467 h 720004"/>
              <a:gd name="csX29" fmla="*/ 132287 w 656840"/>
              <a:gd name="csY29" fmla="*/ 451687 h 720004"/>
              <a:gd name="csX30" fmla="*/ 225333 w 656840"/>
              <a:gd name="csY30" fmla="*/ 350761 h 720004"/>
              <a:gd name="csX31" fmla="*/ 313016 w 656840"/>
              <a:gd name="csY31" fmla="*/ 292708 h 720004"/>
              <a:gd name="csX32" fmla="*/ 569825 w 656840"/>
              <a:gd name="csY32" fmla="*/ 218266 h 720004"/>
              <a:gd name="csX33" fmla="*/ 656577 w 656840"/>
              <a:gd name="csY33" fmla="*/ 307838 h 720004"/>
              <a:gd name="csX34" fmla="*/ 581153 w 656840"/>
              <a:gd name="csY34" fmla="*/ 427746 h 720004"/>
              <a:gd name="csX35" fmla="*/ 491883 w 656840"/>
              <a:gd name="csY35" fmla="*/ 326795 h 720004"/>
              <a:gd name="csX36" fmla="*/ 569825 w 656840"/>
              <a:gd name="csY36" fmla="*/ 218266 h 720004"/>
              <a:gd name="csX37" fmla="*/ 73201 w 656840"/>
              <a:gd name="csY37" fmla="*/ 166557 h 720004"/>
              <a:gd name="csX38" fmla="*/ 163730 w 656840"/>
              <a:gd name="csY38" fmla="*/ 248551 h 720004"/>
              <a:gd name="csX39" fmla="*/ 98351 w 656840"/>
              <a:gd name="csY39" fmla="*/ 378503 h 720004"/>
              <a:gd name="csX40" fmla="*/ 1528 w 656840"/>
              <a:gd name="csY40" fmla="*/ 263706 h 720004"/>
              <a:gd name="csX41" fmla="*/ 73201 w 656840"/>
              <a:gd name="csY41" fmla="*/ 166557 h 720004"/>
              <a:gd name="csX42" fmla="*/ 444933 w 656840"/>
              <a:gd name="csY42" fmla="*/ 18881 h 720004"/>
              <a:gd name="csX43" fmla="*/ 460440 w 656840"/>
              <a:gd name="csY43" fmla="*/ 18906 h 720004"/>
              <a:gd name="csX44" fmla="*/ 530854 w 656840"/>
              <a:gd name="csY44" fmla="*/ 128694 h 720004"/>
              <a:gd name="csX45" fmla="*/ 429022 w 656840"/>
              <a:gd name="csY45" fmla="*/ 229645 h 720004"/>
              <a:gd name="csX46" fmla="*/ 363643 w 656840"/>
              <a:gd name="csY46" fmla="*/ 117315 h 720004"/>
              <a:gd name="csX47" fmla="*/ 444933 w 656840"/>
              <a:gd name="csY47" fmla="*/ 18881 h 720004"/>
              <a:gd name="csX48" fmla="*/ 242930 w 656840"/>
              <a:gd name="csY48" fmla="*/ 0 h 720004"/>
              <a:gd name="csX49" fmla="*/ 320896 w 656840"/>
              <a:gd name="csY49" fmla="*/ 110996 h 720004"/>
              <a:gd name="csX50" fmla="*/ 242930 w 656840"/>
              <a:gd name="csY50" fmla="*/ 222067 h 720004"/>
              <a:gd name="csX51" fmla="*/ 164989 w 656840"/>
              <a:gd name="csY51" fmla="*/ 110996 h 720004"/>
              <a:gd name="csX52" fmla="*/ 242930 w 656840"/>
              <a:gd name="csY52" fmla="*/ 0 h 720004"/>
              <a:gd name="csX0" fmla="*/ 178810 w 656840"/>
              <a:gd name="csY0" fmla="*/ 579147 h 720004"/>
              <a:gd name="csX1" fmla="*/ 256751 w 656840"/>
              <a:gd name="csY1" fmla="*/ 613208 h 720004"/>
              <a:gd name="csX2" fmla="*/ 216521 w 656840"/>
              <a:gd name="csY2" fmla="*/ 613208 h 720004"/>
              <a:gd name="csX3" fmla="*/ 178810 w 656840"/>
              <a:gd name="csY3" fmla="*/ 579147 h 720004"/>
              <a:gd name="csX4" fmla="*/ 374946 w 656840"/>
              <a:gd name="csY4" fmla="*/ 478196 h 720004"/>
              <a:gd name="csX5" fmla="*/ 327165 w 656840"/>
              <a:gd name="csY5" fmla="*/ 479454 h 720004"/>
              <a:gd name="csX6" fmla="*/ 327165 w 656840"/>
              <a:gd name="csY6" fmla="*/ 608148 h 720004"/>
              <a:gd name="csX7" fmla="*/ 374946 w 656840"/>
              <a:gd name="csY7" fmla="*/ 652330 h 720004"/>
              <a:gd name="csX8" fmla="*/ 490625 w 656840"/>
              <a:gd name="csY8" fmla="*/ 652330 h 720004"/>
              <a:gd name="csX9" fmla="*/ 490625 w 656840"/>
              <a:gd name="csY9" fmla="*/ 479454 h 720004"/>
              <a:gd name="csX10" fmla="*/ 440325 w 656840"/>
              <a:gd name="csY10" fmla="*/ 479454 h 720004"/>
              <a:gd name="csX11" fmla="*/ 440325 w 656840"/>
              <a:gd name="csY11" fmla="*/ 609407 h 720004"/>
              <a:gd name="csX12" fmla="*/ 392544 w 656840"/>
              <a:gd name="csY12" fmla="*/ 609407 h 720004"/>
              <a:gd name="csX13" fmla="*/ 374946 w 656840"/>
              <a:gd name="csY13" fmla="*/ 594302 h 720004"/>
              <a:gd name="csX14" fmla="*/ 374946 w 656840"/>
              <a:gd name="csY14" fmla="*/ 478196 h 720004"/>
              <a:gd name="csX15" fmla="*/ 304507 w 656840"/>
              <a:gd name="csY15" fmla="*/ 653589 h 720004"/>
              <a:gd name="csX16" fmla="*/ 139839 w 656840"/>
              <a:gd name="csY16" fmla="*/ 609407 h 720004"/>
              <a:gd name="csX17" fmla="*/ 202700 w 656840"/>
              <a:gd name="csY17" fmla="*/ 653589 h 720004"/>
              <a:gd name="csX18" fmla="*/ 303274 w 656840"/>
              <a:gd name="csY18" fmla="*/ 653589 h 720004"/>
              <a:gd name="csX19" fmla="*/ 304507 w 656840"/>
              <a:gd name="csY19" fmla="*/ 653589 h 720004"/>
              <a:gd name="csX20" fmla="*/ 313016 w 656840"/>
              <a:gd name="csY20" fmla="*/ 292708 h 720004"/>
              <a:gd name="csX21" fmla="*/ 429022 w 656840"/>
              <a:gd name="csY21" fmla="*/ 359597 h 720004"/>
              <a:gd name="csX22" fmla="*/ 569825 w 656840"/>
              <a:gd name="csY22" fmla="*/ 503421 h 720004"/>
              <a:gd name="csX23" fmla="*/ 594974 w 656840"/>
              <a:gd name="csY23" fmla="*/ 658649 h 720004"/>
              <a:gd name="csX24" fmla="*/ 396320 w 656840"/>
              <a:gd name="csY24" fmla="*/ 706582 h 720004"/>
              <a:gd name="csX25" fmla="*/ 271856 w 656840"/>
              <a:gd name="csY25" fmla="*/ 702781 h 720004"/>
              <a:gd name="csX26" fmla="*/ 147366 w 656840"/>
              <a:gd name="csY26" fmla="*/ 711617 h 720004"/>
              <a:gd name="csX27" fmla="*/ 46792 w 656840"/>
              <a:gd name="csY27" fmla="*/ 614467 h 720004"/>
              <a:gd name="csX28" fmla="*/ 132287 w 656840"/>
              <a:gd name="csY28" fmla="*/ 451687 h 720004"/>
              <a:gd name="csX29" fmla="*/ 225333 w 656840"/>
              <a:gd name="csY29" fmla="*/ 350761 h 720004"/>
              <a:gd name="csX30" fmla="*/ 313016 w 656840"/>
              <a:gd name="csY30" fmla="*/ 292708 h 720004"/>
              <a:gd name="csX31" fmla="*/ 569825 w 656840"/>
              <a:gd name="csY31" fmla="*/ 218266 h 720004"/>
              <a:gd name="csX32" fmla="*/ 656577 w 656840"/>
              <a:gd name="csY32" fmla="*/ 307838 h 720004"/>
              <a:gd name="csX33" fmla="*/ 581153 w 656840"/>
              <a:gd name="csY33" fmla="*/ 427746 h 720004"/>
              <a:gd name="csX34" fmla="*/ 491883 w 656840"/>
              <a:gd name="csY34" fmla="*/ 326795 h 720004"/>
              <a:gd name="csX35" fmla="*/ 569825 w 656840"/>
              <a:gd name="csY35" fmla="*/ 218266 h 720004"/>
              <a:gd name="csX36" fmla="*/ 73201 w 656840"/>
              <a:gd name="csY36" fmla="*/ 166557 h 720004"/>
              <a:gd name="csX37" fmla="*/ 163730 w 656840"/>
              <a:gd name="csY37" fmla="*/ 248551 h 720004"/>
              <a:gd name="csX38" fmla="*/ 98351 w 656840"/>
              <a:gd name="csY38" fmla="*/ 378503 h 720004"/>
              <a:gd name="csX39" fmla="*/ 1528 w 656840"/>
              <a:gd name="csY39" fmla="*/ 263706 h 720004"/>
              <a:gd name="csX40" fmla="*/ 73201 w 656840"/>
              <a:gd name="csY40" fmla="*/ 166557 h 720004"/>
              <a:gd name="csX41" fmla="*/ 444933 w 656840"/>
              <a:gd name="csY41" fmla="*/ 18881 h 720004"/>
              <a:gd name="csX42" fmla="*/ 460440 w 656840"/>
              <a:gd name="csY42" fmla="*/ 18906 h 720004"/>
              <a:gd name="csX43" fmla="*/ 530854 w 656840"/>
              <a:gd name="csY43" fmla="*/ 128694 h 720004"/>
              <a:gd name="csX44" fmla="*/ 429022 w 656840"/>
              <a:gd name="csY44" fmla="*/ 229645 h 720004"/>
              <a:gd name="csX45" fmla="*/ 363643 w 656840"/>
              <a:gd name="csY45" fmla="*/ 117315 h 720004"/>
              <a:gd name="csX46" fmla="*/ 444933 w 656840"/>
              <a:gd name="csY46" fmla="*/ 18881 h 720004"/>
              <a:gd name="csX47" fmla="*/ 242930 w 656840"/>
              <a:gd name="csY47" fmla="*/ 0 h 720004"/>
              <a:gd name="csX48" fmla="*/ 320896 w 656840"/>
              <a:gd name="csY48" fmla="*/ 110996 h 720004"/>
              <a:gd name="csX49" fmla="*/ 242930 w 656840"/>
              <a:gd name="csY49" fmla="*/ 222067 h 720004"/>
              <a:gd name="csX50" fmla="*/ 164989 w 656840"/>
              <a:gd name="csY50" fmla="*/ 110996 h 720004"/>
              <a:gd name="csX51" fmla="*/ 242930 w 656840"/>
              <a:gd name="csY51" fmla="*/ 0 h 720004"/>
              <a:gd name="csX0" fmla="*/ 178810 w 656840"/>
              <a:gd name="csY0" fmla="*/ 579147 h 720004"/>
              <a:gd name="csX1" fmla="*/ 256751 w 656840"/>
              <a:gd name="csY1" fmla="*/ 613208 h 720004"/>
              <a:gd name="csX2" fmla="*/ 216521 w 656840"/>
              <a:gd name="csY2" fmla="*/ 613208 h 720004"/>
              <a:gd name="csX3" fmla="*/ 178810 w 656840"/>
              <a:gd name="csY3" fmla="*/ 579147 h 720004"/>
              <a:gd name="csX4" fmla="*/ 374946 w 656840"/>
              <a:gd name="csY4" fmla="*/ 478196 h 720004"/>
              <a:gd name="csX5" fmla="*/ 327165 w 656840"/>
              <a:gd name="csY5" fmla="*/ 479454 h 720004"/>
              <a:gd name="csX6" fmla="*/ 327165 w 656840"/>
              <a:gd name="csY6" fmla="*/ 608148 h 720004"/>
              <a:gd name="csX7" fmla="*/ 374946 w 656840"/>
              <a:gd name="csY7" fmla="*/ 652330 h 720004"/>
              <a:gd name="csX8" fmla="*/ 490625 w 656840"/>
              <a:gd name="csY8" fmla="*/ 652330 h 720004"/>
              <a:gd name="csX9" fmla="*/ 490625 w 656840"/>
              <a:gd name="csY9" fmla="*/ 479454 h 720004"/>
              <a:gd name="csX10" fmla="*/ 440325 w 656840"/>
              <a:gd name="csY10" fmla="*/ 479454 h 720004"/>
              <a:gd name="csX11" fmla="*/ 440325 w 656840"/>
              <a:gd name="csY11" fmla="*/ 609407 h 720004"/>
              <a:gd name="csX12" fmla="*/ 392544 w 656840"/>
              <a:gd name="csY12" fmla="*/ 609407 h 720004"/>
              <a:gd name="csX13" fmla="*/ 374946 w 656840"/>
              <a:gd name="csY13" fmla="*/ 594302 h 720004"/>
              <a:gd name="csX14" fmla="*/ 374946 w 656840"/>
              <a:gd name="csY14" fmla="*/ 478196 h 720004"/>
              <a:gd name="csX15" fmla="*/ 304507 w 656840"/>
              <a:gd name="csY15" fmla="*/ 653589 h 720004"/>
              <a:gd name="csX16" fmla="*/ 202700 w 656840"/>
              <a:gd name="csY16" fmla="*/ 653589 h 720004"/>
              <a:gd name="csX17" fmla="*/ 303274 w 656840"/>
              <a:gd name="csY17" fmla="*/ 653589 h 720004"/>
              <a:gd name="csX18" fmla="*/ 304507 w 656840"/>
              <a:gd name="csY18" fmla="*/ 653589 h 720004"/>
              <a:gd name="csX19" fmla="*/ 313016 w 656840"/>
              <a:gd name="csY19" fmla="*/ 292708 h 720004"/>
              <a:gd name="csX20" fmla="*/ 429022 w 656840"/>
              <a:gd name="csY20" fmla="*/ 359597 h 720004"/>
              <a:gd name="csX21" fmla="*/ 569825 w 656840"/>
              <a:gd name="csY21" fmla="*/ 503421 h 720004"/>
              <a:gd name="csX22" fmla="*/ 594974 w 656840"/>
              <a:gd name="csY22" fmla="*/ 658649 h 720004"/>
              <a:gd name="csX23" fmla="*/ 396320 w 656840"/>
              <a:gd name="csY23" fmla="*/ 706582 h 720004"/>
              <a:gd name="csX24" fmla="*/ 271856 w 656840"/>
              <a:gd name="csY24" fmla="*/ 702781 h 720004"/>
              <a:gd name="csX25" fmla="*/ 147366 w 656840"/>
              <a:gd name="csY25" fmla="*/ 711617 h 720004"/>
              <a:gd name="csX26" fmla="*/ 46792 w 656840"/>
              <a:gd name="csY26" fmla="*/ 614467 h 720004"/>
              <a:gd name="csX27" fmla="*/ 132287 w 656840"/>
              <a:gd name="csY27" fmla="*/ 451687 h 720004"/>
              <a:gd name="csX28" fmla="*/ 225333 w 656840"/>
              <a:gd name="csY28" fmla="*/ 350761 h 720004"/>
              <a:gd name="csX29" fmla="*/ 313016 w 656840"/>
              <a:gd name="csY29" fmla="*/ 292708 h 720004"/>
              <a:gd name="csX30" fmla="*/ 569825 w 656840"/>
              <a:gd name="csY30" fmla="*/ 218266 h 720004"/>
              <a:gd name="csX31" fmla="*/ 656577 w 656840"/>
              <a:gd name="csY31" fmla="*/ 307838 h 720004"/>
              <a:gd name="csX32" fmla="*/ 581153 w 656840"/>
              <a:gd name="csY32" fmla="*/ 427746 h 720004"/>
              <a:gd name="csX33" fmla="*/ 491883 w 656840"/>
              <a:gd name="csY33" fmla="*/ 326795 h 720004"/>
              <a:gd name="csX34" fmla="*/ 569825 w 656840"/>
              <a:gd name="csY34" fmla="*/ 218266 h 720004"/>
              <a:gd name="csX35" fmla="*/ 73201 w 656840"/>
              <a:gd name="csY35" fmla="*/ 166557 h 720004"/>
              <a:gd name="csX36" fmla="*/ 163730 w 656840"/>
              <a:gd name="csY36" fmla="*/ 248551 h 720004"/>
              <a:gd name="csX37" fmla="*/ 98351 w 656840"/>
              <a:gd name="csY37" fmla="*/ 378503 h 720004"/>
              <a:gd name="csX38" fmla="*/ 1528 w 656840"/>
              <a:gd name="csY38" fmla="*/ 263706 h 720004"/>
              <a:gd name="csX39" fmla="*/ 73201 w 656840"/>
              <a:gd name="csY39" fmla="*/ 166557 h 720004"/>
              <a:gd name="csX40" fmla="*/ 444933 w 656840"/>
              <a:gd name="csY40" fmla="*/ 18881 h 720004"/>
              <a:gd name="csX41" fmla="*/ 460440 w 656840"/>
              <a:gd name="csY41" fmla="*/ 18906 h 720004"/>
              <a:gd name="csX42" fmla="*/ 530854 w 656840"/>
              <a:gd name="csY42" fmla="*/ 128694 h 720004"/>
              <a:gd name="csX43" fmla="*/ 429022 w 656840"/>
              <a:gd name="csY43" fmla="*/ 229645 h 720004"/>
              <a:gd name="csX44" fmla="*/ 363643 w 656840"/>
              <a:gd name="csY44" fmla="*/ 117315 h 720004"/>
              <a:gd name="csX45" fmla="*/ 444933 w 656840"/>
              <a:gd name="csY45" fmla="*/ 18881 h 720004"/>
              <a:gd name="csX46" fmla="*/ 242930 w 656840"/>
              <a:gd name="csY46" fmla="*/ 0 h 720004"/>
              <a:gd name="csX47" fmla="*/ 320896 w 656840"/>
              <a:gd name="csY47" fmla="*/ 110996 h 720004"/>
              <a:gd name="csX48" fmla="*/ 242930 w 656840"/>
              <a:gd name="csY48" fmla="*/ 222067 h 720004"/>
              <a:gd name="csX49" fmla="*/ 164989 w 656840"/>
              <a:gd name="csY49" fmla="*/ 110996 h 720004"/>
              <a:gd name="csX50" fmla="*/ 242930 w 656840"/>
              <a:gd name="csY50" fmla="*/ 0 h 720004"/>
              <a:gd name="csX0" fmla="*/ 216521 w 656840"/>
              <a:gd name="csY0" fmla="*/ 613208 h 720004"/>
              <a:gd name="csX1" fmla="*/ 256751 w 656840"/>
              <a:gd name="csY1" fmla="*/ 613208 h 720004"/>
              <a:gd name="csX2" fmla="*/ 216521 w 656840"/>
              <a:gd name="csY2" fmla="*/ 613208 h 720004"/>
              <a:gd name="csX3" fmla="*/ 374946 w 656840"/>
              <a:gd name="csY3" fmla="*/ 478196 h 720004"/>
              <a:gd name="csX4" fmla="*/ 327165 w 656840"/>
              <a:gd name="csY4" fmla="*/ 479454 h 720004"/>
              <a:gd name="csX5" fmla="*/ 327165 w 656840"/>
              <a:gd name="csY5" fmla="*/ 608148 h 720004"/>
              <a:gd name="csX6" fmla="*/ 374946 w 656840"/>
              <a:gd name="csY6" fmla="*/ 652330 h 720004"/>
              <a:gd name="csX7" fmla="*/ 490625 w 656840"/>
              <a:gd name="csY7" fmla="*/ 652330 h 720004"/>
              <a:gd name="csX8" fmla="*/ 490625 w 656840"/>
              <a:gd name="csY8" fmla="*/ 479454 h 720004"/>
              <a:gd name="csX9" fmla="*/ 440325 w 656840"/>
              <a:gd name="csY9" fmla="*/ 479454 h 720004"/>
              <a:gd name="csX10" fmla="*/ 440325 w 656840"/>
              <a:gd name="csY10" fmla="*/ 609407 h 720004"/>
              <a:gd name="csX11" fmla="*/ 392544 w 656840"/>
              <a:gd name="csY11" fmla="*/ 609407 h 720004"/>
              <a:gd name="csX12" fmla="*/ 374946 w 656840"/>
              <a:gd name="csY12" fmla="*/ 594302 h 720004"/>
              <a:gd name="csX13" fmla="*/ 374946 w 656840"/>
              <a:gd name="csY13" fmla="*/ 478196 h 720004"/>
              <a:gd name="csX14" fmla="*/ 304507 w 656840"/>
              <a:gd name="csY14" fmla="*/ 653589 h 720004"/>
              <a:gd name="csX15" fmla="*/ 202700 w 656840"/>
              <a:gd name="csY15" fmla="*/ 653589 h 720004"/>
              <a:gd name="csX16" fmla="*/ 303274 w 656840"/>
              <a:gd name="csY16" fmla="*/ 653589 h 720004"/>
              <a:gd name="csX17" fmla="*/ 304507 w 656840"/>
              <a:gd name="csY17" fmla="*/ 653589 h 720004"/>
              <a:gd name="csX18" fmla="*/ 313016 w 656840"/>
              <a:gd name="csY18" fmla="*/ 292708 h 720004"/>
              <a:gd name="csX19" fmla="*/ 429022 w 656840"/>
              <a:gd name="csY19" fmla="*/ 359597 h 720004"/>
              <a:gd name="csX20" fmla="*/ 569825 w 656840"/>
              <a:gd name="csY20" fmla="*/ 503421 h 720004"/>
              <a:gd name="csX21" fmla="*/ 594974 w 656840"/>
              <a:gd name="csY21" fmla="*/ 658649 h 720004"/>
              <a:gd name="csX22" fmla="*/ 396320 w 656840"/>
              <a:gd name="csY22" fmla="*/ 706582 h 720004"/>
              <a:gd name="csX23" fmla="*/ 271856 w 656840"/>
              <a:gd name="csY23" fmla="*/ 702781 h 720004"/>
              <a:gd name="csX24" fmla="*/ 147366 w 656840"/>
              <a:gd name="csY24" fmla="*/ 711617 h 720004"/>
              <a:gd name="csX25" fmla="*/ 46792 w 656840"/>
              <a:gd name="csY25" fmla="*/ 614467 h 720004"/>
              <a:gd name="csX26" fmla="*/ 132287 w 656840"/>
              <a:gd name="csY26" fmla="*/ 451687 h 720004"/>
              <a:gd name="csX27" fmla="*/ 225333 w 656840"/>
              <a:gd name="csY27" fmla="*/ 350761 h 720004"/>
              <a:gd name="csX28" fmla="*/ 313016 w 656840"/>
              <a:gd name="csY28" fmla="*/ 292708 h 720004"/>
              <a:gd name="csX29" fmla="*/ 569825 w 656840"/>
              <a:gd name="csY29" fmla="*/ 218266 h 720004"/>
              <a:gd name="csX30" fmla="*/ 656577 w 656840"/>
              <a:gd name="csY30" fmla="*/ 307838 h 720004"/>
              <a:gd name="csX31" fmla="*/ 581153 w 656840"/>
              <a:gd name="csY31" fmla="*/ 427746 h 720004"/>
              <a:gd name="csX32" fmla="*/ 491883 w 656840"/>
              <a:gd name="csY32" fmla="*/ 326795 h 720004"/>
              <a:gd name="csX33" fmla="*/ 569825 w 656840"/>
              <a:gd name="csY33" fmla="*/ 218266 h 720004"/>
              <a:gd name="csX34" fmla="*/ 73201 w 656840"/>
              <a:gd name="csY34" fmla="*/ 166557 h 720004"/>
              <a:gd name="csX35" fmla="*/ 163730 w 656840"/>
              <a:gd name="csY35" fmla="*/ 248551 h 720004"/>
              <a:gd name="csX36" fmla="*/ 98351 w 656840"/>
              <a:gd name="csY36" fmla="*/ 378503 h 720004"/>
              <a:gd name="csX37" fmla="*/ 1528 w 656840"/>
              <a:gd name="csY37" fmla="*/ 263706 h 720004"/>
              <a:gd name="csX38" fmla="*/ 73201 w 656840"/>
              <a:gd name="csY38" fmla="*/ 166557 h 720004"/>
              <a:gd name="csX39" fmla="*/ 444933 w 656840"/>
              <a:gd name="csY39" fmla="*/ 18881 h 720004"/>
              <a:gd name="csX40" fmla="*/ 460440 w 656840"/>
              <a:gd name="csY40" fmla="*/ 18906 h 720004"/>
              <a:gd name="csX41" fmla="*/ 530854 w 656840"/>
              <a:gd name="csY41" fmla="*/ 128694 h 720004"/>
              <a:gd name="csX42" fmla="*/ 429022 w 656840"/>
              <a:gd name="csY42" fmla="*/ 229645 h 720004"/>
              <a:gd name="csX43" fmla="*/ 363643 w 656840"/>
              <a:gd name="csY43" fmla="*/ 117315 h 720004"/>
              <a:gd name="csX44" fmla="*/ 444933 w 656840"/>
              <a:gd name="csY44" fmla="*/ 18881 h 720004"/>
              <a:gd name="csX45" fmla="*/ 242930 w 656840"/>
              <a:gd name="csY45" fmla="*/ 0 h 720004"/>
              <a:gd name="csX46" fmla="*/ 320896 w 656840"/>
              <a:gd name="csY46" fmla="*/ 110996 h 720004"/>
              <a:gd name="csX47" fmla="*/ 242930 w 656840"/>
              <a:gd name="csY47" fmla="*/ 222067 h 720004"/>
              <a:gd name="csX48" fmla="*/ 164989 w 656840"/>
              <a:gd name="csY48" fmla="*/ 110996 h 720004"/>
              <a:gd name="csX49" fmla="*/ 242930 w 656840"/>
              <a:gd name="csY49" fmla="*/ 0 h 720004"/>
              <a:gd name="csX0" fmla="*/ 374946 w 656840"/>
              <a:gd name="csY0" fmla="*/ 478196 h 720004"/>
              <a:gd name="csX1" fmla="*/ 327165 w 656840"/>
              <a:gd name="csY1" fmla="*/ 479454 h 720004"/>
              <a:gd name="csX2" fmla="*/ 327165 w 656840"/>
              <a:gd name="csY2" fmla="*/ 608148 h 720004"/>
              <a:gd name="csX3" fmla="*/ 374946 w 656840"/>
              <a:gd name="csY3" fmla="*/ 652330 h 720004"/>
              <a:gd name="csX4" fmla="*/ 490625 w 656840"/>
              <a:gd name="csY4" fmla="*/ 652330 h 720004"/>
              <a:gd name="csX5" fmla="*/ 490625 w 656840"/>
              <a:gd name="csY5" fmla="*/ 479454 h 720004"/>
              <a:gd name="csX6" fmla="*/ 440325 w 656840"/>
              <a:gd name="csY6" fmla="*/ 479454 h 720004"/>
              <a:gd name="csX7" fmla="*/ 440325 w 656840"/>
              <a:gd name="csY7" fmla="*/ 609407 h 720004"/>
              <a:gd name="csX8" fmla="*/ 392544 w 656840"/>
              <a:gd name="csY8" fmla="*/ 609407 h 720004"/>
              <a:gd name="csX9" fmla="*/ 374946 w 656840"/>
              <a:gd name="csY9" fmla="*/ 594302 h 720004"/>
              <a:gd name="csX10" fmla="*/ 374946 w 656840"/>
              <a:gd name="csY10" fmla="*/ 478196 h 720004"/>
              <a:gd name="csX11" fmla="*/ 304507 w 656840"/>
              <a:gd name="csY11" fmla="*/ 653589 h 720004"/>
              <a:gd name="csX12" fmla="*/ 202700 w 656840"/>
              <a:gd name="csY12" fmla="*/ 653589 h 720004"/>
              <a:gd name="csX13" fmla="*/ 303274 w 656840"/>
              <a:gd name="csY13" fmla="*/ 653589 h 720004"/>
              <a:gd name="csX14" fmla="*/ 304507 w 656840"/>
              <a:gd name="csY14" fmla="*/ 653589 h 720004"/>
              <a:gd name="csX15" fmla="*/ 313016 w 656840"/>
              <a:gd name="csY15" fmla="*/ 292708 h 720004"/>
              <a:gd name="csX16" fmla="*/ 429022 w 656840"/>
              <a:gd name="csY16" fmla="*/ 359597 h 720004"/>
              <a:gd name="csX17" fmla="*/ 569825 w 656840"/>
              <a:gd name="csY17" fmla="*/ 503421 h 720004"/>
              <a:gd name="csX18" fmla="*/ 594974 w 656840"/>
              <a:gd name="csY18" fmla="*/ 658649 h 720004"/>
              <a:gd name="csX19" fmla="*/ 396320 w 656840"/>
              <a:gd name="csY19" fmla="*/ 706582 h 720004"/>
              <a:gd name="csX20" fmla="*/ 271856 w 656840"/>
              <a:gd name="csY20" fmla="*/ 702781 h 720004"/>
              <a:gd name="csX21" fmla="*/ 147366 w 656840"/>
              <a:gd name="csY21" fmla="*/ 711617 h 720004"/>
              <a:gd name="csX22" fmla="*/ 46792 w 656840"/>
              <a:gd name="csY22" fmla="*/ 614467 h 720004"/>
              <a:gd name="csX23" fmla="*/ 132287 w 656840"/>
              <a:gd name="csY23" fmla="*/ 451687 h 720004"/>
              <a:gd name="csX24" fmla="*/ 225333 w 656840"/>
              <a:gd name="csY24" fmla="*/ 350761 h 720004"/>
              <a:gd name="csX25" fmla="*/ 313016 w 656840"/>
              <a:gd name="csY25" fmla="*/ 292708 h 720004"/>
              <a:gd name="csX26" fmla="*/ 569825 w 656840"/>
              <a:gd name="csY26" fmla="*/ 218266 h 720004"/>
              <a:gd name="csX27" fmla="*/ 656577 w 656840"/>
              <a:gd name="csY27" fmla="*/ 307838 h 720004"/>
              <a:gd name="csX28" fmla="*/ 581153 w 656840"/>
              <a:gd name="csY28" fmla="*/ 427746 h 720004"/>
              <a:gd name="csX29" fmla="*/ 491883 w 656840"/>
              <a:gd name="csY29" fmla="*/ 326795 h 720004"/>
              <a:gd name="csX30" fmla="*/ 569825 w 656840"/>
              <a:gd name="csY30" fmla="*/ 218266 h 720004"/>
              <a:gd name="csX31" fmla="*/ 73201 w 656840"/>
              <a:gd name="csY31" fmla="*/ 166557 h 720004"/>
              <a:gd name="csX32" fmla="*/ 163730 w 656840"/>
              <a:gd name="csY32" fmla="*/ 248551 h 720004"/>
              <a:gd name="csX33" fmla="*/ 98351 w 656840"/>
              <a:gd name="csY33" fmla="*/ 378503 h 720004"/>
              <a:gd name="csX34" fmla="*/ 1528 w 656840"/>
              <a:gd name="csY34" fmla="*/ 263706 h 720004"/>
              <a:gd name="csX35" fmla="*/ 73201 w 656840"/>
              <a:gd name="csY35" fmla="*/ 166557 h 720004"/>
              <a:gd name="csX36" fmla="*/ 444933 w 656840"/>
              <a:gd name="csY36" fmla="*/ 18881 h 720004"/>
              <a:gd name="csX37" fmla="*/ 460440 w 656840"/>
              <a:gd name="csY37" fmla="*/ 18906 h 720004"/>
              <a:gd name="csX38" fmla="*/ 530854 w 656840"/>
              <a:gd name="csY38" fmla="*/ 128694 h 720004"/>
              <a:gd name="csX39" fmla="*/ 429022 w 656840"/>
              <a:gd name="csY39" fmla="*/ 229645 h 720004"/>
              <a:gd name="csX40" fmla="*/ 363643 w 656840"/>
              <a:gd name="csY40" fmla="*/ 117315 h 720004"/>
              <a:gd name="csX41" fmla="*/ 444933 w 656840"/>
              <a:gd name="csY41" fmla="*/ 18881 h 720004"/>
              <a:gd name="csX42" fmla="*/ 242930 w 656840"/>
              <a:gd name="csY42" fmla="*/ 0 h 720004"/>
              <a:gd name="csX43" fmla="*/ 320896 w 656840"/>
              <a:gd name="csY43" fmla="*/ 110996 h 720004"/>
              <a:gd name="csX44" fmla="*/ 242930 w 656840"/>
              <a:gd name="csY44" fmla="*/ 222067 h 720004"/>
              <a:gd name="csX45" fmla="*/ 164989 w 656840"/>
              <a:gd name="csY45" fmla="*/ 110996 h 720004"/>
              <a:gd name="csX46" fmla="*/ 242930 w 656840"/>
              <a:gd name="csY46" fmla="*/ 0 h 720004"/>
              <a:gd name="csX0" fmla="*/ 374946 w 656840"/>
              <a:gd name="csY0" fmla="*/ 478196 h 720004"/>
              <a:gd name="csX1" fmla="*/ 327165 w 656840"/>
              <a:gd name="csY1" fmla="*/ 479454 h 720004"/>
              <a:gd name="csX2" fmla="*/ 374946 w 656840"/>
              <a:gd name="csY2" fmla="*/ 652330 h 720004"/>
              <a:gd name="csX3" fmla="*/ 490625 w 656840"/>
              <a:gd name="csY3" fmla="*/ 652330 h 720004"/>
              <a:gd name="csX4" fmla="*/ 490625 w 656840"/>
              <a:gd name="csY4" fmla="*/ 479454 h 720004"/>
              <a:gd name="csX5" fmla="*/ 440325 w 656840"/>
              <a:gd name="csY5" fmla="*/ 479454 h 720004"/>
              <a:gd name="csX6" fmla="*/ 440325 w 656840"/>
              <a:gd name="csY6" fmla="*/ 609407 h 720004"/>
              <a:gd name="csX7" fmla="*/ 392544 w 656840"/>
              <a:gd name="csY7" fmla="*/ 609407 h 720004"/>
              <a:gd name="csX8" fmla="*/ 374946 w 656840"/>
              <a:gd name="csY8" fmla="*/ 594302 h 720004"/>
              <a:gd name="csX9" fmla="*/ 374946 w 656840"/>
              <a:gd name="csY9" fmla="*/ 478196 h 720004"/>
              <a:gd name="csX10" fmla="*/ 304507 w 656840"/>
              <a:gd name="csY10" fmla="*/ 653589 h 720004"/>
              <a:gd name="csX11" fmla="*/ 202700 w 656840"/>
              <a:gd name="csY11" fmla="*/ 653589 h 720004"/>
              <a:gd name="csX12" fmla="*/ 303274 w 656840"/>
              <a:gd name="csY12" fmla="*/ 653589 h 720004"/>
              <a:gd name="csX13" fmla="*/ 304507 w 656840"/>
              <a:gd name="csY13" fmla="*/ 653589 h 720004"/>
              <a:gd name="csX14" fmla="*/ 313016 w 656840"/>
              <a:gd name="csY14" fmla="*/ 292708 h 720004"/>
              <a:gd name="csX15" fmla="*/ 429022 w 656840"/>
              <a:gd name="csY15" fmla="*/ 359597 h 720004"/>
              <a:gd name="csX16" fmla="*/ 569825 w 656840"/>
              <a:gd name="csY16" fmla="*/ 503421 h 720004"/>
              <a:gd name="csX17" fmla="*/ 594974 w 656840"/>
              <a:gd name="csY17" fmla="*/ 658649 h 720004"/>
              <a:gd name="csX18" fmla="*/ 396320 w 656840"/>
              <a:gd name="csY18" fmla="*/ 706582 h 720004"/>
              <a:gd name="csX19" fmla="*/ 271856 w 656840"/>
              <a:gd name="csY19" fmla="*/ 702781 h 720004"/>
              <a:gd name="csX20" fmla="*/ 147366 w 656840"/>
              <a:gd name="csY20" fmla="*/ 711617 h 720004"/>
              <a:gd name="csX21" fmla="*/ 46792 w 656840"/>
              <a:gd name="csY21" fmla="*/ 614467 h 720004"/>
              <a:gd name="csX22" fmla="*/ 132287 w 656840"/>
              <a:gd name="csY22" fmla="*/ 451687 h 720004"/>
              <a:gd name="csX23" fmla="*/ 225333 w 656840"/>
              <a:gd name="csY23" fmla="*/ 350761 h 720004"/>
              <a:gd name="csX24" fmla="*/ 313016 w 656840"/>
              <a:gd name="csY24" fmla="*/ 292708 h 720004"/>
              <a:gd name="csX25" fmla="*/ 569825 w 656840"/>
              <a:gd name="csY25" fmla="*/ 218266 h 720004"/>
              <a:gd name="csX26" fmla="*/ 656577 w 656840"/>
              <a:gd name="csY26" fmla="*/ 307838 h 720004"/>
              <a:gd name="csX27" fmla="*/ 581153 w 656840"/>
              <a:gd name="csY27" fmla="*/ 427746 h 720004"/>
              <a:gd name="csX28" fmla="*/ 491883 w 656840"/>
              <a:gd name="csY28" fmla="*/ 326795 h 720004"/>
              <a:gd name="csX29" fmla="*/ 569825 w 656840"/>
              <a:gd name="csY29" fmla="*/ 218266 h 720004"/>
              <a:gd name="csX30" fmla="*/ 73201 w 656840"/>
              <a:gd name="csY30" fmla="*/ 166557 h 720004"/>
              <a:gd name="csX31" fmla="*/ 163730 w 656840"/>
              <a:gd name="csY31" fmla="*/ 248551 h 720004"/>
              <a:gd name="csX32" fmla="*/ 98351 w 656840"/>
              <a:gd name="csY32" fmla="*/ 378503 h 720004"/>
              <a:gd name="csX33" fmla="*/ 1528 w 656840"/>
              <a:gd name="csY33" fmla="*/ 263706 h 720004"/>
              <a:gd name="csX34" fmla="*/ 73201 w 656840"/>
              <a:gd name="csY34" fmla="*/ 166557 h 720004"/>
              <a:gd name="csX35" fmla="*/ 444933 w 656840"/>
              <a:gd name="csY35" fmla="*/ 18881 h 720004"/>
              <a:gd name="csX36" fmla="*/ 460440 w 656840"/>
              <a:gd name="csY36" fmla="*/ 18906 h 720004"/>
              <a:gd name="csX37" fmla="*/ 530854 w 656840"/>
              <a:gd name="csY37" fmla="*/ 128694 h 720004"/>
              <a:gd name="csX38" fmla="*/ 429022 w 656840"/>
              <a:gd name="csY38" fmla="*/ 229645 h 720004"/>
              <a:gd name="csX39" fmla="*/ 363643 w 656840"/>
              <a:gd name="csY39" fmla="*/ 117315 h 720004"/>
              <a:gd name="csX40" fmla="*/ 444933 w 656840"/>
              <a:gd name="csY40" fmla="*/ 18881 h 720004"/>
              <a:gd name="csX41" fmla="*/ 242930 w 656840"/>
              <a:gd name="csY41" fmla="*/ 0 h 720004"/>
              <a:gd name="csX42" fmla="*/ 320896 w 656840"/>
              <a:gd name="csY42" fmla="*/ 110996 h 720004"/>
              <a:gd name="csX43" fmla="*/ 242930 w 656840"/>
              <a:gd name="csY43" fmla="*/ 222067 h 720004"/>
              <a:gd name="csX44" fmla="*/ 164989 w 656840"/>
              <a:gd name="csY44" fmla="*/ 110996 h 720004"/>
              <a:gd name="csX45" fmla="*/ 242930 w 656840"/>
              <a:gd name="csY45" fmla="*/ 0 h 720004"/>
              <a:gd name="csX0" fmla="*/ 374946 w 656840"/>
              <a:gd name="csY0" fmla="*/ 478196 h 720004"/>
              <a:gd name="csX1" fmla="*/ 374946 w 656840"/>
              <a:gd name="csY1" fmla="*/ 652330 h 720004"/>
              <a:gd name="csX2" fmla="*/ 490625 w 656840"/>
              <a:gd name="csY2" fmla="*/ 652330 h 720004"/>
              <a:gd name="csX3" fmla="*/ 490625 w 656840"/>
              <a:gd name="csY3" fmla="*/ 479454 h 720004"/>
              <a:gd name="csX4" fmla="*/ 440325 w 656840"/>
              <a:gd name="csY4" fmla="*/ 479454 h 720004"/>
              <a:gd name="csX5" fmla="*/ 440325 w 656840"/>
              <a:gd name="csY5" fmla="*/ 609407 h 720004"/>
              <a:gd name="csX6" fmla="*/ 392544 w 656840"/>
              <a:gd name="csY6" fmla="*/ 609407 h 720004"/>
              <a:gd name="csX7" fmla="*/ 374946 w 656840"/>
              <a:gd name="csY7" fmla="*/ 594302 h 720004"/>
              <a:gd name="csX8" fmla="*/ 374946 w 656840"/>
              <a:gd name="csY8" fmla="*/ 478196 h 720004"/>
              <a:gd name="csX9" fmla="*/ 304507 w 656840"/>
              <a:gd name="csY9" fmla="*/ 653589 h 720004"/>
              <a:gd name="csX10" fmla="*/ 202700 w 656840"/>
              <a:gd name="csY10" fmla="*/ 653589 h 720004"/>
              <a:gd name="csX11" fmla="*/ 303274 w 656840"/>
              <a:gd name="csY11" fmla="*/ 653589 h 720004"/>
              <a:gd name="csX12" fmla="*/ 304507 w 656840"/>
              <a:gd name="csY12" fmla="*/ 653589 h 720004"/>
              <a:gd name="csX13" fmla="*/ 313016 w 656840"/>
              <a:gd name="csY13" fmla="*/ 292708 h 720004"/>
              <a:gd name="csX14" fmla="*/ 429022 w 656840"/>
              <a:gd name="csY14" fmla="*/ 359597 h 720004"/>
              <a:gd name="csX15" fmla="*/ 569825 w 656840"/>
              <a:gd name="csY15" fmla="*/ 503421 h 720004"/>
              <a:gd name="csX16" fmla="*/ 594974 w 656840"/>
              <a:gd name="csY16" fmla="*/ 658649 h 720004"/>
              <a:gd name="csX17" fmla="*/ 396320 w 656840"/>
              <a:gd name="csY17" fmla="*/ 706582 h 720004"/>
              <a:gd name="csX18" fmla="*/ 271856 w 656840"/>
              <a:gd name="csY18" fmla="*/ 702781 h 720004"/>
              <a:gd name="csX19" fmla="*/ 147366 w 656840"/>
              <a:gd name="csY19" fmla="*/ 711617 h 720004"/>
              <a:gd name="csX20" fmla="*/ 46792 w 656840"/>
              <a:gd name="csY20" fmla="*/ 614467 h 720004"/>
              <a:gd name="csX21" fmla="*/ 132287 w 656840"/>
              <a:gd name="csY21" fmla="*/ 451687 h 720004"/>
              <a:gd name="csX22" fmla="*/ 225333 w 656840"/>
              <a:gd name="csY22" fmla="*/ 350761 h 720004"/>
              <a:gd name="csX23" fmla="*/ 313016 w 656840"/>
              <a:gd name="csY23" fmla="*/ 292708 h 720004"/>
              <a:gd name="csX24" fmla="*/ 569825 w 656840"/>
              <a:gd name="csY24" fmla="*/ 218266 h 720004"/>
              <a:gd name="csX25" fmla="*/ 656577 w 656840"/>
              <a:gd name="csY25" fmla="*/ 307838 h 720004"/>
              <a:gd name="csX26" fmla="*/ 581153 w 656840"/>
              <a:gd name="csY26" fmla="*/ 427746 h 720004"/>
              <a:gd name="csX27" fmla="*/ 491883 w 656840"/>
              <a:gd name="csY27" fmla="*/ 326795 h 720004"/>
              <a:gd name="csX28" fmla="*/ 569825 w 656840"/>
              <a:gd name="csY28" fmla="*/ 218266 h 720004"/>
              <a:gd name="csX29" fmla="*/ 73201 w 656840"/>
              <a:gd name="csY29" fmla="*/ 166557 h 720004"/>
              <a:gd name="csX30" fmla="*/ 163730 w 656840"/>
              <a:gd name="csY30" fmla="*/ 248551 h 720004"/>
              <a:gd name="csX31" fmla="*/ 98351 w 656840"/>
              <a:gd name="csY31" fmla="*/ 378503 h 720004"/>
              <a:gd name="csX32" fmla="*/ 1528 w 656840"/>
              <a:gd name="csY32" fmla="*/ 263706 h 720004"/>
              <a:gd name="csX33" fmla="*/ 73201 w 656840"/>
              <a:gd name="csY33" fmla="*/ 166557 h 720004"/>
              <a:gd name="csX34" fmla="*/ 444933 w 656840"/>
              <a:gd name="csY34" fmla="*/ 18881 h 720004"/>
              <a:gd name="csX35" fmla="*/ 460440 w 656840"/>
              <a:gd name="csY35" fmla="*/ 18906 h 720004"/>
              <a:gd name="csX36" fmla="*/ 530854 w 656840"/>
              <a:gd name="csY36" fmla="*/ 128694 h 720004"/>
              <a:gd name="csX37" fmla="*/ 429022 w 656840"/>
              <a:gd name="csY37" fmla="*/ 229645 h 720004"/>
              <a:gd name="csX38" fmla="*/ 363643 w 656840"/>
              <a:gd name="csY38" fmla="*/ 117315 h 720004"/>
              <a:gd name="csX39" fmla="*/ 444933 w 656840"/>
              <a:gd name="csY39" fmla="*/ 18881 h 720004"/>
              <a:gd name="csX40" fmla="*/ 242930 w 656840"/>
              <a:gd name="csY40" fmla="*/ 0 h 720004"/>
              <a:gd name="csX41" fmla="*/ 320896 w 656840"/>
              <a:gd name="csY41" fmla="*/ 110996 h 720004"/>
              <a:gd name="csX42" fmla="*/ 242930 w 656840"/>
              <a:gd name="csY42" fmla="*/ 222067 h 720004"/>
              <a:gd name="csX43" fmla="*/ 164989 w 656840"/>
              <a:gd name="csY43" fmla="*/ 110996 h 720004"/>
              <a:gd name="csX44" fmla="*/ 242930 w 656840"/>
              <a:gd name="csY44" fmla="*/ 0 h 720004"/>
              <a:gd name="csX0" fmla="*/ 374946 w 656840"/>
              <a:gd name="csY0" fmla="*/ 594302 h 720004"/>
              <a:gd name="csX1" fmla="*/ 374946 w 656840"/>
              <a:gd name="csY1" fmla="*/ 652330 h 720004"/>
              <a:gd name="csX2" fmla="*/ 490625 w 656840"/>
              <a:gd name="csY2" fmla="*/ 652330 h 720004"/>
              <a:gd name="csX3" fmla="*/ 490625 w 656840"/>
              <a:gd name="csY3" fmla="*/ 479454 h 720004"/>
              <a:gd name="csX4" fmla="*/ 440325 w 656840"/>
              <a:gd name="csY4" fmla="*/ 479454 h 720004"/>
              <a:gd name="csX5" fmla="*/ 440325 w 656840"/>
              <a:gd name="csY5" fmla="*/ 609407 h 720004"/>
              <a:gd name="csX6" fmla="*/ 392544 w 656840"/>
              <a:gd name="csY6" fmla="*/ 609407 h 720004"/>
              <a:gd name="csX7" fmla="*/ 374946 w 656840"/>
              <a:gd name="csY7" fmla="*/ 594302 h 720004"/>
              <a:gd name="csX8" fmla="*/ 304507 w 656840"/>
              <a:gd name="csY8" fmla="*/ 653589 h 720004"/>
              <a:gd name="csX9" fmla="*/ 202700 w 656840"/>
              <a:gd name="csY9" fmla="*/ 653589 h 720004"/>
              <a:gd name="csX10" fmla="*/ 303274 w 656840"/>
              <a:gd name="csY10" fmla="*/ 653589 h 720004"/>
              <a:gd name="csX11" fmla="*/ 304507 w 656840"/>
              <a:gd name="csY11" fmla="*/ 653589 h 720004"/>
              <a:gd name="csX12" fmla="*/ 313016 w 656840"/>
              <a:gd name="csY12" fmla="*/ 292708 h 720004"/>
              <a:gd name="csX13" fmla="*/ 429022 w 656840"/>
              <a:gd name="csY13" fmla="*/ 359597 h 720004"/>
              <a:gd name="csX14" fmla="*/ 569825 w 656840"/>
              <a:gd name="csY14" fmla="*/ 503421 h 720004"/>
              <a:gd name="csX15" fmla="*/ 594974 w 656840"/>
              <a:gd name="csY15" fmla="*/ 658649 h 720004"/>
              <a:gd name="csX16" fmla="*/ 396320 w 656840"/>
              <a:gd name="csY16" fmla="*/ 706582 h 720004"/>
              <a:gd name="csX17" fmla="*/ 271856 w 656840"/>
              <a:gd name="csY17" fmla="*/ 702781 h 720004"/>
              <a:gd name="csX18" fmla="*/ 147366 w 656840"/>
              <a:gd name="csY18" fmla="*/ 711617 h 720004"/>
              <a:gd name="csX19" fmla="*/ 46792 w 656840"/>
              <a:gd name="csY19" fmla="*/ 614467 h 720004"/>
              <a:gd name="csX20" fmla="*/ 132287 w 656840"/>
              <a:gd name="csY20" fmla="*/ 451687 h 720004"/>
              <a:gd name="csX21" fmla="*/ 225333 w 656840"/>
              <a:gd name="csY21" fmla="*/ 350761 h 720004"/>
              <a:gd name="csX22" fmla="*/ 313016 w 656840"/>
              <a:gd name="csY22" fmla="*/ 292708 h 720004"/>
              <a:gd name="csX23" fmla="*/ 569825 w 656840"/>
              <a:gd name="csY23" fmla="*/ 218266 h 720004"/>
              <a:gd name="csX24" fmla="*/ 656577 w 656840"/>
              <a:gd name="csY24" fmla="*/ 307838 h 720004"/>
              <a:gd name="csX25" fmla="*/ 581153 w 656840"/>
              <a:gd name="csY25" fmla="*/ 427746 h 720004"/>
              <a:gd name="csX26" fmla="*/ 491883 w 656840"/>
              <a:gd name="csY26" fmla="*/ 326795 h 720004"/>
              <a:gd name="csX27" fmla="*/ 569825 w 656840"/>
              <a:gd name="csY27" fmla="*/ 218266 h 720004"/>
              <a:gd name="csX28" fmla="*/ 73201 w 656840"/>
              <a:gd name="csY28" fmla="*/ 166557 h 720004"/>
              <a:gd name="csX29" fmla="*/ 163730 w 656840"/>
              <a:gd name="csY29" fmla="*/ 248551 h 720004"/>
              <a:gd name="csX30" fmla="*/ 98351 w 656840"/>
              <a:gd name="csY30" fmla="*/ 378503 h 720004"/>
              <a:gd name="csX31" fmla="*/ 1528 w 656840"/>
              <a:gd name="csY31" fmla="*/ 263706 h 720004"/>
              <a:gd name="csX32" fmla="*/ 73201 w 656840"/>
              <a:gd name="csY32" fmla="*/ 166557 h 720004"/>
              <a:gd name="csX33" fmla="*/ 444933 w 656840"/>
              <a:gd name="csY33" fmla="*/ 18881 h 720004"/>
              <a:gd name="csX34" fmla="*/ 460440 w 656840"/>
              <a:gd name="csY34" fmla="*/ 18906 h 720004"/>
              <a:gd name="csX35" fmla="*/ 530854 w 656840"/>
              <a:gd name="csY35" fmla="*/ 128694 h 720004"/>
              <a:gd name="csX36" fmla="*/ 429022 w 656840"/>
              <a:gd name="csY36" fmla="*/ 229645 h 720004"/>
              <a:gd name="csX37" fmla="*/ 363643 w 656840"/>
              <a:gd name="csY37" fmla="*/ 117315 h 720004"/>
              <a:gd name="csX38" fmla="*/ 444933 w 656840"/>
              <a:gd name="csY38" fmla="*/ 18881 h 720004"/>
              <a:gd name="csX39" fmla="*/ 242930 w 656840"/>
              <a:gd name="csY39" fmla="*/ 0 h 720004"/>
              <a:gd name="csX40" fmla="*/ 320896 w 656840"/>
              <a:gd name="csY40" fmla="*/ 110996 h 720004"/>
              <a:gd name="csX41" fmla="*/ 242930 w 656840"/>
              <a:gd name="csY41" fmla="*/ 222067 h 720004"/>
              <a:gd name="csX42" fmla="*/ 164989 w 656840"/>
              <a:gd name="csY42" fmla="*/ 110996 h 720004"/>
              <a:gd name="csX43" fmla="*/ 242930 w 656840"/>
              <a:gd name="csY43" fmla="*/ 0 h 720004"/>
              <a:gd name="csX0" fmla="*/ 374946 w 656840"/>
              <a:gd name="csY0" fmla="*/ 594302 h 720004"/>
              <a:gd name="csX1" fmla="*/ 374946 w 656840"/>
              <a:gd name="csY1" fmla="*/ 652330 h 720004"/>
              <a:gd name="csX2" fmla="*/ 490625 w 656840"/>
              <a:gd name="csY2" fmla="*/ 652330 h 720004"/>
              <a:gd name="csX3" fmla="*/ 490625 w 656840"/>
              <a:gd name="csY3" fmla="*/ 479454 h 720004"/>
              <a:gd name="csX4" fmla="*/ 440325 w 656840"/>
              <a:gd name="csY4" fmla="*/ 609407 h 720004"/>
              <a:gd name="csX5" fmla="*/ 392544 w 656840"/>
              <a:gd name="csY5" fmla="*/ 609407 h 720004"/>
              <a:gd name="csX6" fmla="*/ 374946 w 656840"/>
              <a:gd name="csY6" fmla="*/ 594302 h 720004"/>
              <a:gd name="csX7" fmla="*/ 304507 w 656840"/>
              <a:gd name="csY7" fmla="*/ 653589 h 720004"/>
              <a:gd name="csX8" fmla="*/ 202700 w 656840"/>
              <a:gd name="csY8" fmla="*/ 653589 h 720004"/>
              <a:gd name="csX9" fmla="*/ 303274 w 656840"/>
              <a:gd name="csY9" fmla="*/ 653589 h 720004"/>
              <a:gd name="csX10" fmla="*/ 304507 w 656840"/>
              <a:gd name="csY10" fmla="*/ 653589 h 720004"/>
              <a:gd name="csX11" fmla="*/ 313016 w 656840"/>
              <a:gd name="csY11" fmla="*/ 292708 h 720004"/>
              <a:gd name="csX12" fmla="*/ 429022 w 656840"/>
              <a:gd name="csY12" fmla="*/ 359597 h 720004"/>
              <a:gd name="csX13" fmla="*/ 569825 w 656840"/>
              <a:gd name="csY13" fmla="*/ 503421 h 720004"/>
              <a:gd name="csX14" fmla="*/ 594974 w 656840"/>
              <a:gd name="csY14" fmla="*/ 658649 h 720004"/>
              <a:gd name="csX15" fmla="*/ 396320 w 656840"/>
              <a:gd name="csY15" fmla="*/ 706582 h 720004"/>
              <a:gd name="csX16" fmla="*/ 271856 w 656840"/>
              <a:gd name="csY16" fmla="*/ 702781 h 720004"/>
              <a:gd name="csX17" fmla="*/ 147366 w 656840"/>
              <a:gd name="csY17" fmla="*/ 711617 h 720004"/>
              <a:gd name="csX18" fmla="*/ 46792 w 656840"/>
              <a:gd name="csY18" fmla="*/ 614467 h 720004"/>
              <a:gd name="csX19" fmla="*/ 132287 w 656840"/>
              <a:gd name="csY19" fmla="*/ 451687 h 720004"/>
              <a:gd name="csX20" fmla="*/ 225333 w 656840"/>
              <a:gd name="csY20" fmla="*/ 350761 h 720004"/>
              <a:gd name="csX21" fmla="*/ 313016 w 656840"/>
              <a:gd name="csY21" fmla="*/ 292708 h 720004"/>
              <a:gd name="csX22" fmla="*/ 569825 w 656840"/>
              <a:gd name="csY22" fmla="*/ 218266 h 720004"/>
              <a:gd name="csX23" fmla="*/ 656577 w 656840"/>
              <a:gd name="csY23" fmla="*/ 307838 h 720004"/>
              <a:gd name="csX24" fmla="*/ 581153 w 656840"/>
              <a:gd name="csY24" fmla="*/ 427746 h 720004"/>
              <a:gd name="csX25" fmla="*/ 491883 w 656840"/>
              <a:gd name="csY25" fmla="*/ 326795 h 720004"/>
              <a:gd name="csX26" fmla="*/ 569825 w 656840"/>
              <a:gd name="csY26" fmla="*/ 218266 h 720004"/>
              <a:gd name="csX27" fmla="*/ 73201 w 656840"/>
              <a:gd name="csY27" fmla="*/ 166557 h 720004"/>
              <a:gd name="csX28" fmla="*/ 163730 w 656840"/>
              <a:gd name="csY28" fmla="*/ 248551 h 720004"/>
              <a:gd name="csX29" fmla="*/ 98351 w 656840"/>
              <a:gd name="csY29" fmla="*/ 378503 h 720004"/>
              <a:gd name="csX30" fmla="*/ 1528 w 656840"/>
              <a:gd name="csY30" fmla="*/ 263706 h 720004"/>
              <a:gd name="csX31" fmla="*/ 73201 w 656840"/>
              <a:gd name="csY31" fmla="*/ 166557 h 720004"/>
              <a:gd name="csX32" fmla="*/ 444933 w 656840"/>
              <a:gd name="csY32" fmla="*/ 18881 h 720004"/>
              <a:gd name="csX33" fmla="*/ 460440 w 656840"/>
              <a:gd name="csY33" fmla="*/ 18906 h 720004"/>
              <a:gd name="csX34" fmla="*/ 530854 w 656840"/>
              <a:gd name="csY34" fmla="*/ 128694 h 720004"/>
              <a:gd name="csX35" fmla="*/ 429022 w 656840"/>
              <a:gd name="csY35" fmla="*/ 229645 h 720004"/>
              <a:gd name="csX36" fmla="*/ 363643 w 656840"/>
              <a:gd name="csY36" fmla="*/ 117315 h 720004"/>
              <a:gd name="csX37" fmla="*/ 444933 w 656840"/>
              <a:gd name="csY37" fmla="*/ 18881 h 720004"/>
              <a:gd name="csX38" fmla="*/ 242930 w 656840"/>
              <a:gd name="csY38" fmla="*/ 0 h 720004"/>
              <a:gd name="csX39" fmla="*/ 320896 w 656840"/>
              <a:gd name="csY39" fmla="*/ 110996 h 720004"/>
              <a:gd name="csX40" fmla="*/ 242930 w 656840"/>
              <a:gd name="csY40" fmla="*/ 222067 h 720004"/>
              <a:gd name="csX41" fmla="*/ 164989 w 656840"/>
              <a:gd name="csY41" fmla="*/ 110996 h 720004"/>
              <a:gd name="csX42" fmla="*/ 242930 w 656840"/>
              <a:gd name="csY42" fmla="*/ 0 h 720004"/>
              <a:gd name="csX0" fmla="*/ 374946 w 656840"/>
              <a:gd name="csY0" fmla="*/ 594302 h 720004"/>
              <a:gd name="csX1" fmla="*/ 374946 w 656840"/>
              <a:gd name="csY1" fmla="*/ 652330 h 720004"/>
              <a:gd name="csX2" fmla="*/ 490625 w 656840"/>
              <a:gd name="csY2" fmla="*/ 652330 h 720004"/>
              <a:gd name="csX3" fmla="*/ 440325 w 656840"/>
              <a:gd name="csY3" fmla="*/ 609407 h 720004"/>
              <a:gd name="csX4" fmla="*/ 392544 w 656840"/>
              <a:gd name="csY4" fmla="*/ 609407 h 720004"/>
              <a:gd name="csX5" fmla="*/ 374946 w 656840"/>
              <a:gd name="csY5" fmla="*/ 594302 h 720004"/>
              <a:gd name="csX6" fmla="*/ 304507 w 656840"/>
              <a:gd name="csY6" fmla="*/ 653589 h 720004"/>
              <a:gd name="csX7" fmla="*/ 202700 w 656840"/>
              <a:gd name="csY7" fmla="*/ 653589 h 720004"/>
              <a:gd name="csX8" fmla="*/ 303274 w 656840"/>
              <a:gd name="csY8" fmla="*/ 653589 h 720004"/>
              <a:gd name="csX9" fmla="*/ 304507 w 656840"/>
              <a:gd name="csY9" fmla="*/ 653589 h 720004"/>
              <a:gd name="csX10" fmla="*/ 313016 w 656840"/>
              <a:gd name="csY10" fmla="*/ 292708 h 720004"/>
              <a:gd name="csX11" fmla="*/ 429022 w 656840"/>
              <a:gd name="csY11" fmla="*/ 359597 h 720004"/>
              <a:gd name="csX12" fmla="*/ 569825 w 656840"/>
              <a:gd name="csY12" fmla="*/ 503421 h 720004"/>
              <a:gd name="csX13" fmla="*/ 594974 w 656840"/>
              <a:gd name="csY13" fmla="*/ 658649 h 720004"/>
              <a:gd name="csX14" fmla="*/ 396320 w 656840"/>
              <a:gd name="csY14" fmla="*/ 706582 h 720004"/>
              <a:gd name="csX15" fmla="*/ 271856 w 656840"/>
              <a:gd name="csY15" fmla="*/ 702781 h 720004"/>
              <a:gd name="csX16" fmla="*/ 147366 w 656840"/>
              <a:gd name="csY16" fmla="*/ 711617 h 720004"/>
              <a:gd name="csX17" fmla="*/ 46792 w 656840"/>
              <a:gd name="csY17" fmla="*/ 614467 h 720004"/>
              <a:gd name="csX18" fmla="*/ 132287 w 656840"/>
              <a:gd name="csY18" fmla="*/ 451687 h 720004"/>
              <a:gd name="csX19" fmla="*/ 225333 w 656840"/>
              <a:gd name="csY19" fmla="*/ 350761 h 720004"/>
              <a:gd name="csX20" fmla="*/ 313016 w 656840"/>
              <a:gd name="csY20" fmla="*/ 292708 h 720004"/>
              <a:gd name="csX21" fmla="*/ 569825 w 656840"/>
              <a:gd name="csY21" fmla="*/ 218266 h 720004"/>
              <a:gd name="csX22" fmla="*/ 656577 w 656840"/>
              <a:gd name="csY22" fmla="*/ 307838 h 720004"/>
              <a:gd name="csX23" fmla="*/ 581153 w 656840"/>
              <a:gd name="csY23" fmla="*/ 427746 h 720004"/>
              <a:gd name="csX24" fmla="*/ 491883 w 656840"/>
              <a:gd name="csY24" fmla="*/ 326795 h 720004"/>
              <a:gd name="csX25" fmla="*/ 569825 w 656840"/>
              <a:gd name="csY25" fmla="*/ 218266 h 720004"/>
              <a:gd name="csX26" fmla="*/ 73201 w 656840"/>
              <a:gd name="csY26" fmla="*/ 166557 h 720004"/>
              <a:gd name="csX27" fmla="*/ 163730 w 656840"/>
              <a:gd name="csY27" fmla="*/ 248551 h 720004"/>
              <a:gd name="csX28" fmla="*/ 98351 w 656840"/>
              <a:gd name="csY28" fmla="*/ 378503 h 720004"/>
              <a:gd name="csX29" fmla="*/ 1528 w 656840"/>
              <a:gd name="csY29" fmla="*/ 263706 h 720004"/>
              <a:gd name="csX30" fmla="*/ 73201 w 656840"/>
              <a:gd name="csY30" fmla="*/ 166557 h 720004"/>
              <a:gd name="csX31" fmla="*/ 444933 w 656840"/>
              <a:gd name="csY31" fmla="*/ 18881 h 720004"/>
              <a:gd name="csX32" fmla="*/ 460440 w 656840"/>
              <a:gd name="csY32" fmla="*/ 18906 h 720004"/>
              <a:gd name="csX33" fmla="*/ 530854 w 656840"/>
              <a:gd name="csY33" fmla="*/ 128694 h 720004"/>
              <a:gd name="csX34" fmla="*/ 429022 w 656840"/>
              <a:gd name="csY34" fmla="*/ 229645 h 720004"/>
              <a:gd name="csX35" fmla="*/ 363643 w 656840"/>
              <a:gd name="csY35" fmla="*/ 117315 h 720004"/>
              <a:gd name="csX36" fmla="*/ 444933 w 656840"/>
              <a:gd name="csY36" fmla="*/ 18881 h 720004"/>
              <a:gd name="csX37" fmla="*/ 242930 w 656840"/>
              <a:gd name="csY37" fmla="*/ 0 h 720004"/>
              <a:gd name="csX38" fmla="*/ 320896 w 656840"/>
              <a:gd name="csY38" fmla="*/ 110996 h 720004"/>
              <a:gd name="csX39" fmla="*/ 242930 w 656840"/>
              <a:gd name="csY39" fmla="*/ 222067 h 720004"/>
              <a:gd name="csX40" fmla="*/ 164989 w 656840"/>
              <a:gd name="csY40" fmla="*/ 110996 h 720004"/>
              <a:gd name="csX41" fmla="*/ 242930 w 656840"/>
              <a:gd name="csY41" fmla="*/ 0 h 720004"/>
              <a:gd name="csX0" fmla="*/ 374946 w 656840"/>
              <a:gd name="csY0" fmla="*/ 594302 h 720004"/>
              <a:gd name="csX1" fmla="*/ 374946 w 656840"/>
              <a:gd name="csY1" fmla="*/ 652330 h 720004"/>
              <a:gd name="csX2" fmla="*/ 490625 w 656840"/>
              <a:gd name="csY2" fmla="*/ 652330 h 720004"/>
              <a:gd name="csX3" fmla="*/ 392544 w 656840"/>
              <a:gd name="csY3" fmla="*/ 609407 h 720004"/>
              <a:gd name="csX4" fmla="*/ 374946 w 656840"/>
              <a:gd name="csY4" fmla="*/ 594302 h 720004"/>
              <a:gd name="csX5" fmla="*/ 304507 w 656840"/>
              <a:gd name="csY5" fmla="*/ 653589 h 720004"/>
              <a:gd name="csX6" fmla="*/ 202700 w 656840"/>
              <a:gd name="csY6" fmla="*/ 653589 h 720004"/>
              <a:gd name="csX7" fmla="*/ 303274 w 656840"/>
              <a:gd name="csY7" fmla="*/ 653589 h 720004"/>
              <a:gd name="csX8" fmla="*/ 304507 w 656840"/>
              <a:gd name="csY8" fmla="*/ 653589 h 720004"/>
              <a:gd name="csX9" fmla="*/ 313016 w 656840"/>
              <a:gd name="csY9" fmla="*/ 292708 h 720004"/>
              <a:gd name="csX10" fmla="*/ 429022 w 656840"/>
              <a:gd name="csY10" fmla="*/ 359597 h 720004"/>
              <a:gd name="csX11" fmla="*/ 569825 w 656840"/>
              <a:gd name="csY11" fmla="*/ 503421 h 720004"/>
              <a:gd name="csX12" fmla="*/ 594974 w 656840"/>
              <a:gd name="csY12" fmla="*/ 658649 h 720004"/>
              <a:gd name="csX13" fmla="*/ 396320 w 656840"/>
              <a:gd name="csY13" fmla="*/ 706582 h 720004"/>
              <a:gd name="csX14" fmla="*/ 271856 w 656840"/>
              <a:gd name="csY14" fmla="*/ 702781 h 720004"/>
              <a:gd name="csX15" fmla="*/ 147366 w 656840"/>
              <a:gd name="csY15" fmla="*/ 711617 h 720004"/>
              <a:gd name="csX16" fmla="*/ 46792 w 656840"/>
              <a:gd name="csY16" fmla="*/ 614467 h 720004"/>
              <a:gd name="csX17" fmla="*/ 132287 w 656840"/>
              <a:gd name="csY17" fmla="*/ 451687 h 720004"/>
              <a:gd name="csX18" fmla="*/ 225333 w 656840"/>
              <a:gd name="csY18" fmla="*/ 350761 h 720004"/>
              <a:gd name="csX19" fmla="*/ 313016 w 656840"/>
              <a:gd name="csY19" fmla="*/ 292708 h 720004"/>
              <a:gd name="csX20" fmla="*/ 569825 w 656840"/>
              <a:gd name="csY20" fmla="*/ 218266 h 720004"/>
              <a:gd name="csX21" fmla="*/ 656577 w 656840"/>
              <a:gd name="csY21" fmla="*/ 307838 h 720004"/>
              <a:gd name="csX22" fmla="*/ 581153 w 656840"/>
              <a:gd name="csY22" fmla="*/ 427746 h 720004"/>
              <a:gd name="csX23" fmla="*/ 491883 w 656840"/>
              <a:gd name="csY23" fmla="*/ 326795 h 720004"/>
              <a:gd name="csX24" fmla="*/ 569825 w 656840"/>
              <a:gd name="csY24" fmla="*/ 218266 h 720004"/>
              <a:gd name="csX25" fmla="*/ 73201 w 656840"/>
              <a:gd name="csY25" fmla="*/ 166557 h 720004"/>
              <a:gd name="csX26" fmla="*/ 163730 w 656840"/>
              <a:gd name="csY26" fmla="*/ 248551 h 720004"/>
              <a:gd name="csX27" fmla="*/ 98351 w 656840"/>
              <a:gd name="csY27" fmla="*/ 378503 h 720004"/>
              <a:gd name="csX28" fmla="*/ 1528 w 656840"/>
              <a:gd name="csY28" fmla="*/ 263706 h 720004"/>
              <a:gd name="csX29" fmla="*/ 73201 w 656840"/>
              <a:gd name="csY29" fmla="*/ 166557 h 720004"/>
              <a:gd name="csX30" fmla="*/ 444933 w 656840"/>
              <a:gd name="csY30" fmla="*/ 18881 h 720004"/>
              <a:gd name="csX31" fmla="*/ 460440 w 656840"/>
              <a:gd name="csY31" fmla="*/ 18906 h 720004"/>
              <a:gd name="csX32" fmla="*/ 530854 w 656840"/>
              <a:gd name="csY32" fmla="*/ 128694 h 720004"/>
              <a:gd name="csX33" fmla="*/ 429022 w 656840"/>
              <a:gd name="csY33" fmla="*/ 229645 h 720004"/>
              <a:gd name="csX34" fmla="*/ 363643 w 656840"/>
              <a:gd name="csY34" fmla="*/ 117315 h 720004"/>
              <a:gd name="csX35" fmla="*/ 444933 w 656840"/>
              <a:gd name="csY35" fmla="*/ 18881 h 720004"/>
              <a:gd name="csX36" fmla="*/ 242930 w 656840"/>
              <a:gd name="csY36" fmla="*/ 0 h 720004"/>
              <a:gd name="csX37" fmla="*/ 320896 w 656840"/>
              <a:gd name="csY37" fmla="*/ 110996 h 720004"/>
              <a:gd name="csX38" fmla="*/ 242930 w 656840"/>
              <a:gd name="csY38" fmla="*/ 222067 h 720004"/>
              <a:gd name="csX39" fmla="*/ 164989 w 656840"/>
              <a:gd name="csY39" fmla="*/ 110996 h 720004"/>
              <a:gd name="csX40" fmla="*/ 242930 w 656840"/>
              <a:gd name="csY40" fmla="*/ 0 h 720004"/>
              <a:gd name="csX0" fmla="*/ 374946 w 656840"/>
              <a:gd name="csY0" fmla="*/ 594302 h 720004"/>
              <a:gd name="csX1" fmla="*/ 374946 w 656840"/>
              <a:gd name="csY1" fmla="*/ 652330 h 720004"/>
              <a:gd name="csX2" fmla="*/ 490625 w 656840"/>
              <a:gd name="csY2" fmla="*/ 652330 h 720004"/>
              <a:gd name="csX3" fmla="*/ 374946 w 656840"/>
              <a:gd name="csY3" fmla="*/ 594302 h 720004"/>
              <a:gd name="csX4" fmla="*/ 304507 w 656840"/>
              <a:gd name="csY4" fmla="*/ 653589 h 720004"/>
              <a:gd name="csX5" fmla="*/ 202700 w 656840"/>
              <a:gd name="csY5" fmla="*/ 653589 h 720004"/>
              <a:gd name="csX6" fmla="*/ 303274 w 656840"/>
              <a:gd name="csY6" fmla="*/ 653589 h 720004"/>
              <a:gd name="csX7" fmla="*/ 304507 w 656840"/>
              <a:gd name="csY7" fmla="*/ 653589 h 720004"/>
              <a:gd name="csX8" fmla="*/ 313016 w 656840"/>
              <a:gd name="csY8" fmla="*/ 292708 h 720004"/>
              <a:gd name="csX9" fmla="*/ 429022 w 656840"/>
              <a:gd name="csY9" fmla="*/ 359597 h 720004"/>
              <a:gd name="csX10" fmla="*/ 569825 w 656840"/>
              <a:gd name="csY10" fmla="*/ 503421 h 720004"/>
              <a:gd name="csX11" fmla="*/ 594974 w 656840"/>
              <a:gd name="csY11" fmla="*/ 658649 h 720004"/>
              <a:gd name="csX12" fmla="*/ 396320 w 656840"/>
              <a:gd name="csY12" fmla="*/ 706582 h 720004"/>
              <a:gd name="csX13" fmla="*/ 271856 w 656840"/>
              <a:gd name="csY13" fmla="*/ 702781 h 720004"/>
              <a:gd name="csX14" fmla="*/ 147366 w 656840"/>
              <a:gd name="csY14" fmla="*/ 711617 h 720004"/>
              <a:gd name="csX15" fmla="*/ 46792 w 656840"/>
              <a:gd name="csY15" fmla="*/ 614467 h 720004"/>
              <a:gd name="csX16" fmla="*/ 132287 w 656840"/>
              <a:gd name="csY16" fmla="*/ 451687 h 720004"/>
              <a:gd name="csX17" fmla="*/ 225333 w 656840"/>
              <a:gd name="csY17" fmla="*/ 350761 h 720004"/>
              <a:gd name="csX18" fmla="*/ 313016 w 656840"/>
              <a:gd name="csY18" fmla="*/ 292708 h 720004"/>
              <a:gd name="csX19" fmla="*/ 569825 w 656840"/>
              <a:gd name="csY19" fmla="*/ 218266 h 720004"/>
              <a:gd name="csX20" fmla="*/ 656577 w 656840"/>
              <a:gd name="csY20" fmla="*/ 307838 h 720004"/>
              <a:gd name="csX21" fmla="*/ 581153 w 656840"/>
              <a:gd name="csY21" fmla="*/ 427746 h 720004"/>
              <a:gd name="csX22" fmla="*/ 491883 w 656840"/>
              <a:gd name="csY22" fmla="*/ 326795 h 720004"/>
              <a:gd name="csX23" fmla="*/ 569825 w 656840"/>
              <a:gd name="csY23" fmla="*/ 218266 h 720004"/>
              <a:gd name="csX24" fmla="*/ 73201 w 656840"/>
              <a:gd name="csY24" fmla="*/ 166557 h 720004"/>
              <a:gd name="csX25" fmla="*/ 163730 w 656840"/>
              <a:gd name="csY25" fmla="*/ 248551 h 720004"/>
              <a:gd name="csX26" fmla="*/ 98351 w 656840"/>
              <a:gd name="csY26" fmla="*/ 378503 h 720004"/>
              <a:gd name="csX27" fmla="*/ 1528 w 656840"/>
              <a:gd name="csY27" fmla="*/ 263706 h 720004"/>
              <a:gd name="csX28" fmla="*/ 73201 w 656840"/>
              <a:gd name="csY28" fmla="*/ 166557 h 720004"/>
              <a:gd name="csX29" fmla="*/ 444933 w 656840"/>
              <a:gd name="csY29" fmla="*/ 18881 h 720004"/>
              <a:gd name="csX30" fmla="*/ 460440 w 656840"/>
              <a:gd name="csY30" fmla="*/ 18906 h 720004"/>
              <a:gd name="csX31" fmla="*/ 530854 w 656840"/>
              <a:gd name="csY31" fmla="*/ 128694 h 720004"/>
              <a:gd name="csX32" fmla="*/ 429022 w 656840"/>
              <a:gd name="csY32" fmla="*/ 229645 h 720004"/>
              <a:gd name="csX33" fmla="*/ 363643 w 656840"/>
              <a:gd name="csY33" fmla="*/ 117315 h 720004"/>
              <a:gd name="csX34" fmla="*/ 444933 w 656840"/>
              <a:gd name="csY34" fmla="*/ 18881 h 720004"/>
              <a:gd name="csX35" fmla="*/ 242930 w 656840"/>
              <a:gd name="csY35" fmla="*/ 0 h 720004"/>
              <a:gd name="csX36" fmla="*/ 320896 w 656840"/>
              <a:gd name="csY36" fmla="*/ 110996 h 720004"/>
              <a:gd name="csX37" fmla="*/ 242930 w 656840"/>
              <a:gd name="csY37" fmla="*/ 222067 h 720004"/>
              <a:gd name="csX38" fmla="*/ 164989 w 656840"/>
              <a:gd name="csY38" fmla="*/ 110996 h 720004"/>
              <a:gd name="csX39" fmla="*/ 242930 w 656840"/>
              <a:gd name="csY39" fmla="*/ 0 h 720004"/>
              <a:gd name="csX0" fmla="*/ 490625 w 656840"/>
              <a:gd name="csY0" fmla="*/ 652330 h 720004"/>
              <a:gd name="csX1" fmla="*/ 374946 w 656840"/>
              <a:gd name="csY1" fmla="*/ 652330 h 720004"/>
              <a:gd name="csX2" fmla="*/ 490625 w 656840"/>
              <a:gd name="csY2" fmla="*/ 652330 h 720004"/>
              <a:gd name="csX3" fmla="*/ 304507 w 656840"/>
              <a:gd name="csY3" fmla="*/ 653589 h 720004"/>
              <a:gd name="csX4" fmla="*/ 202700 w 656840"/>
              <a:gd name="csY4" fmla="*/ 653589 h 720004"/>
              <a:gd name="csX5" fmla="*/ 303274 w 656840"/>
              <a:gd name="csY5" fmla="*/ 653589 h 720004"/>
              <a:gd name="csX6" fmla="*/ 304507 w 656840"/>
              <a:gd name="csY6" fmla="*/ 653589 h 720004"/>
              <a:gd name="csX7" fmla="*/ 313016 w 656840"/>
              <a:gd name="csY7" fmla="*/ 292708 h 720004"/>
              <a:gd name="csX8" fmla="*/ 429022 w 656840"/>
              <a:gd name="csY8" fmla="*/ 359597 h 720004"/>
              <a:gd name="csX9" fmla="*/ 569825 w 656840"/>
              <a:gd name="csY9" fmla="*/ 503421 h 720004"/>
              <a:gd name="csX10" fmla="*/ 594974 w 656840"/>
              <a:gd name="csY10" fmla="*/ 658649 h 720004"/>
              <a:gd name="csX11" fmla="*/ 396320 w 656840"/>
              <a:gd name="csY11" fmla="*/ 706582 h 720004"/>
              <a:gd name="csX12" fmla="*/ 271856 w 656840"/>
              <a:gd name="csY12" fmla="*/ 702781 h 720004"/>
              <a:gd name="csX13" fmla="*/ 147366 w 656840"/>
              <a:gd name="csY13" fmla="*/ 711617 h 720004"/>
              <a:gd name="csX14" fmla="*/ 46792 w 656840"/>
              <a:gd name="csY14" fmla="*/ 614467 h 720004"/>
              <a:gd name="csX15" fmla="*/ 132287 w 656840"/>
              <a:gd name="csY15" fmla="*/ 451687 h 720004"/>
              <a:gd name="csX16" fmla="*/ 225333 w 656840"/>
              <a:gd name="csY16" fmla="*/ 350761 h 720004"/>
              <a:gd name="csX17" fmla="*/ 313016 w 656840"/>
              <a:gd name="csY17" fmla="*/ 292708 h 720004"/>
              <a:gd name="csX18" fmla="*/ 569825 w 656840"/>
              <a:gd name="csY18" fmla="*/ 218266 h 720004"/>
              <a:gd name="csX19" fmla="*/ 656577 w 656840"/>
              <a:gd name="csY19" fmla="*/ 307838 h 720004"/>
              <a:gd name="csX20" fmla="*/ 581153 w 656840"/>
              <a:gd name="csY20" fmla="*/ 427746 h 720004"/>
              <a:gd name="csX21" fmla="*/ 491883 w 656840"/>
              <a:gd name="csY21" fmla="*/ 326795 h 720004"/>
              <a:gd name="csX22" fmla="*/ 569825 w 656840"/>
              <a:gd name="csY22" fmla="*/ 218266 h 720004"/>
              <a:gd name="csX23" fmla="*/ 73201 w 656840"/>
              <a:gd name="csY23" fmla="*/ 166557 h 720004"/>
              <a:gd name="csX24" fmla="*/ 163730 w 656840"/>
              <a:gd name="csY24" fmla="*/ 248551 h 720004"/>
              <a:gd name="csX25" fmla="*/ 98351 w 656840"/>
              <a:gd name="csY25" fmla="*/ 378503 h 720004"/>
              <a:gd name="csX26" fmla="*/ 1528 w 656840"/>
              <a:gd name="csY26" fmla="*/ 263706 h 720004"/>
              <a:gd name="csX27" fmla="*/ 73201 w 656840"/>
              <a:gd name="csY27" fmla="*/ 166557 h 720004"/>
              <a:gd name="csX28" fmla="*/ 444933 w 656840"/>
              <a:gd name="csY28" fmla="*/ 18881 h 720004"/>
              <a:gd name="csX29" fmla="*/ 460440 w 656840"/>
              <a:gd name="csY29" fmla="*/ 18906 h 720004"/>
              <a:gd name="csX30" fmla="*/ 530854 w 656840"/>
              <a:gd name="csY30" fmla="*/ 128694 h 720004"/>
              <a:gd name="csX31" fmla="*/ 429022 w 656840"/>
              <a:gd name="csY31" fmla="*/ 229645 h 720004"/>
              <a:gd name="csX32" fmla="*/ 363643 w 656840"/>
              <a:gd name="csY32" fmla="*/ 117315 h 720004"/>
              <a:gd name="csX33" fmla="*/ 444933 w 656840"/>
              <a:gd name="csY33" fmla="*/ 18881 h 720004"/>
              <a:gd name="csX34" fmla="*/ 242930 w 656840"/>
              <a:gd name="csY34" fmla="*/ 0 h 720004"/>
              <a:gd name="csX35" fmla="*/ 320896 w 656840"/>
              <a:gd name="csY35" fmla="*/ 110996 h 720004"/>
              <a:gd name="csX36" fmla="*/ 242930 w 656840"/>
              <a:gd name="csY36" fmla="*/ 222067 h 720004"/>
              <a:gd name="csX37" fmla="*/ 164989 w 656840"/>
              <a:gd name="csY37" fmla="*/ 110996 h 720004"/>
              <a:gd name="csX38" fmla="*/ 242930 w 656840"/>
              <a:gd name="csY38" fmla="*/ 0 h 720004"/>
              <a:gd name="csX0" fmla="*/ 304507 w 656840"/>
              <a:gd name="csY0" fmla="*/ 653589 h 720004"/>
              <a:gd name="csX1" fmla="*/ 202700 w 656840"/>
              <a:gd name="csY1" fmla="*/ 653589 h 720004"/>
              <a:gd name="csX2" fmla="*/ 303274 w 656840"/>
              <a:gd name="csY2" fmla="*/ 653589 h 720004"/>
              <a:gd name="csX3" fmla="*/ 304507 w 656840"/>
              <a:gd name="csY3" fmla="*/ 653589 h 720004"/>
              <a:gd name="csX4" fmla="*/ 313016 w 656840"/>
              <a:gd name="csY4" fmla="*/ 292708 h 720004"/>
              <a:gd name="csX5" fmla="*/ 429022 w 656840"/>
              <a:gd name="csY5" fmla="*/ 359597 h 720004"/>
              <a:gd name="csX6" fmla="*/ 569825 w 656840"/>
              <a:gd name="csY6" fmla="*/ 503421 h 720004"/>
              <a:gd name="csX7" fmla="*/ 594974 w 656840"/>
              <a:gd name="csY7" fmla="*/ 658649 h 720004"/>
              <a:gd name="csX8" fmla="*/ 396320 w 656840"/>
              <a:gd name="csY8" fmla="*/ 706582 h 720004"/>
              <a:gd name="csX9" fmla="*/ 271856 w 656840"/>
              <a:gd name="csY9" fmla="*/ 702781 h 720004"/>
              <a:gd name="csX10" fmla="*/ 147366 w 656840"/>
              <a:gd name="csY10" fmla="*/ 711617 h 720004"/>
              <a:gd name="csX11" fmla="*/ 46792 w 656840"/>
              <a:gd name="csY11" fmla="*/ 614467 h 720004"/>
              <a:gd name="csX12" fmla="*/ 132287 w 656840"/>
              <a:gd name="csY12" fmla="*/ 451687 h 720004"/>
              <a:gd name="csX13" fmla="*/ 225333 w 656840"/>
              <a:gd name="csY13" fmla="*/ 350761 h 720004"/>
              <a:gd name="csX14" fmla="*/ 313016 w 656840"/>
              <a:gd name="csY14" fmla="*/ 292708 h 720004"/>
              <a:gd name="csX15" fmla="*/ 569825 w 656840"/>
              <a:gd name="csY15" fmla="*/ 218266 h 720004"/>
              <a:gd name="csX16" fmla="*/ 656577 w 656840"/>
              <a:gd name="csY16" fmla="*/ 307838 h 720004"/>
              <a:gd name="csX17" fmla="*/ 581153 w 656840"/>
              <a:gd name="csY17" fmla="*/ 427746 h 720004"/>
              <a:gd name="csX18" fmla="*/ 491883 w 656840"/>
              <a:gd name="csY18" fmla="*/ 326795 h 720004"/>
              <a:gd name="csX19" fmla="*/ 569825 w 656840"/>
              <a:gd name="csY19" fmla="*/ 218266 h 720004"/>
              <a:gd name="csX20" fmla="*/ 73201 w 656840"/>
              <a:gd name="csY20" fmla="*/ 166557 h 720004"/>
              <a:gd name="csX21" fmla="*/ 163730 w 656840"/>
              <a:gd name="csY21" fmla="*/ 248551 h 720004"/>
              <a:gd name="csX22" fmla="*/ 98351 w 656840"/>
              <a:gd name="csY22" fmla="*/ 378503 h 720004"/>
              <a:gd name="csX23" fmla="*/ 1528 w 656840"/>
              <a:gd name="csY23" fmla="*/ 263706 h 720004"/>
              <a:gd name="csX24" fmla="*/ 73201 w 656840"/>
              <a:gd name="csY24" fmla="*/ 166557 h 720004"/>
              <a:gd name="csX25" fmla="*/ 444933 w 656840"/>
              <a:gd name="csY25" fmla="*/ 18881 h 720004"/>
              <a:gd name="csX26" fmla="*/ 460440 w 656840"/>
              <a:gd name="csY26" fmla="*/ 18906 h 720004"/>
              <a:gd name="csX27" fmla="*/ 530854 w 656840"/>
              <a:gd name="csY27" fmla="*/ 128694 h 720004"/>
              <a:gd name="csX28" fmla="*/ 429022 w 656840"/>
              <a:gd name="csY28" fmla="*/ 229645 h 720004"/>
              <a:gd name="csX29" fmla="*/ 363643 w 656840"/>
              <a:gd name="csY29" fmla="*/ 117315 h 720004"/>
              <a:gd name="csX30" fmla="*/ 444933 w 656840"/>
              <a:gd name="csY30" fmla="*/ 18881 h 720004"/>
              <a:gd name="csX31" fmla="*/ 242930 w 656840"/>
              <a:gd name="csY31" fmla="*/ 0 h 720004"/>
              <a:gd name="csX32" fmla="*/ 320896 w 656840"/>
              <a:gd name="csY32" fmla="*/ 110996 h 720004"/>
              <a:gd name="csX33" fmla="*/ 242930 w 656840"/>
              <a:gd name="csY33" fmla="*/ 222067 h 720004"/>
              <a:gd name="csX34" fmla="*/ 164989 w 656840"/>
              <a:gd name="csY34" fmla="*/ 110996 h 720004"/>
              <a:gd name="csX35" fmla="*/ 242930 w 656840"/>
              <a:gd name="csY35" fmla="*/ 0 h 720004"/>
              <a:gd name="csX0" fmla="*/ 303274 w 656840"/>
              <a:gd name="csY0" fmla="*/ 653589 h 720004"/>
              <a:gd name="csX1" fmla="*/ 202700 w 656840"/>
              <a:gd name="csY1" fmla="*/ 653589 h 720004"/>
              <a:gd name="csX2" fmla="*/ 303274 w 656840"/>
              <a:gd name="csY2" fmla="*/ 653589 h 720004"/>
              <a:gd name="csX3" fmla="*/ 313016 w 656840"/>
              <a:gd name="csY3" fmla="*/ 292708 h 720004"/>
              <a:gd name="csX4" fmla="*/ 429022 w 656840"/>
              <a:gd name="csY4" fmla="*/ 359597 h 720004"/>
              <a:gd name="csX5" fmla="*/ 569825 w 656840"/>
              <a:gd name="csY5" fmla="*/ 503421 h 720004"/>
              <a:gd name="csX6" fmla="*/ 594974 w 656840"/>
              <a:gd name="csY6" fmla="*/ 658649 h 720004"/>
              <a:gd name="csX7" fmla="*/ 396320 w 656840"/>
              <a:gd name="csY7" fmla="*/ 706582 h 720004"/>
              <a:gd name="csX8" fmla="*/ 271856 w 656840"/>
              <a:gd name="csY8" fmla="*/ 702781 h 720004"/>
              <a:gd name="csX9" fmla="*/ 147366 w 656840"/>
              <a:gd name="csY9" fmla="*/ 711617 h 720004"/>
              <a:gd name="csX10" fmla="*/ 46792 w 656840"/>
              <a:gd name="csY10" fmla="*/ 614467 h 720004"/>
              <a:gd name="csX11" fmla="*/ 132287 w 656840"/>
              <a:gd name="csY11" fmla="*/ 451687 h 720004"/>
              <a:gd name="csX12" fmla="*/ 225333 w 656840"/>
              <a:gd name="csY12" fmla="*/ 350761 h 720004"/>
              <a:gd name="csX13" fmla="*/ 313016 w 656840"/>
              <a:gd name="csY13" fmla="*/ 292708 h 720004"/>
              <a:gd name="csX14" fmla="*/ 569825 w 656840"/>
              <a:gd name="csY14" fmla="*/ 218266 h 720004"/>
              <a:gd name="csX15" fmla="*/ 656577 w 656840"/>
              <a:gd name="csY15" fmla="*/ 307838 h 720004"/>
              <a:gd name="csX16" fmla="*/ 581153 w 656840"/>
              <a:gd name="csY16" fmla="*/ 427746 h 720004"/>
              <a:gd name="csX17" fmla="*/ 491883 w 656840"/>
              <a:gd name="csY17" fmla="*/ 326795 h 720004"/>
              <a:gd name="csX18" fmla="*/ 569825 w 656840"/>
              <a:gd name="csY18" fmla="*/ 218266 h 720004"/>
              <a:gd name="csX19" fmla="*/ 73201 w 656840"/>
              <a:gd name="csY19" fmla="*/ 166557 h 720004"/>
              <a:gd name="csX20" fmla="*/ 163730 w 656840"/>
              <a:gd name="csY20" fmla="*/ 248551 h 720004"/>
              <a:gd name="csX21" fmla="*/ 98351 w 656840"/>
              <a:gd name="csY21" fmla="*/ 378503 h 720004"/>
              <a:gd name="csX22" fmla="*/ 1528 w 656840"/>
              <a:gd name="csY22" fmla="*/ 263706 h 720004"/>
              <a:gd name="csX23" fmla="*/ 73201 w 656840"/>
              <a:gd name="csY23" fmla="*/ 166557 h 720004"/>
              <a:gd name="csX24" fmla="*/ 444933 w 656840"/>
              <a:gd name="csY24" fmla="*/ 18881 h 720004"/>
              <a:gd name="csX25" fmla="*/ 460440 w 656840"/>
              <a:gd name="csY25" fmla="*/ 18906 h 720004"/>
              <a:gd name="csX26" fmla="*/ 530854 w 656840"/>
              <a:gd name="csY26" fmla="*/ 128694 h 720004"/>
              <a:gd name="csX27" fmla="*/ 429022 w 656840"/>
              <a:gd name="csY27" fmla="*/ 229645 h 720004"/>
              <a:gd name="csX28" fmla="*/ 363643 w 656840"/>
              <a:gd name="csY28" fmla="*/ 117315 h 720004"/>
              <a:gd name="csX29" fmla="*/ 444933 w 656840"/>
              <a:gd name="csY29" fmla="*/ 18881 h 720004"/>
              <a:gd name="csX30" fmla="*/ 242930 w 656840"/>
              <a:gd name="csY30" fmla="*/ 0 h 720004"/>
              <a:gd name="csX31" fmla="*/ 320896 w 656840"/>
              <a:gd name="csY31" fmla="*/ 110996 h 720004"/>
              <a:gd name="csX32" fmla="*/ 242930 w 656840"/>
              <a:gd name="csY32" fmla="*/ 222067 h 720004"/>
              <a:gd name="csX33" fmla="*/ 164989 w 656840"/>
              <a:gd name="csY33" fmla="*/ 110996 h 720004"/>
              <a:gd name="csX34" fmla="*/ 242930 w 656840"/>
              <a:gd name="csY34" fmla="*/ 0 h 720004"/>
              <a:gd name="csX0" fmla="*/ 313016 w 656840"/>
              <a:gd name="csY0" fmla="*/ 292708 h 720004"/>
              <a:gd name="csX1" fmla="*/ 429022 w 656840"/>
              <a:gd name="csY1" fmla="*/ 359597 h 720004"/>
              <a:gd name="csX2" fmla="*/ 569825 w 656840"/>
              <a:gd name="csY2" fmla="*/ 503421 h 720004"/>
              <a:gd name="csX3" fmla="*/ 594974 w 656840"/>
              <a:gd name="csY3" fmla="*/ 658649 h 720004"/>
              <a:gd name="csX4" fmla="*/ 396320 w 656840"/>
              <a:gd name="csY4" fmla="*/ 706582 h 720004"/>
              <a:gd name="csX5" fmla="*/ 271856 w 656840"/>
              <a:gd name="csY5" fmla="*/ 702781 h 720004"/>
              <a:gd name="csX6" fmla="*/ 147366 w 656840"/>
              <a:gd name="csY6" fmla="*/ 711617 h 720004"/>
              <a:gd name="csX7" fmla="*/ 46792 w 656840"/>
              <a:gd name="csY7" fmla="*/ 614467 h 720004"/>
              <a:gd name="csX8" fmla="*/ 132287 w 656840"/>
              <a:gd name="csY8" fmla="*/ 451687 h 720004"/>
              <a:gd name="csX9" fmla="*/ 225333 w 656840"/>
              <a:gd name="csY9" fmla="*/ 350761 h 720004"/>
              <a:gd name="csX10" fmla="*/ 313016 w 656840"/>
              <a:gd name="csY10" fmla="*/ 292708 h 720004"/>
              <a:gd name="csX11" fmla="*/ 569825 w 656840"/>
              <a:gd name="csY11" fmla="*/ 218266 h 720004"/>
              <a:gd name="csX12" fmla="*/ 656577 w 656840"/>
              <a:gd name="csY12" fmla="*/ 307838 h 720004"/>
              <a:gd name="csX13" fmla="*/ 581153 w 656840"/>
              <a:gd name="csY13" fmla="*/ 427746 h 720004"/>
              <a:gd name="csX14" fmla="*/ 491883 w 656840"/>
              <a:gd name="csY14" fmla="*/ 326795 h 720004"/>
              <a:gd name="csX15" fmla="*/ 569825 w 656840"/>
              <a:gd name="csY15" fmla="*/ 218266 h 720004"/>
              <a:gd name="csX16" fmla="*/ 73201 w 656840"/>
              <a:gd name="csY16" fmla="*/ 166557 h 720004"/>
              <a:gd name="csX17" fmla="*/ 163730 w 656840"/>
              <a:gd name="csY17" fmla="*/ 248551 h 720004"/>
              <a:gd name="csX18" fmla="*/ 98351 w 656840"/>
              <a:gd name="csY18" fmla="*/ 378503 h 720004"/>
              <a:gd name="csX19" fmla="*/ 1528 w 656840"/>
              <a:gd name="csY19" fmla="*/ 263706 h 720004"/>
              <a:gd name="csX20" fmla="*/ 73201 w 656840"/>
              <a:gd name="csY20" fmla="*/ 166557 h 720004"/>
              <a:gd name="csX21" fmla="*/ 444933 w 656840"/>
              <a:gd name="csY21" fmla="*/ 18881 h 720004"/>
              <a:gd name="csX22" fmla="*/ 460440 w 656840"/>
              <a:gd name="csY22" fmla="*/ 18906 h 720004"/>
              <a:gd name="csX23" fmla="*/ 530854 w 656840"/>
              <a:gd name="csY23" fmla="*/ 128694 h 720004"/>
              <a:gd name="csX24" fmla="*/ 429022 w 656840"/>
              <a:gd name="csY24" fmla="*/ 229645 h 720004"/>
              <a:gd name="csX25" fmla="*/ 363643 w 656840"/>
              <a:gd name="csY25" fmla="*/ 117315 h 720004"/>
              <a:gd name="csX26" fmla="*/ 444933 w 656840"/>
              <a:gd name="csY26" fmla="*/ 18881 h 720004"/>
              <a:gd name="csX27" fmla="*/ 242930 w 656840"/>
              <a:gd name="csY27" fmla="*/ 0 h 720004"/>
              <a:gd name="csX28" fmla="*/ 320896 w 656840"/>
              <a:gd name="csY28" fmla="*/ 110996 h 720004"/>
              <a:gd name="csX29" fmla="*/ 242930 w 656840"/>
              <a:gd name="csY29" fmla="*/ 222067 h 720004"/>
              <a:gd name="csX30" fmla="*/ 164989 w 656840"/>
              <a:gd name="csY30" fmla="*/ 110996 h 720004"/>
              <a:gd name="csX31" fmla="*/ 242930 w 656840"/>
              <a:gd name="csY31" fmla="*/ 0 h 7200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656840" h="720004">
                <a:moveTo>
                  <a:pt x="313016" y="292708"/>
                </a:moveTo>
                <a:cubicBezTo>
                  <a:pt x="351056" y="288302"/>
                  <a:pt x="393828" y="304716"/>
                  <a:pt x="429022" y="359597"/>
                </a:cubicBezTo>
                <a:cubicBezTo>
                  <a:pt x="480555" y="434064"/>
                  <a:pt x="569825" y="503421"/>
                  <a:pt x="569825" y="503421"/>
                </a:cubicBezTo>
                <a:cubicBezTo>
                  <a:pt x="569825" y="503421"/>
                  <a:pt x="636463" y="555181"/>
                  <a:pt x="594974" y="658649"/>
                </a:cubicBezTo>
                <a:cubicBezTo>
                  <a:pt x="552227" y="758316"/>
                  <a:pt x="396320" y="706582"/>
                  <a:pt x="396320" y="706582"/>
                </a:cubicBezTo>
                <a:cubicBezTo>
                  <a:pt x="396320" y="706582"/>
                  <a:pt x="338493" y="687650"/>
                  <a:pt x="271856" y="702781"/>
                </a:cubicBezTo>
                <a:cubicBezTo>
                  <a:pt x="205218" y="716677"/>
                  <a:pt x="147366" y="711617"/>
                  <a:pt x="147366" y="711617"/>
                </a:cubicBezTo>
                <a:cubicBezTo>
                  <a:pt x="147366" y="711617"/>
                  <a:pt x="69425" y="712901"/>
                  <a:pt x="46792" y="614467"/>
                </a:cubicBezTo>
                <a:cubicBezTo>
                  <a:pt x="25419" y="514775"/>
                  <a:pt x="124734" y="460548"/>
                  <a:pt x="132287" y="451687"/>
                </a:cubicBezTo>
                <a:cubicBezTo>
                  <a:pt x="139839" y="441592"/>
                  <a:pt x="192631" y="406271"/>
                  <a:pt x="225333" y="350761"/>
                </a:cubicBezTo>
                <a:cubicBezTo>
                  <a:pt x="241671" y="322364"/>
                  <a:pt x="274977" y="297139"/>
                  <a:pt x="313016" y="292708"/>
                </a:cubicBezTo>
                <a:close/>
                <a:moveTo>
                  <a:pt x="569825" y="218266"/>
                </a:moveTo>
                <a:cubicBezTo>
                  <a:pt x="637722" y="218266"/>
                  <a:pt x="656577" y="285155"/>
                  <a:pt x="656577" y="307838"/>
                </a:cubicBezTo>
                <a:cubicBezTo>
                  <a:pt x="656577" y="329312"/>
                  <a:pt x="665389" y="425203"/>
                  <a:pt x="581153" y="427746"/>
                </a:cubicBezTo>
                <a:cubicBezTo>
                  <a:pt x="495660" y="429004"/>
                  <a:pt x="491883" y="369667"/>
                  <a:pt x="491883" y="326795"/>
                </a:cubicBezTo>
                <a:cubicBezTo>
                  <a:pt x="491883" y="281354"/>
                  <a:pt x="500669" y="218266"/>
                  <a:pt x="569825" y="218266"/>
                </a:cubicBezTo>
                <a:close/>
                <a:moveTo>
                  <a:pt x="73201" y="166557"/>
                </a:moveTo>
                <a:cubicBezTo>
                  <a:pt x="123475" y="161497"/>
                  <a:pt x="159954" y="217007"/>
                  <a:pt x="163730" y="248551"/>
                </a:cubicBezTo>
                <a:cubicBezTo>
                  <a:pt x="166247" y="268716"/>
                  <a:pt x="176292" y="362140"/>
                  <a:pt x="98351" y="378503"/>
                </a:cubicBezTo>
                <a:cubicBezTo>
                  <a:pt x="21643" y="394943"/>
                  <a:pt x="-7283" y="305320"/>
                  <a:pt x="1528" y="263706"/>
                </a:cubicBezTo>
                <a:cubicBezTo>
                  <a:pt x="1528" y="263706"/>
                  <a:pt x="10339" y="171567"/>
                  <a:pt x="73201" y="166557"/>
                </a:cubicBezTo>
                <a:close/>
                <a:moveTo>
                  <a:pt x="444933" y="18881"/>
                </a:moveTo>
                <a:cubicBezTo>
                  <a:pt x="450194" y="17849"/>
                  <a:pt x="455405" y="17798"/>
                  <a:pt x="460440" y="18906"/>
                </a:cubicBezTo>
                <a:cubicBezTo>
                  <a:pt x="500669" y="27743"/>
                  <a:pt x="538406" y="81994"/>
                  <a:pt x="530854" y="128694"/>
                </a:cubicBezTo>
                <a:cubicBezTo>
                  <a:pt x="523301" y="175343"/>
                  <a:pt x="486848" y="237172"/>
                  <a:pt x="429022" y="229645"/>
                </a:cubicBezTo>
                <a:cubicBezTo>
                  <a:pt x="371170" y="222067"/>
                  <a:pt x="358608" y="169049"/>
                  <a:pt x="363643" y="117315"/>
                </a:cubicBezTo>
                <a:cubicBezTo>
                  <a:pt x="368023" y="80887"/>
                  <a:pt x="408051" y="26081"/>
                  <a:pt x="444933" y="18881"/>
                </a:cubicBezTo>
                <a:close/>
                <a:moveTo>
                  <a:pt x="242930" y="0"/>
                </a:moveTo>
                <a:cubicBezTo>
                  <a:pt x="285978" y="0"/>
                  <a:pt x="320896" y="49670"/>
                  <a:pt x="320896" y="110996"/>
                </a:cubicBezTo>
                <a:cubicBezTo>
                  <a:pt x="320896" y="172322"/>
                  <a:pt x="285978" y="222067"/>
                  <a:pt x="242930" y="222067"/>
                </a:cubicBezTo>
                <a:cubicBezTo>
                  <a:pt x="199855" y="222067"/>
                  <a:pt x="164989" y="172322"/>
                  <a:pt x="164989" y="110996"/>
                </a:cubicBezTo>
                <a:cubicBezTo>
                  <a:pt x="164989" y="49670"/>
                  <a:pt x="199855" y="0"/>
                  <a:pt x="242930" y="0"/>
                </a:cubicBezTo>
                <a:close/>
              </a:path>
            </a:pathLst>
          </a:custGeom>
          <a:solidFill>
            <a:srgbClr val="000000"/>
          </a:solidFill>
          <a:ln w="2508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85" name="Freeform: Shape 184">
            <a:extLst>
              <a:ext uri="{FF2B5EF4-FFF2-40B4-BE49-F238E27FC236}">
                <a16:creationId xmlns:a16="http://schemas.microsoft.com/office/drawing/2014/main" id="{8895D3BE-6098-2948-BAAD-F8873604C718}"/>
              </a:ext>
            </a:extLst>
          </p:cNvPr>
          <p:cNvSpPr/>
          <p:nvPr/>
        </p:nvSpPr>
        <p:spPr>
          <a:xfrm>
            <a:off x="2105355" y="1039493"/>
            <a:ext cx="635673" cy="720000"/>
          </a:xfrm>
          <a:custGeom>
            <a:avLst/>
            <a:gdLst>
              <a:gd name="csX0" fmla="*/ 7 w 635673"/>
              <a:gd name="csY0" fmla="*/ 686505 h 720000"/>
              <a:gd name="csX1" fmla="*/ 635673 w 635673"/>
              <a:gd name="csY1" fmla="*/ 686505 h 720000"/>
              <a:gd name="csX2" fmla="*/ 635673 w 635673"/>
              <a:gd name="csY2" fmla="*/ 720000 h 720000"/>
              <a:gd name="csX3" fmla="*/ 0 w 635673"/>
              <a:gd name="csY3" fmla="*/ 720000 h 720000"/>
              <a:gd name="csX4" fmla="*/ 25093 w 635673"/>
              <a:gd name="csY4" fmla="*/ 636278 h 720000"/>
              <a:gd name="csX5" fmla="*/ 610595 w 635673"/>
              <a:gd name="csY5" fmla="*/ 636278 h 720000"/>
              <a:gd name="csX6" fmla="*/ 610595 w 635673"/>
              <a:gd name="csY6" fmla="*/ 678138 h 720000"/>
              <a:gd name="csX7" fmla="*/ 25093 w 635673"/>
              <a:gd name="csY7" fmla="*/ 678138 h 720000"/>
              <a:gd name="csX8" fmla="*/ 549273 w 635673"/>
              <a:gd name="csY8" fmla="*/ 184186 h 720000"/>
              <a:gd name="csX9" fmla="*/ 588265 w 635673"/>
              <a:gd name="csY9" fmla="*/ 184186 h 720000"/>
              <a:gd name="csX10" fmla="*/ 595246 w 635673"/>
              <a:gd name="csY10" fmla="*/ 187718 h 720000"/>
              <a:gd name="csX11" fmla="*/ 598749 w 635673"/>
              <a:gd name="csY11" fmla="*/ 244175 h 720000"/>
              <a:gd name="csX12" fmla="*/ 602227 w 635673"/>
              <a:gd name="csY12" fmla="*/ 335914 h 720000"/>
              <a:gd name="csX13" fmla="*/ 602227 w 635673"/>
              <a:gd name="csY13" fmla="*/ 424141 h 720000"/>
              <a:gd name="csX14" fmla="*/ 598749 w 635673"/>
              <a:gd name="csY14" fmla="*/ 534121 h 720000"/>
              <a:gd name="csX15" fmla="*/ 598165 w 635673"/>
              <a:gd name="csY15" fmla="*/ 608213 h 720000"/>
              <a:gd name="csX16" fmla="*/ 588265 w 635673"/>
              <a:gd name="csY16" fmla="*/ 611163 h 720000"/>
              <a:gd name="csX17" fmla="*/ 553359 w 635673"/>
              <a:gd name="csY17" fmla="*/ 611163 h 720000"/>
              <a:gd name="csX18" fmla="*/ 542876 w 635673"/>
              <a:gd name="csY18" fmla="*/ 608213 h 720000"/>
              <a:gd name="csX19" fmla="*/ 538789 w 635673"/>
              <a:gd name="csY19" fmla="*/ 534121 h 720000"/>
              <a:gd name="csX20" fmla="*/ 535310 w 635673"/>
              <a:gd name="csY20" fmla="*/ 424730 h 720000"/>
              <a:gd name="csX21" fmla="*/ 535310 w 635673"/>
              <a:gd name="csY21" fmla="*/ 336508 h 720000"/>
              <a:gd name="csX22" fmla="*/ 538789 w 635673"/>
              <a:gd name="csY22" fmla="*/ 244175 h 720000"/>
              <a:gd name="csX23" fmla="*/ 542000 w 635673"/>
              <a:gd name="csY23" fmla="*/ 187412 h 720000"/>
              <a:gd name="csX24" fmla="*/ 390356 w 635673"/>
              <a:gd name="csY24" fmla="*/ 184186 h 720000"/>
              <a:gd name="csX25" fmla="*/ 429328 w 635673"/>
              <a:gd name="csY25" fmla="*/ 184186 h 720000"/>
              <a:gd name="csX26" fmla="*/ 436309 w 635673"/>
              <a:gd name="csY26" fmla="*/ 187718 h 720000"/>
              <a:gd name="csX27" fmla="*/ 439812 w 635673"/>
              <a:gd name="csY27" fmla="*/ 244175 h 720000"/>
              <a:gd name="csX28" fmla="*/ 443315 w 635673"/>
              <a:gd name="csY28" fmla="*/ 335914 h 720000"/>
              <a:gd name="csX29" fmla="*/ 443315 w 635673"/>
              <a:gd name="csY29" fmla="*/ 424141 h 720000"/>
              <a:gd name="csX30" fmla="*/ 439812 w 635673"/>
              <a:gd name="csY30" fmla="*/ 534121 h 720000"/>
              <a:gd name="csX31" fmla="*/ 439228 w 635673"/>
              <a:gd name="csY31" fmla="*/ 608213 h 720000"/>
              <a:gd name="csX32" fmla="*/ 429328 w 635673"/>
              <a:gd name="csY32" fmla="*/ 611163 h 720000"/>
              <a:gd name="csX33" fmla="*/ 394425 w 635673"/>
              <a:gd name="csY33" fmla="*/ 611163 h 720000"/>
              <a:gd name="csX34" fmla="*/ 383951 w 635673"/>
              <a:gd name="csY34" fmla="*/ 608213 h 720000"/>
              <a:gd name="csX35" fmla="*/ 379876 w 635673"/>
              <a:gd name="csY35" fmla="*/ 534121 h 720000"/>
              <a:gd name="csX36" fmla="*/ 376391 w 635673"/>
              <a:gd name="csY36" fmla="*/ 424730 h 720000"/>
              <a:gd name="csX37" fmla="*/ 376391 w 635673"/>
              <a:gd name="csY37" fmla="*/ 336508 h 720000"/>
              <a:gd name="csX38" fmla="*/ 379876 w 635673"/>
              <a:gd name="csY38" fmla="*/ 244175 h 720000"/>
              <a:gd name="csX39" fmla="*/ 383082 w 635673"/>
              <a:gd name="csY39" fmla="*/ 187412 h 720000"/>
              <a:gd name="csX40" fmla="*/ 197973 w 635673"/>
              <a:gd name="csY40" fmla="*/ 184186 h 720000"/>
              <a:gd name="csX41" fmla="*/ 236960 w 635673"/>
              <a:gd name="csY41" fmla="*/ 184186 h 720000"/>
              <a:gd name="csX42" fmla="*/ 243941 w 635673"/>
              <a:gd name="csY42" fmla="*/ 187718 h 720000"/>
              <a:gd name="csX43" fmla="*/ 247434 w 635673"/>
              <a:gd name="csY43" fmla="*/ 244175 h 720000"/>
              <a:gd name="csX44" fmla="*/ 250927 w 635673"/>
              <a:gd name="csY44" fmla="*/ 335914 h 720000"/>
              <a:gd name="csX45" fmla="*/ 250927 w 635673"/>
              <a:gd name="csY45" fmla="*/ 424141 h 720000"/>
              <a:gd name="csX46" fmla="*/ 247434 w 635673"/>
              <a:gd name="csY46" fmla="*/ 534121 h 720000"/>
              <a:gd name="csX47" fmla="*/ 246860 w 635673"/>
              <a:gd name="csY47" fmla="*/ 608213 h 720000"/>
              <a:gd name="csX48" fmla="*/ 236960 w 635673"/>
              <a:gd name="csY48" fmla="*/ 611163 h 720000"/>
              <a:gd name="csX49" fmla="*/ 202047 w 635673"/>
              <a:gd name="csY49" fmla="*/ 611163 h 720000"/>
              <a:gd name="csX50" fmla="*/ 191568 w 635673"/>
              <a:gd name="csY50" fmla="*/ 608213 h 720000"/>
              <a:gd name="csX51" fmla="*/ 187498 w 635673"/>
              <a:gd name="csY51" fmla="*/ 534121 h 720000"/>
              <a:gd name="csX52" fmla="*/ 184013 w 635673"/>
              <a:gd name="csY52" fmla="*/ 424730 h 720000"/>
              <a:gd name="csX53" fmla="*/ 184013 w 635673"/>
              <a:gd name="csY53" fmla="*/ 336508 h 720000"/>
              <a:gd name="csX54" fmla="*/ 187498 w 635673"/>
              <a:gd name="csY54" fmla="*/ 244175 h 720000"/>
              <a:gd name="csX55" fmla="*/ 190707 w 635673"/>
              <a:gd name="csY55" fmla="*/ 187412 h 720000"/>
              <a:gd name="csX56" fmla="*/ 47428 w 635673"/>
              <a:gd name="csY56" fmla="*/ 184186 h 720000"/>
              <a:gd name="csX57" fmla="*/ 86406 w 635673"/>
              <a:gd name="csY57" fmla="*/ 184186 h 720000"/>
              <a:gd name="csX58" fmla="*/ 93384 w 635673"/>
              <a:gd name="csY58" fmla="*/ 187718 h 720000"/>
              <a:gd name="csX59" fmla="*/ 96877 w 635673"/>
              <a:gd name="csY59" fmla="*/ 244175 h 720000"/>
              <a:gd name="csX60" fmla="*/ 100370 w 635673"/>
              <a:gd name="csY60" fmla="*/ 335914 h 720000"/>
              <a:gd name="csX61" fmla="*/ 100370 w 635673"/>
              <a:gd name="csY61" fmla="*/ 424141 h 720000"/>
              <a:gd name="csX62" fmla="*/ 96877 w 635673"/>
              <a:gd name="csY62" fmla="*/ 534121 h 720000"/>
              <a:gd name="csX63" fmla="*/ 96296 w 635673"/>
              <a:gd name="csY63" fmla="*/ 608213 h 720000"/>
              <a:gd name="csX64" fmla="*/ 86406 w 635673"/>
              <a:gd name="csY64" fmla="*/ 611163 h 720000"/>
              <a:gd name="csX65" fmla="*/ 51498 w 635673"/>
              <a:gd name="csY65" fmla="*/ 611163 h 720000"/>
              <a:gd name="csX66" fmla="*/ 41023 w 635673"/>
              <a:gd name="csY66" fmla="*/ 608213 h 720000"/>
              <a:gd name="csX67" fmla="*/ 36956 w 635673"/>
              <a:gd name="csY67" fmla="*/ 534121 h 720000"/>
              <a:gd name="csX68" fmla="*/ 33456 w 635673"/>
              <a:gd name="csY68" fmla="*/ 424730 h 720000"/>
              <a:gd name="csX69" fmla="*/ 33456 w 635673"/>
              <a:gd name="csY69" fmla="*/ 336508 h 720000"/>
              <a:gd name="csX70" fmla="*/ 36956 w 635673"/>
              <a:gd name="csY70" fmla="*/ 244175 h 720000"/>
              <a:gd name="csX71" fmla="*/ 40150 w 635673"/>
              <a:gd name="csY71" fmla="*/ 187412 h 720000"/>
              <a:gd name="csX72" fmla="*/ 25093 w 635673"/>
              <a:gd name="csY72" fmla="*/ 108837 h 720000"/>
              <a:gd name="csX73" fmla="*/ 610595 w 635673"/>
              <a:gd name="csY73" fmla="*/ 108837 h 720000"/>
              <a:gd name="csX74" fmla="*/ 610595 w 635673"/>
              <a:gd name="csY74" fmla="*/ 167441 h 720000"/>
              <a:gd name="csX75" fmla="*/ 25093 w 635673"/>
              <a:gd name="csY75" fmla="*/ 167441 h 720000"/>
              <a:gd name="csX76" fmla="*/ 311816 w 635673"/>
              <a:gd name="csY76" fmla="*/ 0 h 720000"/>
              <a:gd name="csX77" fmla="*/ 618962 w 635673"/>
              <a:gd name="csY77" fmla="*/ 70400 h 720000"/>
              <a:gd name="csX78" fmla="*/ 606630 w 635673"/>
              <a:gd name="csY78" fmla="*/ 92094 h 720000"/>
              <a:gd name="csX79" fmla="*/ 18402 w 635673"/>
              <a:gd name="csY79" fmla="*/ 92094 h 720000"/>
              <a:gd name="csX80" fmla="*/ 0 w 635673"/>
              <a:gd name="csY80" fmla="*/ 74501 h 72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</a:cxnLst>
            <a:rect l="l" t="t" r="r" b="b"/>
            <a:pathLst>
              <a:path w="635673" h="720000">
                <a:moveTo>
                  <a:pt x="7" y="686505"/>
                </a:moveTo>
                <a:lnTo>
                  <a:pt x="635673" y="686505"/>
                </a:lnTo>
                <a:lnTo>
                  <a:pt x="635673" y="720000"/>
                </a:lnTo>
                <a:lnTo>
                  <a:pt x="0" y="720000"/>
                </a:lnTo>
                <a:close/>
                <a:moveTo>
                  <a:pt x="25093" y="636278"/>
                </a:moveTo>
                <a:lnTo>
                  <a:pt x="610595" y="636278"/>
                </a:lnTo>
                <a:lnTo>
                  <a:pt x="610595" y="678138"/>
                </a:lnTo>
                <a:lnTo>
                  <a:pt x="25093" y="678138"/>
                </a:lnTo>
                <a:close/>
                <a:moveTo>
                  <a:pt x="549273" y="184186"/>
                </a:moveTo>
                <a:lnTo>
                  <a:pt x="588265" y="184186"/>
                </a:lnTo>
                <a:lnTo>
                  <a:pt x="595246" y="187718"/>
                </a:lnTo>
                <a:lnTo>
                  <a:pt x="598749" y="244175"/>
                </a:lnTo>
                <a:lnTo>
                  <a:pt x="602227" y="335914"/>
                </a:lnTo>
                <a:lnTo>
                  <a:pt x="602227" y="424141"/>
                </a:lnTo>
                <a:lnTo>
                  <a:pt x="598749" y="534121"/>
                </a:lnTo>
                <a:lnTo>
                  <a:pt x="598165" y="608213"/>
                </a:lnTo>
                <a:lnTo>
                  <a:pt x="588265" y="611163"/>
                </a:lnTo>
                <a:lnTo>
                  <a:pt x="553359" y="611163"/>
                </a:lnTo>
                <a:lnTo>
                  <a:pt x="542876" y="608213"/>
                </a:lnTo>
                <a:lnTo>
                  <a:pt x="538789" y="534121"/>
                </a:lnTo>
                <a:lnTo>
                  <a:pt x="535310" y="424730"/>
                </a:lnTo>
                <a:lnTo>
                  <a:pt x="535310" y="336508"/>
                </a:lnTo>
                <a:lnTo>
                  <a:pt x="538789" y="244175"/>
                </a:lnTo>
                <a:lnTo>
                  <a:pt x="542000" y="187412"/>
                </a:lnTo>
                <a:close/>
                <a:moveTo>
                  <a:pt x="390356" y="184186"/>
                </a:moveTo>
                <a:lnTo>
                  <a:pt x="429328" y="184186"/>
                </a:lnTo>
                <a:lnTo>
                  <a:pt x="436309" y="187718"/>
                </a:lnTo>
                <a:lnTo>
                  <a:pt x="439812" y="244175"/>
                </a:lnTo>
                <a:lnTo>
                  <a:pt x="443315" y="335914"/>
                </a:lnTo>
                <a:lnTo>
                  <a:pt x="443315" y="424141"/>
                </a:lnTo>
                <a:lnTo>
                  <a:pt x="439812" y="534121"/>
                </a:lnTo>
                <a:lnTo>
                  <a:pt x="439228" y="608213"/>
                </a:lnTo>
                <a:lnTo>
                  <a:pt x="429328" y="611163"/>
                </a:lnTo>
                <a:lnTo>
                  <a:pt x="394425" y="611163"/>
                </a:lnTo>
                <a:lnTo>
                  <a:pt x="383951" y="608213"/>
                </a:lnTo>
                <a:lnTo>
                  <a:pt x="379876" y="534121"/>
                </a:lnTo>
                <a:lnTo>
                  <a:pt x="376391" y="424730"/>
                </a:lnTo>
                <a:lnTo>
                  <a:pt x="376391" y="336508"/>
                </a:lnTo>
                <a:lnTo>
                  <a:pt x="379876" y="244175"/>
                </a:lnTo>
                <a:lnTo>
                  <a:pt x="383082" y="187412"/>
                </a:lnTo>
                <a:close/>
                <a:moveTo>
                  <a:pt x="197973" y="184186"/>
                </a:moveTo>
                <a:lnTo>
                  <a:pt x="236960" y="184186"/>
                </a:lnTo>
                <a:lnTo>
                  <a:pt x="243941" y="187718"/>
                </a:lnTo>
                <a:lnTo>
                  <a:pt x="247434" y="244175"/>
                </a:lnTo>
                <a:lnTo>
                  <a:pt x="250927" y="335914"/>
                </a:lnTo>
                <a:lnTo>
                  <a:pt x="250927" y="424141"/>
                </a:lnTo>
                <a:lnTo>
                  <a:pt x="247434" y="534121"/>
                </a:lnTo>
                <a:lnTo>
                  <a:pt x="246860" y="608213"/>
                </a:lnTo>
                <a:lnTo>
                  <a:pt x="236960" y="611163"/>
                </a:lnTo>
                <a:lnTo>
                  <a:pt x="202047" y="611163"/>
                </a:lnTo>
                <a:lnTo>
                  <a:pt x="191568" y="608213"/>
                </a:lnTo>
                <a:lnTo>
                  <a:pt x="187498" y="534121"/>
                </a:lnTo>
                <a:lnTo>
                  <a:pt x="184013" y="424730"/>
                </a:lnTo>
                <a:lnTo>
                  <a:pt x="184013" y="336508"/>
                </a:lnTo>
                <a:lnTo>
                  <a:pt x="187498" y="244175"/>
                </a:lnTo>
                <a:lnTo>
                  <a:pt x="190707" y="187412"/>
                </a:lnTo>
                <a:close/>
                <a:moveTo>
                  <a:pt x="47428" y="184186"/>
                </a:moveTo>
                <a:lnTo>
                  <a:pt x="86406" y="184186"/>
                </a:lnTo>
                <a:lnTo>
                  <a:pt x="93384" y="187718"/>
                </a:lnTo>
                <a:lnTo>
                  <a:pt x="96877" y="244175"/>
                </a:lnTo>
                <a:lnTo>
                  <a:pt x="100370" y="335914"/>
                </a:lnTo>
                <a:lnTo>
                  <a:pt x="100370" y="424141"/>
                </a:lnTo>
                <a:lnTo>
                  <a:pt x="96877" y="534121"/>
                </a:lnTo>
                <a:lnTo>
                  <a:pt x="96296" y="608213"/>
                </a:lnTo>
                <a:lnTo>
                  <a:pt x="86406" y="611163"/>
                </a:lnTo>
                <a:lnTo>
                  <a:pt x="51498" y="611163"/>
                </a:lnTo>
                <a:lnTo>
                  <a:pt x="41023" y="608213"/>
                </a:lnTo>
                <a:lnTo>
                  <a:pt x="36956" y="534121"/>
                </a:lnTo>
                <a:lnTo>
                  <a:pt x="33456" y="424730"/>
                </a:lnTo>
                <a:lnTo>
                  <a:pt x="33456" y="336508"/>
                </a:lnTo>
                <a:lnTo>
                  <a:pt x="36956" y="244175"/>
                </a:lnTo>
                <a:lnTo>
                  <a:pt x="40150" y="187412"/>
                </a:lnTo>
                <a:close/>
                <a:moveTo>
                  <a:pt x="25093" y="108837"/>
                </a:moveTo>
                <a:lnTo>
                  <a:pt x="610595" y="108837"/>
                </a:lnTo>
                <a:lnTo>
                  <a:pt x="610595" y="167441"/>
                </a:lnTo>
                <a:lnTo>
                  <a:pt x="25093" y="167441"/>
                </a:lnTo>
                <a:close/>
                <a:moveTo>
                  <a:pt x="311816" y="0"/>
                </a:moveTo>
                <a:lnTo>
                  <a:pt x="618962" y="70400"/>
                </a:lnTo>
                <a:lnTo>
                  <a:pt x="606630" y="92094"/>
                </a:lnTo>
                <a:lnTo>
                  <a:pt x="18402" y="92094"/>
                </a:lnTo>
                <a:lnTo>
                  <a:pt x="0" y="74501"/>
                </a:lnTo>
                <a:close/>
              </a:path>
            </a:pathLst>
          </a:custGeom>
          <a:solidFill>
            <a:srgbClr val="000000"/>
          </a:solidFill>
          <a:ln w="411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89" name="Freeform: Shape 188">
            <a:extLst>
              <a:ext uri="{FF2B5EF4-FFF2-40B4-BE49-F238E27FC236}">
                <a16:creationId xmlns:a16="http://schemas.microsoft.com/office/drawing/2014/main" id="{5755F30D-CCA9-3752-511B-0D770D149EEC}"/>
              </a:ext>
            </a:extLst>
          </p:cNvPr>
          <p:cNvSpPr/>
          <p:nvPr/>
        </p:nvSpPr>
        <p:spPr>
          <a:xfrm>
            <a:off x="136089" y="3183742"/>
            <a:ext cx="351395" cy="429893"/>
          </a:xfrm>
          <a:custGeom>
            <a:avLst/>
            <a:gdLst>
              <a:gd name="csX0" fmla="*/ 0 w 351395"/>
              <a:gd name="csY0" fmla="*/ 0 h 429893"/>
              <a:gd name="csX1" fmla="*/ 348410 w 351395"/>
              <a:gd name="csY1" fmla="*/ 0 h 429893"/>
              <a:gd name="csX2" fmla="*/ 348410 w 351395"/>
              <a:gd name="csY2" fmla="*/ 101414 h 429893"/>
              <a:gd name="csX3" fmla="*/ 118976 w 351395"/>
              <a:gd name="csY3" fmla="*/ 101414 h 429893"/>
              <a:gd name="csX4" fmla="*/ 118976 w 351395"/>
              <a:gd name="csY4" fmla="*/ 166214 h 429893"/>
              <a:gd name="csX5" fmla="*/ 326634 w 351395"/>
              <a:gd name="csY5" fmla="*/ 166214 h 429893"/>
              <a:gd name="csX6" fmla="*/ 326634 w 351395"/>
              <a:gd name="csY6" fmla="*/ 260429 h 429893"/>
              <a:gd name="csX7" fmla="*/ 118976 w 351395"/>
              <a:gd name="csY7" fmla="*/ 260429 h 429893"/>
              <a:gd name="csX8" fmla="*/ 118976 w 351395"/>
              <a:gd name="csY8" fmla="*/ 328565 h 429893"/>
              <a:gd name="csX9" fmla="*/ 351395 w 351395"/>
              <a:gd name="csY9" fmla="*/ 328565 h 429893"/>
              <a:gd name="csX10" fmla="*/ 351395 w 351395"/>
              <a:gd name="csY10" fmla="*/ 429893 h 429893"/>
              <a:gd name="csX11" fmla="*/ 0 w 351395"/>
              <a:gd name="csY11" fmla="*/ 429893 h 4298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1395" h="429893">
                <a:moveTo>
                  <a:pt x="0" y="0"/>
                </a:moveTo>
                <a:lnTo>
                  <a:pt x="348410" y="0"/>
                </a:lnTo>
                <a:lnTo>
                  <a:pt x="348410" y="101414"/>
                </a:lnTo>
                <a:lnTo>
                  <a:pt x="118976" y="101414"/>
                </a:lnTo>
                <a:lnTo>
                  <a:pt x="118976" y="166214"/>
                </a:lnTo>
                <a:lnTo>
                  <a:pt x="326634" y="166214"/>
                </a:lnTo>
                <a:lnTo>
                  <a:pt x="326634" y="260429"/>
                </a:lnTo>
                <a:lnTo>
                  <a:pt x="118976" y="260429"/>
                </a:lnTo>
                <a:lnTo>
                  <a:pt x="118976" y="328565"/>
                </a:lnTo>
                <a:lnTo>
                  <a:pt x="351395" y="328565"/>
                </a:lnTo>
                <a:lnTo>
                  <a:pt x="351395" y="429893"/>
                </a:lnTo>
                <a:lnTo>
                  <a:pt x="0" y="429893"/>
                </a:lnTo>
                <a:close/>
              </a:path>
            </a:pathLst>
          </a:custGeom>
          <a:solidFill>
            <a:srgbClr val="000000"/>
          </a:solidFill>
          <a:ln w="8777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12" name="Freeform: Shape 211">
            <a:extLst>
              <a:ext uri="{FF2B5EF4-FFF2-40B4-BE49-F238E27FC236}">
                <a16:creationId xmlns:a16="http://schemas.microsoft.com/office/drawing/2014/main" id="{31166770-3019-F273-A92D-C4D9DF7DE594}"/>
              </a:ext>
            </a:extLst>
          </p:cNvPr>
          <p:cNvSpPr/>
          <p:nvPr/>
        </p:nvSpPr>
        <p:spPr>
          <a:xfrm>
            <a:off x="6258345" y="4958067"/>
            <a:ext cx="978508" cy="720003"/>
          </a:xfrm>
          <a:custGeom>
            <a:avLst/>
            <a:gdLst>
              <a:gd name="csX0" fmla="*/ 284818 w 978508"/>
              <a:gd name="csY0" fmla="*/ 57123 h 720003"/>
              <a:gd name="csX1" fmla="*/ 364713 w 978508"/>
              <a:gd name="csY1" fmla="*/ 103922 h 720003"/>
              <a:gd name="csX2" fmla="*/ 284818 w 978508"/>
              <a:gd name="csY2" fmla="*/ 57123 h 720003"/>
              <a:gd name="csX3" fmla="*/ 704562 w 978508"/>
              <a:gd name="csY3" fmla="*/ 49084 h 720003"/>
              <a:gd name="csX4" fmla="*/ 624211 w 978508"/>
              <a:gd name="csY4" fmla="*/ 95403 h 720003"/>
              <a:gd name="csX5" fmla="*/ 704562 w 978508"/>
              <a:gd name="csY5" fmla="*/ 49084 h 720003"/>
              <a:gd name="csX6" fmla="*/ 0 w 978508"/>
              <a:gd name="csY6" fmla="*/ 45844 h 720003"/>
              <a:gd name="csX7" fmla="*/ 212470 w 978508"/>
              <a:gd name="csY7" fmla="*/ 145922 h 720003"/>
              <a:gd name="csX8" fmla="*/ 239938 w 978508"/>
              <a:gd name="csY8" fmla="*/ 244084 h 720003"/>
              <a:gd name="csX9" fmla="*/ 286510 w 978508"/>
              <a:gd name="csY9" fmla="*/ 354484 h 720003"/>
              <a:gd name="csX10" fmla="*/ 332361 w 978508"/>
              <a:gd name="csY10" fmla="*/ 410643 h 720003"/>
              <a:gd name="csX11" fmla="*/ 375381 w 978508"/>
              <a:gd name="csY11" fmla="*/ 379562 h 720003"/>
              <a:gd name="csX12" fmla="*/ 405225 w 978508"/>
              <a:gd name="csY12" fmla="*/ 419283 h 720003"/>
              <a:gd name="csX13" fmla="*/ 422325 w 978508"/>
              <a:gd name="csY13" fmla="*/ 450844 h 720003"/>
              <a:gd name="csX14" fmla="*/ 429153 w 978508"/>
              <a:gd name="csY14" fmla="*/ 401883 h 720003"/>
              <a:gd name="csX15" fmla="*/ 408777 w 978508"/>
              <a:gd name="csY15" fmla="*/ 373922 h 720003"/>
              <a:gd name="csX16" fmla="*/ 362757 w 978508"/>
              <a:gd name="csY16" fmla="*/ 347763 h 720003"/>
              <a:gd name="csX17" fmla="*/ 314902 w 978508"/>
              <a:gd name="csY17" fmla="*/ 314523 h 720003"/>
              <a:gd name="csX18" fmla="*/ 280690 w 978508"/>
              <a:gd name="csY18" fmla="*/ 284763 h 720003"/>
              <a:gd name="csX19" fmla="*/ 265402 w 978508"/>
              <a:gd name="csY19" fmla="*/ 238682 h 720003"/>
              <a:gd name="csX20" fmla="*/ 273166 w 978508"/>
              <a:gd name="csY20" fmla="*/ 206883 h 720003"/>
              <a:gd name="csX21" fmla="*/ 307617 w 978508"/>
              <a:gd name="csY21" fmla="*/ 176763 h 720003"/>
              <a:gd name="csX22" fmla="*/ 337461 w 978508"/>
              <a:gd name="csY22" fmla="*/ 152523 h 720003"/>
              <a:gd name="csX23" fmla="*/ 329265 w 978508"/>
              <a:gd name="csY23" fmla="*/ 102244 h 720003"/>
              <a:gd name="csX24" fmla="*/ 390489 w 978508"/>
              <a:gd name="csY24" fmla="*/ 92042 h 720003"/>
              <a:gd name="csX25" fmla="*/ 430953 w 978508"/>
              <a:gd name="csY25" fmla="*/ 75244 h 720003"/>
              <a:gd name="csX26" fmla="*/ 502724 w 978508"/>
              <a:gd name="csY26" fmla="*/ 73562 h 720003"/>
              <a:gd name="csX27" fmla="*/ 561044 w 978508"/>
              <a:gd name="csY27" fmla="*/ 76562 h 720003"/>
              <a:gd name="csX28" fmla="*/ 594703 w 978508"/>
              <a:gd name="csY28" fmla="*/ 91922 h 720003"/>
              <a:gd name="csX29" fmla="*/ 676219 w 978508"/>
              <a:gd name="csY29" fmla="*/ 102244 h 720003"/>
              <a:gd name="csX30" fmla="*/ 636127 w 978508"/>
              <a:gd name="csY30" fmla="*/ 156844 h 720003"/>
              <a:gd name="csX31" fmla="*/ 654043 w 978508"/>
              <a:gd name="csY31" fmla="*/ 154325 h 720003"/>
              <a:gd name="csX32" fmla="*/ 681355 w 978508"/>
              <a:gd name="csY32" fmla="*/ 175205 h 720003"/>
              <a:gd name="csX33" fmla="*/ 715806 w 978508"/>
              <a:gd name="csY33" fmla="*/ 208682 h 720003"/>
              <a:gd name="csX34" fmla="*/ 730530 w 978508"/>
              <a:gd name="csY34" fmla="*/ 242763 h 720003"/>
              <a:gd name="csX35" fmla="*/ 699163 w 978508"/>
              <a:gd name="csY35" fmla="*/ 278643 h 720003"/>
              <a:gd name="csX36" fmla="*/ 672967 w 978508"/>
              <a:gd name="csY36" fmla="*/ 316922 h 720003"/>
              <a:gd name="csX37" fmla="*/ 636799 w 978508"/>
              <a:gd name="csY37" fmla="*/ 346682 h 720003"/>
              <a:gd name="csX38" fmla="*/ 576931 w 978508"/>
              <a:gd name="csY38" fmla="*/ 368643 h 720003"/>
              <a:gd name="csX39" fmla="*/ 560960 w 978508"/>
              <a:gd name="csY39" fmla="*/ 394084 h 720003"/>
              <a:gd name="csX40" fmla="*/ 548012 w 978508"/>
              <a:gd name="csY40" fmla="*/ 416763 h 720003"/>
              <a:gd name="csX41" fmla="*/ 569563 w 978508"/>
              <a:gd name="csY41" fmla="*/ 448325 h 720003"/>
              <a:gd name="csX42" fmla="*/ 610651 w 978508"/>
              <a:gd name="csY42" fmla="*/ 380042 h 720003"/>
              <a:gd name="csX43" fmla="*/ 705414 w 978508"/>
              <a:gd name="csY43" fmla="*/ 355205 h 720003"/>
              <a:gd name="csX44" fmla="*/ 765210 w 978508"/>
              <a:gd name="csY44" fmla="*/ 329763 h 720003"/>
              <a:gd name="csX45" fmla="*/ 743862 w 978508"/>
              <a:gd name="csY45" fmla="*/ 247802 h 720003"/>
              <a:gd name="csX46" fmla="*/ 776658 w 978508"/>
              <a:gd name="csY46" fmla="*/ 144724 h 720003"/>
              <a:gd name="csX47" fmla="*/ 838733 w 978508"/>
              <a:gd name="csY47" fmla="*/ 179163 h 720003"/>
              <a:gd name="csX48" fmla="*/ 971260 w 978508"/>
              <a:gd name="csY48" fmla="*/ 46445 h 720003"/>
              <a:gd name="csX49" fmla="*/ 907061 w 978508"/>
              <a:gd name="csY49" fmla="*/ 136325 h 720003"/>
              <a:gd name="csX50" fmla="*/ 978508 w 978508"/>
              <a:gd name="csY50" fmla="*/ 200883 h 720003"/>
              <a:gd name="csX51" fmla="*/ 874781 w 978508"/>
              <a:gd name="csY51" fmla="*/ 300724 h 720003"/>
              <a:gd name="csX52" fmla="*/ 912737 w 978508"/>
              <a:gd name="csY52" fmla="*/ 341763 h 720003"/>
              <a:gd name="csX53" fmla="*/ 944656 w 978508"/>
              <a:gd name="csY53" fmla="*/ 369844 h 720003"/>
              <a:gd name="csX54" fmla="*/ 872717 w 978508"/>
              <a:gd name="csY54" fmla="*/ 440283 h 720003"/>
              <a:gd name="csX55" fmla="*/ 759570 w 978508"/>
              <a:gd name="csY55" fmla="*/ 436922 h 720003"/>
              <a:gd name="csX56" fmla="*/ 798582 w 978508"/>
              <a:gd name="csY56" fmla="*/ 492484 h 720003"/>
              <a:gd name="csX57" fmla="*/ 651007 w 978508"/>
              <a:gd name="csY57" fmla="*/ 489123 h 720003"/>
              <a:gd name="csX58" fmla="*/ 701179 w 978508"/>
              <a:gd name="csY58" fmla="*/ 518643 h 720003"/>
              <a:gd name="csX59" fmla="*/ 576176 w 978508"/>
              <a:gd name="csY59" fmla="*/ 534124 h 720003"/>
              <a:gd name="csX60" fmla="*/ 571807 w 978508"/>
              <a:gd name="csY60" fmla="*/ 582604 h 720003"/>
              <a:gd name="csX61" fmla="*/ 571807 w 978508"/>
              <a:gd name="csY61" fmla="*/ 635403 h 720003"/>
              <a:gd name="csX62" fmla="*/ 693342 w 978508"/>
              <a:gd name="csY62" fmla="*/ 719883 h 720003"/>
              <a:gd name="csX63" fmla="*/ 296938 w 978508"/>
              <a:gd name="csY63" fmla="*/ 720003 h 720003"/>
              <a:gd name="csX64" fmla="*/ 296926 w 978508"/>
              <a:gd name="csY64" fmla="*/ 720003 h 720003"/>
              <a:gd name="csX65" fmla="*/ 418977 w 978508"/>
              <a:gd name="csY65" fmla="*/ 640445 h 720003"/>
              <a:gd name="csX66" fmla="*/ 417501 w 978508"/>
              <a:gd name="csY66" fmla="*/ 576484 h 720003"/>
              <a:gd name="csX67" fmla="*/ 412401 w 978508"/>
              <a:gd name="csY67" fmla="*/ 531604 h 720003"/>
              <a:gd name="csX68" fmla="*/ 301534 w 978508"/>
              <a:gd name="csY68" fmla="*/ 529445 h 720003"/>
              <a:gd name="csX69" fmla="*/ 289870 w 978508"/>
              <a:gd name="csY69" fmla="*/ 472562 h 720003"/>
              <a:gd name="csX70" fmla="*/ 193691 w 978508"/>
              <a:gd name="csY70" fmla="*/ 498844 h 720003"/>
              <a:gd name="csX71" fmla="*/ 223570 w 978508"/>
              <a:gd name="csY71" fmla="*/ 435604 h 720003"/>
              <a:gd name="csX72" fmla="*/ 125243 w 978508"/>
              <a:gd name="csY72" fmla="*/ 444364 h 720003"/>
              <a:gd name="csX73" fmla="*/ 51480 w 978508"/>
              <a:gd name="csY73" fmla="*/ 368042 h 720003"/>
              <a:gd name="csX74" fmla="*/ 104135 w 978508"/>
              <a:gd name="csY74" fmla="*/ 285123 h 720003"/>
              <a:gd name="csX75" fmla="*/ 12624 w 978508"/>
              <a:gd name="csY75" fmla="*/ 207964 h 720003"/>
              <a:gd name="csX76" fmla="*/ 0 w 978508"/>
              <a:gd name="csY76" fmla="*/ 45844 h 720003"/>
              <a:gd name="csX77" fmla="*/ 345321 w 978508"/>
              <a:gd name="csY77" fmla="*/ 28325 h 720003"/>
              <a:gd name="csX78" fmla="*/ 367329 w 978508"/>
              <a:gd name="csY78" fmla="*/ 75123 h 720003"/>
              <a:gd name="csX79" fmla="*/ 339381 w 978508"/>
              <a:gd name="csY79" fmla="*/ 35523 h 720003"/>
              <a:gd name="csX80" fmla="*/ 345321 w 978508"/>
              <a:gd name="csY80" fmla="*/ 28325 h 720003"/>
              <a:gd name="csX81" fmla="*/ 644923 w 978508"/>
              <a:gd name="csY81" fmla="*/ 27003 h 720003"/>
              <a:gd name="csX82" fmla="*/ 656647 w 978508"/>
              <a:gd name="csY82" fmla="*/ 33364 h 720003"/>
              <a:gd name="csX83" fmla="*/ 622051 w 978508"/>
              <a:gd name="csY83" fmla="*/ 77042 h 720003"/>
              <a:gd name="csX84" fmla="*/ 640507 w 978508"/>
              <a:gd name="csY84" fmla="*/ 32643 h 720003"/>
              <a:gd name="csX85" fmla="*/ 644923 w 978508"/>
              <a:gd name="csY85" fmla="*/ 27003 h 720003"/>
              <a:gd name="csX86" fmla="*/ 368745 w 978508"/>
              <a:gd name="csY86" fmla="*/ 20163 h 720003"/>
              <a:gd name="csX87" fmla="*/ 388593 w 978508"/>
              <a:gd name="csY87" fmla="*/ 41163 h 720003"/>
              <a:gd name="csX88" fmla="*/ 410265 w 978508"/>
              <a:gd name="csY88" fmla="*/ 84844 h 720003"/>
              <a:gd name="csX89" fmla="*/ 383853 w 978508"/>
              <a:gd name="csY89" fmla="*/ 66724 h 720003"/>
              <a:gd name="csX90" fmla="*/ 368745 w 978508"/>
              <a:gd name="csY90" fmla="*/ 20163 h 720003"/>
              <a:gd name="csX91" fmla="*/ 630535 w 978508"/>
              <a:gd name="csY91" fmla="*/ 17163 h 720003"/>
              <a:gd name="csX92" fmla="*/ 580159 w 978508"/>
              <a:gd name="csY92" fmla="*/ 88802 h 720003"/>
              <a:gd name="csX93" fmla="*/ 630535 w 978508"/>
              <a:gd name="csY93" fmla="*/ 17163 h 720003"/>
              <a:gd name="csX94" fmla="*/ 570919 w 978508"/>
              <a:gd name="csY94" fmla="*/ 9364 h 720003"/>
              <a:gd name="csX95" fmla="*/ 580975 w 978508"/>
              <a:gd name="csY95" fmla="*/ 19325 h 720003"/>
              <a:gd name="csX96" fmla="*/ 556304 w 978508"/>
              <a:gd name="csY96" fmla="*/ 69484 h 720003"/>
              <a:gd name="csX97" fmla="*/ 570919 w 978508"/>
              <a:gd name="csY97" fmla="*/ 9364 h 720003"/>
              <a:gd name="csX98" fmla="*/ 408417 w 978508"/>
              <a:gd name="csY98" fmla="*/ 8042 h 720003"/>
              <a:gd name="csX99" fmla="*/ 428456 w 978508"/>
              <a:gd name="csY99" fmla="*/ 65283 h 720003"/>
              <a:gd name="csX100" fmla="*/ 390093 w 978508"/>
              <a:gd name="csY100" fmla="*/ 27244 h 720003"/>
              <a:gd name="csX101" fmla="*/ 399465 w 978508"/>
              <a:gd name="csY101" fmla="*/ 15724 h 720003"/>
              <a:gd name="csX102" fmla="*/ 408417 w 978508"/>
              <a:gd name="csY102" fmla="*/ 8042 h 720003"/>
              <a:gd name="csX103" fmla="*/ 539696 w 978508"/>
              <a:gd name="csY103" fmla="*/ 2163 h 720003"/>
              <a:gd name="csX104" fmla="*/ 522560 w 978508"/>
              <a:gd name="csY104" fmla="*/ 81244 h 720003"/>
              <a:gd name="csX105" fmla="*/ 539696 w 978508"/>
              <a:gd name="csY105" fmla="*/ 2163 h 720003"/>
              <a:gd name="csX106" fmla="*/ 439977 w 978508"/>
              <a:gd name="csY106" fmla="*/ 1922 h 720003"/>
              <a:gd name="csX107" fmla="*/ 469868 w 978508"/>
              <a:gd name="csY107" fmla="*/ 83763 h 720003"/>
              <a:gd name="csX108" fmla="*/ 439977 w 978508"/>
              <a:gd name="csY108" fmla="*/ 1922 h 720003"/>
              <a:gd name="csX109" fmla="*/ 487234 w 978508"/>
              <a:gd name="csY109" fmla="*/ 484 h 720003"/>
              <a:gd name="csX110" fmla="*/ 495968 w 978508"/>
              <a:gd name="csY110" fmla="*/ 8523 h 720003"/>
              <a:gd name="csX111" fmla="*/ 496904 w 978508"/>
              <a:gd name="csY111" fmla="*/ 66244 h 720003"/>
              <a:gd name="csX112" fmla="*/ 481964 w 978508"/>
              <a:gd name="csY112" fmla="*/ 1802 h 720003"/>
              <a:gd name="csX113" fmla="*/ 487234 w 978508"/>
              <a:gd name="csY113" fmla="*/ 484 h 7200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</a:cxnLst>
            <a:rect l="l" t="t" r="r" b="b"/>
            <a:pathLst>
              <a:path w="978508" h="720003">
                <a:moveTo>
                  <a:pt x="284818" y="57123"/>
                </a:moveTo>
                <a:cubicBezTo>
                  <a:pt x="304138" y="57604"/>
                  <a:pt x="342753" y="60364"/>
                  <a:pt x="364713" y="103922"/>
                </a:cubicBezTo>
                <a:cubicBezTo>
                  <a:pt x="342081" y="94562"/>
                  <a:pt x="325737" y="95042"/>
                  <a:pt x="284818" y="57123"/>
                </a:cubicBezTo>
                <a:close/>
                <a:moveTo>
                  <a:pt x="704562" y="49084"/>
                </a:moveTo>
                <a:cubicBezTo>
                  <a:pt x="697338" y="63964"/>
                  <a:pt x="680863" y="93244"/>
                  <a:pt x="624211" y="95403"/>
                </a:cubicBezTo>
                <a:cubicBezTo>
                  <a:pt x="642571" y="80883"/>
                  <a:pt x="647695" y="67922"/>
                  <a:pt x="704562" y="49084"/>
                </a:cubicBezTo>
                <a:close/>
                <a:moveTo>
                  <a:pt x="0" y="45844"/>
                </a:moveTo>
                <a:cubicBezTo>
                  <a:pt x="115163" y="52562"/>
                  <a:pt x="127487" y="255244"/>
                  <a:pt x="212470" y="145922"/>
                </a:cubicBezTo>
                <a:cubicBezTo>
                  <a:pt x="202402" y="205445"/>
                  <a:pt x="135131" y="328802"/>
                  <a:pt x="239938" y="244084"/>
                </a:cubicBezTo>
                <a:cubicBezTo>
                  <a:pt x="225706" y="332403"/>
                  <a:pt x="228226" y="404643"/>
                  <a:pt x="286510" y="354484"/>
                </a:cubicBezTo>
                <a:cubicBezTo>
                  <a:pt x="304198" y="380763"/>
                  <a:pt x="305458" y="394682"/>
                  <a:pt x="332361" y="410643"/>
                </a:cubicBezTo>
                <a:cubicBezTo>
                  <a:pt x="374157" y="418084"/>
                  <a:pt x="367857" y="379682"/>
                  <a:pt x="375381" y="379562"/>
                </a:cubicBezTo>
                <a:cubicBezTo>
                  <a:pt x="379173" y="379445"/>
                  <a:pt x="391485" y="386643"/>
                  <a:pt x="405225" y="419283"/>
                </a:cubicBezTo>
                <a:cubicBezTo>
                  <a:pt x="408609" y="427325"/>
                  <a:pt x="405429" y="441364"/>
                  <a:pt x="422325" y="450844"/>
                </a:cubicBezTo>
                <a:cubicBezTo>
                  <a:pt x="444920" y="456964"/>
                  <a:pt x="471272" y="428643"/>
                  <a:pt x="429153" y="401883"/>
                </a:cubicBezTo>
                <a:cubicBezTo>
                  <a:pt x="449840" y="380163"/>
                  <a:pt x="433521" y="374042"/>
                  <a:pt x="408777" y="373922"/>
                </a:cubicBezTo>
                <a:cubicBezTo>
                  <a:pt x="427125" y="350403"/>
                  <a:pt x="398985" y="349562"/>
                  <a:pt x="362757" y="347763"/>
                </a:cubicBezTo>
                <a:cubicBezTo>
                  <a:pt x="389445" y="323042"/>
                  <a:pt x="340689" y="322562"/>
                  <a:pt x="314902" y="314523"/>
                </a:cubicBezTo>
                <a:cubicBezTo>
                  <a:pt x="354669" y="298562"/>
                  <a:pt x="309718" y="292562"/>
                  <a:pt x="280690" y="284763"/>
                </a:cubicBezTo>
                <a:cubicBezTo>
                  <a:pt x="329253" y="254403"/>
                  <a:pt x="288430" y="254042"/>
                  <a:pt x="265402" y="238682"/>
                </a:cubicBezTo>
                <a:cubicBezTo>
                  <a:pt x="320961" y="245763"/>
                  <a:pt x="289414" y="226084"/>
                  <a:pt x="273166" y="206883"/>
                </a:cubicBezTo>
                <a:cubicBezTo>
                  <a:pt x="328953" y="220922"/>
                  <a:pt x="320625" y="221283"/>
                  <a:pt x="307617" y="176763"/>
                </a:cubicBezTo>
                <a:cubicBezTo>
                  <a:pt x="339477" y="186964"/>
                  <a:pt x="347697" y="177484"/>
                  <a:pt x="337461" y="152523"/>
                </a:cubicBezTo>
                <a:cubicBezTo>
                  <a:pt x="390525" y="169802"/>
                  <a:pt x="371121" y="140403"/>
                  <a:pt x="329265" y="102244"/>
                </a:cubicBezTo>
                <a:cubicBezTo>
                  <a:pt x="432080" y="139802"/>
                  <a:pt x="396309" y="163562"/>
                  <a:pt x="390489" y="92042"/>
                </a:cubicBezTo>
                <a:cubicBezTo>
                  <a:pt x="465896" y="146763"/>
                  <a:pt x="420369" y="119283"/>
                  <a:pt x="430953" y="75244"/>
                </a:cubicBezTo>
                <a:cubicBezTo>
                  <a:pt x="509624" y="160445"/>
                  <a:pt x="451292" y="82562"/>
                  <a:pt x="502724" y="73562"/>
                </a:cubicBezTo>
                <a:cubicBezTo>
                  <a:pt x="520868" y="145682"/>
                  <a:pt x="514484" y="92523"/>
                  <a:pt x="561044" y="76562"/>
                </a:cubicBezTo>
                <a:cubicBezTo>
                  <a:pt x="561283" y="121445"/>
                  <a:pt x="557912" y="136682"/>
                  <a:pt x="594703" y="91922"/>
                </a:cubicBezTo>
                <a:cubicBezTo>
                  <a:pt x="593431" y="163445"/>
                  <a:pt x="622123" y="95403"/>
                  <a:pt x="676219" y="102244"/>
                </a:cubicBezTo>
                <a:cubicBezTo>
                  <a:pt x="620215" y="137523"/>
                  <a:pt x="623299" y="153484"/>
                  <a:pt x="636127" y="156844"/>
                </a:cubicBezTo>
                <a:cubicBezTo>
                  <a:pt x="642823" y="158643"/>
                  <a:pt x="653791" y="149643"/>
                  <a:pt x="654043" y="154325"/>
                </a:cubicBezTo>
                <a:cubicBezTo>
                  <a:pt x="634639" y="176403"/>
                  <a:pt x="648283" y="198123"/>
                  <a:pt x="681355" y="175205"/>
                </a:cubicBezTo>
                <a:cubicBezTo>
                  <a:pt x="664831" y="237844"/>
                  <a:pt x="679663" y="205445"/>
                  <a:pt x="715806" y="208682"/>
                </a:cubicBezTo>
                <a:cubicBezTo>
                  <a:pt x="665119" y="254042"/>
                  <a:pt x="693558" y="228123"/>
                  <a:pt x="730530" y="242763"/>
                </a:cubicBezTo>
                <a:cubicBezTo>
                  <a:pt x="681642" y="251883"/>
                  <a:pt x="684883" y="266763"/>
                  <a:pt x="699163" y="278643"/>
                </a:cubicBezTo>
                <a:cubicBezTo>
                  <a:pt x="663631" y="287403"/>
                  <a:pt x="661435" y="301205"/>
                  <a:pt x="672967" y="316922"/>
                </a:cubicBezTo>
                <a:cubicBezTo>
                  <a:pt x="630511" y="318604"/>
                  <a:pt x="607231" y="332883"/>
                  <a:pt x="636799" y="346682"/>
                </a:cubicBezTo>
                <a:cubicBezTo>
                  <a:pt x="604639" y="353403"/>
                  <a:pt x="589459" y="335163"/>
                  <a:pt x="576931" y="368643"/>
                </a:cubicBezTo>
                <a:cubicBezTo>
                  <a:pt x="557432" y="375364"/>
                  <a:pt x="549380" y="384123"/>
                  <a:pt x="560960" y="394084"/>
                </a:cubicBezTo>
                <a:cubicBezTo>
                  <a:pt x="570368" y="402123"/>
                  <a:pt x="550592" y="407643"/>
                  <a:pt x="548012" y="416763"/>
                </a:cubicBezTo>
                <a:cubicBezTo>
                  <a:pt x="543632" y="432123"/>
                  <a:pt x="550832" y="450604"/>
                  <a:pt x="569563" y="448325"/>
                </a:cubicBezTo>
                <a:cubicBezTo>
                  <a:pt x="579163" y="433445"/>
                  <a:pt x="590755" y="393964"/>
                  <a:pt x="610651" y="380042"/>
                </a:cubicBezTo>
                <a:cubicBezTo>
                  <a:pt x="632011" y="445562"/>
                  <a:pt x="696931" y="381844"/>
                  <a:pt x="705414" y="355205"/>
                </a:cubicBezTo>
                <a:cubicBezTo>
                  <a:pt x="709926" y="371403"/>
                  <a:pt x="759126" y="373445"/>
                  <a:pt x="765210" y="329763"/>
                </a:cubicBezTo>
                <a:cubicBezTo>
                  <a:pt x="767922" y="310205"/>
                  <a:pt x="752238" y="286562"/>
                  <a:pt x="743862" y="247802"/>
                </a:cubicBezTo>
                <a:cubicBezTo>
                  <a:pt x="864629" y="316682"/>
                  <a:pt x="755994" y="192364"/>
                  <a:pt x="776658" y="144724"/>
                </a:cubicBezTo>
                <a:cubicBezTo>
                  <a:pt x="791154" y="157084"/>
                  <a:pt x="830958" y="196562"/>
                  <a:pt x="838733" y="179163"/>
                </a:cubicBezTo>
                <a:cubicBezTo>
                  <a:pt x="850661" y="152283"/>
                  <a:pt x="893705" y="72844"/>
                  <a:pt x="971260" y="46445"/>
                </a:cubicBezTo>
                <a:cubicBezTo>
                  <a:pt x="965044" y="73325"/>
                  <a:pt x="918317" y="105364"/>
                  <a:pt x="907061" y="136325"/>
                </a:cubicBezTo>
                <a:cubicBezTo>
                  <a:pt x="885797" y="194883"/>
                  <a:pt x="913877" y="238802"/>
                  <a:pt x="978508" y="200883"/>
                </a:cubicBezTo>
                <a:cubicBezTo>
                  <a:pt x="959368" y="235325"/>
                  <a:pt x="889397" y="265562"/>
                  <a:pt x="874781" y="300724"/>
                </a:cubicBezTo>
                <a:cubicBezTo>
                  <a:pt x="868457" y="315964"/>
                  <a:pt x="873173" y="324844"/>
                  <a:pt x="912737" y="341763"/>
                </a:cubicBezTo>
                <a:cubicBezTo>
                  <a:pt x="925241" y="347163"/>
                  <a:pt x="937073" y="357604"/>
                  <a:pt x="944656" y="369844"/>
                </a:cubicBezTo>
                <a:cubicBezTo>
                  <a:pt x="840569" y="345844"/>
                  <a:pt x="780918" y="417244"/>
                  <a:pt x="872717" y="440283"/>
                </a:cubicBezTo>
                <a:cubicBezTo>
                  <a:pt x="825162" y="456844"/>
                  <a:pt x="784734" y="428763"/>
                  <a:pt x="759570" y="436922"/>
                </a:cubicBezTo>
                <a:cubicBezTo>
                  <a:pt x="724578" y="448205"/>
                  <a:pt x="765966" y="484562"/>
                  <a:pt x="798582" y="492484"/>
                </a:cubicBezTo>
                <a:cubicBezTo>
                  <a:pt x="742506" y="511205"/>
                  <a:pt x="674083" y="433922"/>
                  <a:pt x="651007" y="489123"/>
                </a:cubicBezTo>
                <a:cubicBezTo>
                  <a:pt x="647023" y="498604"/>
                  <a:pt x="667219" y="514325"/>
                  <a:pt x="701179" y="518643"/>
                </a:cubicBezTo>
                <a:cubicBezTo>
                  <a:pt x="672499" y="562562"/>
                  <a:pt x="582007" y="467403"/>
                  <a:pt x="576176" y="534124"/>
                </a:cubicBezTo>
                <a:cubicBezTo>
                  <a:pt x="532076" y="549844"/>
                  <a:pt x="563384" y="566163"/>
                  <a:pt x="571807" y="582604"/>
                </a:cubicBezTo>
                <a:cubicBezTo>
                  <a:pt x="545876" y="603844"/>
                  <a:pt x="553124" y="620403"/>
                  <a:pt x="571807" y="635403"/>
                </a:cubicBezTo>
                <a:cubicBezTo>
                  <a:pt x="560504" y="674403"/>
                  <a:pt x="607291" y="701283"/>
                  <a:pt x="693342" y="719883"/>
                </a:cubicBezTo>
                <a:lnTo>
                  <a:pt x="296938" y="720003"/>
                </a:lnTo>
                <a:lnTo>
                  <a:pt x="296926" y="720003"/>
                </a:lnTo>
                <a:cubicBezTo>
                  <a:pt x="345825" y="700802"/>
                  <a:pt x="475604" y="665883"/>
                  <a:pt x="418977" y="640445"/>
                </a:cubicBezTo>
                <a:cubicBezTo>
                  <a:pt x="445521" y="617283"/>
                  <a:pt x="457256" y="596523"/>
                  <a:pt x="417501" y="576484"/>
                </a:cubicBezTo>
                <a:cubicBezTo>
                  <a:pt x="465848" y="543724"/>
                  <a:pt x="436688" y="538562"/>
                  <a:pt x="412401" y="531604"/>
                </a:cubicBezTo>
                <a:cubicBezTo>
                  <a:pt x="445053" y="486123"/>
                  <a:pt x="337497" y="524283"/>
                  <a:pt x="301534" y="529445"/>
                </a:cubicBezTo>
                <a:cubicBezTo>
                  <a:pt x="356085" y="474604"/>
                  <a:pt x="331965" y="464042"/>
                  <a:pt x="289870" y="472562"/>
                </a:cubicBezTo>
                <a:cubicBezTo>
                  <a:pt x="265246" y="477484"/>
                  <a:pt x="249406" y="499682"/>
                  <a:pt x="193691" y="498844"/>
                </a:cubicBezTo>
                <a:cubicBezTo>
                  <a:pt x="278386" y="446883"/>
                  <a:pt x="236578" y="435604"/>
                  <a:pt x="223570" y="435604"/>
                </a:cubicBezTo>
                <a:cubicBezTo>
                  <a:pt x="197446" y="435844"/>
                  <a:pt x="87863" y="474244"/>
                  <a:pt x="125243" y="444364"/>
                </a:cubicBezTo>
                <a:cubicBezTo>
                  <a:pt x="217882" y="406682"/>
                  <a:pt x="141731" y="358922"/>
                  <a:pt x="51480" y="368042"/>
                </a:cubicBezTo>
                <a:cubicBezTo>
                  <a:pt x="38304" y="346682"/>
                  <a:pt x="163223" y="337325"/>
                  <a:pt x="104135" y="285123"/>
                </a:cubicBezTo>
                <a:cubicBezTo>
                  <a:pt x="48108" y="235682"/>
                  <a:pt x="66444" y="269523"/>
                  <a:pt x="12624" y="207964"/>
                </a:cubicBezTo>
                <a:cubicBezTo>
                  <a:pt x="110759" y="238802"/>
                  <a:pt x="125891" y="192364"/>
                  <a:pt x="0" y="45844"/>
                </a:cubicBezTo>
                <a:close/>
                <a:moveTo>
                  <a:pt x="345321" y="28325"/>
                </a:moveTo>
                <a:cubicBezTo>
                  <a:pt x="353013" y="32883"/>
                  <a:pt x="364533" y="66964"/>
                  <a:pt x="367329" y="75123"/>
                </a:cubicBezTo>
                <a:cubicBezTo>
                  <a:pt x="355017" y="78003"/>
                  <a:pt x="302674" y="19802"/>
                  <a:pt x="339381" y="35523"/>
                </a:cubicBezTo>
                <a:cubicBezTo>
                  <a:pt x="340629" y="28445"/>
                  <a:pt x="342765" y="26763"/>
                  <a:pt x="345321" y="28325"/>
                </a:cubicBezTo>
                <a:close/>
                <a:moveTo>
                  <a:pt x="644923" y="27003"/>
                </a:moveTo>
                <a:cubicBezTo>
                  <a:pt x="648631" y="26883"/>
                  <a:pt x="653551" y="28682"/>
                  <a:pt x="656647" y="33364"/>
                </a:cubicBezTo>
                <a:cubicBezTo>
                  <a:pt x="690367" y="22205"/>
                  <a:pt x="646399" y="77403"/>
                  <a:pt x="622051" y="77042"/>
                </a:cubicBezTo>
                <a:cubicBezTo>
                  <a:pt x="616195" y="72724"/>
                  <a:pt x="650467" y="50763"/>
                  <a:pt x="640507" y="32643"/>
                </a:cubicBezTo>
                <a:cubicBezTo>
                  <a:pt x="638731" y="29403"/>
                  <a:pt x="641215" y="27244"/>
                  <a:pt x="644923" y="27003"/>
                </a:cubicBezTo>
                <a:close/>
                <a:moveTo>
                  <a:pt x="368745" y="20163"/>
                </a:moveTo>
                <a:cubicBezTo>
                  <a:pt x="375393" y="27604"/>
                  <a:pt x="381837" y="32523"/>
                  <a:pt x="388593" y="41163"/>
                </a:cubicBezTo>
                <a:lnTo>
                  <a:pt x="410265" y="84844"/>
                </a:lnTo>
                <a:lnTo>
                  <a:pt x="383853" y="66724"/>
                </a:lnTo>
                <a:cubicBezTo>
                  <a:pt x="375177" y="56883"/>
                  <a:pt x="368373" y="42364"/>
                  <a:pt x="368745" y="20163"/>
                </a:cubicBezTo>
                <a:close/>
                <a:moveTo>
                  <a:pt x="630535" y="17163"/>
                </a:moveTo>
                <a:cubicBezTo>
                  <a:pt x="620875" y="36604"/>
                  <a:pt x="622399" y="49084"/>
                  <a:pt x="580159" y="88802"/>
                </a:cubicBezTo>
                <a:cubicBezTo>
                  <a:pt x="579584" y="73802"/>
                  <a:pt x="580531" y="43445"/>
                  <a:pt x="630535" y="17163"/>
                </a:cubicBezTo>
                <a:close/>
                <a:moveTo>
                  <a:pt x="570919" y="9364"/>
                </a:moveTo>
                <a:cubicBezTo>
                  <a:pt x="574735" y="7084"/>
                  <a:pt x="578383" y="9364"/>
                  <a:pt x="580975" y="19325"/>
                </a:cubicBezTo>
                <a:cubicBezTo>
                  <a:pt x="617983" y="2763"/>
                  <a:pt x="566168" y="58802"/>
                  <a:pt x="556304" y="69484"/>
                </a:cubicBezTo>
                <a:cubicBezTo>
                  <a:pt x="546512" y="63964"/>
                  <a:pt x="559471" y="16205"/>
                  <a:pt x="570919" y="9364"/>
                </a:cubicBezTo>
                <a:close/>
                <a:moveTo>
                  <a:pt x="408417" y="8042"/>
                </a:moveTo>
                <a:cubicBezTo>
                  <a:pt x="420549" y="13445"/>
                  <a:pt x="438488" y="52084"/>
                  <a:pt x="428456" y="65283"/>
                </a:cubicBezTo>
                <a:cubicBezTo>
                  <a:pt x="420513" y="67084"/>
                  <a:pt x="415113" y="30003"/>
                  <a:pt x="390093" y="27244"/>
                </a:cubicBezTo>
                <a:cubicBezTo>
                  <a:pt x="381153" y="26283"/>
                  <a:pt x="386025" y="15123"/>
                  <a:pt x="399465" y="15724"/>
                </a:cubicBezTo>
                <a:cubicBezTo>
                  <a:pt x="400977" y="8042"/>
                  <a:pt x="404373" y="6244"/>
                  <a:pt x="408417" y="8042"/>
                </a:cubicBezTo>
                <a:close/>
                <a:moveTo>
                  <a:pt x="539696" y="2163"/>
                </a:moveTo>
                <a:cubicBezTo>
                  <a:pt x="538616" y="22562"/>
                  <a:pt x="544796" y="33724"/>
                  <a:pt x="522560" y="81244"/>
                </a:cubicBezTo>
                <a:cubicBezTo>
                  <a:pt x="516248" y="67562"/>
                  <a:pt x="505352" y="39484"/>
                  <a:pt x="539696" y="2163"/>
                </a:cubicBezTo>
                <a:close/>
                <a:moveTo>
                  <a:pt x="439977" y="1922"/>
                </a:moveTo>
                <a:cubicBezTo>
                  <a:pt x="455204" y="12604"/>
                  <a:pt x="484304" y="35523"/>
                  <a:pt x="469868" y="83763"/>
                </a:cubicBezTo>
                <a:cubicBezTo>
                  <a:pt x="458516" y="63844"/>
                  <a:pt x="444980" y="55562"/>
                  <a:pt x="439977" y="1922"/>
                </a:cubicBezTo>
                <a:close/>
                <a:moveTo>
                  <a:pt x="487234" y="484"/>
                </a:moveTo>
                <a:cubicBezTo>
                  <a:pt x="489542" y="1473"/>
                  <a:pt x="492428" y="4023"/>
                  <a:pt x="495968" y="8523"/>
                </a:cubicBezTo>
                <a:cubicBezTo>
                  <a:pt x="522440" y="-19555"/>
                  <a:pt x="500960" y="52445"/>
                  <a:pt x="496904" y="66244"/>
                </a:cubicBezTo>
                <a:cubicBezTo>
                  <a:pt x="485204" y="63724"/>
                  <a:pt x="474584" y="12244"/>
                  <a:pt x="481964" y="1802"/>
                </a:cubicBezTo>
                <a:cubicBezTo>
                  <a:pt x="483194" y="63"/>
                  <a:pt x="484925" y="-506"/>
                  <a:pt x="487234" y="484"/>
                </a:cubicBez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15" name="Freeform: Shape 214">
            <a:extLst>
              <a:ext uri="{FF2B5EF4-FFF2-40B4-BE49-F238E27FC236}">
                <a16:creationId xmlns:a16="http://schemas.microsoft.com/office/drawing/2014/main" id="{1A2AA613-4D86-ED34-9F43-4688CF45D347}"/>
              </a:ext>
            </a:extLst>
          </p:cNvPr>
          <p:cNvSpPr/>
          <p:nvPr/>
        </p:nvSpPr>
        <p:spPr>
          <a:xfrm flipV="1">
            <a:off x="818912" y="3912370"/>
            <a:ext cx="505975" cy="720000"/>
          </a:xfrm>
          <a:custGeom>
            <a:avLst/>
            <a:gdLst>
              <a:gd name="csX0" fmla="*/ 269712 w 505975"/>
              <a:gd name="csY0" fmla="*/ 719960 h 720000"/>
              <a:gd name="csX1" fmla="*/ 316258 w 505975"/>
              <a:gd name="csY1" fmla="*/ 687830 h 720000"/>
              <a:gd name="csX2" fmla="*/ 341418 w 505975"/>
              <a:gd name="csY2" fmla="*/ 653148 h 720000"/>
              <a:gd name="csX3" fmla="*/ 360457 w 505975"/>
              <a:gd name="csY3" fmla="*/ 631726 h 720000"/>
              <a:gd name="csX4" fmla="*/ 413837 w 505975"/>
              <a:gd name="csY4" fmla="*/ 604864 h 720000"/>
              <a:gd name="csX5" fmla="*/ 422337 w 505975"/>
              <a:gd name="csY5" fmla="*/ 598403 h 720000"/>
              <a:gd name="csX6" fmla="*/ 392417 w 505975"/>
              <a:gd name="csY6" fmla="*/ 565421 h 720000"/>
              <a:gd name="csX7" fmla="*/ 338018 w 505975"/>
              <a:gd name="csY7" fmla="*/ 485854 h 720000"/>
              <a:gd name="csX8" fmla="*/ 317278 w 505975"/>
              <a:gd name="csY8" fmla="*/ 362766 h 720000"/>
              <a:gd name="csX9" fmla="*/ 326458 w 505975"/>
              <a:gd name="csY9" fmla="*/ 329102 h 720000"/>
              <a:gd name="csX10" fmla="*/ 408397 w 505975"/>
              <a:gd name="csY10" fmla="*/ 414789 h 720000"/>
              <a:gd name="csX11" fmla="*/ 417577 w 505975"/>
              <a:gd name="csY11" fmla="*/ 462733 h 720000"/>
              <a:gd name="csX12" fmla="*/ 410776 w 505975"/>
              <a:gd name="csY12" fmla="*/ 474634 h 720000"/>
              <a:gd name="csX13" fmla="*/ 440357 w 505975"/>
              <a:gd name="csY13" fmla="*/ 492315 h 720000"/>
              <a:gd name="csX14" fmla="*/ 460757 w 505975"/>
              <a:gd name="csY14" fmla="*/ 472934 h 720000"/>
              <a:gd name="csX15" fmla="*/ 463476 w 505975"/>
              <a:gd name="csY15" fmla="*/ 407309 h 720000"/>
              <a:gd name="csX16" fmla="*/ 380857 w 505975"/>
              <a:gd name="csY16" fmla="*/ 331143 h 720000"/>
              <a:gd name="csX17" fmla="*/ 318978 w 505975"/>
              <a:gd name="csY17" fmla="*/ 278099 h 720000"/>
              <a:gd name="csX18" fmla="*/ 340398 w 505975"/>
              <a:gd name="csY18" fmla="*/ 270959 h 720000"/>
              <a:gd name="csX19" fmla="*/ 432536 w 505975"/>
              <a:gd name="csY19" fmla="*/ 281499 h 720000"/>
              <a:gd name="csX20" fmla="*/ 460757 w 505975"/>
              <a:gd name="csY20" fmla="*/ 277759 h 720000"/>
              <a:gd name="csX21" fmla="*/ 505975 w 505975"/>
              <a:gd name="csY21" fmla="*/ 213834 h 720000"/>
              <a:gd name="csX22" fmla="*/ 495435 w 505975"/>
              <a:gd name="csY22" fmla="*/ 193433 h 720000"/>
              <a:gd name="csX23" fmla="*/ 412477 w 505975"/>
              <a:gd name="csY23" fmla="*/ 201933 h 720000"/>
              <a:gd name="csX24" fmla="*/ 328498 w 505975"/>
              <a:gd name="csY24" fmla="*/ 242056 h 720000"/>
              <a:gd name="csX25" fmla="*/ 307758 w 505975"/>
              <a:gd name="csY25" fmla="*/ 247496 h 720000"/>
              <a:gd name="csX26" fmla="*/ 296878 w 505975"/>
              <a:gd name="csY26" fmla="*/ 119987 h 720000"/>
              <a:gd name="csX27" fmla="*/ 281919 w 505975"/>
              <a:gd name="csY27" fmla="*/ 5058 h 720000"/>
              <a:gd name="csX28" fmla="*/ 263558 w 505975"/>
              <a:gd name="csY28" fmla="*/ 298 h 720000"/>
              <a:gd name="csX29" fmla="*/ 189440 w 505975"/>
              <a:gd name="csY29" fmla="*/ 36000 h 720000"/>
              <a:gd name="csX30" fmla="*/ 156800 w 505975"/>
              <a:gd name="csY30" fmla="*/ 85304 h 720000"/>
              <a:gd name="csX31" fmla="*/ 182640 w 505975"/>
              <a:gd name="csY31" fmla="*/ 81904 h 720000"/>
              <a:gd name="csX32" fmla="*/ 211539 w 505975"/>
              <a:gd name="csY32" fmla="*/ 75104 h 720000"/>
              <a:gd name="csX33" fmla="*/ 222420 w 505975"/>
              <a:gd name="csY33" fmla="*/ 165890 h 720000"/>
              <a:gd name="csX34" fmla="*/ 213579 w 505975"/>
              <a:gd name="csY34" fmla="*/ 250897 h 720000"/>
              <a:gd name="csX35" fmla="*/ 175840 w 505975"/>
              <a:gd name="csY35" fmla="*/ 199213 h 720000"/>
              <a:gd name="csX36" fmla="*/ 50042 w 505975"/>
              <a:gd name="csY36" fmla="*/ 53682 h 720000"/>
              <a:gd name="csX37" fmla="*/ 5502 w 505975"/>
              <a:gd name="csY37" fmla="*/ 70683 h 720000"/>
              <a:gd name="csX38" fmla="*/ 31002 w 505975"/>
              <a:gd name="csY38" fmla="*/ 180511 h 720000"/>
              <a:gd name="csX39" fmla="*/ 87781 w 505975"/>
              <a:gd name="csY39" fmla="*/ 285240 h 720000"/>
              <a:gd name="csX40" fmla="*/ 63302 w 505975"/>
              <a:gd name="csY40" fmla="*/ 301901 h 720000"/>
              <a:gd name="csX41" fmla="*/ 29302 w 505975"/>
              <a:gd name="csY41" fmla="*/ 322982 h 720000"/>
              <a:gd name="csX42" fmla="*/ 23182 w 505975"/>
              <a:gd name="csY42" fmla="*/ 339304 h 720000"/>
              <a:gd name="csX43" fmla="*/ 49702 w 505975"/>
              <a:gd name="csY43" fmla="*/ 357325 h 720000"/>
              <a:gd name="csX44" fmla="*/ 129601 w 505975"/>
              <a:gd name="csY44" fmla="*/ 366166 h 720000"/>
              <a:gd name="csX45" fmla="*/ 172780 w 505975"/>
              <a:gd name="csY45" fmla="*/ 335224 h 720000"/>
              <a:gd name="csX46" fmla="*/ 141841 w 505975"/>
              <a:gd name="csY46" fmla="*/ 292720 h 720000"/>
              <a:gd name="csX47" fmla="*/ 51402 w 505975"/>
              <a:gd name="csY47" fmla="*/ 138688 h 720000"/>
              <a:gd name="csX48" fmla="*/ 163260 w 505975"/>
              <a:gd name="csY48" fmla="*/ 239336 h 720000"/>
              <a:gd name="csX49" fmla="*/ 234999 w 505975"/>
              <a:gd name="csY49" fmla="*/ 335224 h 720000"/>
              <a:gd name="csX50" fmla="*/ 245879 w 505975"/>
              <a:gd name="csY50" fmla="*/ 386908 h 720000"/>
              <a:gd name="csX51" fmla="*/ 228199 w 505975"/>
              <a:gd name="csY51" fmla="*/ 453552 h 720000"/>
              <a:gd name="csX52" fmla="*/ 186720 w 505975"/>
              <a:gd name="csY52" fmla="*/ 473954 h 720000"/>
              <a:gd name="csX53" fmla="*/ 121781 w 505975"/>
              <a:gd name="csY53" fmla="*/ 502856 h 720000"/>
              <a:gd name="csX54" fmla="*/ 141500 w 505975"/>
              <a:gd name="csY54" fmla="*/ 512717 h 720000"/>
              <a:gd name="csX55" fmla="*/ 229219 w 505975"/>
              <a:gd name="csY55" fmla="*/ 557600 h 720000"/>
              <a:gd name="csX56" fmla="*/ 230239 w 505975"/>
              <a:gd name="csY56" fmla="*/ 630366 h 720000"/>
              <a:gd name="csX57" fmla="*/ 213579 w 505975"/>
              <a:gd name="csY57" fmla="*/ 656548 h 720000"/>
              <a:gd name="csX58" fmla="*/ 246899 w 505975"/>
              <a:gd name="csY58" fmla="*/ 707552 h 720000"/>
              <a:gd name="csX59" fmla="*/ 269712 w 505975"/>
              <a:gd name="csY59" fmla="*/ 719960 h 72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</a:cxnLst>
            <a:rect l="l" t="t" r="r" b="b"/>
            <a:pathLst>
              <a:path w="505975" h="720000">
                <a:moveTo>
                  <a:pt x="269712" y="719960"/>
                </a:moveTo>
                <a:cubicBezTo>
                  <a:pt x="281807" y="720717"/>
                  <a:pt x="294583" y="710782"/>
                  <a:pt x="316258" y="687830"/>
                </a:cubicBezTo>
                <a:cubicBezTo>
                  <a:pt x="323058" y="680350"/>
                  <a:pt x="334618" y="664709"/>
                  <a:pt x="341418" y="653148"/>
                </a:cubicBezTo>
                <a:cubicBezTo>
                  <a:pt x="349918" y="638187"/>
                  <a:pt x="356038" y="631726"/>
                  <a:pt x="360457" y="631726"/>
                </a:cubicBezTo>
                <a:cubicBezTo>
                  <a:pt x="367597" y="631726"/>
                  <a:pt x="400237" y="615405"/>
                  <a:pt x="413837" y="604864"/>
                </a:cubicBezTo>
                <a:lnTo>
                  <a:pt x="422337" y="598403"/>
                </a:lnTo>
                <a:lnTo>
                  <a:pt x="392417" y="565421"/>
                </a:lnTo>
                <a:cubicBezTo>
                  <a:pt x="358757" y="528358"/>
                  <a:pt x="345158" y="508637"/>
                  <a:pt x="338018" y="485854"/>
                </a:cubicBezTo>
                <a:cubicBezTo>
                  <a:pt x="333598" y="472593"/>
                  <a:pt x="325778" y="425670"/>
                  <a:pt x="317278" y="362766"/>
                </a:cubicBezTo>
                <a:cubicBezTo>
                  <a:pt x="315238" y="346104"/>
                  <a:pt x="319658" y="329102"/>
                  <a:pt x="326458" y="329102"/>
                </a:cubicBezTo>
                <a:cubicBezTo>
                  <a:pt x="332577" y="329102"/>
                  <a:pt x="390377" y="389627"/>
                  <a:pt x="408397" y="414789"/>
                </a:cubicBezTo>
                <a:cubicBezTo>
                  <a:pt x="426076" y="439271"/>
                  <a:pt x="427776" y="449472"/>
                  <a:pt x="417577" y="462733"/>
                </a:cubicBezTo>
                <a:cubicBezTo>
                  <a:pt x="413837" y="467493"/>
                  <a:pt x="410776" y="472934"/>
                  <a:pt x="410776" y="474634"/>
                </a:cubicBezTo>
                <a:cubicBezTo>
                  <a:pt x="410776" y="481435"/>
                  <a:pt x="428796" y="492315"/>
                  <a:pt x="440357" y="492315"/>
                </a:cubicBezTo>
                <a:cubicBezTo>
                  <a:pt x="451236" y="492315"/>
                  <a:pt x="452596" y="490955"/>
                  <a:pt x="460757" y="472934"/>
                </a:cubicBezTo>
                <a:cubicBezTo>
                  <a:pt x="471296" y="449132"/>
                  <a:pt x="472316" y="424310"/>
                  <a:pt x="463476" y="407309"/>
                </a:cubicBezTo>
                <a:cubicBezTo>
                  <a:pt x="453956" y="388947"/>
                  <a:pt x="422677" y="360045"/>
                  <a:pt x="380857" y="331143"/>
                </a:cubicBezTo>
                <a:cubicBezTo>
                  <a:pt x="343117" y="304961"/>
                  <a:pt x="318978" y="284560"/>
                  <a:pt x="318978" y="278099"/>
                </a:cubicBezTo>
                <a:cubicBezTo>
                  <a:pt x="318978" y="271979"/>
                  <a:pt x="331898" y="267898"/>
                  <a:pt x="340398" y="270959"/>
                </a:cubicBezTo>
                <a:cubicBezTo>
                  <a:pt x="350938" y="275039"/>
                  <a:pt x="407717" y="281499"/>
                  <a:pt x="432536" y="281499"/>
                </a:cubicBezTo>
                <a:cubicBezTo>
                  <a:pt x="442737" y="281499"/>
                  <a:pt x="455316" y="279799"/>
                  <a:pt x="460757" y="277759"/>
                </a:cubicBezTo>
                <a:cubicBezTo>
                  <a:pt x="482856" y="269598"/>
                  <a:pt x="505975" y="236616"/>
                  <a:pt x="505975" y="213834"/>
                </a:cubicBezTo>
                <a:cubicBezTo>
                  <a:pt x="505975" y="201933"/>
                  <a:pt x="504616" y="198873"/>
                  <a:pt x="495435" y="193433"/>
                </a:cubicBezTo>
                <a:cubicBezTo>
                  <a:pt x="471296" y="178811"/>
                  <a:pt x="446136" y="181192"/>
                  <a:pt x="412477" y="201933"/>
                </a:cubicBezTo>
                <a:cubicBezTo>
                  <a:pt x="381197" y="220975"/>
                  <a:pt x="349918" y="235936"/>
                  <a:pt x="328498" y="242056"/>
                </a:cubicBezTo>
                <a:cubicBezTo>
                  <a:pt x="317958" y="245117"/>
                  <a:pt x="308778" y="247496"/>
                  <a:pt x="307758" y="247496"/>
                </a:cubicBezTo>
                <a:cubicBezTo>
                  <a:pt x="306058" y="247496"/>
                  <a:pt x="302998" y="213153"/>
                  <a:pt x="296878" y="119987"/>
                </a:cubicBezTo>
                <a:cubicBezTo>
                  <a:pt x="292118" y="44841"/>
                  <a:pt x="287359" y="10498"/>
                  <a:pt x="281919" y="5058"/>
                </a:cubicBezTo>
                <a:cubicBezTo>
                  <a:pt x="280219" y="3358"/>
                  <a:pt x="272059" y="978"/>
                  <a:pt x="263558" y="298"/>
                </a:cubicBezTo>
                <a:cubicBezTo>
                  <a:pt x="242479" y="-2083"/>
                  <a:pt x="217320" y="9818"/>
                  <a:pt x="189440" y="36000"/>
                </a:cubicBezTo>
                <a:cubicBezTo>
                  <a:pt x="165640" y="58102"/>
                  <a:pt x="153400" y="76804"/>
                  <a:pt x="156800" y="85304"/>
                </a:cubicBezTo>
                <a:cubicBezTo>
                  <a:pt x="158500" y="90065"/>
                  <a:pt x="161560" y="89724"/>
                  <a:pt x="182640" y="81904"/>
                </a:cubicBezTo>
                <a:cubicBezTo>
                  <a:pt x="195900" y="77143"/>
                  <a:pt x="208820" y="74083"/>
                  <a:pt x="211539" y="75104"/>
                </a:cubicBezTo>
                <a:cubicBezTo>
                  <a:pt x="221739" y="79184"/>
                  <a:pt x="224800" y="103665"/>
                  <a:pt x="222420" y="165890"/>
                </a:cubicBezTo>
                <a:cubicBezTo>
                  <a:pt x="220039" y="228456"/>
                  <a:pt x="217659" y="250897"/>
                  <a:pt x="213579" y="250897"/>
                </a:cubicBezTo>
                <a:cubicBezTo>
                  <a:pt x="212219" y="250897"/>
                  <a:pt x="195219" y="227775"/>
                  <a:pt x="175840" y="199213"/>
                </a:cubicBezTo>
                <a:cubicBezTo>
                  <a:pt x="101381" y="90065"/>
                  <a:pt x="75541" y="60482"/>
                  <a:pt x="50042" y="53682"/>
                </a:cubicBezTo>
                <a:cubicBezTo>
                  <a:pt x="31682" y="48581"/>
                  <a:pt x="13662" y="55382"/>
                  <a:pt x="5502" y="70683"/>
                </a:cubicBezTo>
                <a:cubicBezTo>
                  <a:pt x="-7757" y="94825"/>
                  <a:pt x="3803" y="144129"/>
                  <a:pt x="31002" y="180511"/>
                </a:cubicBezTo>
                <a:cubicBezTo>
                  <a:pt x="46982" y="201933"/>
                  <a:pt x="87781" y="277418"/>
                  <a:pt x="87781" y="285240"/>
                </a:cubicBezTo>
                <a:cubicBezTo>
                  <a:pt x="87441" y="287960"/>
                  <a:pt x="76561" y="295440"/>
                  <a:pt x="63302" y="301901"/>
                </a:cubicBezTo>
                <a:cubicBezTo>
                  <a:pt x="50042" y="308361"/>
                  <a:pt x="34742" y="317882"/>
                  <a:pt x="29302" y="322982"/>
                </a:cubicBezTo>
                <a:cubicBezTo>
                  <a:pt x="20802" y="330803"/>
                  <a:pt x="19782" y="333183"/>
                  <a:pt x="23182" y="339304"/>
                </a:cubicBezTo>
                <a:cubicBezTo>
                  <a:pt x="25562" y="343384"/>
                  <a:pt x="37462" y="351544"/>
                  <a:pt x="49702" y="357325"/>
                </a:cubicBezTo>
                <a:cubicBezTo>
                  <a:pt x="76221" y="369906"/>
                  <a:pt x="111241" y="373646"/>
                  <a:pt x="129601" y="366166"/>
                </a:cubicBezTo>
                <a:cubicBezTo>
                  <a:pt x="142180" y="361066"/>
                  <a:pt x="172780" y="339304"/>
                  <a:pt x="172780" y="335224"/>
                </a:cubicBezTo>
                <a:cubicBezTo>
                  <a:pt x="172780" y="333863"/>
                  <a:pt x="158841" y="314822"/>
                  <a:pt x="141841" y="292720"/>
                </a:cubicBezTo>
                <a:cubicBezTo>
                  <a:pt x="66702" y="195813"/>
                  <a:pt x="33042" y="138688"/>
                  <a:pt x="51402" y="138688"/>
                </a:cubicBezTo>
                <a:cubicBezTo>
                  <a:pt x="62962" y="138688"/>
                  <a:pt x="114640" y="185272"/>
                  <a:pt x="163260" y="239336"/>
                </a:cubicBezTo>
                <a:cubicBezTo>
                  <a:pt x="210180" y="291700"/>
                  <a:pt x="221739" y="307341"/>
                  <a:pt x="234999" y="335224"/>
                </a:cubicBezTo>
                <a:cubicBezTo>
                  <a:pt x="244519" y="355285"/>
                  <a:pt x="245879" y="361405"/>
                  <a:pt x="245879" y="386908"/>
                </a:cubicBezTo>
                <a:cubicBezTo>
                  <a:pt x="245539" y="421590"/>
                  <a:pt x="240099" y="442671"/>
                  <a:pt x="228199" y="453552"/>
                </a:cubicBezTo>
                <a:cubicBezTo>
                  <a:pt x="223439" y="457973"/>
                  <a:pt x="204740" y="467154"/>
                  <a:pt x="186720" y="473954"/>
                </a:cubicBezTo>
                <a:cubicBezTo>
                  <a:pt x="136741" y="492995"/>
                  <a:pt x="121781" y="499796"/>
                  <a:pt x="121781" y="502856"/>
                </a:cubicBezTo>
                <a:cubicBezTo>
                  <a:pt x="121781" y="504216"/>
                  <a:pt x="130621" y="508637"/>
                  <a:pt x="141500" y="512717"/>
                </a:cubicBezTo>
                <a:cubicBezTo>
                  <a:pt x="174480" y="525298"/>
                  <a:pt x="216640" y="546719"/>
                  <a:pt x="229219" y="557600"/>
                </a:cubicBezTo>
                <a:cubicBezTo>
                  <a:pt x="256419" y="581742"/>
                  <a:pt x="256759" y="601124"/>
                  <a:pt x="230239" y="630366"/>
                </a:cubicBezTo>
                <a:cubicBezTo>
                  <a:pt x="220379" y="641247"/>
                  <a:pt x="213579" y="652128"/>
                  <a:pt x="213579" y="656548"/>
                </a:cubicBezTo>
                <a:cubicBezTo>
                  <a:pt x="213579" y="667089"/>
                  <a:pt x="229899" y="691910"/>
                  <a:pt x="246899" y="707552"/>
                </a:cubicBezTo>
                <a:cubicBezTo>
                  <a:pt x="255442" y="715202"/>
                  <a:pt x="262454" y="719506"/>
                  <a:pt x="269712" y="719960"/>
                </a:cubicBezTo>
                <a:close/>
              </a:path>
            </a:pathLst>
          </a:custGeom>
          <a:solidFill>
            <a:srgbClr val="000000"/>
          </a:solidFill>
          <a:ln w="94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18" name="Freeform: Shape 217">
            <a:extLst>
              <a:ext uri="{FF2B5EF4-FFF2-40B4-BE49-F238E27FC236}">
                <a16:creationId xmlns:a16="http://schemas.microsoft.com/office/drawing/2014/main" id="{CA2B0112-30CF-C0EE-CFE8-DFB8E9B9D795}"/>
              </a:ext>
            </a:extLst>
          </p:cNvPr>
          <p:cNvSpPr/>
          <p:nvPr/>
        </p:nvSpPr>
        <p:spPr>
          <a:xfrm flipV="1">
            <a:off x="172369" y="5017435"/>
            <a:ext cx="858599" cy="720000"/>
          </a:xfrm>
          <a:custGeom>
            <a:avLst/>
            <a:gdLst>
              <a:gd name="csX0" fmla="*/ 0 w 858599"/>
              <a:gd name="csY0" fmla="*/ 33201 h 720000"/>
              <a:gd name="csX1" fmla="*/ 858599 w 858599"/>
              <a:gd name="csY1" fmla="*/ 33127 h 720000"/>
              <a:gd name="csX2" fmla="*/ 858599 w 858599"/>
              <a:gd name="csY2" fmla="*/ 0 h 720000"/>
              <a:gd name="csX3" fmla="*/ 0 w 858599"/>
              <a:gd name="csY3" fmla="*/ 0 h 720000"/>
              <a:gd name="csX4" fmla="*/ 821329 w 858599"/>
              <a:gd name="csY4" fmla="*/ 90409 h 720000"/>
              <a:gd name="csX5" fmla="*/ 821329 w 858599"/>
              <a:gd name="csY5" fmla="*/ 56686 h 720000"/>
              <a:gd name="csX6" fmla="*/ 37564 w 858599"/>
              <a:gd name="csY6" fmla="*/ 56686 h 720000"/>
              <a:gd name="csX7" fmla="*/ 37564 w 858599"/>
              <a:gd name="csY7" fmla="*/ 90278 h 720000"/>
              <a:gd name="csX8" fmla="*/ 73249 w 858599"/>
              <a:gd name="csY8" fmla="*/ 146906 h 720000"/>
              <a:gd name="csX9" fmla="*/ 785341 w 858599"/>
              <a:gd name="csY9" fmla="*/ 146619 h 720000"/>
              <a:gd name="csX10" fmla="*/ 785341 w 858599"/>
              <a:gd name="csY10" fmla="*/ 113545 h 720000"/>
              <a:gd name="csX11" fmla="*/ 73249 w 858599"/>
              <a:gd name="csY11" fmla="*/ 113545 h 720000"/>
              <a:gd name="csX12" fmla="*/ 722285 w 858599"/>
              <a:gd name="csY12" fmla="*/ 459345 h 720000"/>
              <a:gd name="csX13" fmla="*/ 712602 w 858599"/>
              <a:gd name="csY13" fmla="*/ 448179 h 720000"/>
              <a:gd name="csX14" fmla="*/ 712602 w 858599"/>
              <a:gd name="csY14" fmla="*/ 200508 h 720000"/>
              <a:gd name="csX15" fmla="*/ 721585 w 858599"/>
              <a:gd name="csY15" fmla="*/ 191511 h 720000"/>
              <a:gd name="csX16" fmla="*/ 732003 w 858599"/>
              <a:gd name="csY16" fmla="*/ 201190 h 720000"/>
              <a:gd name="csX17" fmla="*/ 732003 w 858599"/>
              <a:gd name="csY17" fmla="*/ 450320 h 720000"/>
              <a:gd name="csX18" fmla="*/ 722285 w 858599"/>
              <a:gd name="csY18" fmla="*/ 459345 h 720000"/>
              <a:gd name="csX19" fmla="*/ 721585 w 858599"/>
              <a:gd name="csY19" fmla="*/ 486766 h 720000"/>
              <a:gd name="csX20" fmla="*/ 759602 w 858599"/>
              <a:gd name="csY20" fmla="*/ 459918 h 720000"/>
              <a:gd name="csX21" fmla="*/ 759602 w 858599"/>
              <a:gd name="csY21" fmla="*/ 194922 h 720000"/>
              <a:gd name="csX22" fmla="*/ 721585 w 858599"/>
              <a:gd name="csY22" fmla="*/ 162983 h 720000"/>
              <a:gd name="csX23" fmla="*/ 685031 w 858599"/>
              <a:gd name="csY23" fmla="*/ 188633 h 720000"/>
              <a:gd name="csX24" fmla="*/ 685031 w 858599"/>
              <a:gd name="csY24" fmla="*/ 462833 h 720000"/>
              <a:gd name="csX25" fmla="*/ 721585 w 858599"/>
              <a:gd name="csY25" fmla="*/ 486766 h 720000"/>
              <a:gd name="csX26" fmla="*/ 605623 w 858599"/>
              <a:gd name="csY26" fmla="*/ 486766 h 720000"/>
              <a:gd name="csX27" fmla="*/ 642231 w 858599"/>
              <a:gd name="csY27" fmla="*/ 462833 h 720000"/>
              <a:gd name="csX28" fmla="*/ 642231 w 858599"/>
              <a:gd name="csY28" fmla="*/ 389185 h 720000"/>
              <a:gd name="csX29" fmla="*/ 612927 w 858599"/>
              <a:gd name="csY29" fmla="*/ 389185 h 720000"/>
              <a:gd name="csX30" fmla="*/ 613227 w 858599"/>
              <a:gd name="csY30" fmla="*/ 452387 h 720000"/>
              <a:gd name="csX31" fmla="*/ 602878 w 858599"/>
              <a:gd name="csY31" fmla="*/ 460631 h 720000"/>
              <a:gd name="csX32" fmla="*/ 593903 w 858599"/>
              <a:gd name="csY32" fmla="*/ 450913 h 720000"/>
              <a:gd name="csX33" fmla="*/ 593903 w 858599"/>
              <a:gd name="csY33" fmla="*/ 200508 h 720000"/>
              <a:gd name="csX34" fmla="*/ 601507 w 858599"/>
              <a:gd name="csY34" fmla="*/ 190021 h 720000"/>
              <a:gd name="csX35" fmla="*/ 611857 w 858599"/>
              <a:gd name="csY35" fmla="*/ 201190 h 720000"/>
              <a:gd name="csX36" fmla="*/ 611857 w 858599"/>
              <a:gd name="csY36" fmla="*/ 274010 h 720000"/>
              <a:gd name="csX37" fmla="*/ 639455 w 858599"/>
              <a:gd name="csY37" fmla="*/ 274010 h 720000"/>
              <a:gd name="csX38" fmla="*/ 639455 w 858599"/>
              <a:gd name="csY38" fmla="*/ 193509 h 720000"/>
              <a:gd name="csX39" fmla="*/ 600075 w 858599"/>
              <a:gd name="csY39" fmla="*/ 162983 h 720000"/>
              <a:gd name="csX40" fmla="*/ 569023 w 858599"/>
              <a:gd name="csY40" fmla="*/ 192088 h 720000"/>
              <a:gd name="csX41" fmla="*/ 569023 w 858599"/>
              <a:gd name="csY41" fmla="*/ 460631 h 720000"/>
              <a:gd name="csX42" fmla="*/ 605623 w 858599"/>
              <a:gd name="csY42" fmla="*/ 486766 h 720000"/>
              <a:gd name="csX43" fmla="*/ 332899 w 858599"/>
              <a:gd name="csY43" fmla="*/ 486766 h 720000"/>
              <a:gd name="csX44" fmla="*/ 404779 w 858599"/>
              <a:gd name="csY44" fmla="*/ 486766 h 720000"/>
              <a:gd name="csX45" fmla="*/ 404779 w 858599"/>
              <a:gd name="csY45" fmla="*/ 459918 h 720000"/>
              <a:gd name="csX46" fmla="*/ 361924 w 858599"/>
              <a:gd name="csY46" fmla="*/ 459918 h 720000"/>
              <a:gd name="csX47" fmla="*/ 361924 w 858599"/>
              <a:gd name="csY47" fmla="*/ 342679 h 720000"/>
              <a:gd name="csX48" fmla="*/ 390306 w 858599"/>
              <a:gd name="csY48" fmla="*/ 342679 h 720000"/>
              <a:gd name="csX49" fmla="*/ 390306 w 858599"/>
              <a:gd name="csY49" fmla="*/ 312860 h 720000"/>
              <a:gd name="csX50" fmla="*/ 359859 w 858599"/>
              <a:gd name="csY50" fmla="*/ 312860 h 720000"/>
              <a:gd name="csX51" fmla="*/ 359859 w 858599"/>
              <a:gd name="csY51" fmla="*/ 192793 h 720000"/>
              <a:gd name="csX52" fmla="*/ 401341 w 858599"/>
              <a:gd name="csY52" fmla="*/ 192793 h 720000"/>
              <a:gd name="csX53" fmla="*/ 401341 w 858599"/>
              <a:gd name="csY53" fmla="*/ 164329 h 720000"/>
              <a:gd name="csX54" fmla="*/ 332899 w 858599"/>
              <a:gd name="csY54" fmla="*/ 164329 h 720000"/>
              <a:gd name="csX55" fmla="*/ 215524 w 858599"/>
              <a:gd name="csY55" fmla="*/ 486766 h 720000"/>
              <a:gd name="csX56" fmla="*/ 239052 w 858599"/>
              <a:gd name="csY56" fmla="*/ 486766 h 720000"/>
              <a:gd name="csX57" fmla="*/ 259776 w 858599"/>
              <a:gd name="csY57" fmla="*/ 382248 h 720000"/>
              <a:gd name="csX58" fmla="*/ 259776 w 858599"/>
              <a:gd name="csY58" fmla="*/ 486766 h 720000"/>
              <a:gd name="csX59" fmla="*/ 283992 w 858599"/>
              <a:gd name="csY59" fmla="*/ 486766 h 720000"/>
              <a:gd name="csX60" fmla="*/ 283992 w 858599"/>
              <a:gd name="csY60" fmla="*/ 163673 h 720000"/>
              <a:gd name="csX61" fmla="*/ 261790 w 858599"/>
              <a:gd name="csY61" fmla="*/ 163673 h 720000"/>
              <a:gd name="csX62" fmla="*/ 236248 w 858599"/>
              <a:gd name="csY62" fmla="*/ 277515 h 720000"/>
              <a:gd name="csX63" fmla="*/ 236248 w 858599"/>
              <a:gd name="csY63" fmla="*/ 163436 h 720000"/>
              <a:gd name="csX64" fmla="*/ 215524 w 858599"/>
              <a:gd name="csY64" fmla="*/ 163436 h 720000"/>
              <a:gd name="csX65" fmla="*/ 96845 w 858599"/>
              <a:gd name="csY65" fmla="*/ 486766 h 720000"/>
              <a:gd name="csX66" fmla="*/ 125182 w 858599"/>
              <a:gd name="csY66" fmla="*/ 486766 h 720000"/>
              <a:gd name="csX67" fmla="*/ 125182 w 858599"/>
              <a:gd name="csY67" fmla="*/ 201545 h 720000"/>
              <a:gd name="csX68" fmla="*/ 133300 w 858599"/>
              <a:gd name="csY68" fmla="*/ 192793 h 720000"/>
              <a:gd name="csX69" fmla="*/ 141000 w 858599"/>
              <a:gd name="csY69" fmla="*/ 200508 h 720000"/>
              <a:gd name="csX70" fmla="*/ 141000 w 858599"/>
              <a:gd name="csY70" fmla="*/ 486766 h 720000"/>
              <a:gd name="csX71" fmla="*/ 169337 w 858599"/>
              <a:gd name="csY71" fmla="*/ 486766 h 720000"/>
              <a:gd name="csX72" fmla="*/ 169337 w 858599"/>
              <a:gd name="csY72" fmla="*/ 193509 h 720000"/>
              <a:gd name="csX73" fmla="*/ 132027 w 858599"/>
              <a:gd name="csY73" fmla="*/ 164329 h 720000"/>
              <a:gd name="csX74" fmla="*/ 97280 w 858599"/>
              <a:gd name="csY74" fmla="*/ 194198 h 720000"/>
              <a:gd name="csX75" fmla="*/ 488992 w 858599"/>
              <a:gd name="csY75" fmla="*/ 486770 h 720000"/>
              <a:gd name="csX76" fmla="*/ 523448 w 858599"/>
              <a:gd name="csY76" fmla="*/ 463530 h 720000"/>
              <a:gd name="csX77" fmla="*/ 523448 w 858599"/>
              <a:gd name="csY77" fmla="*/ 387807 h 720000"/>
              <a:gd name="csX78" fmla="*/ 496061 w 858599"/>
              <a:gd name="csY78" fmla="*/ 387807 h 720000"/>
              <a:gd name="csX79" fmla="*/ 496061 w 858599"/>
              <a:gd name="csY79" fmla="*/ 450913 h 720000"/>
              <a:gd name="csX80" fmla="*/ 487559 w 858599"/>
              <a:gd name="csY80" fmla="*/ 458567 h 720000"/>
              <a:gd name="csX81" fmla="*/ 478531 w 858599"/>
              <a:gd name="csY81" fmla="*/ 452387 h 720000"/>
              <a:gd name="csX82" fmla="*/ 478531 w 858599"/>
              <a:gd name="csY82" fmla="*/ 388550 h 720000"/>
              <a:gd name="csX83" fmla="*/ 495880 w 858599"/>
              <a:gd name="csY83" fmla="*/ 337932 h 720000"/>
              <a:gd name="csX84" fmla="*/ 520729 w 858599"/>
              <a:gd name="csY84" fmla="*/ 267794 h 720000"/>
              <a:gd name="csX85" fmla="*/ 520729 w 858599"/>
              <a:gd name="csY85" fmla="*/ 186566 h 720000"/>
              <a:gd name="csX86" fmla="*/ 484818 w 858599"/>
              <a:gd name="csY86" fmla="*/ 160940 h 720000"/>
              <a:gd name="csX87" fmla="*/ 450324 w 858599"/>
              <a:gd name="csY87" fmla="*/ 185199 h 720000"/>
              <a:gd name="csX88" fmla="*/ 450324 w 858599"/>
              <a:gd name="csY88" fmla="*/ 274012 h 720000"/>
              <a:gd name="csX89" fmla="*/ 475816 w 858599"/>
              <a:gd name="csY89" fmla="*/ 274012 h 720000"/>
              <a:gd name="csX90" fmla="*/ 475816 w 858599"/>
              <a:gd name="csY90" fmla="*/ 198393 h 720000"/>
              <a:gd name="csX91" fmla="*/ 484818 w 858599"/>
              <a:gd name="csY91" fmla="*/ 189388 h 720000"/>
              <a:gd name="csX92" fmla="*/ 493135 w 858599"/>
              <a:gd name="csY92" fmla="*/ 196252 h 720000"/>
              <a:gd name="csX93" fmla="*/ 493135 w 858599"/>
              <a:gd name="csY93" fmla="*/ 265648 h 720000"/>
              <a:gd name="csX94" fmla="*/ 473017 w 858599"/>
              <a:gd name="csY94" fmla="*/ 320555 h 720000"/>
              <a:gd name="csX95" fmla="*/ 452287 w 858599"/>
              <a:gd name="csY95" fmla="*/ 384362 h 720000"/>
              <a:gd name="csX96" fmla="*/ 452287 w 858599"/>
              <a:gd name="csY96" fmla="*/ 462833 h 720000"/>
              <a:gd name="csX97" fmla="*/ 488992 w 858599"/>
              <a:gd name="csY97" fmla="*/ 486770 h 720000"/>
              <a:gd name="csX98" fmla="*/ 785233 w 858599"/>
              <a:gd name="csY98" fmla="*/ 544713 h 720000"/>
              <a:gd name="csX99" fmla="*/ 785233 w 858599"/>
              <a:gd name="csY99" fmla="*/ 505247 h 720000"/>
              <a:gd name="csX100" fmla="*/ 73708 w 858599"/>
              <a:gd name="csY100" fmla="*/ 505247 h 720000"/>
              <a:gd name="csX101" fmla="*/ 73708 w 858599"/>
              <a:gd name="csY101" fmla="*/ 544617 h 720000"/>
              <a:gd name="csX102" fmla="*/ 430992 w 858599"/>
              <a:gd name="csY102" fmla="*/ 660340 h 720000"/>
              <a:gd name="csX103" fmla="*/ 699396 w 858599"/>
              <a:gd name="csY103" fmla="*/ 562278 h 720000"/>
              <a:gd name="csX104" fmla="*/ 618845 w 858599"/>
              <a:gd name="csY104" fmla="*/ 562278 h 720000"/>
              <a:gd name="csX105" fmla="*/ 430992 w 858599"/>
              <a:gd name="csY105" fmla="*/ 626227 h 720000"/>
              <a:gd name="csX106" fmla="*/ 234323 w 858599"/>
              <a:gd name="csY106" fmla="*/ 562278 h 720000"/>
              <a:gd name="csX107" fmla="*/ 155093 w 858599"/>
              <a:gd name="csY107" fmla="*/ 562278 h 720000"/>
              <a:gd name="csX108" fmla="*/ 430992 w 858599"/>
              <a:gd name="csY108" fmla="*/ 720000 h 720000"/>
              <a:gd name="csX109" fmla="*/ 785033 w 858599"/>
              <a:gd name="csY109" fmla="*/ 583624 h 720000"/>
              <a:gd name="csX110" fmla="*/ 785033 w 858599"/>
              <a:gd name="csY110" fmla="*/ 562251 h 720000"/>
              <a:gd name="csX111" fmla="*/ 737594 w 858599"/>
              <a:gd name="csY111" fmla="*/ 562251 h 720000"/>
              <a:gd name="csX112" fmla="*/ 430992 w 858599"/>
              <a:gd name="csY112" fmla="*/ 675911 h 720000"/>
              <a:gd name="csX113" fmla="*/ 119792 w 858599"/>
              <a:gd name="csY113" fmla="*/ 562251 h 720000"/>
              <a:gd name="csX114" fmla="*/ 73651 w 858599"/>
              <a:gd name="csY114" fmla="*/ 562251 h 720000"/>
              <a:gd name="csX115" fmla="*/ 73651 w 858599"/>
              <a:gd name="csY115" fmla="*/ 583539 h 72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</a:cxnLst>
            <a:rect l="l" t="t" r="r" b="b"/>
            <a:pathLst>
              <a:path w="858599" h="720000">
                <a:moveTo>
                  <a:pt x="0" y="33201"/>
                </a:moveTo>
                <a:lnTo>
                  <a:pt x="858599" y="33127"/>
                </a:lnTo>
                <a:lnTo>
                  <a:pt x="858599" y="0"/>
                </a:lnTo>
                <a:lnTo>
                  <a:pt x="0" y="0"/>
                </a:lnTo>
                <a:close/>
                <a:moveTo>
                  <a:pt x="821329" y="90409"/>
                </a:moveTo>
                <a:lnTo>
                  <a:pt x="821329" y="56686"/>
                </a:lnTo>
                <a:lnTo>
                  <a:pt x="37564" y="56686"/>
                </a:lnTo>
                <a:lnTo>
                  <a:pt x="37564" y="90278"/>
                </a:lnTo>
                <a:close/>
                <a:moveTo>
                  <a:pt x="73249" y="146906"/>
                </a:moveTo>
                <a:lnTo>
                  <a:pt x="785341" y="146619"/>
                </a:lnTo>
                <a:lnTo>
                  <a:pt x="785341" y="113545"/>
                </a:lnTo>
                <a:lnTo>
                  <a:pt x="73249" y="113545"/>
                </a:lnTo>
                <a:close/>
                <a:moveTo>
                  <a:pt x="722285" y="459345"/>
                </a:moveTo>
                <a:cubicBezTo>
                  <a:pt x="714042" y="459345"/>
                  <a:pt x="712602" y="448179"/>
                  <a:pt x="712602" y="448179"/>
                </a:cubicBezTo>
                <a:lnTo>
                  <a:pt x="712602" y="200508"/>
                </a:lnTo>
                <a:cubicBezTo>
                  <a:pt x="712602" y="200508"/>
                  <a:pt x="712602" y="191511"/>
                  <a:pt x="721585" y="191511"/>
                </a:cubicBezTo>
                <a:cubicBezTo>
                  <a:pt x="730587" y="191511"/>
                  <a:pt x="732003" y="201190"/>
                  <a:pt x="732003" y="201190"/>
                </a:cubicBezTo>
                <a:lnTo>
                  <a:pt x="732003" y="450320"/>
                </a:lnTo>
                <a:cubicBezTo>
                  <a:pt x="732003" y="450320"/>
                  <a:pt x="730587" y="459345"/>
                  <a:pt x="722285" y="459345"/>
                </a:cubicBezTo>
                <a:close/>
                <a:moveTo>
                  <a:pt x="721585" y="486766"/>
                </a:moveTo>
                <a:cubicBezTo>
                  <a:pt x="754593" y="486766"/>
                  <a:pt x="759602" y="459918"/>
                  <a:pt x="759602" y="459918"/>
                </a:cubicBezTo>
                <a:lnTo>
                  <a:pt x="759602" y="194922"/>
                </a:lnTo>
                <a:cubicBezTo>
                  <a:pt x="759602" y="194922"/>
                  <a:pt x="759506" y="162983"/>
                  <a:pt x="721585" y="162983"/>
                </a:cubicBezTo>
                <a:cubicBezTo>
                  <a:pt x="683625" y="162983"/>
                  <a:pt x="685031" y="188633"/>
                  <a:pt x="685031" y="188633"/>
                </a:cubicBezTo>
                <a:lnTo>
                  <a:pt x="685031" y="462833"/>
                </a:lnTo>
                <a:cubicBezTo>
                  <a:pt x="685031" y="462833"/>
                  <a:pt x="687445" y="486766"/>
                  <a:pt x="721585" y="486766"/>
                </a:cubicBezTo>
                <a:close/>
                <a:moveTo>
                  <a:pt x="605623" y="486766"/>
                </a:moveTo>
                <a:cubicBezTo>
                  <a:pt x="636675" y="486766"/>
                  <a:pt x="642231" y="462833"/>
                  <a:pt x="642231" y="462833"/>
                </a:cubicBezTo>
                <a:lnTo>
                  <a:pt x="642231" y="389185"/>
                </a:lnTo>
                <a:lnTo>
                  <a:pt x="612927" y="389185"/>
                </a:lnTo>
                <a:lnTo>
                  <a:pt x="613227" y="452387"/>
                </a:lnTo>
                <a:cubicBezTo>
                  <a:pt x="613227" y="452387"/>
                  <a:pt x="611857" y="460631"/>
                  <a:pt x="602878" y="460631"/>
                </a:cubicBezTo>
                <a:cubicBezTo>
                  <a:pt x="593903" y="460631"/>
                  <a:pt x="593903" y="450913"/>
                  <a:pt x="593903" y="450913"/>
                </a:cubicBezTo>
                <a:lnTo>
                  <a:pt x="593903" y="200508"/>
                </a:lnTo>
                <a:cubicBezTo>
                  <a:pt x="593903" y="200508"/>
                  <a:pt x="591793" y="190021"/>
                  <a:pt x="601507" y="190021"/>
                </a:cubicBezTo>
                <a:cubicBezTo>
                  <a:pt x="611191" y="190021"/>
                  <a:pt x="611857" y="201190"/>
                  <a:pt x="611857" y="201190"/>
                </a:cubicBezTo>
                <a:lnTo>
                  <a:pt x="611857" y="274010"/>
                </a:lnTo>
                <a:lnTo>
                  <a:pt x="639455" y="274010"/>
                </a:lnTo>
                <a:lnTo>
                  <a:pt x="639455" y="193509"/>
                </a:lnTo>
                <a:cubicBezTo>
                  <a:pt x="639455" y="193509"/>
                  <a:pt x="634388" y="162983"/>
                  <a:pt x="600075" y="162983"/>
                </a:cubicBezTo>
                <a:cubicBezTo>
                  <a:pt x="572453" y="162983"/>
                  <a:pt x="569023" y="192088"/>
                  <a:pt x="569023" y="192088"/>
                </a:cubicBezTo>
                <a:lnTo>
                  <a:pt x="569023" y="460631"/>
                </a:lnTo>
                <a:cubicBezTo>
                  <a:pt x="569023" y="460631"/>
                  <a:pt x="574490" y="486766"/>
                  <a:pt x="605623" y="486766"/>
                </a:cubicBezTo>
                <a:close/>
                <a:moveTo>
                  <a:pt x="332899" y="486766"/>
                </a:moveTo>
                <a:lnTo>
                  <a:pt x="404779" y="486766"/>
                </a:lnTo>
                <a:lnTo>
                  <a:pt x="404779" y="459918"/>
                </a:lnTo>
                <a:lnTo>
                  <a:pt x="361924" y="459918"/>
                </a:lnTo>
                <a:lnTo>
                  <a:pt x="361924" y="342679"/>
                </a:lnTo>
                <a:lnTo>
                  <a:pt x="390306" y="342679"/>
                </a:lnTo>
                <a:lnTo>
                  <a:pt x="390306" y="312860"/>
                </a:lnTo>
                <a:lnTo>
                  <a:pt x="359859" y="312860"/>
                </a:lnTo>
                <a:lnTo>
                  <a:pt x="359859" y="192793"/>
                </a:lnTo>
                <a:lnTo>
                  <a:pt x="401341" y="192793"/>
                </a:lnTo>
                <a:lnTo>
                  <a:pt x="401341" y="164329"/>
                </a:lnTo>
                <a:lnTo>
                  <a:pt x="332899" y="164329"/>
                </a:lnTo>
                <a:close/>
                <a:moveTo>
                  <a:pt x="215524" y="486766"/>
                </a:moveTo>
                <a:lnTo>
                  <a:pt x="239052" y="486766"/>
                </a:lnTo>
                <a:lnTo>
                  <a:pt x="259776" y="382248"/>
                </a:lnTo>
                <a:lnTo>
                  <a:pt x="259776" y="486766"/>
                </a:lnTo>
                <a:lnTo>
                  <a:pt x="283992" y="486766"/>
                </a:lnTo>
                <a:lnTo>
                  <a:pt x="283992" y="163673"/>
                </a:lnTo>
                <a:lnTo>
                  <a:pt x="261790" y="163673"/>
                </a:lnTo>
                <a:lnTo>
                  <a:pt x="236248" y="277515"/>
                </a:lnTo>
                <a:lnTo>
                  <a:pt x="236248" y="163436"/>
                </a:lnTo>
                <a:lnTo>
                  <a:pt x="215524" y="163436"/>
                </a:lnTo>
                <a:close/>
                <a:moveTo>
                  <a:pt x="96845" y="486766"/>
                </a:moveTo>
                <a:lnTo>
                  <a:pt x="125182" y="486766"/>
                </a:lnTo>
                <a:lnTo>
                  <a:pt x="125182" y="201545"/>
                </a:lnTo>
                <a:cubicBezTo>
                  <a:pt x="125182" y="201545"/>
                  <a:pt x="126325" y="192793"/>
                  <a:pt x="133300" y="192793"/>
                </a:cubicBezTo>
                <a:cubicBezTo>
                  <a:pt x="140320" y="192793"/>
                  <a:pt x="141000" y="200508"/>
                  <a:pt x="141000" y="200508"/>
                </a:cubicBezTo>
                <a:lnTo>
                  <a:pt x="141000" y="486766"/>
                </a:lnTo>
                <a:lnTo>
                  <a:pt x="169337" y="486766"/>
                </a:lnTo>
                <a:lnTo>
                  <a:pt x="169337" y="193509"/>
                </a:lnTo>
                <a:cubicBezTo>
                  <a:pt x="169337" y="193509"/>
                  <a:pt x="168677" y="164329"/>
                  <a:pt x="132027" y="164329"/>
                </a:cubicBezTo>
                <a:cubicBezTo>
                  <a:pt x="95549" y="164329"/>
                  <a:pt x="97280" y="194198"/>
                  <a:pt x="97280" y="194198"/>
                </a:cubicBezTo>
                <a:close/>
                <a:moveTo>
                  <a:pt x="488992" y="486770"/>
                </a:moveTo>
                <a:cubicBezTo>
                  <a:pt x="520117" y="486770"/>
                  <a:pt x="523448" y="463530"/>
                  <a:pt x="523448" y="463530"/>
                </a:cubicBezTo>
                <a:lnTo>
                  <a:pt x="523448" y="387807"/>
                </a:lnTo>
                <a:lnTo>
                  <a:pt x="496061" y="387807"/>
                </a:lnTo>
                <a:lnTo>
                  <a:pt x="496061" y="450913"/>
                </a:lnTo>
                <a:cubicBezTo>
                  <a:pt x="496061" y="450913"/>
                  <a:pt x="493135" y="458567"/>
                  <a:pt x="487559" y="458567"/>
                </a:cubicBezTo>
                <a:cubicBezTo>
                  <a:pt x="482088" y="458567"/>
                  <a:pt x="478531" y="452387"/>
                  <a:pt x="478531" y="452387"/>
                </a:cubicBezTo>
                <a:lnTo>
                  <a:pt x="478531" y="388550"/>
                </a:lnTo>
                <a:cubicBezTo>
                  <a:pt x="478531" y="388550"/>
                  <a:pt x="484818" y="364280"/>
                  <a:pt x="495880" y="337932"/>
                </a:cubicBezTo>
                <a:cubicBezTo>
                  <a:pt x="506865" y="311533"/>
                  <a:pt x="520729" y="267794"/>
                  <a:pt x="520729" y="267794"/>
                </a:cubicBezTo>
                <a:lnTo>
                  <a:pt x="520729" y="186566"/>
                </a:lnTo>
                <a:cubicBezTo>
                  <a:pt x="520729" y="186566"/>
                  <a:pt x="513887" y="160940"/>
                  <a:pt x="484818" y="160940"/>
                </a:cubicBezTo>
                <a:cubicBezTo>
                  <a:pt x="455710" y="160940"/>
                  <a:pt x="450324" y="185199"/>
                  <a:pt x="450324" y="185199"/>
                </a:cubicBezTo>
                <a:lnTo>
                  <a:pt x="450324" y="274012"/>
                </a:lnTo>
                <a:lnTo>
                  <a:pt x="475816" y="274012"/>
                </a:lnTo>
                <a:lnTo>
                  <a:pt x="475816" y="198393"/>
                </a:lnTo>
                <a:cubicBezTo>
                  <a:pt x="475816" y="198393"/>
                  <a:pt x="475096" y="189388"/>
                  <a:pt x="484818" y="189388"/>
                </a:cubicBezTo>
                <a:cubicBezTo>
                  <a:pt x="494532" y="189388"/>
                  <a:pt x="493135" y="196252"/>
                  <a:pt x="493135" y="196252"/>
                </a:cubicBezTo>
                <a:lnTo>
                  <a:pt x="493135" y="265648"/>
                </a:lnTo>
                <a:cubicBezTo>
                  <a:pt x="493135" y="265648"/>
                  <a:pt x="482704" y="297580"/>
                  <a:pt x="473017" y="320555"/>
                </a:cubicBezTo>
                <a:cubicBezTo>
                  <a:pt x="463353" y="343467"/>
                  <a:pt x="452287" y="384362"/>
                  <a:pt x="452287" y="384362"/>
                </a:cubicBezTo>
                <a:lnTo>
                  <a:pt x="452287" y="462833"/>
                </a:lnTo>
                <a:cubicBezTo>
                  <a:pt x="452287" y="462833"/>
                  <a:pt x="457855" y="486770"/>
                  <a:pt x="488992" y="486770"/>
                </a:cubicBezTo>
                <a:close/>
                <a:moveTo>
                  <a:pt x="785233" y="544713"/>
                </a:moveTo>
                <a:lnTo>
                  <a:pt x="785233" y="505247"/>
                </a:lnTo>
                <a:lnTo>
                  <a:pt x="73708" y="505247"/>
                </a:lnTo>
                <a:lnTo>
                  <a:pt x="73708" y="544617"/>
                </a:lnTo>
                <a:close/>
                <a:moveTo>
                  <a:pt x="430992" y="660340"/>
                </a:moveTo>
                <a:lnTo>
                  <a:pt x="699396" y="562278"/>
                </a:lnTo>
                <a:lnTo>
                  <a:pt x="618845" y="562278"/>
                </a:lnTo>
                <a:lnTo>
                  <a:pt x="430992" y="626227"/>
                </a:lnTo>
                <a:lnTo>
                  <a:pt x="234323" y="562278"/>
                </a:lnTo>
                <a:lnTo>
                  <a:pt x="155093" y="562278"/>
                </a:lnTo>
                <a:close/>
                <a:moveTo>
                  <a:pt x="430992" y="720000"/>
                </a:moveTo>
                <a:lnTo>
                  <a:pt x="785033" y="583624"/>
                </a:lnTo>
                <a:lnTo>
                  <a:pt x="785033" y="562251"/>
                </a:lnTo>
                <a:lnTo>
                  <a:pt x="737594" y="562251"/>
                </a:lnTo>
                <a:lnTo>
                  <a:pt x="430992" y="675911"/>
                </a:lnTo>
                <a:lnTo>
                  <a:pt x="119792" y="562251"/>
                </a:lnTo>
                <a:lnTo>
                  <a:pt x="73651" y="562251"/>
                </a:lnTo>
                <a:lnTo>
                  <a:pt x="73651" y="583539"/>
                </a:lnTo>
                <a:close/>
              </a:path>
            </a:pathLst>
          </a:custGeom>
          <a:solidFill>
            <a:srgbClr val="231F20"/>
          </a:solidFill>
          <a:ln w="812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21" name="Freeform: Shape 220">
            <a:extLst>
              <a:ext uri="{FF2B5EF4-FFF2-40B4-BE49-F238E27FC236}">
                <a16:creationId xmlns:a16="http://schemas.microsoft.com/office/drawing/2014/main" id="{2EB9BCAA-CD32-BE1A-332A-4ED0013C12B6}"/>
              </a:ext>
            </a:extLst>
          </p:cNvPr>
          <p:cNvSpPr/>
          <p:nvPr/>
        </p:nvSpPr>
        <p:spPr>
          <a:xfrm>
            <a:off x="7166353" y="6129499"/>
            <a:ext cx="536158" cy="519621"/>
          </a:xfrm>
          <a:custGeom>
            <a:avLst/>
            <a:gdLst>
              <a:gd name="csX0" fmla="*/ 174987 w 536158"/>
              <a:gd name="csY0" fmla="*/ 138214 h 519621"/>
              <a:gd name="csX1" fmla="*/ 176840 w 536158"/>
              <a:gd name="csY1" fmla="*/ 150078 h 519621"/>
              <a:gd name="csX2" fmla="*/ 160688 w 536158"/>
              <a:gd name="csY2" fmla="*/ 199269 h 519621"/>
              <a:gd name="csX3" fmla="*/ 146719 w 536158"/>
              <a:gd name="csY3" fmla="*/ 248112 h 519621"/>
              <a:gd name="csX4" fmla="*/ 162758 w 536158"/>
              <a:gd name="csY4" fmla="*/ 299816 h 519621"/>
              <a:gd name="csX5" fmla="*/ 174995 w 536158"/>
              <a:gd name="csY5" fmla="*/ 329867 h 519621"/>
              <a:gd name="csX6" fmla="*/ 176493 w 536158"/>
              <a:gd name="csY6" fmla="*/ 356108 h 519621"/>
              <a:gd name="csX7" fmla="*/ 165417 w 536158"/>
              <a:gd name="csY7" fmla="*/ 345367 h 519621"/>
              <a:gd name="csX8" fmla="*/ 95008 w 536158"/>
              <a:gd name="csY8" fmla="*/ 280157 h 519621"/>
              <a:gd name="csX9" fmla="*/ 34637 w 536158"/>
              <a:gd name="csY9" fmla="*/ 259718 h 519621"/>
              <a:gd name="csX10" fmla="*/ 584 w 536158"/>
              <a:gd name="csY10" fmla="*/ 248719 h 519621"/>
              <a:gd name="csX11" fmla="*/ 38681 w 536158"/>
              <a:gd name="csY11" fmla="*/ 233477 h 519621"/>
              <a:gd name="csX12" fmla="*/ 106319 w 536158"/>
              <a:gd name="csY12" fmla="*/ 207409 h 519621"/>
              <a:gd name="csX13" fmla="*/ 159528 w 536158"/>
              <a:gd name="csY13" fmla="*/ 156228 h 519621"/>
              <a:gd name="csX14" fmla="*/ 174987 w 536158"/>
              <a:gd name="csY14" fmla="*/ 138214 h 519621"/>
              <a:gd name="csX15" fmla="*/ 136214 w 536158"/>
              <a:gd name="csY15" fmla="*/ 949 h 519621"/>
              <a:gd name="csX16" fmla="*/ 142909 w 536158"/>
              <a:gd name="csY16" fmla="*/ 4500 h 519621"/>
              <a:gd name="csX17" fmla="*/ 172224 w 536158"/>
              <a:gd name="csY17" fmla="*/ 33251 h 519621"/>
              <a:gd name="csX18" fmla="*/ 209048 w 536158"/>
              <a:gd name="csY18" fmla="*/ 71877 h 519621"/>
              <a:gd name="csX19" fmla="*/ 262023 w 536158"/>
              <a:gd name="csY19" fmla="*/ 127735 h 519621"/>
              <a:gd name="csX20" fmla="*/ 367870 w 536158"/>
              <a:gd name="csY20" fmla="*/ 239194 h 519621"/>
              <a:gd name="csX21" fmla="*/ 384498 w 536158"/>
              <a:gd name="csY21" fmla="*/ 258593 h 519621"/>
              <a:gd name="csX22" fmla="*/ 372607 w 536158"/>
              <a:gd name="csY22" fmla="*/ 275914 h 519621"/>
              <a:gd name="csX23" fmla="*/ 243559 w 536158"/>
              <a:gd name="csY23" fmla="*/ 412140 h 519621"/>
              <a:gd name="csX24" fmla="*/ 142796 w 536158"/>
              <a:gd name="csY24" fmla="*/ 516236 h 519621"/>
              <a:gd name="csX25" fmla="*/ 134369 w 536158"/>
              <a:gd name="csY25" fmla="*/ 511126 h 519621"/>
              <a:gd name="csX26" fmla="*/ 210321 w 536158"/>
              <a:gd name="csY26" fmla="*/ 383040 h 519621"/>
              <a:gd name="csX27" fmla="*/ 265721 w 536158"/>
              <a:gd name="csY27" fmla="*/ 283100 h 519621"/>
              <a:gd name="csX28" fmla="*/ 268839 w 536158"/>
              <a:gd name="csY28" fmla="*/ 259718 h 519621"/>
              <a:gd name="csX29" fmla="*/ 266301 w 536158"/>
              <a:gd name="csY29" fmla="*/ 237287 h 519621"/>
              <a:gd name="csX30" fmla="*/ 202578 w 536158"/>
              <a:gd name="csY30" fmla="*/ 123058 h 519621"/>
              <a:gd name="csX31" fmla="*/ 137600 w 536158"/>
              <a:gd name="csY31" fmla="*/ 15931 h 519621"/>
              <a:gd name="csX32" fmla="*/ 136214 w 536158"/>
              <a:gd name="csY32" fmla="*/ 949 h 519621"/>
              <a:gd name="csX33" fmla="*/ 533395 w 536158"/>
              <a:gd name="csY33" fmla="*/ 83 h 519621"/>
              <a:gd name="csX34" fmla="*/ 536158 w 536158"/>
              <a:gd name="csY34" fmla="*/ 1814 h 519621"/>
              <a:gd name="csX35" fmla="*/ 527506 w 536158"/>
              <a:gd name="csY35" fmla="*/ 13679 h 519621"/>
              <a:gd name="csX36" fmla="*/ 514118 w 536158"/>
              <a:gd name="csY36" fmla="*/ 32472 h 519621"/>
              <a:gd name="csX37" fmla="*/ 469906 w 536158"/>
              <a:gd name="csY37" fmla="*/ 299296 h 519621"/>
              <a:gd name="csX38" fmla="*/ 465178 w 536158"/>
              <a:gd name="csY38" fmla="*/ 430152 h 519621"/>
              <a:gd name="csX39" fmla="*/ 461133 w 536158"/>
              <a:gd name="csY39" fmla="*/ 510086 h 519621"/>
              <a:gd name="csX40" fmla="*/ 453746 w 536158"/>
              <a:gd name="csY40" fmla="*/ 518746 h 519621"/>
              <a:gd name="csX41" fmla="*/ 443821 w 536158"/>
              <a:gd name="csY41" fmla="*/ 373168 h 519621"/>
              <a:gd name="csX42" fmla="*/ 424084 w 536158"/>
              <a:gd name="csY42" fmla="*/ 123665 h 519621"/>
              <a:gd name="csX43" fmla="*/ 402269 w 536158"/>
              <a:gd name="csY43" fmla="*/ 43124 h 519621"/>
              <a:gd name="csX44" fmla="*/ 379068 w 536158"/>
              <a:gd name="csY44" fmla="*/ 8223 h 519621"/>
              <a:gd name="csX45" fmla="*/ 375145 w 536158"/>
              <a:gd name="csY45" fmla="*/ 775 h 519621"/>
              <a:gd name="csX46" fmla="*/ 391998 w 536158"/>
              <a:gd name="csY46" fmla="*/ 2681 h 519621"/>
              <a:gd name="csX47" fmla="*/ 405153 w 536158"/>
              <a:gd name="csY47" fmla="*/ 11168 h 519621"/>
              <a:gd name="csX48" fmla="*/ 436780 w 536158"/>
              <a:gd name="csY48" fmla="*/ 34464 h 519621"/>
              <a:gd name="csX49" fmla="*/ 499689 w 536158"/>
              <a:gd name="csY49" fmla="*/ 15585 h 519621"/>
              <a:gd name="csX50" fmla="*/ 525428 w 536158"/>
              <a:gd name="csY50" fmla="*/ 949 h 519621"/>
              <a:gd name="csX51" fmla="*/ 533395 w 536158"/>
              <a:gd name="csY51" fmla="*/ 83 h 5196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536158" h="519621">
                <a:moveTo>
                  <a:pt x="174987" y="138214"/>
                </a:moveTo>
                <a:cubicBezTo>
                  <a:pt x="177273" y="137435"/>
                  <a:pt x="177308" y="141591"/>
                  <a:pt x="176840" y="150078"/>
                </a:cubicBezTo>
                <a:cubicBezTo>
                  <a:pt x="176147" y="164281"/>
                  <a:pt x="173843" y="171123"/>
                  <a:pt x="160688" y="199269"/>
                </a:cubicBezTo>
                <a:cubicBezTo>
                  <a:pt x="148564" y="225077"/>
                  <a:pt x="146598" y="232179"/>
                  <a:pt x="146719" y="248112"/>
                </a:cubicBezTo>
                <a:cubicBezTo>
                  <a:pt x="146719" y="263788"/>
                  <a:pt x="148451" y="269072"/>
                  <a:pt x="162758" y="299816"/>
                </a:cubicBezTo>
                <a:cubicBezTo>
                  <a:pt x="168188" y="311506"/>
                  <a:pt x="173731" y="325017"/>
                  <a:pt x="174995" y="329867"/>
                </a:cubicBezTo>
                <a:cubicBezTo>
                  <a:pt x="177074" y="338181"/>
                  <a:pt x="178000" y="354461"/>
                  <a:pt x="176493" y="356108"/>
                </a:cubicBezTo>
                <a:cubicBezTo>
                  <a:pt x="174883" y="357579"/>
                  <a:pt x="172111" y="354894"/>
                  <a:pt x="165417" y="345367"/>
                </a:cubicBezTo>
                <a:cubicBezTo>
                  <a:pt x="144182" y="315229"/>
                  <a:pt x="121552" y="294186"/>
                  <a:pt x="95008" y="280157"/>
                </a:cubicBezTo>
                <a:cubicBezTo>
                  <a:pt x="77809" y="271063"/>
                  <a:pt x="63493" y="266126"/>
                  <a:pt x="34637" y="259718"/>
                </a:cubicBezTo>
                <a:cubicBezTo>
                  <a:pt x="13861" y="255214"/>
                  <a:pt x="1979" y="251404"/>
                  <a:pt x="584" y="248719"/>
                </a:cubicBezTo>
                <a:cubicBezTo>
                  <a:pt x="-2066" y="243782"/>
                  <a:pt x="3243" y="241704"/>
                  <a:pt x="38681" y="233477"/>
                </a:cubicBezTo>
                <a:cubicBezTo>
                  <a:pt x="70421" y="226117"/>
                  <a:pt x="88192" y="219275"/>
                  <a:pt x="106319" y="207409"/>
                </a:cubicBezTo>
                <a:cubicBezTo>
                  <a:pt x="126748" y="194073"/>
                  <a:pt x="142562" y="178918"/>
                  <a:pt x="159528" y="156228"/>
                </a:cubicBezTo>
                <a:cubicBezTo>
                  <a:pt x="168127" y="144796"/>
                  <a:pt x="172692" y="139081"/>
                  <a:pt x="174987" y="138214"/>
                </a:cubicBezTo>
                <a:close/>
                <a:moveTo>
                  <a:pt x="136214" y="949"/>
                </a:moveTo>
                <a:cubicBezTo>
                  <a:pt x="136907" y="949"/>
                  <a:pt x="139903" y="2595"/>
                  <a:pt x="142909" y="4500"/>
                </a:cubicBezTo>
                <a:cubicBezTo>
                  <a:pt x="145792" y="6405"/>
                  <a:pt x="158956" y="19395"/>
                  <a:pt x="172224" y="33251"/>
                </a:cubicBezTo>
                <a:cubicBezTo>
                  <a:pt x="185388" y="47107"/>
                  <a:pt x="202007" y="64515"/>
                  <a:pt x="209048" y="71877"/>
                </a:cubicBezTo>
                <a:cubicBezTo>
                  <a:pt x="216089" y="79238"/>
                  <a:pt x="239870" y="104353"/>
                  <a:pt x="262023" y="127735"/>
                </a:cubicBezTo>
                <a:cubicBezTo>
                  <a:pt x="302545" y="170431"/>
                  <a:pt x="338555" y="208363"/>
                  <a:pt x="367870" y="239194"/>
                </a:cubicBezTo>
                <a:cubicBezTo>
                  <a:pt x="376643" y="248199"/>
                  <a:pt x="384030" y="256946"/>
                  <a:pt x="384498" y="258593"/>
                </a:cubicBezTo>
                <a:cubicBezTo>
                  <a:pt x="385303" y="262056"/>
                  <a:pt x="384151" y="263961"/>
                  <a:pt x="372607" y="275914"/>
                </a:cubicBezTo>
                <a:cubicBezTo>
                  <a:pt x="363141" y="285785"/>
                  <a:pt x="326551" y="324323"/>
                  <a:pt x="243559" y="412140"/>
                </a:cubicBezTo>
                <a:cubicBezTo>
                  <a:pt x="160567" y="499867"/>
                  <a:pt x="148330" y="512511"/>
                  <a:pt x="142796" y="516236"/>
                </a:cubicBezTo>
                <a:cubicBezTo>
                  <a:pt x="133902" y="522212"/>
                  <a:pt x="130446" y="520133"/>
                  <a:pt x="134369" y="511126"/>
                </a:cubicBezTo>
                <a:cubicBezTo>
                  <a:pt x="138526" y="501599"/>
                  <a:pt x="176381" y="437600"/>
                  <a:pt x="210321" y="383040"/>
                </a:cubicBezTo>
                <a:cubicBezTo>
                  <a:pt x="247829" y="322418"/>
                  <a:pt x="259953" y="300681"/>
                  <a:pt x="265721" y="283100"/>
                </a:cubicBezTo>
                <a:cubicBezTo>
                  <a:pt x="268371" y="275133"/>
                  <a:pt x="268839" y="271755"/>
                  <a:pt x="268839" y="259718"/>
                </a:cubicBezTo>
                <a:cubicBezTo>
                  <a:pt x="268951" y="248372"/>
                  <a:pt x="268493" y="244302"/>
                  <a:pt x="266301" y="237287"/>
                </a:cubicBezTo>
                <a:cubicBezTo>
                  <a:pt x="259953" y="216937"/>
                  <a:pt x="246097" y="192082"/>
                  <a:pt x="202578" y="123058"/>
                </a:cubicBezTo>
                <a:cubicBezTo>
                  <a:pt x="179732" y="86772"/>
                  <a:pt x="146485" y="32125"/>
                  <a:pt x="137600" y="15931"/>
                </a:cubicBezTo>
                <a:cubicBezTo>
                  <a:pt x="132403" y="6665"/>
                  <a:pt x="131945" y="949"/>
                  <a:pt x="136214" y="949"/>
                </a:cubicBezTo>
                <a:close/>
                <a:moveTo>
                  <a:pt x="533395" y="83"/>
                </a:moveTo>
                <a:cubicBezTo>
                  <a:pt x="535206" y="256"/>
                  <a:pt x="536158" y="862"/>
                  <a:pt x="536158" y="1814"/>
                </a:cubicBezTo>
                <a:cubicBezTo>
                  <a:pt x="536158" y="2334"/>
                  <a:pt x="532235" y="7704"/>
                  <a:pt x="527506" y="13679"/>
                </a:cubicBezTo>
                <a:cubicBezTo>
                  <a:pt x="522657" y="19742"/>
                  <a:pt x="516768" y="28142"/>
                  <a:pt x="514118" y="32472"/>
                </a:cubicBezTo>
                <a:cubicBezTo>
                  <a:pt x="490102" y="72569"/>
                  <a:pt x="475795" y="158652"/>
                  <a:pt x="469906" y="299296"/>
                </a:cubicBezTo>
                <a:cubicBezTo>
                  <a:pt x="468062" y="340692"/>
                  <a:pt x="467949" y="346667"/>
                  <a:pt x="465178" y="430152"/>
                </a:cubicBezTo>
                <a:cubicBezTo>
                  <a:pt x="463099" y="495537"/>
                  <a:pt x="462632" y="502639"/>
                  <a:pt x="461133" y="510086"/>
                </a:cubicBezTo>
                <a:cubicBezTo>
                  <a:pt x="459635" y="516928"/>
                  <a:pt x="456405" y="520911"/>
                  <a:pt x="453746" y="518746"/>
                </a:cubicBezTo>
                <a:cubicBezTo>
                  <a:pt x="448905" y="514676"/>
                  <a:pt x="447519" y="494152"/>
                  <a:pt x="443821" y="373168"/>
                </a:cubicBezTo>
                <a:cubicBezTo>
                  <a:pt x="440357" y="261276"/>
                  <a:pt x="434355" y="185413"/>
                  <a:pt x="424084" y="123665"/>
                </a:cubicBezTo>
                <a:cubicBezTo>
                  <a:pt x="417503" y="84000"/>
                  <a:pt x="412194" y="64082"/>
                  <a:pt x="402269" y="43124"/>
                </a:cubicBezTo>
                <a:cubicBezTo>
                  <a:pt x="397194" y="32212"/>
                  <a:pt x="392569" y="25371"/>
                  <a:pt x="379068" y="8223"/>
                </a:cubicBezTo>
                <a:cubicBezTo>
                  <a:pt x="376409" y="4760"/>
                  <a:pt x="374677" y="1641"/>
                  <a:pt x="375145" y="775"/>
                </a:cubicBezTo>
                <a:cubicBezTo>
                  <a:pt x="376184" y="-783"/>
                  <a:pt x="384151" y="83"/>
                  <a:pt x="391998" y="2681"/>
                </a:cubicBezTo>
                <a:cubicBezTo>
                  <a:pt x="394882" y="3720"/>
                  <a:pt x="400771" y="7444"/>
                  <a:pt x="405153" y="11168"/>
                </a:cubicBezTo>
                <a:cubicBezTo>
                  <a:pt x="421893" y="25371"/>
                  <a:pt x="428588" y="30220"/>
                  <a:pt x="436780" y="34464"/>
                </a:cubicBezTo>
                <a:cubicBezTo>
                  <a:pt x="456518" y="44337"/>
                  <a:pt x="471985" y="39660"/>
                  <a:pt x="499689" y="15585"/>
                </a:cubicBezTo>
                <a:cubicBezTo>
                  <a:pt x="511580" y="5105"/>
                  <a:pt x="515728" y="2767"/>
                  <a:pt x="525428" y="949"/>
                </a:cubicBezTo>
                <a:cubicBezTo>
                  <a:pt x="528892" y="256"/>
                  <a:pt x="531577" y="-4"/>
                  <a:pt x="533395" y="83"/>
                </a:cubicBezTo>
                <a:close/>
              </a:path>
            </a:pathLst>
          </a:custGeom>
          <a:solidFill>
            <a:srgbClr val="000000"/>
          </a:solidFill>
          <a:ln w="1388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25" name="Freeform: Shape 224">
            <a:extLst>
              <a:ext uri="{FF2B5EF4-FFF2-40B4-BE49-F238E27FC236}">
                <a16:creationId xmlns:a16="http://schemas.microsoft.com/office/drawing/2014/main" id="{A5A5AD10-7977-7802-EFFB-A675F1D0B1E9}"/>
              </a:ext>
            </a:extLst>
          </p:cNvPr>
          <p:cNvSpPr/>
          <p:nvPr/>
        </p:nvSpPr>
        <p:spPr>
          <a:xfrm>
            <a:off x="194908" y="6186163"/>
            <a:ext cx="819178" cy="519627"/>
          </a:xfrm>
          <a:custGeom>
            <a:avLst/>
            <a:gdLst>
              <a:gd name="csX0" fmla="*/ 589940 w 819178"/>
              <a:gd name="csY0" fmla="*/ 0 h 519627"/>
              <a:gd name="csX1" fmla="*/ 591671 w 819178"/>
              <a:gd name="csY1" fmla="*/ 2078 h 519627"/>
              <a:gd name="csX2" fmla="*/ 591671 w 819178"/>
              <a:gd name="csY2" fmla="*/ 16887 h 519627"/>
              <a:gd name="csX3" fmla="*/ 584830 w 819178"/>
              <a:gd name="csY3" fmla="*/ 22950 h 519627"/>
              <a:gd name="csX4" fmla="*/ 549929 w 819178"/>
              <a:gd name="csY4" fmla="*/ 37932 h 519627"/>
              <a:gd name="csX5" fmla="*/ 527758 w 819178"/>
              <a:gd name="csY5" fmla="*/ 73352 h 519627"/>
              <a:gd name="csX6" fmla="*/ 449902 w 819178"/>
              <a:gd name="csY6" fmla="*/ 219192 h 519627"/>
              <a:gd name="csX7" fmla="*/ 447824 w 819178"/>
              <a:gd name="csY7" fmla="*/ 223608 h 519627"/>
              <a:gd name="csX8" fmla="*/ 542914 w 819178"/>
              <a:gd name="csY8" fmla="*/ 418551 h 519627"/>
              <a:gd name="csX9" fmla="*/ 548630 w 819178"/>
              <a:gd name="csY9" fmla="*/ 420110 h 519627"/>
              <a:gd name="csX10" fmla="*/ 698453 w 819178"/>
              <a:gd name="csY10" fmla="*/ 63826 h 519627"/>
              <a:gd name="csX11" fmla="*/ 696115 w 819178"/>
              <a:gd name="csY11" fmla="*/ 33342 h 519627"/>
              <a:gd name="csX12" fmla="*/ 667363 w 819178"/>
              <a:gd name="csY12" fmla="*/ 23296 h 519627"/>
              <a:gd name="csX13" fmla="*/ 653247 w 819178"/>
              <a:gd name="csY13" fmla="*/ 22690 h 519627"/>
              <a:gd name="csX14" fmla="*/ 648310 w 819178"/>
              <a:gd name="csY14" fmla="*/ 20872 h 519627"/>
              <a:gd name="csX15" fmla="*/ 645972 w 819178"/>
              <a:gd name="csY15" fmla="*/ 16541 h 519627"/>
              <a:gd name="csX16" fmla="*/ 645972 w 819178"/>
              <a:gd name="csY16" fmla="*/ 1732 h 519627"/>
              <a:gd name="csX17" fmla="*/ 648137 w 819178"/>
              <a:gd name="csY17" fmla="*/ 173 h 519627"/>
              <a:gd name="csX18" fmla="*/ 817359 w 819178"/>
              <a:gd name="csY18" fmla="*/ 173 h 519627"/>
              <a:gd name="csX19" fmla="*/ 819178 w 819178"/>
              <a:gd name="csY19" fmla="*/ 1732 h 519627"/>
              <a:gd name="csX20" fmla="*/ 819178 w 819178"/>
              <a:gd name="csY20" fmla="*/ 16541 h 519627"/>
              <a:gd name="csX21" fmla="*/ 812337 w 819178"/>
              <a:gd name="csY21" fmla="*/ 22603 h 519627"/>
              <a:gd name="csX22" fmla="*/ 763059 w 819178"/>
              <a:gd name="csY22" fmla="*/ 36980 h 519627"/>
              <a:gd name="csX23" fmla="*/ 738117 w 819178"/>
              <a:gd name="csY23" fmla="*/ 73092 h 519627"/>
              <a:gd name="csX24" fmla="*/ 553133 w 819178"/>
              <a:gd name="csY24" fmla="*/ 494156 h 519627"/>
              <a:gd name="csX25" fmla="*/ 501777 w 819178"/>
              <a:gd name="csY25" fmla="*/ 493203 h 519627"/>
              <a:gd name="csX26" fmla="*/ 426520 w 819178"/>
              <a:gd name="csY26" fmla="*/ 330390 h 519627"/>
              <a:gd name="csX27" fmla="*/ 411884 w 819178"/>
              <a:gd name="csY27" fmla="*/ 298174 h 519627"/>
              <a:gd name="csX28" fmla="*/ 395949 w 819178"/>
              <a:gd name="csY28" fmla="*/ 331169 h 519627"/>
              <a:gd name="csX29" fmla="*/ 314628 w 819178"/>
              <a:gd name="csY29" fmla="*/ 493810 h 519627"/>
              <a:gd name="csX30" fmla="*/ 262494 w 819178"/>
              <a:gd name="csY30" fmla="*/ 494675 h 519627"/>
              <a:gd name="csX31" fmla="*/ 69975 w 819178"/>
              <a:gd name="csY31" fmla="*/ 71274 h 519627"/>
              <a:gd name="csX32" fmla="*/ 48844 w 819178"/>
              <a:gd name="csY32" fmla="*/ 32389 h 519627"/>
              <a:gd name="csX33" fmla="*/ 10652 w 819178"/>
              <a:gd name="csY33" fmla="*/ 23123 h 519627"/>
              <a:gd name="csX34" fmla="*/ 0 w 819178"/>
              <a:gd name="csY34" fmla="*/ 17754 h 519627"/>
              <a:gd name="csX35" fmla="*/ 0 w 819178"/>
              <a:gd name="csY35" fmla="*/ 2252 h 519627"/>
              <a:gd name="csX36" fmla="*/ 1732 w 819178"/>
              <a:gd name="csY36" fmla="*/ 692 h 519627"/>
              <a:gd name="csX37" fmla="*/ 185763 w 819178"/>
              <a:gd name="csY37" fmla="*/ 692 h 519627"/>
              <a:gd name="csX38" fmla="*/ 187496 w 819178"/>
              <a:gd name="csY38" fmla="*/ 2252 h 519627"/>
              <a:gd name="csX39" fmla="*/ 187496 w 819178"/>
              <a:gd name="csY39" fmla="*/ 16974 h 519627"/>
              <a:gd name="csX40" fmla="*/ 179788 w 819178"/>
              <a:gd name="csY40" fmla="*/ 23037 h 519627"/>
              <a:gd name="csX41" fmla="*/ 160649 w 819178"/>
              <a:gd name="csY41" fmla="*/ 23902 h 519627"/>
              <a:gd name="csX42" fmla="*/ 135880 w 819178"/>
              <a:gd name="csY42" fmla="*/ 38538 h 519627"/>
              <a:gd name="csX43" fmla="*/ 141509 w 819178"/>
              <a:gd name="csY43" fmla="*/ 59063 h 519627"/>
              <a:gd name="csX44" fmla="*/ 305622 w 819178"/>
              <a:gd name="csY44" fmla="*/ 418119 h 519627"/>
              <a:gd name="csX45" fmla="*/ 310298 w 819178"/>
              <a:gd name="csY45" fmla="*/ 419418 h 519627"/>
              <a:gd name="csX46" fmla="*/ 392399 w 819178"/>
              <a:gd name="csY46" fmla="*/ 255218 h 519627"/>
              <a:gd name="csX47" fmla="*/ 391013 w 819178"/>
              <a:gd name="csY47" fmla="*/ 252014 h 519627"/>
              <a:gd name="csX48" fmla="*/ 375944 w 819178"/>
              <a:gd name="csY48" fmla="*/ 218759 h 519627"/>
              <a:gd name="csX49" fmla="*/ 319479 w 819178"/>
              <a:gd name="csY49" fmla="*/ 107388 h 519627"/>
              <a:gd name="csX50" fmla="*/ 319479 w 819178"/>
              <a:gd name="csY50" fmla="*/ 107648 h 519627"/>
              <a:gd name="csX51" fmla="*/ 304929 w 819178"/>
              <a:gd name="csY51" fmla="*/ 78029 h 519627"/>
              <a:gd name="csX52" fmla="*/ 255566 w 819178"/>
              <a:gd name="csY52" fmla="*/ 22777 h 519627"/>
              <a:gd name="csX53" fmla="*/ 244914 w 819178"/>
              <a:gd name="csY53" fmla="*/ 17494 h 519627"/>
              <a:gd name="csX54" fmla="*/ 244914 w 819178"/>
              <a:gd name="csY54" fmla="*/ 1992 h 519627"/>
              <a:gd name="csX55" fmla="*/ 247079 w 819178"/>
              <a:gd name="csY55" fmla="*/ 433 h 519627"/>
              <a:gd name="csX56" fmla="*/ 393091 w 819178"/>
              <a:gd name="csY56" fmla="*/ 347 h 519627"/>
              <a:gd name="csX57" fmla="*/ 396988 w 819178"/>
              <a:gd name="csY57" fmla="*/ 1645 h 519627"/>
              <a:gd name="csX58" fmla="*/ 396988 w 819178"/>
              <a:gd name="csY58" fmla="*/ 17147 h 519627"/>
              <a:gd name="csX59" fmla="*/ 389280 w 819178"/>
              <a:gd name="csY59" fmla="*/ 22517 h 519627"/>
              <a:gd name="csX60" fmla="*/ 378715 w 819178"/>
              <a:gd name="csY60" fmla="*/ 24076 h 519627"/>
              <a:gd name="csX61" fmla="*/ 374125 w 819178"/>
              <a:gd name="csY61" fmla="*/ 72573 h 519627"/>
              <a:gd name="csX62" fmla="*/ 428251 w 819178"/>
              <a:gd name="csY62" fmla="*/ 183598 h 519627"/>
              <a:gd name="csX63" fmla="*/ 488094 w 819178"/>
              <a:gd name="csY63" fmla="*/ 64000 h 519627"/>
              <a:gd name="csX64" fmla="*/ 491905 w 819178"/>
              <a:gd name="csY64" fmla="*/ 31610 h 519627"/>
              <a:gd name="csX65" fmla="*/ 464192 w 819178"/>
              <a:gd name="csY65" fmla="*/ 23556 h 519627"/>
              <a:gd name="csX66" fmla="*/ 457437 w 819178"/>
              <a:gd name="csY66" fmla="*/ 22777 h 519627"/>
              <a:gd name="csX67" fmla="*/ 452501 w 819178"/>
              <a:gd name="csY67" fmla="*/ 21045 h 519627"/>
              <a:gd name="csX68" fmla="*/ 450162 w 819178"/>
              <a:gd name="csY68" fmla="*/ 16715 h 519627"/>
              <a:gd name="csX69" fmla="*/ 450162 w 819178"/>
              <a:gd name="csY69" fmla="*/ 1905 h 519627"/>
              <a:gd name="csX70" fmla="*/ 452327 w 819178"/>
              <a:gd name="csY70" fmla="*/ 347 h 519627"/>
              <a:gd name="csX71" fmla="*/ 589940 w 819178"/>
              <a:gd name="csY71" fmla="*/ 347 h 5196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</a:cxnLst>
            <a:rect l="l" t="t" r="r" b="b"/>
            <a:pathLst>
              <a:path w="819178" h="519627">
                <a:moveTo>
                  <a:pt x="589940" y="0"/>
                </a:moveTo>
                <a:lnTo>
                  <a:pt x="591671" y="2078"/>
                </a:lnTo>
                <a:lnTo>
                  <a:pt x="591671" y="16887"/>
                </a:lnTo>
                <a:cubicBezTo>
                  <a:pt x="591671" y="20958"/>
                  <a:pt x="589334" y="22950"/>
                  <a:pt x="584830" y="22950"/>
                </a:cubicBezTo>
                <a:cubicBezTo>
                  <a:pt x="562659" y="23989"/>
                  <a:pt x="558069" y="26154"/>
                  <a:pt x="549929" y="37932"/>
                </a:cubicBezTo>
                <a:cubicBezTo>
                  <a:pt x="545599" y="44167"/>
                  <a:pt x="536852" y="57937"/>
                  <a:pt x="527758" y="73352"/>
                </a:cubicBezTo>
                <a:lnTo>
                  <a:pt x="449902" y="219192"/>
                </a:lnTo>
                <a:lnTo>
                  <a:pt x="447824" y="223608"/>
                </a:lnTo>
                <a:lnTo>
                  <a:pt x="542914" y="418551"/>
                </a:lnTo>
                <a:lnTo>
                  <a:pt x="548630" y="420110"/>
                </a:lnTo>
                <a:lnTo>
                  <a:pt x="698453" y="63826"/>
                </a:lnTo>
                <a:cubicBezTo>
                  <a:pt x="703649" y="49537"/>
                  <a:pt x="702870" y="39318"/>
                  <a:pt x="696115" y="33342"/>
                </a:cubicBezTo>
                <a:cubicBezTo>
                  <a:pt x="689446" y="27626"/>
                  <a:pt x="684684" y="24076"/>
                  <a:pt x="667363" y="23296"/>
                </a:cubicBezTo>
                <a:lnTo>
                  <a:pt x="653247" y="22690"/>
                </a:lnTo>
                <a:cubicBezTo>
                  <a:pt x="651514" y="22690"/>
                  <a:pt x="649956" y="22084"/>
                  <a:pt x="648310" y="20872"/>
                </a:cubicBezTo>
                <a:cubicBezTo>
                  <a:pt x="646837" y="19746"/>
                  <a:pt x="645972" y="18273"/>
                  <a:pt x="645972" y="16541"/>
                </a:cubicBezTo>
                <a:lnTo>
                  <a:pt x="645972" y="1732"/>
                </a:lnTo>
                <a:lnTo>
                  <a:pt x="648137" y="173"/>
                </a:lnTo>
                <a:lnTo>
                  <a:pt x="817359" y="173"/>
                </a:lnTo>
                <a:lnTo>
                  <a:pt x="819178" y="1732"/>
                </a:lnTo>
                <a:lnTo>
                  <a:pt x="819178" y="16541"/>
                </a:lnTo>
                <a:cubicBezTo>
                  <a:pt x="819178" y="20525"/>
                  <a:pt x="816839" y="22603"/>
                  <a:pt x="812337" y="22603"/>
                </a:cubicBezTo>
                <a:cubicBezTo>
                  <a:pt x="790166" y="23556"/>
                  <a:pt x="773711" y="28319"/>
                  <a:pt x="763059" y="36980"/>
                </a:cubicBezTo>
                <a:cubicBezTo>
                  <a:pt x="752407" y="45640"/>
                  <a:pt x="744093" y="57418"/>
                  <a:pt x="738117" y="73092"/>
                </a:cubicBezTo>
                <a:cubicBezTo>
                  <a:pt x="738117" y="73092"/>
                  <a:pt x="600332" y="389020"/>
                  <a:pt x="553133" y="494156"/>
                </a:cubicBezTo>
                <a:cubicBezTo>
                  <a:pt x="535120" y="528537"/>
                  <a:pt x="517366" y="525420"/>
                  <a:pt x="501777" y="493203"/>
                </a:cubicBezTo>
                <a:cubicBezTo>
                  <a:pt x="485324" y="459168"/>
                  <a:pt x="453800" y="390492"/>
                  <a:pt x="426520" y="330390"/>
                </a:cubicBezTo>
                <a:lnTo>
                  <a:pt x="411884" y="298174"/>
                </a:lnTo>
                <a:lnTo>
                  <a:pt x="395949" y="331169"/>
                </a:lnTo>
                <a:cubicBezTo>
                  <a:pt x="366677" y="391358"/>
                  <a:pt x="332901" y="459948"/>
                  <a:pt x="314628" y="493810"/>
                </a:cubicBezTo>
                <a:cubicBezTo>
                  <a:pt x="293584" y="530442"/>
                  <a:pt x="276264" y="525679"/>
                  <a:pt x="262494" y="494675"/>
                </a:cubicBezTo>
                <a:cubicBezTo>
                  <a:pt x="214602" y="381486"/>
                  <a:pt x="116222" y="182732"/>
                  <a:pt x="69975" y="71274"/>
                </a:cubicBezTo>
                <a:cubicBezTo>
                  <a:pt x="61401" y="50749"/>
                  <a:pt x="54906" y="37585"/>
                  <a:pt x="48844" y="32389"/>
                </a:cubicBezTo>
                <a:cubicBezTo>
                  <a:pt x="42696" y="27280"/>
                  <a:pt x="29964" y="24163"/>
                  <a:pt x="10652" y="23123"/>
                </a:cubicBezTo>
                <a:cubicBezTo>
                  <a:pt x="3551" y="22256"/>
                  <a:pt x="0" y="20612"/>
                  <a:pt x="0" y="17754"/>
                </a:cubicBezTo>
                <a:lnTo>
                  <a:pt x="0" y="2252"/>
                </a:lnTo>
                <a:lnTo>
                  <a:pt x="1732" y="692"/>
                </a:lnTo>
                <a:cubicBezTo>
                  <a:pt x="33255" y="520"/>
                  <a:pt x="185763" y="692"/>
                  <a:pt x="185763" y="692"/>
                </a:cubicBezTo>
                <a:lnTo>
                  <a:pt x="187496" y="2252"/>
                </a:lnTo>
                <a:lnTo>
                  <a:pt x="187496" y="16974"/>
                </a:lnTo>
                <a:cubicBezTo>
                  <a:pt x="187496" y="21131"/>
                  <a:pt x="184897" y="23037"/>
                  <a:pt x="179788" y="23037"/>
                </a:cubicBezTo>
                <a:lnTo>
                  <a:pt x="160649" y="23902"/>
                </a:lnTo>
                <a:cubicBezTo>
                  <a:pt x="144108" y="24508"/>
                  <a:pt x="135880" y="29445"/>
                  <a:pt x="135880" y="38538"/>
                </a:cubicBezTo>
                <a:cubicBezTo>
                  <a:pt x="135880" y="42868"/>
                  <a:pt x="137699" y="49797"/>
                  <a:pt x="141509" y="59063"/>
                </a:cubicBezTo>
                <a:cubicBezTo>
                  <a:pt x="178315" y="149217"/>
                  <a:pt x="305622" y="418119"/>
                  <a:pt x="305622" y="418119"/>
                </a:cubicBezTo>
                <a:lnTo>
                  <a:pt x="310298" y="419418"/>
                </a:lnTo>
                <a:lnTo>
                  <a:pt x="392399" y="255218"/>
                </a:lnTo>
                <a:lnTo>
                  <a:pt x="391013" y="252014"/>
                </a:lnTo>
                <a:cubicBezTo>
                  <a:pt x="381746" y="231663"/>
                  <a:pt x="375944" y="218759"/>
                  <a:pt x="375944" y="218759"/>
                </a:cubicBezTo>
                <a:lnTo>
                  <a:pt x="319479" y="107388"/>
                </a:lnTo>
                <a:lnTo>
                  <a:pt x="319479" y="107648"/>
                </a:lnTo>
                <a:cubicBezTo>
                  <a:pt x="319479" y="107648"/>
                  <a:pt x="308653" y="85390"/>
                  <a:pt x="304929" y="78029"/>
                </a:cubicBezTo>
                <a:cubicBezTo>
                  <a:pt x="280161" y="28925"/>
                  <a:pt x="280681" y="26241"/>
                  <a:pt x="255566" y="22777"/>
                </a:cubicBezTo>
                <a:cubicBezTo>
                  <a:pt x="248550" y="21911"/>
                  <a:pt x="244914" y="20958"/>
                  <a:pt x="244914" y="17494"/>
                </a:cubicBezTo>
                <a:lnTo>
                  <a:pt x="244914" y="1992"/>
                </a:lnTo>
                <a:lnTo>
                  <a:pt x="247079" y="433"/>
                </a:lnTo>
                <a:cubicBezTo>
                  <a:pt x="292285" y="347"/>
                  <a:pt x="393091" y="347"/>
                  <a:pt x="393091" y="347"/>
                </a:cubicBezTo>
                <a:lnTo>
                  <a:pt x="396988" y="1645"/>
                </a:lnTo>
                <a:lnTo>
                  <a:pt x="396988" y="17147"/>
                </a:lnTo>
                <a:cubicBezTo>
                  <a:pt x="396988" y="20698"/>
                  <a:pt x="394390" y="22517"/>
                  <a:pt x="389280" y="22517"/>
                </a:cubicBezTo>
                <a:lnTo>
                  <a:pt x="378715" y="24076"/>
                </a:lnTo>
                <a:cubicBezTo>
                  <a:pt x="351955" y="26154"/>
                  <a:pt x="356285" y="37066"/>
                  <a:pt x="374125" y="72573"/>
                </a:cubicBezTo>
                <a:lnTo>
                  <a:pt x="428251" y="183598"/>
                </a:lnTo>
                <a:lnTo>
                  <a:pt x="488094" y="64000"/>
                </a:lnTo>
                <a:cubicBezTo>
                  <a:pt x="498141" y="42176"/>
                  <a:pt x="496062" y="36633"/>
                  <a:pt x="491905" y="31610"/>
                </a:cubicBezTo>
                <a:cubicBezTo>
                  <a:pt x="489567" y="28838"/>
                  <a:pt x="481512" y="24163"/>
                  <a:pt x="464192" y="23556"/>
                </a:cubicBezTo>
                <a:lnTo>
                  <a:pt x="457437" y="22777"/>
                </a:lnTo>
                <a:cubicBezTo>
                  <a:pt x="455618" y="22777"/>
                  <a:pt x="454060" y="22171"/>
                  <a:pt x="452501" y="21045"/>
                </a:cubicBezTo>
                <a:cubicBezTo>
                  <a:pt x="450941" y="19919"/>
                  <a:pt x="450162" y="18533"/>
                  <a:pt x="450162" y="16715"/>
                </a:cubicBezTo>
                <a:lnTo>
                  <a:pt x="450162" y="1905"/>
                </a:lnTo>
                <a:lnTo>
                  <a:pt x="452327" y="347"/>
                </a:lnTo>
                <a:cubicBezTo>
                  <a:pt x="494676" y="87"/>
                  <a:pt x="589940" y="347"/>
                  <a:pt x="589940" y="347"/>
                </a:cubicBezTo>
                <a:close/>
              </a:path>
            </a:pathLst>
          </a:custGeom>
          <a:solidFill>
            <a:srgbClr val="000000"/>
          </a:solidFill>
          <a:ln w="2194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551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463ED818-459E-5326-FDC7-19EFCCF31C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0562" y="332597"/>
            <a:ext cx="328154" cy="360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826EF23-9733-A11C-F8A0-C086480F00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6359" y="332597"/>
            <a:ext cx="490154" cy="360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E68B61E-59FA-FD62-4D96-27674AE637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54256" y="332597"/>
            <a:ext cx="818054" cy="36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086237-1C7D-905C-80D5-61172132EC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37940" y="332597"/>
            <a:ext cx="294968" cy="360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E51C70E-A040-0AB5-EEED-2A045591F0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35941" y="332597"/>
            <a:ext cx="336000" cy="360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F667684B-469D-451C-F7A1-9B1D2FD36C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05990" y="332597"/>
            <a:ext cx="714217" cy="360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987D498-C044-4C57-6807-370A42F6D4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86814" y="332597"/>
            <a:ext cx="317077" cy="3600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197760C-3672-C4D2-169A-098278FDB8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16286" y="332597"/>
            <a:ext cx="238125" cy="3600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04E037F-C182-562A-E532-0CDA524D1A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30237" y="332597"/>
            <a:ext cx="252000" cy="3600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4E3DD2D2-5E93-DB52-448F-CA68468BCB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92765" y="332597"/>
            <a:ext cx="360000" cy="3600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85225EE2-DFB6-D3F8-4C0B-1A5CAD284B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66957" y="332597"/>
            <a:ext cx="429231" cy="3600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CDB6CE62-BC87-0E22-6845-06C7AFF6B5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32052" y="332597"/>
            <a:ext cx="569840" cy="36000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5FD558E-517E-006C-EE4A-314AE96843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88459" y="332597"/>
            <a:ext cx="371489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717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20733027-BBB7-4C63-A277-DF4A916DEB9F}" vid="{5B010E9F-4F57-4BB7-8C13-6C26CB6DC5F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732</TotalTime>
  <Words>15</Words>
  <Application>Microsoft Office PowerPoint</Application>
  <PresentationFormat>Widescreen</PresentationFormat>
  <Paragraphs>12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Pierre Dumas</dc:creator>
  <cp:lastModifiedBy>Pierre Dumas</cp:lastModifiedBy>
  <cp:revision>35</cp:revision>
  <dcterms:created xsi:type="dcterms:W3CDTF">2026-02-24T23:11:14Z</dcterms:created>
  <dcterms:modified xsi:type="dcterms:W3CDTF">2026-06-12T22:45:07Z</dcterms:modified>
</cp:coreProperties>
</file>