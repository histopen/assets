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304</TotalTime>
  <Words>14</Words>
  <Application>Microsoft Office PowerPoint</Application>
  <PresentationFormat>Widescreen</PresentationFormat>
  <Paragraphs>11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17</cp:revision>
  <dcterms:created xsi:type="dcterms:W3CDTF">2026-02-24T23:11:14Z</dcterms:created>
  <dcterms:modified xsi:type="dcterms:W3CDTF">2026-04-02T10:18:49Z</dcterms:modified>
</cp:coreProperties>
</file>