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7" r:id="rId4"/>
    <p:sldId id="256" r:id="rId5"/>
    <p:sldId id="259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95F2"/>
    <a:srgbClr val="DFA0F3"/>
    <a:srgbClr val="DE9EF3"/>
    <a:srgbClr val="D182F0"/>
    <a:srgbClr val="E5ACF4"/>
    <a:srgbClr val="E685ED"/>
    <a:srgbClr val="FF3B4D"/>
    <a:srgbClr val="FF556E"/>
    <a:srgbClr val="FF0000"/>
    <a:srgbClr val="FF6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90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Relationship Id="rId14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3" Type="http://schemas.openxmlformats.org/officeDocument/2006/relationships/image" Target="../media/image26.svg"/><Relationship Id="rId7" Type="http://schemas.openxmlformats.org/officeDocument/2006/relationships/image" Target="../media/image16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11" Type="http://schemas.openxmlformats.org/officeDocument/2006/relationships/image" Target="../media/image33.svg"/><Relationship Id="rId5" Type="http://schemas.openxmlformats.org/officeDocument/2006/relationships/image" Target="../media/image28.svg"/><Relationship Id="rId10" Type="http://schemas.openxmlformats.org/officeDocument/2006/relationships/image" Target="../media/image32.svg"/><Relationship Id="rId4" Type="http://schemas.openxmlformats.org/officeDocument/2006/relationships/image" Target="../media/image27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82BE899-2A92-C52B-4418-42FD22A82F07}"/>
              </a:ext>
            </a:extLst>
          </p:cNvPr>
          <p:cNvGrpSpPr/>
          <p:nvPr/>
        </p:nvGrpSpPr>
        <p:grpSpPr>
          <a:xfrm>
            <a:off x="7595616" y="3044188"/>
            <a:ext cx="1509935" cy="1506719"/>
            <a:chOff x="7833824" y="3342316"/>
            <a:chExt cx="952499" cy="120529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80FA7BB-47EF-D834-0BA2-3BFE7D19CFA0}"/>
                </a:ext>
              </a:extLst>
            </p:cNvPr>
            <p:cNvSpPr/>
            <p:nvPr/>
          </p:nvSpPr>
          <p:spPr>
            <a:xfrm>
              <a:off x="7833824" y="3342316"/>
              <a:ext cx="952499" cy="1205289"/>
            </a:xfrm>
            <a:custGeom>
              <a:avLst/>
              <a:gdLst>
                <a:gd name="csX0" fmla="*/ 478422 w 1463609"/>
                <a:gd name="csY0" fmla="*/ 0 h 1852047"/>
                <a:gd name="csX1" fmla="*/ 985189 w 1463609"/>
                <a:gd name="csY1" fmla="*/ 0 h 1852047"/>
                <a:gd name="csX2" fmla="*/ 1036911 w 1463609"/>
                <a:gd name="csY2" fmla="*/ 83685 h 1852047"/>
                <a:gd name="csX3" fmla="*/ 987525 w 1463609"/>
                <a:gd name="csY3" fmla="*/ 182462 h 1852047"/>
                <a:gd name="csX4" fmla="*/ 963105 w 1463609"/>
                <a:gd name="csY4" fmla="*/ 285900 h 1852047"/>
                <a:gd name="csX5" fmla="*/ 963105 w 1463609"/>
                <a:gd name="csY5" fmla="*/ 592063 h 1852047"/>
                <a:gd name="csX6" fmla="*/ 976402 w 1463609"/>
                <a:gd name="csY6" fmla="*/ 646417 h 1852047"/>
                <a:gd name="csX7" fmla="*/ 1174163 w 1463609"/>
                <a:gd name="csY7" fmla="*/ 1018804 h 1852047"/>
                <a:gd name="csX8" fmla="*/ 1436105 w 1463609"/>
                <a:gd name="csY8" fmla="*/ 1512043 h 1852047"/>
                <a:gd name="csX9" fmla="*/ 1231987 w 1463609"/>
                <a:gd name="csY9" fmla="*/ 1852047 h 1852047"/>
                <a:gd name="csX10" fmla="*/ 731803 w 1463609"/>
                <a:gd name="csY10" fmla="*/ 1852047 h 1852047"/>
                <a:gd name="csX11" fmla="*/ 231623 w 1463609"/>
                <a:gd name="csY11" fmla="*/ 1852047 h 1852047"/>
                <a:gd name="csX12" fmla="*/ 27506 w 1463609"/>
                <a:gd name="csY12" fmla="*/ 1512043 h 1852047"/>
                <a:gd name="csX13" fmla="*/ 289448 w 1463609"/>
                <a:gd name="csY13" fmla="*/ 1018804 h 1852047"/>
                <a:gd name="csX14" fmla="*/ 487208 w 1463609"/>
                <a:gd name="csY14" fmla="*/ 646417 h 1852047"/>
                <a:gd name="csX15" fmla="*/ 500506 w 1463609"/>
                <a:gd name="csY15" fmla="*/ 592063 h 1852047"/>
                <a:gd name="csX16" fmla="*/ 500506 w 1463609"/>
                <a:gd name="csY16" fmla="*/ 285900 h 1852047"/>
                <a:gd name="csX17" fmla="*/ 476086 w 1463609"/>
                <a:gd name="csY17" fmla="*/ 182462 h 1852047"/>
                <a:gd name="csX18" fmla="*/ 426700 w 1463609"/>
                <a:gd name="csY18" fmla="*/ 83685 h 1852047"/>
                <a:gd name="csX19" fmla="*/ 478422 w 1463609"/>
                <a:gd name="csY19" fmla="*/ 0 h 1852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63609" h="1852047">
                  <a:moveTo>
                    <a:pt x="478422" y="0"/>
                  </a:moveTo>
                  <a:lnTo>
                    <a:pt x="985189" y="0"/>
                  </a:lnTo>
                  <a:cubicBezTo>
                    <a:pt x="1028176" y="0"/>
                    <a:pt x="1056132" y="45238"/>
                    <a:pt x="1036911" y="83685"/>
                  </a:cubicBezTo>
                  <a:lnTo>
                    <a:pt x="987525" y="182462"/>
                  </a:lnTo>
                  <a:cubicBezTo>
                    <a:pt x="971467" y="214581"/>
                    <a:pt x="963105" y="249996"/>
                    <a:pt x="963105" y="285900"/>
                  </a:cubicBezTo>
                  <a:lnTo>
                    <a:pt x="963105" y="592063"/>
                  </a:lnTo>
                  <a:cubicBezTo>
                    <a:pt x="963105" y="611143"/>
                    <a:pt x="967729" y="629649"/>
                    <a:pt x="976402" y="646417"/>
                  </a:cubicBezTo>
                  <a:lnTo>
                    <a:pt x="1174163" y="1018804"/>
                  </a:lnTo>
                  <a:lnTo>
                    <a:pt x="1436105" y="1512043"/>
                  </a:lnTo>
                  <a:cubicBezTo>
                    <a:pt x="1518217" y="1666435"/>
                    <a:pt x="1406614" y="1852047"/>
                    <a:pt x="1231987" y="1852047"/>
                  </a:cubicBezTo>
                  <a:lnTo>
                    <a:pt x="731803" y="1852047"/>
                  </a:lnTo>
                  <a:lnTo>
                    <a:pt x="231623" y="1852047"/>
                  </a:lnTo>
                  <a:cubicBezTo>
                    <a:pt x="56992" y="1852047"/>
                    <a:pt x="-54607" y="1666431"/>
                    <a:pt x="27506" y="1512043"/>
                  </a:cubicBezTo>
                  <a:lnTo>
                    <a:pt x="289448" y="1018804"/>
                  </a:lnTo>
                  <a:lnTo>
                    <a:pt x="487208" y="646417"/>
                  </a:lnTo>
                  <a:cubicBezTo>
                    <a:pt x="495882" y="629649"/>
                    <a:pt x="500506" y="611143"/>
                    <a:pt x="500506" y="592063"/>
                  </a:cubicBezTo>
                  <a:lnTo>
                    <a:pt x="500506" y="285900"/>
                  </a:lnTo>
                  <a:cubicBezTo>
                    <a:pt x="500506" y="249991"/>
                    <a:pt x="492148" y="214576"/>
                    <a:pt x="476086" y="182462"/>
                  </a:cubicBezTo>
                  <a:lnTo>
                    <a:pt x="426700" y="83685"/>
                  </a:lnTo>
                  <a:cubicBezTo>
                    <a:pt x="407479" y="45238"/>
                    <a:pt x="435435" y="0"/>
                    <a:pt x="478422" y="0"/>
                  </a:cubicBezTo>
                  <a:close/>
                </a:path>
              </a:pathLst>
            </a:custGeom>
            <a:solidFill>
              <a:srgbClr val="B6E7FF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66958CE-1300-0C61-A2EC-2DE28FD129C5}"/>
                </a:ext>
              </a:extLst>
            </p:cNvPr>
            <p:cNvSpPr/>
            <p:nvPr/>
          </p:nvSpPr>
          <p:spPr>
            <a:xfrm>
              <a:off x="7833824" y="3895834"/>
              <a:ext cx="952496" cy="651772"/>
            </a:xfrm>
            <a:custGeom>
              <a:avLst/>
              <a:gdLst>
                <a:gd name="csX0" fmla="*/ 1084530 w 1463605"/>
                <a:gd name="csY0" fmla="*/ 0 h 1001513"/>
                <a:gd name="csX1" fmla="*/ 379074 w 1463605"/>
                <a:gd name="csY1" fmla="*/ 0 h 1001513"/>
                <a:gd name="csX2" fmla="*/ 289447 w 1463605"/>
                <a:gd name="csY2" fmla="*/ 168269 h 1001513"/>
                <a:gd name="csX3" fmla="*/ 27505 w 1463605"/>
                <a:gd name="csY3" fmla="*/ 661508 h 1001513"/>
                <a:gd name="csX4" fmla="*/ 231623 w 1463605"/>
                <a:gd name="csY4" fmla="*/ 1001513 h 1001513"/>
                <a:gd name="csX5" fmla="*/ 731802 w 1463605"/>
                <a:gd name="csY5" fmla="*/ 1001513 h 1001513"/>
                <a:gd name="csX6" fmla="*/ 1231982 w 1463605"/>
                <a:gd name="csY6" fmla="*/ 1001513 h 1001513"/>
                <a:gd name="csX7" fmla="*/ 1436100 w 1463605"/>
                <a:gd name="csY7" fmla="*/ 661508 h 1001513"/>
                <a:gd name="csX8" fmla="*/ 1174158 w 1463605"/>
                <a:gd name="csY8" fmla="*/ 168269 h 1001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63605" h="1001513">
                  <a:moveTo>
                    <a:pt x="1084530" y="0"/>
                  </a:moveTo>
                  <a:lnTo>
                    <a:pt x="379074" y="0"/>
                  </a:lnTo>
                  <a:lnTo>
                    <a:pt x="289447" y="168269"/>
                  </a:lnTo>
                  <a:lnTo>
                    <a:pt x="27505" y="661508"/>
                  </a:lnTo>
                  <a:cubicBezTo>
                    <a:pt x="-54607" y="815901"/>
                    <a:pt x="56996" y="1001513"/>
                    <a:pt x="231623" y="1001513"/>
                  </a:cubicBezTo>
                  <a:lnTo>
                    <a:pt x="731802" y="1001513"/>
                  </a:lnTo>
                  <a:lnTo>
                    <a:pt x="1231982" y="1001513"/>
                  </a:lnTo>
                  <a:cubicBezTo>
                    <a:pt x="1406613" y="1001513"/>
                    <a:pt x="1518212" y="815896"/>
                    <a:pt x="1436100" y="661508"/>
                  </a:cubicBezTo>
                  <a:lnTo>
                    <a:pt x="1174158" y="168269"/>
                  </a:lnTo>
                  <a:close/>
                </a:path>
              </a:pathLst>
            </a:custGeom>
            <a:solidFill>
              <a:srgbClr val="00CC5C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EF6DCD-D378-2E91-FBF4-698030FE1066}"/>
                </a:ext>
              </a:extLst>
            </p:cNvPr>
            <p:cNvSpPr/>
            <p:nvPr/>
          </p:nvSpPr>
          <p:spPr>
            <a:xfrm>
              <a:off x="8059585" y="4165106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F3FB749-F3AD-2A3D-B8FE-FB841E023514}"/>
                </a:ext>
              </a:extLst>
            </p:cNvPr>
            <p:cNvSpPr/>
            <p:nvPr/>
          </p:nvSpPr>
          <p:spPr>
            <a:xfrm>
              <a:off x="8367527" y="4253089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BFF31623-31AD-1FC6-4576-E4510D825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00528" y="5731641"/>
            <a:ext cx="952499" cy="952499"/>
          </a:xfrm>
          <a:prstGeom prst="rect">
            <a:avLst/>
          </a:prstGeom>
        </p:spPr>
      </p:pic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CBA997E-22A7-49C7-2711-18797BB10B40}"/>
              </a:ext>
            </a:extLst>
          </p:cNvPr>
          <p:cNvGrpSpPr/>
          <p:nvPr/>
        </p:nvGrpSpPr>
        <p:grpSpPr>
          <a:xfrm>
            <a:off x="9771888" y="3048988"/>
            <a:ext cx="1417395" cy="1501920"/>
            <a:chOff x="9830323" y="3342316"/>
            <a:chExt cx="1358959" cy="143999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F513C9-663E-1BE8-A73C-BC4158E2F3CB}"/>
                </a:ext>
              </a:extLst>
            </p:cNvPr>
            <p:cNvSpPr/>
            <p:nvPr/>
          </p:nvSpPr>
          <p:spPr>
            <a:xfrm>
              <a:off x="9830323" y="3423354"/>
              <a:ext cx="1358959" cy="1358961"/>
            </a:xfrm>
            <a:custGeom>
              <a:avLst/>
              <a:gdLst>
                <a:gd name="csX0" fmla="*/ -3626 w 1358959"/>
                <a:gd name="csY0" fmla="*/ 678376 h 1358961"/>
                <a:gd name="csX1" fmla="*/ 675854 w 1358959"/>
                <a:gd name="csY1" fmla="*/ -1105 h 1358961"/>
                <a:gd name="csX2" fmla="*/ 1355334 w 1358959"/>
                <a:gd name="csY2" fmla="*/ 678376 h 1358961"/>
                <a:gd name="csX3" fmla="*/ 675854 w 1358959"/>
                <a:gd name="csY3" fmla="*/ 1357856 h 1358961"/>
                <a:gd name="csX4" fmla="*/ -3626 w 1358959"/>
                <a:gd name="csY4" fmla="*/ 678376 h 135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58961">
                  <a:moveTo>
                    <a:pt x="-3626" y="678376"/>
                  </a:moveTo>
                  <a:cubicBezTo>
                    <a:pt x="-3626" y="303103"/>
                    <a:pt x="300581" y="-1105"/>
                    <a:pt x="675854" y="-1105"/>
                  </a:cubicBezTo>
                  <a:cubicBezTo>
                    <a:pt x="1051127" y="-1105"/>
                    <a:pt x="1355334" y="303103"/>
                    <a:pt x="1355334" y="678376"/>
                  </a:cubicBezTo>
                  <a:cubicBezTo>
                    <a:pt x="1355334" y="1053648"/>
                    <a:pt x="1051127" y="1357856"/>
                    <a:pt x="675854" y="1357856"/>
                  </a:cubicBezTo>
                  <a:cubicBezTo>
                    <a:pt x="300581" y="1357856"/>
                    <a:pt x="-3626" y="1053648"/>
                    <a:pt x="-3626" y="678376"/>
                  </a:cubicBezTo>
                </a:path>
              </a:pathLst>
            </a:custGeom>
            <a:solidFill>
              <a:srgbClr val="F4900C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D6DAE1-CAE7-02A9-9E80-CAE1B0851AFE}"/>
                </a:ext>
              </a:extLst>
            </p:cNvPr>
            <p:cNvSpPr/>
            <p:nvPr/>
          </p:nvSpPr>
          <p:spPr>
            <a:xfrm>
              <a:off x="9830323" y="3342316"/>
              <a:ext cx="1358959" cy="1361038"/>
            </a:xfrm>
            <a:custGeom>
              <a:avLst/>
              <a:gdLst>
                <a:gd name="csX0" fmla="*/ -3626 w 1358959"/>
                <a:gd name="csY0" fmla="*/ 679415 h 1361038"/>
                <a:gd name="csX1" fmla="*/ 675854 w 1358959"/>
                <a:gd name="csY1" fmla="*/ -1105 h 1361038"/>
                <a:gd name="csX2" fmla="*/ 1355334 w 1358959"/>
                <a:gd name="csY2" fmla="*/ 679415 h 1361038"/>
                <a:gd name="csX3" fmla="*/ 675854 w 1358959"/>
                <a:gd name="csY3" fmla="*/ 1359934 h 1361038"/>
                <a:gd name="csX4" fmla="*/ -3626 w 1358959"/>
                <a:gd name="csY4" fmla="*/ 679415 h 1361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61038">
                  <a:moveTo>
                    <a:pt x="-3626" y="679415"/>
                  </a:moveTo>
                  <a:cubicBezTo>
                    <a:pt x="-3626" y="303581"/>
                    <a:pt x="300581" y="-1105"/>
                    <a:pt x="675854" y="-1105"/>
                  </a:cubicBezTo>
                  <a:cubicBezTo>
                    <a:pt x="1051127" y="-1105"/>
                    <a:pt x="1355334" y="303581"/>
                    <a:pt x="1355334" y="679415"/>
                  </a:cubicBezTo>
                  <a:cubicBezTo>
                    <a:pt x="1355334" y="1055248"/>
                    <a:pt x="1051127" y="1359934"/>
                    <a:pt x="675854" y="1359934"/>
                  </a:cubicBezTo>
                  <a:cubicBezTo>
                    <a:pt x="300581" y="1359934"/>
                    <a:pt x="-3626" y="1055248"/>
                    <a:pt x="-3626" y="679415"/>
                  </a:cubicBezTo>
                </a:path>
              </a:pathLst>
            </a:custGeom>
            <a:solidFill>
              <a:srgbClr val="FFCC4D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E402B70-5723-3DF8-59D9-F12BEDC27733}"/>
                </a:ext>
              </a:extLst>
            </p:cNvPr>
            <p:cNvSpPr/>
            <p:nvPr/>
          </p:nvSpPr>
          <p:spPr>
            <a:xfrm>
              <a:off x="9948764" y="3462835"/>
              <a:ext cx="1119999" cy="1120000"/>
            </a:xfrm>
            <a:custGeom>
              <a:avLst/>
              <a:gdLst>
                <a:gd name="csX0" fmla="*/ -3626 w 1119999"/>
                <a:gd name="csY0" fmla="*/ 558895 h 1120000"/>
                <a:gd name="csX1" fmla="*/ 556374 w 1119999"/>
                <a:gd name="csY1" fmla="*/ -1105 h 1120000"/>
                <a:gd name="csX2" fmla="*/ 1116373 w 1119999"/>
                <a:gd name="csY2" fmla="*/ 558895 h 1120000"/>
                <a:gd name="csX3" fmla="*/ 556374 w 1119999"/>
                <a:gd name="csY3" fmla="*/ 1118895 h 1120000"/>
                <a:gd name="csX4" fmla="*/ -3626 w 1119999"/>
                <a:gd name="csY4" fmla="*/ 558895 h 11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19999" h="1120000">
                  <a:moveTo>
                    <a:pt x="-3626" y="558895"/>
                  </a:moveTo>
                  <a:cubicBezTo>
                    <a:pt x="-3626" y="249617"/>
                    <a:pt x="247096" y="-1105"/>
                    <a:pt x="556374" y="-1105"/>
                  </a:cubicBezTo>
                  <a:cubicBezTo>
                    <a:pt x="865651" y="-1105"/>
                    <a:pt x="1116373" y="249617"/>
                    <a:pt x="1116373" y="558895"/>
                  </a:cubicBezTo>
                  <a:cubicBezTo>
                    <a:pt x="1116373" y="868173"/>
                    <a:pt x="865651" y="1118895"/>
                    <a:pt x="556374" y="1118895"/>
                  </a:cubicBezTo>
                  <a:cubicBezTo>
                    <a:pt x="247096" y="1118895"/>
                    <a:pt x="-3626" y="868173"/>
                    <a:pt x="-3626" y="558895"/>
                  </a:cubicBezTo>
                </a:path>
              </a:pathLst>
            </a:custGeom>
            <a:solidFill>
              <a:srgbClr val="FFAC33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464E481-E680-7CD7-A526-AE31D6B766CD}"/>
              </a:ext>
            </a:extLst>
          </p:cNvPr>
          <p:cNvGrpSpPr/>
          <p:nvPr/>
        </p:nvGrpSpPr>
        <p:grpSpPr>
          <a:xfrm>
            <a:off x="9209632" y="5443421"/>
            <a:ext cx="1390955" cy="1240719"/>
            <a:chOff x="5232102" y="3662585"/>
            <a:chExt cx="1390955" cy="1240719"/>
          </a:xfrm>
        </p:grpSpPr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02A07E0A-F067-267D-C0CB-868ED41DF75A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3920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CB688FA-5CC3-CC95-6905-A7335E5E9DA7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DF482F-6B21-4B9A-0421-61EC0826F1DF}"/>
              </a:ext>
            </a:extLst>
          </p:cNvPr>
          <p:cNvGrpSpPr/>
          <p:nvPr/>
        </p:nvGrpSpPr>
        <p:grpSpPr>
          <a:xfrm>
            <a:off x="5014460" y="5234009"/>
            <a:ext cx="1944738" cy="1501200"/>
            <a:chOff x="3198423" y="3453690"/>
            <a:chExt cx="1274303" cy="983672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2F7258-AB1B-2888-6F09-43CE924223F4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73E461E-EF5A-0BD5-4DF1-6BCBB62FDC7A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1F2FB3C-402B-AC44-0DF3-11DE8E382AE9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68BBFCA-24ED-985C-F2B6-493BA389E053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A0EEC93-3F1A-389A-074F-60DDE7D005A2}"/>
              </a:ext>
            </a:extLst>
          </p:cNvPr>
          <p:cNvGrpSpPr/>
          <p:nvPr/>
        </p:nvGrpSpPr>
        <p:grpSpPr>
          <a:xfrm>
            <a:off x="7572918" y="5585003"/>
            <a:ext cx="1390955" cy="1240719"/>
            <a:chOff x="5232102" y="3662585"/>
            <a:chExt cx="1390955" cy="124071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C6136A-842E-5FAE-6CA5-476D637D535D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BA7A8C29-0070-69A9-D33B-B61138D8615D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8DD627C-2B82-4F8D-6259-368DF7AC6303}"/>
              </a:ext>
            </a:extLst>
          </p:cNvPr>
          <p:cNvGrpSpPr/>
          <p:nvPr/>
        </p:nvGrpSpPr>
        <p:grpSpPr>
          <a:xfrm>
            <a:off x="4974336" y="3055720"/>
            <a:ext cx="1559293" cy="1495188"/>
            <a:chOff x="5246369" y="2955148"/>
            <a:chExt cx="1287260" cy="123433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77FFAF6-1AFD-1224-D459-A455BFB15CCC}"/>
                </a:ext>
              </a:extLst>
            </p:cNvPr>
            <p:cNvSpPr/>
            <p:nvPr/>
          </p:nvSpPr>
          <p:spPr>
            <a:xfrm>
              <a:off x="5375403" y="3426844"/>
              <a:ext cx="150264" cy="604088"/>
            </a:xfrm>
            <a:prstGeom prst="rect">
              <a:avLst/>
            </a:pr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ADEB0DD-5448-1F0D-63E2-606D2C941FFB}"/>
                </a:ext>
              </a:extLst>
            </p:cNvPr>
            <p:cNvSpPr/>
            <p:nvPr/>
          </p:nvSpPr>
          <p:spPr>
            <a:xfrm>
              <a:off x="6254332" y="3426844"/>
              <a:ext cx="150264" cy="604088"/>
            </a:xfrm>
            <a:prstGeom prst="rect">
              <a:avLst/>
            </a:pr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B2788B68-78A6-A01F-802D-0C1E65C4BE3B}"/>
                </a:ext>
              </a:extLst>
            </p:cNvPr>
            <p:cNvSpPr/>
            <p:nvPr/>
          </p:nvSpPr>
          <p:spPr>
            <a:xfrm>
              <a:off x="5961355" y="3426844"/>
              <a:ext cx="150264" cy="604088"/>
            </a:xfrm>
            <a:prstGeom prst="rect">
              <a:avLst/>
            </a:prstGeom>
            <a:solidFill>
              <a:srgbClr val="FF3B4D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FCB03FC7-BD59-AC3A-4EC0-8BC5D6768EA9}"/>
                </a:ext>
              </a:extLst>
            </p:cNvPr>
            <p:cNvSpPr/>
            <p:nvPr/>
          </p:nvSpPr>
          <p:spPr>
            <a:xfrm>
              <a:off x="5668379" y="3426844"/>
              <a:ext cx="150264" cy="604088"/>
            </a:xfrm>
            <a:prstGeom prst="rect">
              <a:avLst/>
            </a:prstGeom>
            <a:solidFill>
              <a:srgbClr val="FF556E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2C16F97-4F3F-FC01-5938-02E0CD202A98}"/>
                </a:ext>
              </a:extLst>
            </p:cNvPr>
            <p:cNvSpPr/>
            <p:nvPr/>
          </p:nvSpPr>
          <p:spPr>
            <a:xfrm>
              <a:off x="5266743" y="2955148"/>
              <a:ext cx="1246513" cy="473852"/>
            </a:xfrm>
            <a:custGeom>
              <a:avLst/>
              <a:gdLst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60826 h 473852"/>
                <a:gd name="csX3" fmla="*/ 1246493 w 1246493"/>
                <a:gd name="csY3" fmla="*/ 382499 h 473852"/>
                <a:gd name="csX4" fmla="*/ 1246493 w 1246493"/>
                <a:gd name="csY4" fmla="*/ 407387 h 473852"/>
                <a:gd name="csX5" fmla="*/ 1180028 w 1246493"/>
                <a:gd name="csY5" fmla="*/ 473852 h 473852"/>
                <a:gd name="csX6" fmla="*/ 66465 w 1246493"/>
                <a:gd name="csY6" fmla="*/ 473852 h 473852"/>
                <a:gd name="csX7" fmla="*/ 0 w 1246493"/>
                <a:gd name="csY7" fmla="*/ 407387 h 473852"/>
                <a:gd name="csX8" fmla="*/ 0 w 1246493"/>
                <a:gd name="csY8" fmla="*/ 360826 h 473852"/>
                <a:gd name="csX9" fmla="*/ 37188 w 1246493"/>
                <a:gd name="csY9" fmla="*/ 360826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0 w 1246493"/>
                <a:gd name="csY7" fmla="*/ 360826 h 473852"/>
                <a:gd name="csX8" fmla="*/ 37188 w 1246493"/>
                <a:gd name="csY8" fmla="*/ 360826 h 473852"/>
                <a:gd name="csX9" fmla="*/ 624211 w 1246493"/>
                <a:gd name="csY9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37188 w 1246493"/>
                <a:gd name="csY7" fmla="*/ 360826 h 473852"/>
                <a:gd name="csX8" fmla="*/ 624211 w 1246493"/>
                <a:gd name="csY8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37188 w 1246493"/>
                <a:gd name="csY6" fmla="*/ 360826 h 473852"/>
                <a:gd name="csX7" fmla="*/ 624211 w 1246493"/>
                <a:gd name="csY7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624211 w 1246493"/>
                <a:gd name="csY6" fmla="*/ 0 h 473852"/>
                <a:gd name="csX0" fmla="*/ 624211 w 1246493"/>
                <a:gd name="csY0" fmla="*/ 0 h 473852"/>
                <a:gd name="csX1" fmla="*/ 1246493 w 1246493"/>
                <a:gd name="csY1" fmla="*/ 407387 h 473852"/>
                <a:gd name="csX2" fmla="*/ 1180028 w 1246493"/>
                <a:gd name="csY2" fmla="*/ 473852 h 473852"/>
                <a:gd name="csX3" fmla="*/ 66465 w 1246493"/>
                <a:gd name="csY3" fmla="*/ 473852 h 473852"/>
                <a:gd name="csX4" fmla="*/ 0 w 1246493"/>
                <a:gd name="csY4" fmla="*/ 407387 h 473852"/>
                <a:gd name="csX5" fmla="*/ 624211 w 124649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6513" h="473852">
                  <a:moveTo>
                    <a:pt x="624231" y="0"/>
                  </a:moveTo>
                  <a:cubicBezTo>
                    <a:pt x="831658" y="135796"/>
                    <a:pt x="1244826" y="366841"/>
                    <a:pt x="1246513" y="407387"/>
                  </a:cubicBezTo>
                  <a:cubicBezTo>
                    <a:pt x="1246513" y="444095"/>
                    <a:pt x="1216756" y="473852"/>
                    <a:pt x="1180048" y="473852"/>
                  </a:cubicBezTo>
                  <a:lnTo>
                    <a:pt x="66485" y="473852"/>
                  </a:lnTo>
                  <a:cubicBezTo>
                    <a:pt x="29777" y="473852"/>
                    <a:pt x="20" y="444095"/>
                    <a:pt x="20" y="407387"/>
                  </a:cubicBezTo>
                  <a:cubicBezTo>
                    <a:pt x="-3365" y="368746"/>
                    <a:pt x="416161" y="135796"/>
                    <a:pt x="624231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12F6539-3BD6-A187-2791-2B148BFF1970}"/>
                </a:ext>
              </a:extLst>
            </p:cNvPr>
            <p:cNvSpPr/>
            <p:nvPr/>
          </p:nvSpPr>
          <p:spPr>
            <a:xfrm>
              <a:off x="5246369" y="4075473"/>
              <a:ext cx="128726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A71385D-AC67-04FB-3AD2-3C0FF66FC4A3}"/>
                </a:ext>
              </a:extLst>
            </p:cNvPr>
            <p:cNvSpPr/>
            <p:nvPr/>
          </p:nvSpPr>
          <p:spPr>
            <a:xfrm>
              <a:off x="5300959" y="3992928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DC8B029-0CD3-95ED-6887-E02AC34F065F}"/>
                </a:ext>
              </a:extLst>
            </p:cNvPr>
            <p:cNvSpPr/>
            <p:nvPr/>
          </p:nvSpPr>
          <p:spPr>
            <a:xfrm>
              <a:off x="5300959" y="3380014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C9A75B8-4055-59E3-C465-7FC4ACCB36FE}"/>
              </a:ext>
            </a:extLst>
          </p:cNvPr>
          <p:cNvGrpSpPr/>
          <p:nvPr/>
        </p:nvGrpSpPr>
        <p:grpSpPr>
          <a:xfrm>
            <a:off x="160020" y="3049707"/>
            <a:ext cx="11871960" cy="1501200"/>
            <a:chOff x="320040" y="2292972"/>
            <a:chExt cx="11871960" cy="1501200"/>
          </a:xfrm>
        </p:grpSpPr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C454CA97-0641-FA52-94CF-9EB1D10C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8079F06-2D79-3BF8-F617-31ABF1EF729F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E94BCFC-63C5-C1CB-75A6-554F337942A6}"/>
              </a:ext>
            </a:extLst>
          </p:cNvPr>
          <p:cNvGrpSpPr/>
          <p:nvPr/>
        </p:nvGrpSpPr>
        <p:grpSpPr>
          <a:xfrm>
            <a:off x="3003813" y="3055720"/>
            <a:ext cx="1293143" cy="1501200"/>
            <a:chOff x="2927789" y="5058986"/>
            <a:chExt cx="1116924" cy="1501200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3B04AEEE-8191-53BF-0987-5FA135CF7176}"/>
                </a:ext>
              </a:extLst>
            </p:cNvPr>
            <p:cNvSpPr/>
            <p:nvPr/>
          </p:nvSpPr>
          <p:spPr>
            <a:xfrm>
              <a:off x="2954655" y="5232571"/>
              <a:ext cx="1090058" cy="1306326"/>
            </a:xfrm>
            <a:custGeom>
              <a:avLst/>
              <a:gdLst>
                <a:gd name="csX0" fmla="*/ 501015 w 1090058"/>
                <a:gd name="csY0" fmla="*/ 352432 h 1306326"/>
                <a:gd name="csX1" fmla="*/ 573405 w 1090058"/>
                <a:gd name="csY1" fmla="*/ 352432 h 1306326"/>
                <a:gd name="csX2" fmla="*/ 573405 w 1090058"/>
                <a:gd name="csY2" fmla="*/ 449222 h 1306326"/>
                <a:gd name="csX3" fmla="*/ 501015 w 1090058"/>
                <a:gd name="csY3" fmla="*/ 449222 h 1306326"/>
                <a:gd name="csX4" fmla="*/ 1048129 w 1090058"/>
                <a:gd name="csY4" fmla="*/ 6 h 1306326"/>
                <a:gd name="csX5" fmla="*/ 1090058 w 1090058"/>
                <a:gd name="csY5" fmla="*/ 41402 h 1306326"/>
                <a:gd name="csX6" fmla="*/ 1090057 w 1090058"/>
                <a:gd name="csY6" fmla="*/ 1203616 h 1306326"/>
                <a:gd name="csX7" fmla="*/ 1083610 w 1090058"/>
                <a:gd name="csY7" fmla="*/ 1219128 h 1306326"/>
                <a:gd name="csX8" fmla="*/ 1083609 w 1090058"/>
                <a:gd name="csY8" fmla="*/ 1222623 h 1306326"/>
                <a:gd name="csX9" fmla="*/ 1079076 w 1090058"/>
                <a:gd name="csY9" fmla="*/ 1230031 h 1306326"/>
                <a:gd name="csX10" fmla="*/ 1077956 w 1090058"/>
                <a:gd name="csY10" fmla="*/ 1232726 h 1306326"/>
                <a:gd name="csX11" fmla="*/ 1068706 w 1090058"/>
                <a:gd name="csY11" fmla="*/ 1236593 h 1306326"/>
                <a:gd name="csX12" fmla="*/ 1068705 w 1090058"/>
                <a:gd name="csY12" fmla="*/ 1234582 h 1306326"/>
                <a:gd name="csX13" fmla="*/ 1042807 w 1090058"/>
                <a:gd name="csY13" fmla="*/ 1241089 h 1306326"/>
                <a:gd name="csX14" fmla="*/ 15655 w 1090058"/>
                <a:gd name="csY14" fmla="*/ 1302284 h 1306326"/>
                <a:gd name="csX15" fmla="*/ 0 w 1090058"/>
                <a:gd name="csY15" fmla="*/ 1306326 h 1306326"/>
                <a:gd name="csX16" fmla="*/ 0 w 1090058"/>
                <a:gd name="csY16" fmla="*/ 1288305 h 1306326"/>
                <a:gd name="csX17" fmla="*/ 56236 w 1090058"/>
                <a:gd name="csY17" fmla="*/ 1260671 h 1306326"/>
                <a:gd name="csX18" fmla="*/ 173480 w 1090058"/>
                <a:gd name="csY18" fmla="*/ 1213159 h 1306326"/>
                <a:gd name="csX19" fmla="*/ 648757 w 1090058"/>
                <a:gd name="csY19" fmla="*/ 1133719 h 1306326"/>
                <a:gd name="csX20" fmla="*/ 655218 w 1090058"/>
                <a:gd name="csY20" fmla="*/ 1134077 h 1306326"/>
                <a:gd name="csX21" fmla="*/ 664423 w 1090058"/>
                <a:gd name="csY21" fmla="*/ 1042500 h 1306326"/>
                <a:gd name="csX22" fmla="*/ 706650 w 1090058"/>
                <a:gd name="csY22" fmla="*/ 1042501 h 1306326"/>
                <a:gd name="csX23" fmla="*/ 706651 w 1090058"/>
                <a:gd name="csY23" fmla="*/ 110504 h 1306326"/>
                <a:gd name="csX24" fmla="*/ 925407 w 1090058"/>
                <a:gd name="csY24" fmla="*/ 6637 h 1306326"/>
                <a:gd name="csX25" fmla="*/ 1048129 w 1090058"/>
                <a:gd name="csY25" fmla="*/ 6 h 1306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90058" h="1306326">
                  <a:moveTo>
                    <a:pt x="501015" y="352432"/>
                  </a:moveTo>
                  <a:lnTo>
                    <a:pt x="573405" y="352432"/>
                  </a:lnTo>
                  <a:lnTo>
                    <a:pt x="573405" y="449222"/>
                  </a:lnTo>
                  <a:lnTo>
                    <a:pt x="501015" y="449222"/>
                  </a:lnTo>
                  <a:close/>
                  <a:moveTo>
                    <a:pt x="1048129" y="6"/>
                  </a:moveTo>
                  <a:cubicBezTo>
                    <a:pt x="1071237" y="-400"/>
                    <a:pt x="1090058" y="18289"/>
                    <a:pt x="1090058" y="41402"/>
                  </a:cubicBezTo>
                  <a:lnTo>
                    <a:pt x="1090057" y="1203616"/>
                  </a:lnTo>
                  <a:lnTo>
                    <a:pt x="1083610" y="1219128"/>
                  </a:lnTo>
                  <a:lnTo>
                    <a:pt x="1083609" y="1222623"/>
                  </a:lnTo>
                  <a:lnTo>
                    <a:pt x="1079076" y="1230031"/>
                  </a:lnTo>
                  <a:lnTo>
                    <a:pt x="1077956" y="1232726"/>
                  </a:lnTo>
                  <a:lnTo>
                    <a:pt x="1068706" y="1236593"/>
                  </a:lnTo>
                  <a:lnTo>
                    <a:pt x="1068705" y="1234582"/>
                  </a:lnTo>
                  <a:lnTo>
                    <a:pt x="1042807" y="1241089"/>
                  </a:lnTo>
                  <a:cubicBezTo>
                    <a:pt x="564318" y="1197282"/>
                    <a:pt x="204341" y="1257091"/>
                    <a:pt x="15655" y="1302284"/>
                  </a:cubicBezTo>
                  <a:lnTo>
                    <a:pt x="0" y="1306326"/>
                  </a:lnTo>
                  <a:lnTo>
                    <a:pt x="0" y="1288305"/>
                  </a:lnTo>
                  <a:lnTo>
                    <a:pt x="56236" y="1260671"/>
                  </a:lnTo>
                  <a:cubicBezTo>
                    <a:pt x="96418" y="1242370"/>
                    <a:pt x="137672" y="1226108"/>
                    <a:pt x="173480" y="1213159"/>
                  </a:cubicBezTo>
                  <a:cubicBezTo>
                    <a:pt x="324474" y="1160490"/>
                    <a:pt x="485808" y="1133681"/>
                    <a:pt x="648757" y="1133719"/>
                  </a:cubicBezTo>
                  <a:lnTo>
                    <a:pt x="655218" y="1134077"/>
                  </a:lnTo>
                  <a:lnTo>
                    <a:pt x="664423" y="1042500"/>
                  </a:lnTo>
                  <a:lnTo>
                    <a:pt x="706650" y="1042501"/>
                  </a:lnTo>
                  <a:lnTo>
                    <a:pt x="706651" y="110504"/>
                  </a:lnTo>
                  <a:cubicBezTo>
                    <a:pt x="779570" y="75881"/>
                    <a:pt x="820509" y="41259"/>
                    <a:pt x="925407" y="6637"/>
                  </a:cubicBezTo>
                  <a:cubicBezTo>
                    <a:pt x="977409" y="2115"/>
                    <a:pt x="1019516" y="505"/>
                    <a:pt x="1048129" y="6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180B047-3D70-8561-975E-D0266548A66F}"/>
                </a:ext>
              </a:extLst>
            </p:cNvPr>
            <p:cNvSpPr/>
            <p:nvPr/>
          </p:nvSpPr>
          <p:spPr>
            <a:xfrm flipH="1">
              <a:off x="2927789" y="5126581"/>
              <a:ext cx="976924" cy="1433605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6B057D7-54DA-BEE4-419A-69BC27AD1B69}"/>
                </a:ext>
              </a:extLst>
            </p:cNvPr>
            <p:cNvSpPr/>
            <p:nvPr/>
          </p:nvSpPr>
          <p:spPr>
            <a:xfrm flipH="1">
              <a:off x="2929807" y="5058986"/>
              <a:ext cx="755194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8DEE489-4B30-0540-A83A-1D7F317AE8D4}"/>
                </a:ext>
              </a:extLst>
            </p:cNvPr>
            <p:cNvSpPr/>
            <p:nvPr/>
          </p:nvSpPr>
          <p:spPr>
            <a:xfrm flipH="1">
              <a:off x="2929165" y="5058986"/>
              <a:ext cx="321399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E0BA350-8548-64C1-CA81-C8DCE642259A}"/>
              </a:ext>
            </a:extLst>
          </p:cNvPr>
          <p:cNvGrpSpPr/>
          <p:nvPr/>
        </p:nvGrpSpPr>
        <p:grpSpPr>
          <a:xfrm>
            <a:off x="1432775" y="5234009"/>
            <a:ext cx="1944738" cy="1501200"/>
            <a:chOff x="3198423" y="3453690"/>
            <a:chExt cx="1274303" cy="983672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840C1D6-DDE6-B35F-4922-93A177A5E993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AEF622E-C97D-6A18-915F-470C10BC3559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1AAD1E0-1F49-C672-0E06-DF398838FB37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4B1901-FAC3-DB05-36BD-431EE1A82A4F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01116D-B368-0F93-8233-F58676C6B789}"/>
              </a:ext>
            </a:extLst>
          </p:cNvPr>
          <p:cNvGrpSpPr/>
          <p:nvPr/>
        </p:nvGrpSpPr>
        <p:grpSpPr>
          <a:xfrm>
            <a:off x="681327" y="3049707"/>
            <a:ext cx="1934882" cy="1501200"/>
            <a:chOff x="681327" y="3049707"/>
            <a:chExt cx="1934882" cy="150120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EF254E8-D049-29DF-EDF9-9D2900F3C43B}"/>
                </a:ext>
              </a:extLst>
            </p:cNvPr>
            <p:cNvSpPr/>
            <p:nvPr/>
          </p:nvSpPr>
          <p:spPr>
            <a:xfrm>
              <a:off x="683180" y="3807032"/>
              <a:ext cx="1931180" cy="276636"/>
            </a:xfrm>
            <a:custGeom>
              <a:avLst/>
              <a:gdLst>
                <a:gd name="csX0" fmla="*/ 481868 w 1931180"/>
                <a:gd name="csY0" fmla="*/ 0 h 276636"/>
                <a:gd name="csX1" fmla="*/ 1449308 w 1931180"/>
                <a:gd name="csY1" fmla="*/ 0 h 276636"/>
                <a:gd name="csX2" fmla="*/ 1887656 w 1931180"/>
                <a:gd name="csY2" fmla="*/ 208818 h 276636"/>
                <a:gd name="csX3" fmla="*/ 1931180 w 1931180"/>
                <a:gd name="csY3" fmla="*/ 276636 h 276636"/>
                <a:gd name="csX4" fmla="*/ 0 w 1931180"/>
                <a:gd name="csY4" fmla="*/ 276636 h 276636"/>
                <a:gd name="csX5" fmla="*/ 43521 w 1931180"/>
                <a:gd name="csY5" fmla="*/ 208824 h 276636"/>
                <a:gd name="csX6" fmla="*/ 481868 w 1931180"/>
                <a:gd name="csY6" fmla="*/ 0 h 2766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31180" h="276636">
                  <a:moveTo>
                    <a:pt x="481868" y="0"/>
                  </a:moveTo>
                  <a:lnTo>
                    <a:pt x="1449308" y="0"/>
                  </a:lnTo>
                  <a:cubicBezTo>
                    <a:pt x="1620555" y="0"/>
                    <a:pt x="1775495" y="57501"/>
                    <a:pt x="1887656" y="208818"/>
                  </a:cubicBezTo>
                  <a:lnTo>
                    <a:pt x="1931180" y="276636"/>
                  </a:lnTo>
                  <a:lnTo>
                    <a:pt x="0" y="276636"/>
                  </a:lnTo>
                  <a:lnTo>
                    <a:pt x="43521" y="208824"/>
                  </a:lnTo>
                  <a:cubicBezTo>
                    <a:pt x="155685" y="57505"/>
                    <a:pt x="310624" y="0"/>
                    <a:pt x="48186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0E7AB2-0483-7888-BC85-CD9A5609FAF6}"/>
                </a:ext>
              </a:extLst>
            </p:cNvPr>
            <p:cNvSpPr/>
            <p:nvPr/>
          </p:nvSpPr>
          <p:spPr>
            <a:xfrm>
              <a:off x="1381886" y="4117225"/>
              <a:ext cx="533763" cy="433682"/>
            </a:xfrm>
            <a:custGeom>
              <a:avLst/>
              <a:gdLst>
                <a:gd name="csX0" fmla="*/ 14691 w 519906"/>
                <a:gd name="csY0" fmla="*/ 129978 h 422423"/>
                <a:gd name="csX1" fmla="*/ 0 w 519906"/>
                <a:gd name="csY1" fmla="*/ 189831 h 422423"/>
                <a:gd name="csX2" fmla="*/ 259953 w 519906"/>
                <a:gd name="csY2" fmla="*/ 422423 h 422423"/>
                <a:gd name="csX3" fmla="*/ 519906 w 519906"/>
                <a:gd name="csY3" fmla="*/ 189831 h 422423"/>
                <a:gd name="csX4" fmla="*/ 506080 w 519906"/>
                <a:gd name="csY4" fmla="*/ 131856 h 422423"/>
                <a:gd name="csX5" fmla="*/ 259938 w 519906"/>
                <a:gd name="csY5" fmla="*/ 0 h 422423"/>
                <a:gd name="csX6" fmla="*/ 14691 w 519906"/>
                <a:gd name="csY6" fmla="*/ 129978 h 4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19906" h="422423">
                  <a:moveTo>
                    <a:pt x="14691" y="129978"/>
                  </a:moveTo>
                  <a:cubicBezTo>
                    <a:pt x="5411" y="149333"/>
                    <a:pt x="0" y="169291"/>
                    <a:pt x="0" y="189831"/>
                  </a:cubicBezTo>
                  <a:cubicBezTo>
                    <a:pt x="0" y="283935"/>
                    <a:pt x="101536" y="367798"/>
                    <a:pt x="259953" y="422423"/>
                  </a:cubicBezTo>
                  <a:cubicBezTo>
                    <a:pt x="418370" y="367798"/>
                    <a:pt x="519906" y="283935"/>
                    <a:pt x="519906" y="189831"/>
                  </a:cubicBezTo>
                  <a:cubicBezTo>
                    <a:pt x="519906" y="169954"/>
                    <a:pt x="514793" y="150625"/>
                    <a:pt x="506080" y="131856"/>
                  </a:cubicBezTo>
                  <a:lnTo>
                    <a:pt x="259938" y="0"/>
                  </a:lnTo>
                  <a:lnTo>
                    <a:pt x="14691" y="129978"/>
                  </a:ln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74A4A60-F939-1CFD-BB3E-B77B1354BF9B}"/>
                </a:ext>
              </a:extLst>
            </p:cNvPr>
            <p:cNvSpPr/>
            <p:nvPr/>
          </p:nvSpPr>
          <p:spPr>
            <a:xfrm>
              <a:off x="681327" y="3917071"/>
              <a:ext cx="1934882" cy="366958"/>
            </a:xfrm>
            <a:custGeom>
              <a:avLst/>
              <a:gdLst>
                <a:gd name="csX0" fmla="*/ 1413488 w 1884651"/>
                <a:gd name="csY0" fmla="*/ 0 h 357432"/>
                <a:gd name="csX1" fmla="*/ 471163 w 1884651"/>
                <a:gd name="csY1" fmla="*/ 0 h 357432"/>
                <a:gd name="csX2" fmla="*/ 0 w 1884651"/>
                <a:gd name="csY2" fmla="*/ 162470 h 357432"/>
                <a:gd name="csX3" fmla="*/ 471163 w 1884651"/>
                <a:gd name="csY3" fmla="*/ 357432 h 357432"/>
                <a:gd name="csX4" fmla="*/ 942326 w 1884651"/>
                <a:gd name="csY4" fmla="*/ 194962 h 357432"/>
                <a:gd name="csX5" fmla="*/ 1413488 w 1884651"/>
                <a:gd name="csY5" fmla="*/ 357432 h 357432"/>
                <a:gd name="csX6" fmla="*/ 1884651 w 1884651"/>
                <a:gd name="csY6" fmla="*/ 162466 h 357432"/>
                <a:gd name="csX7" fmla="*/ 1413488 w 1884651"/>
                <a:gd name="csY7" fmla="*/ 0 h 357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84651" h="357432">
                  <a:moveTo>
                    <a:pt x="1413488" y="0"/>
                  </a:moveTo>
                  <a:lnTo>
                    <a:pt x="471163" y="0"/>
                  </a:lnTo>
                  <a:cubicBezTo>
                    <a:pt x="280537" y="0"/>
                    <a:pt x="110653" y="43656"/>
                    <a:pt x="0" y="162470"/>
                  </a:cubicBezTo>
                  <a:cubicBezTo>
                    <a:pt x="110653" y="281277"/>
                    <a:pt x="280537" y="357432"/>
                    <a:pt x="471163" y="357432"/>
                  </a:cubicBezTo>
                  <a:cubicBezTo>
                    <a:pt x="661789" y="357432"/>
                    <a:pt x="831672" y="313772"/>
                    <a:pt x="942326" y="194962"/>
                  </a:cubicBezTo>
                  <a:cubicBezTo>
                    <a:pt x="1052979" y="313772"/>
                    <a:pt x="1222863" y="357432"/>
                    <a:pt x="1413488" y="357432"/>
                  </a:cubicBezTo>
                  <a:cubicBezTo>
                    <a:pt x="1604114" y="357432"/>
                    <a:pt x="1773998" y="281277"/>
                    <a:pt x="1884651" y="162466"/>
                  </a:cubicBezTo>
                  <a:cubicBezTo>
                    <a:pt x="1774001" y="43653"/>
                    <a:pt x="1604118" y="0"/>
                    <a:pt x="1413488" y="0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E68C160-CDC2-CFA2-5C56-3A6441C4E539}"/>
                </a:ext>
              </a:extLst>
            </p:cNvPr>
            <p:cNvSpPr/>
            <p:nvPr/>
          </p:nvSpPr>
          <p:spPr>
            <a:xfrm>
              <a:off x="1327150" y="3049707"/>
              <a:ext cx="643236" cy="683213"/>
            </a:xfrm>
            <a:custGeom>
              <a:avLst/>
              <a:gdLst>
                <a:gd name="csX0" fmla="*/ 227458 w 454914"/>
                <a:gd name="csY0" fmla="*/ 0 h 665476"/>
                <a:gd name="csX1" fmla="*/ 0 w 454914"/>
                <a:gd name="csY1" fmla="*/ 519902 h 665476"/>
                <a:gd name="csX2" fmla="*/ 14698 w 454914"/>
                <a:gd name="csY2" fmla="*/ 665477 h 665476"/>
                <a:gd name="csX3" fmla="*/ 440221 w 454914"/>
                <a:gd name="csY3" fmla="*/ 665477 h 665476"/>
                <a:gd name="csX4" fmla="*/ 454915 w 454914"/>
                <a:gd name="csY4" fmla="*/ 519902 h 665476"/>
                <a:gd name="csX5" fmla="*/ 227458 w 454914"/>
                <a:gd name="csY5" fmla="*/ 0 h 665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54914" h="665476">
                  <a:moveTo>
                    <a:pt x="227458" y="0"/>
                  </a:moveTo>
                  <a:cubicBezTo>
                    <a:pt x="88844" y="122101"/>
                    <a:pt x="0" y="309554"/>
                    <a:pt x="0" y="519902"/>
                  </a:cubicBezTo>
                  <a:cubicBezTo>
                    <a:pt x="0" y="569930"/>
                    <a:pt x="5172" y="618607"/>
                    <a:pt x="14698" y="665477"/>
                  </a:cubicBezTo>
                  <a:lnTo>
                    <a:pt x="440221" y="665477"/>
                  </a:lnTo>
                  <a:cubicBezTo>
                    <a:pt x="449747" y="618607"/>
                    <a:pt x="454915" y="569938"/>
                    <a:pt x="454915" y="519902"/>
                  </a:cubicBezTo>
                  <a:cubicBezTo>
                    <a:pt x="454915" y="309558"/>
                    <a:pt x="366071" y="122101"/>
                    <a:pt x="22745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72A204-DC10-A843-8800-F0406637C0FC}"/>
                </a:ext>
              </a:extLst>
            </p:cNvPr>
            <p:cNvSpPr/>
            <p:nvPr/>
          </p:nvSpPr>
          <p:spPr>
            <a:xfrm>
              <a:off x="881487" y="3450051"/>
              <a:ext cx="767280" cy="667278"/>
            </a:xfrm>
            <a:custGeom>
              <a:avLst/>
              <a:gdLst>
                <a:gd name="csX0" fmla="*/ 519904 w 747361"/>
                <a:gd name="csY0" fmla="*/ 194942 h 649955"/>
                <a:gd name="csX1" fmla="*/ 105 w 747361"/>
                <a:gd name="csY1" fmla="*/ 69 h 649955"/>
                <a:gd name="csX2" fmla="*/ 224282 w 747361"/>
                <a:gd name="csY2" fmla="*/ 454925 h 649955"/>
                <a:gd name="csX3" fmla="*/ 747361 w 747361"/>
                <a:gd name="csY3" fmla="*/ 649865 h 649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5">
                  <a:moveTo>
                    <a:pt x="519904" y="194942"/>
                  </a:moveTo>
                  <a:cubicBezTo>
                    <a:pt x="372710" y="77060"/>
                    <a:pt x="169410" y="-2674"/>
                    <a:pt x="105" y="69"/>
                  </a:cubicBezTo>
                  <a:cubicBezTo>
                    <a:pt x="-3227" y="155567"/>
                    <a:pt x="73113" y="323478"/>
                    <a:pt x="224282" y="454925"/>
                  </a:cubicBezTo>
                  <a:cubicBezTo>
                    <a:pt x="375452" y="586372"/>
                    <a:pt x="568540" y="652762"/>
                    <a:pt x="747361" y="649865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AA536D4-D458-54D8-C40A-9DF2D9800D17}"/>
                </a:ext>
              </a:extLst>
            </p:cNvPr>
            <p:cNvSpPr/>
            <p:nvPr/>
          </p:nvSpPr>
          <p:spPr>
            <a:xfrm>
              <a:off x="1648767" y="3450056"/>
              <a:ext cx="767280" cy="667274"/>
            </a:xfrm>
            <a:custGeom>
              <a:avLst/>
              <a:gdLst>
                <a:gd name="csX0" fmla="*/ 0 w 747361"/>
                <a:gd name="csY0" fmla="*/ 649860 h 649951"/>
                <a:gd name="csX1" fmla="*/ 523079 w 747361"/>
                <a:gd name="csY1" fmla="*/ 454920 h 649951"/>
                <a:gd name="csX2" fmla="*/ 747257 w 747361"/>
                <a:gd name="csY2" fmla="*/ 64 h 649951"/>
                <a:gd name="csX3" fmla="*/ 227458 w 747361"/>
                <a:gd name="csY3" fmla="*/ 194934 h 649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1">
                  <a:moveTo>
                    <a:pt x="0" y="649860"/>
                  </a:moveTo>
                  <a:cubicBezTo>
                    <a:pt x="178821" y="652757"/>
                    <a:pt x="371913" y="586371"/>
                    <a:pt x="523079" y="454920"/>
                  </a:cubicBezTo>
                  <a:cubicBezTo>
                    <a:pt x="674245" y="323470"/>
                    <a:pt x="750584" y="155566"/>
                    <a:pt x="747257" y="64"/>
                  </a:cubicBezTo>
                  <a:cubicBezTo>
                    <a:pt x="580274" y="-2641"/>
                    <a:pt x="373573" y="80247"/>
                    <a:pt x="227458" y="194934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D846E9E-AAC0-65E8-6443-8E1985E5A3AC}"/>
                </a:ext>
              </a:extLst>
            </p:cNvPr>
            <p:cNvSpPr/>
            <p:nvPr/>
          </p:nvSpPr>
          <p:spPr>
            <a:xfrm>
              <a:off x="995781" y="3571262"/>
              <a:ext cx="652986" cy="583975"/>
            </a:xfrm>
            <a:custGeom>
              <a:avLst/>
              <a:gdLst>
                <a:gd name="csX0" fmla="*/ 77 w 552397"/>
                <a:gd name="csY0" fmla="*/ 54 h 455006"/>
                <a:gd name="csX1" fmla="*/ 165772 w 552397"/>
                <a:gd name="csY1" fmla="*/ 318476 h 455006"/>
                <a:gd name="csX2" fmla="*/ 552398 w 552397"/>
                <a:gd name="csY2" fmla="*/ 454943 h 455006"/>
                <a:gd name="csX3" fmla="*/ 357436 w 552397"/>
                <a:gd name="csY3" fmla="*/ 129966 h 455006"/>
                <a:gd name="csX4" fmla="*/ 77 w 552397"/>
                <a:gd name="csY4" fmla="*/ 54 h 455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6">
                  <a:moveTo>
                    <a:pt x="77" y="54"/>
                  </a:moveTo>
                  <a:cubicBezTo>
                    <a:pt x="-2385" y="108907"/>
                    <a:pt x="54040" y="226452"/>
                    <a:pt x="165772" y="318476"/>
                  </a:cubicBezTo>
                  <a:cubicBezTo>
                    <a:pt x="277504" y="410496"/>
                    <a:pt x="420226" y="456968"/>
                    <a:pt x="552398" y="454943"/>
                  </a:cubicBezTo>
                  <a:lnTo>
                    <a:pt x="357436" y="129966"/>
                  </a:lnTo>
                  <a:cubicBezTo>
                    <a:pt x="248641" y="47435"/>
                    <a:pt x="125215" y="-1867"/>
                    <a:pt x="77" y="54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6246738-5C36-DB35-B142-9FB4AD23B93D}"/>
                </a:ext>
              </a:extLst>
            </p:cNvPr>
            <p:cNvSpPr/>
            <p:nvPr/>
          </p:nvSpPr>
          <p:spPr>
            <a:xfrm>
              <a:off x="1648767" y="3571257"/>
              <a:ext cx="652986" cy="583972"/>
            </a:xfrm>
            <a:custGeom>
              <a:avLst/>
              <a:gdLst>
                <a:gd name="csX0" fmla="*/ 194966 w 552397"/>
                <a:gd name="csY0" fmla="*/ 129966 h 455003"/>
                <a:gd name="csX1" fmla="*/ 0 w 552397"/>
                <a:gd name="csY1" fmla="*/ 454939 h 455003"/>
                <a:gd name="csX2" fmla="*/ 386626 w 552397"/>
                <a:gd name="csY2" fmla="*/ 318472 h 455003"/>
                <a:gd name="csX3" fmla="*/ 552321 w 552397"/>
                <a:gd name="csY3" fmla="*/ 50 h 455003"/>
                <a:gd name="csX4" fmla="*/ 194966 w 552397"/>
                <a:gd name="csY4" fmla="*/ 129966 h 455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3">
                  <a:moveTo>
                    <a:pt x="194966" y="129966"/>
                  </a:moveTo>
                  <a:lnTo>
                    <a:pt x="0" y="454939"/>
                  </a:lnTo>
                  <a:cubicBezTo>
                    <a:pt x="132172" y="456971"/>
                    <a:pt x="274894" y="410496"/>
                    <a:pt x="386626" y="318472"/>
                  </a:cubicBezTo>
                  <a:cubicBezTo>
                    <a:pt x="498358" y="226451"/>
                    <a:pt x="554783" y="108911"/>
                    <a:pt x="552321" y="50"/>
                  </a:cubicBezTo>
                  <a:cubicBezTo>
                    <a:pt x="428902" y="-1838"/>
                    <a:pt x="302961" y="49681"/>
                    <a:pt x="194966" y="129966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96B023C-ED98-BDBB-DD8C-C9A827558CB8}"/>
                </a:ext>
              </a:extLst>
            </p:cNvPr>
            <p:cNvSpPr/>
            <p:nvPr/>
          </p:nvSpPr>
          <p:spPr>
            <a:xfrm>
              <a:off x="1379892" y="3304379"/>
              <a:ext cx="537752" cy="850725"/>
            </a:xfrm>
            <a:custGeom>
              <a:avLst/>
              <a:gdLst>
                <a:gd name="csX0" fmla="*/ 0 w 454914"/>
                <a:gd name="csY0" fmla="*/ 292445 h 584889"/>
                <a:gd name="csX1" fmla="*/ 227458 w 454914"/>
                <a:gd name="csY1" fmla="*/ 584890 h 584889"/>
                <a:gd name="csX2" fmla="*/ 454915 w 454914"/>
                <a:gd name="csY2" fmla="*/ 292445 h 584889"/>
                <a:gd name="csX3" fmla="*/ 227458 w 454914"/>
                <a:gd name="csY3" fmla="*/ 0 h 584889"/>
                <a:gd name="csX4" fmla="*/ 0 w 454914"/>
                <a:gd name="csY4" fmla="*/ 292445 h 584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4914" h="584889">
                  <a:moveTo>
                    <a:pt x="0" y="292445"/>
                  </a:moveTo>
                  <a:cubicBezTo>
                    <a:pt x="0" y="410762"/>
                    <a:pt x="88844" y="516210"/>
                    <a:pt x="227458" y="584890"/>
                  </a:cubicBezTo>
                  <a:cubicBezTo>
                    <a:pt x="366071" y="516210"/>
                    <a:pt x="454915" y="410762"/>
                    <a:pt x="454915" y="292445"/>
                  </a:cubicBezTo>
                  <a:cubicBezTo>
                    <a:pt x="454915" y="174128"/>
                    <a:pt x="366071" y="68679"/>
                    <a:pt x="227458" y="0"/>
                  </a:cubicBezTo>
                  <a:cubicBezTo>
                    <a:pt x="88844" y="68679"/>
                    <a:pt x="0" y="174124"/>
                    <a:pt x="0" y="292445"/>
                  </a:cubicBez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385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34711BF-5681-7B9C-8991-778CFAB7D7A9}"/>
              </a:ext>
            </a:extLst>
          </p:cNvPr>
          <p:cNvGrpSpPr/>
          <p:nvPr/>
        </p:nvGrpSpPr>
        <p:grpSpPr>
          <a:xfrm>
            <a:off x="2735311" y="713062"/>
            <a:ext cx="6721378" cy="1501200"/>
            <a:chOff x="2352628" y="713062"/>
            <a:chExt cx="6721378" cy="15012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88E39B-5FB0-375E-D1A0-F5B1B0B0C225}"/>
                </a:ext>
              </a:extLst>
            </p:cNvPr>
            <p:cNvSpPr/>
            <p:nvPr/>
          </p:nvSpPr>
          <p:spPr>
            <a:xfrm>
              <a:off x="5757699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F824F3E-F600-C178-72FA-02EAA25E1518}"/>
                </a:ext>
              </a:extLst>
            </p:cNvPr>
            <p:cNvSpPr/>
            <p:nvPr/>
          </p:nvSpPr>
          <p:spPr>
            <a:xfrm>
              <a:off x="7572806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679DAB4-22EB-2FBC-2CFC-BB2B752CC48F}"/>
                </a:ext>
              </a:extLst>
            </p:cNvPr>
            <p:cNvSpPr/>
            <p:nvPr/>
          </p:nvSpPr>
          <p:spPr>
            <a:xfrm flipH="1" flipV="1">
              <a:off x="7948106" y="14636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9D62348-6A3C-B71F-D0B7-A7689CBC967C}"/>
                </a:ext>
              </a:extLst>
            </p:cNvPr>
            <p:cNvSpPr/>
            <p:nvPr/>
          </p:nvSpPr>
          <p:spPr>
            <a:xfrm flipH="1" flipV="1">
              <a:off x="8323406" y="10883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0E0D305-D7D8-21C4-46CC-04CD8240D096}"/>
                </a:ext>
              </a:extLst>
            </p:cNvPr>
            <p:cNvSpPr/>
            <p:nvPr/>
          </p:nvSpPr>
          <p:spPr>
            <a:xfrm>
              <a:off x="5963016" y="163364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952547F-9D33-6E9D-7497-BA69F800B495}"/>
                </a:ext>
              </a:extLst>
            </p:cNvPr>
            <p:cNvSpPr/>
            <p:nvPr/>
          </p:nvSpPr>
          <p:spPr>
            <a:xfrm>
              <a:off x="6678286" y="91837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20A9D2-09F8-1826-5EC1-CEFA68B2F4C8}"/>
                </a:ext>
              </a:extLst>
            </p:cNvPr>
            <p:cNvGrpSpPr/>
            <p:nvPr/>
          </p:nvGrpSpPr>
          <p:grpSpPr>
            <a:xfrm>
              <a:off x="2352628" y="713062"/>
              <a:ext cx="2962440" cy="1501199"/>
              <a:chOff x="5643562" y="3199729"/>
              <a:chExt cx="904875" cy="458540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8FB3DCA9-97C1-7B67-DF7E-7FFB662B2E59}"/>
                  </a:ext>
                </a:extLst>
              </p:cNvPr>
              <p:cNvSpPr/>
              <p:nvPr/>
            </p:nvSpPr>
            <p:spPr>
              <a:xfrm>
                <a:off x="6089930" y="3199746"/>
                <a:ext cx="458507" cy="458507"/>
              </a:xfrm>
              <a:custGeom>
                <a:avLst/>
                <a:gdLst>
                  <a:gd name="csX0" fmla="*/ 452360 w 458507"/>
                  <a:gd name="csY0" fmla="*/ 244118 h 458507"/>
                  <a:gd name="csX1" fmla="*/ 244118 w 458507"/>
                  <a:gd name="csY1" fmla="*/ 452360 h 458507"/>
                  <a:gd name="csX2" fmla="*/ 214389 w 458507"/>
                  <a:gd name="csY2" fmla="*/ 452360 h 458507"/>
                  <a:gd name="csX3" fmla="*/ 6148 w 458507"/>
                  <a:gd name="csY3" fmla="*/ 244118 h 458507"/>
                  <a:gd name="csX4" fmla="*/ 6148 w 458507"/>
                  <a:gd name="csY4" fmla="*/ 214389 h 458507"/>
                  <a:gd name="csX5" fmla="*/ 214389 w 458507"/>
                  <a:gd name="csY5" fmla="*/ 6147 h 458507"/>
                  <a:gd name="csX6" fmla="*/ 244118 w 458507"/>
                  <a:gd name="csY6" fmla="*/ 6147 h 458507"/>
                  <a:gd name="csX7" fmla="*/ 452360 w 458507"/>
                  <a:gd name="csY7" fmla="*/ 214389 h 458507"/>
                  <a:gd name="csX8" fmla="*/ 452360 w 458507"/>
                  <a:gd name="csY8" fmla="*/ 244118 h 4585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58507" h="458507">
                    <a:moveTo>
                      <a:pt x="452360" y="244118"/>
                    </a:moveTo>
                    <a:lnTo>
                      <a:pt x="244118" y="452360"/>
                    </a:lnTo>
                    <a:cubicBezTo>
                      <a:pt x="235922" y="460556"/>
                      <a:pt x="222586" y="460556"/>
                      <a:pt x="214389" y="452360"/>
                    </a:cubicBezTo>
                    <a:lnTo>
                      <a:pt x="6148" y="244118"/>
                    </a:lnTo>
                    <a:cubicBezTo>
                      <a:pt x="-2049" y="235922"/>
                      <a:pt x="-2049" y="222586"/>
                      <a:pt x="6148" y="214389"/>
                    </a:cubicBezTo>
                    <a:lnTo>
                      <a:pt x="214389" y="6147"/>
                    </a:lnTo>
                    <a:cubicBezTo>
                      <a:pt x="222586" y="-2049"/>
                      <a:pt x="235922" y="-2049"/>
                      <a:pt x="244118" y="6147"/>
                    </a:cubicBezTo>
                    <a:lnTo>
                      <a:pt x="452360" y="214389"/>
                    </a:lnTo>
                    <a:cubicBezTo>
                      <a:pt x="460556" y="222586"/>
                      <a:pt x="460556" y="235922"/>
                      <a:pt x="452360" y="24411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B5FF091A-D82C-3031-4129-2EDB41B66220}"/>
                  </a:ext>
                </a:extLst>
              </p:cNvPr>
              <p:cNvSpPr/>
              <p:nvPr/>
            </p:nvSpPr>
            <p:spPr>
              <a:xfrm>
                <a:off x="5866787" y="3199729"/>
                <a:ext cx="318581" cy="458540"/>
              </a:xfrm>
              <a:custGeom>
                <a:avLst/>
                <a:gdLst>
                  <a:gd name="csX0" fmla="*/ 184669 w 318581"/>
                  <a:gd name="csY0" fmla="*/ 244098 h 458540"/>
                  <a:gd name="csX1" fmla="*/ 318581 w 318581"/>
                  <a:gd name="csY1" fmla="*/ 378010 h 458540"/>
                  <a:gd name="csX2" fmla="*/ 244098 w 318581"/>
                  <a:gd name="csY2" fmla="*/ 452381 h 458540"/>
                  <a:gd name="csX3" fmla="*/ 214327 w 318581"/>
                  <a:gd name="csY3" fmla="*/ 452381 h 458540"/>
                  <a:gd name="csX4" fmla="*/ 6159 w 318581"/>
                  <a:gd name="csY4" fmla="*/ 244098 h 458540"/>
                  <a:gd name="csX5" fmla="*/ 6159 w 318581"/>
                  <a:gd name="csY5" fmla="*/ 214442 h 458540"/>
                  <a:gd name="csX6" fmla="*/ 214327 w 318581"/>
                  <a:gd name="csY6" fmla="*/ 6160 h 458540"/>
                  <a:gd name="csX7" fmla="*/ 244098 w 318581"/>
                  <a:gd name="csY7" fmla="*/ 6160 h 458540"/>
                  <a:gd name="csX8" fmla="*/ 318581 w 318581"/>
                  <a:gd name="csY8" fmla="*/ 80644 h 458540"/>
                  <a:gd name="csX9" fmla="*/ 184669 w 318581"/>
                  <a:gd name="csY9" fmla="*/ 214442 h 458540"/>
                  <a:gd name="csX10" fmla="*/ 184669 w 318581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1" h="458540">
                    <a:moveTo>
                      <a:pt x="184669" y="244098"/>
                    </a:moveTo>
                    <a:lnTo>
                      <a:pt x="318581" y="378010"/>
                    </a:lnTo>
                    <a:lnTo>
                      <a:pt x="244098" y="452381"/>
                    </a:lnTo>
                    <a:cubicBezTo>
                      <a:pt x="235884" y="460594"/>
                      <a:pt x="222540" y="460594"/>
                      <a:pt x="214327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327" y="6160"/>
                    </a:lnTo>
                    <a:cubicBezTo>
                      <a:pt x="222540" y="-2053"/>
                      <a:pt x="235884" y="-2053"/>
                      <a:pt x="244098" y="6160"/>
                    </a:cubicBezTo>
                    <a:lnTo>
                      <a:pt x="318581" y="80644"/>
                    </a:lnTo>
                    <a:lnTo>
                      <a:pt x="184669" y="214442"/>
                    </a:lnTo>
                    <a:cubicBezTo>
                      <a:pt x="176457" y="222654"/>
                      <a:pt x="176457" y="235886"/>
                      <a:pt x="184669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69122843-D9E5-C879-0C5E-0067314F1FE0}"/>
                  </a:ext>
                </a:extLst>
              </p:cNvPr>
              <p:cNvSpPr/>
              <p:nvPr/>
            </p:nvSpPr>
            <p:spPr>
              <a:xfrm>
                <a:off x="5643562" y="3199729"/>
                <a:ext cx="318582" cy="458540"/>
              </a:xfrm>
              <a:custGeom>
                <a:avLst/>
                <a:gdLst>
                  <a:gd name="csX0" fmla="*/ 184671 w 318582"/>
                  <a:gd name="csY0" fmla="*/ 244098 h 458540"/>
                  <a:gd name="csX1" fmla="*/ 318582 w 318582"/>
                  <a:gd name="csY1" fmla="*/ 378010 h 458540"/>
                  <a:gd name="csX2" fmla="*/ 244099 w 318582"/>
                  <a:gd name="csY2" fmla="*/ 452381 h 458540"/>
                  <a:gd name="csX3" fmla="*/ 214441 w 318582"/>
                  <a:gd name="csY3" fmla="*/ 452381 h 458540"/>
                  <a:gd name="csX4" fmla="*/ 6159 w 318582"/>
                  <a:gd name="csY4" fmla="*/ 244098 h 458540"/>
                  <a:gd name="csX5" fmla="*/ 6159 w 318582"/>
                  <a:gd name="csY5" fmla="*/ 214442 h 458540"/>
                  <a:gd name="csX6" fmla="*/ 214441 w 318582"/>
                  <a:gd name="csY6" fmla="*/ 6160 h 458540"/>
                  <a:gd name="csX7" fmla="*/ 244099 w 318582"/>
                  <a:gd name="csY7" fmla="*/ 6160 h 458540"/>
                  <a:gd name="csX8" fmla="*/ 318582 w 318582"/>
                  <a:gd name="csY8" fmla="*/ 80644 h 458540"/>
                  <a:gd name="csX9" fmla="*/ 184671 w 318582"/>
                  <a:gd name="csY9" fmla="*/ 214442 h 458540"/>
                  <a:gd name="csX10" fmla="*/ 184671 w 318582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2" h="458540">
                    <a:moveTo>
                      <a:pt x="184671" y="244098"/>
                    </a:moveTo>
                    <a:lnTo>
                      <a:pt x="318582" y="378010"/>
                    </a:lnTo>
                    <a:lnTo>
                      <a:pt x="244099" y="452381"/>
                    </a:lnTo>
                    <a:cubicBezTo>
                      <a:pt x="236000" y="460594"/>
                      <a:pt x="222654" y="460594"/>
                      <a:pt x="214441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441" y="6160"/>
                    </a:lnTo>
                    <a:cubicBezTo>
                      <a:pt x="222654" y="-2053"/>
                      <a:pt x="236000" y="-2053"/>
                      <a:pt x="244099" y="6160"/>
                    </a:cubicBezTo>
                    <a:lnTo>
                      <a:pt x="318582" y="80644"/>
                    </a:lnTo>
                    <a:lnTo>
                      <a:pt x="184671" y="214442"/>
                    </a:lnTo>
                    <a:cubicBezTo>
                      <a:pt x="176458" y="222654"/>
                      <a:pt x="176458" y="235886"/>
                      <a:pt x="184671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0E93F6-7774-CA8C-B49B-49565C446543}"/>
              </a:ext>
            </a:extLst>
          </p:cNvPr>
          <p:cNvSpPr/>
          <p:nvPr/>
        </p:nvSpPr>
        <p:spPr>
          <a:xfrm>
            <a:off x="3378296" y="713062"/>
            <a:ext cx="1761906" cy="1501197"/>
          </a:xfrm>
          <a:custGeom>
            <a:avLst/>
            <a:gdLst>
              <a:gd name="csX0" fmla="*/ 1660675 w 1791946"/>
              <a:gd name="csY0" fmla="*/ 759755 h 1526792"/>
              <a:gd name="csX1" fmla="*/ 1719726 w 1791946"/>
              <a:gd name="csY1" fmla="*/ 780087 h 1526792"/>
              <a:gd name="csX2" fmla="*/ 1765551 w 1791946"/>
              <a:gd name="csY2" fmla="*/ 1006369 h 1526792"/>
              <a:gd name="csX3" fmla="*/ 1543534 w 1791946"/>
              <a:gd name="csY3" fmla="*/ 1069710 h 1526792"/>
              <a:gd name="csX4" fmla="*/ 1497710 w 1791946"/>
              <a:gd name="csY4" fmla="*/ 843428 h 1526792"/>
              <a:gd name="csX5" fmla="*/ 1660675 w 1791946"/>
              <a:gd name="csY5" fmla="*/ 759755 h 1526792"/>
              <a:gd name="csX6" fmla="*/ 565777 w 1791946"/>
              <a:gd name="csY6" fmla="*/ 360 h 1526792"/>
              <a:gd name="csX7" fmla="*/ 772189 w 1791946"/>
              <a:gd name="csY7" fmla="*/ 110375 h 1526792"/>
              <a:gd name="csX8" fmla="*/ 779628 w 1791946"/>
              <a:gd name="csY8" fmla="*/ 352565 h 1526792"/>
              <a:gd name="csX9" fmla="*/ 889014 w 1791946"/>
              <a:gd name="csY9" fmla="*/ 482934 h 1526792"/>
              <a:gd name="csX10" fmla="*/ 1008422 w 1791946"/>
              <a:gd name="csY10" fmla="*/ 298098 h 1526792"/>
              <a:gd name="csX11" fmla="*/ 1154967 w 1791946"/>
              <a:gd name="csY11" fmla="*/ 359195 h 1526792"/>
              <a:gd name="csX12" fmla="*/ 1239973 w 1791946"/>
              <a:gd name="csY12" fmla="*/ 507877 h 1526792"/>
              <a:gd name="csX13" fmla="*/ 1418632 w 1791946"/>
              <a:gd name="csY13" fmla="*/ 355141 h 1526792"/>
              <a:gd name="csX14" fmla="*/ 1585853 w 1791946"/>
              <a:gd name="csY14" fmla="*/ 449461 h 1526792"/>
              <a:gd name="csX15" fmla="*/ 1476434 w 1791946"/>
              <a:gd name="csY15" fmla="*/ 606453 h 1526792"/>
              <a:gd name="csX16" fmla="*/ 1216931 w 1791946"/>
              <a:gd name="csY16" fmla="*/ 867794 h 1526792"/>
              <a:gd name="csX17" fmla="*/ 1358619 w 1791946"/>
              <a:gd name="csY17" fmla="*/ 992573 h 1526792"/>
              <a:gd name="csX18" fmla="*/ 1375988 w 1791946"/>
              <a:gd name="csY18" fmla="*/ 1251020 h 1526792"/>
              <a:gd name="csX19" fmla="*/ 1173305 w 1791946"/>
              <a:gd name="csY19" fmla="*/ 1341177 h 1526792"/>
              <a:gd name="csX20" fmla="*/ 985822 w 1791946"/>
              <a:gd name="csY20" fmla="*/ 1187224 h 1526792"/>
              <a:gd name="csX21" fmla="*/ 793386 w 1791946"/>
              <a:gd name="csY21" fmla="*/ 1189871 h 1526792"/>
              <a:gd name="csX22" fmla="*/ 732412 w 1791946"/>
              <a:gd name="csY22" fmla="*/ 1418485 h 1526792"/>
              <a:gd name="csX23" fmla="*/ 450409 w 1791946"/>
              <a:gd name="csY23" fmla="*/ 1453812 h 1526792"/>
              <a:gd name="csX24" fmla="*/ 460479 w 1791946"/>
              <a:gd name="csY24" fmla="*/ 1250037 h 1526792"/>
              <a:gd name="csX25" fmla="*/ 417565 w 1791946"/>
              <a:gd name="csY25" fmla="*/ 1092446 h 1526792"/>
              <a:gd name="csX26" fmla="*/ 250963 w 1791946"/>
              <a:gd name="csY26" fmla="*/ 1185733 h 1526792"/>
              <a:gd name="csX27" fmla="*/ 48148 w 1791946"/>
              <a:gd name="csY27" fmla="*/ 1186981 h 1526792"/>
              <a:gd name="csX28" fmla="*/ 15324 w 1791946"/>
              <a:gd name="csY28" fmla="*/ 1001667 h 1526792"/>
              <a:gd name="csX29" fmla="*/ 244975 w 1791946"/>
              <a:gd name="csY29" fmla="*/ 967362 h 1526792"/>
              <a:gd name="csX30" fmla="*/ 360877 w 1791946"/>
              <a:gd name="csY30" fmla="*/ 882287 h 1526792"/>
              <a:gd name="csX31" fmla="*/ 324376 w 1791946"/>
              <a:gd name="csY31" fmla="*/ 761124 h 1526792"/>
              <a:gd name="csX32" fmla="*/ 143259 w 1791946"/>
              <a:gd name="csY32" fmla="*/ 762812 h 1526792"/>
              <a:gd name="csX33" fmla="*/ 100578 w 1791946"/>
              <a:gd name="csY33" fmla="*/ 609112 h 1526792"/>
              <a:gd name="csX34" fmla="*/ 247873 w 1791946"/>
              <a:gd name="csY34" fmla="*/ 541323 h 1526792"/>
              <a:gd name="csX35" fmla="*/ 332127 w 1791946"/>
              <a:gd name="csY35" fmla="*/ 661000 h 1526792"/>
              <a:gd name="csX36" fmla="*/ 468700 w 1791946"/>
              <a:gd name="csY36" fmla="*/ 593345 h 1526792"/>
              <a:gd name="csX37" fmla="*/ 448908 w 1791946"/>
              <a:gd name="csY37" fmla="*/ 455296 h 1526792"/>
              <a:gd name="csX38" fmla="*/ 335354 w 1791946"/>
              <a:gd name="csY38" fmla="*/ 218690 h 1526792"/>
              <a:gd name="csX39" fmla="*/ 497305 w 1791946"/>
              <a:gd name="csY39" fmla="*/ 17988 h 1526792"/>
              <a:gd name="csX40" fmla="*/ 565777 w 1791946"/>
              <a:gd name="csY40" fmla="*/ 360 h 1526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791946" h="1526792">
                <a:moveTo>
                  <a:pt x="1660675" y="759755"/>
                </a:moveTo>
                <a:cubicBezTo>
                  <a:pt x="1681155" y="762174"/>
                  <a:pt x="1701236" y="768838"/>
                  <a:pt x="1719726" y="780087"/>
                </a:cubicBezTo>
                <a:cubicBezTo>
                  <a:pt x="1793688" y="825081"/>
                  <a:pt x="1814205" y="926391"/>
                  <a:pt x="1765551" y="1006369"/>
                </a:cubicBezTo>
                <a:cubicBezTo>
                  <a:pt x="1716896" y="1086346"/>
                  <a:pt x="1617496" y="1114704"/>
                  <a:pt x="1543534" y="1069710"/>
                </a:cubicBezTo>
                <a:cubicBezTo>
                  <a:pt x="1469572" y="1024715"/>
                  <a:pt x="1449055" y="923405"/>
                  <a:pt x="1497710" y="843428"/>
                </a:cubicBezTo>
                <a:cubicBezTo>
                  <a:pt x="1534200" y="783444"/>
                  <a:pt x="1599235" y="752497"/>
                  <a:pt x="1660675" y="759755"/>
                </a:cubicBezTo>
                <a:close/>
                <a:moveTo>
                  <a:pt x="565777" y="360"/>
                </a:moveTo>
                <a:cubicBezTo>
                  <a:pt x="639273" y="-4032"/>
                  <a:pt x="722900" y="31623"/>
                  <a:pt x="772189" y="110375"/>
                </a:cubicBezTo>
                <a:cubicBezTo>
                  <a:pt x="809116" y="201863"/>
                  <a:pt x="754570" y="234136"/>
                  <a:pt x="779628" y="352565"/>
                </a:cubicBezTo>
                <a:cubicBezTo>
                  <a:pt x="789516" y="419841"/>
                  <a:pt x="796817" y="491328"/>
                  <a:pt x="889014" y="482934"/>
                </a:cubicBezTo>
                <a:cubicBezTo>
                  <a:pt x="969764" y="467248"/>
                  <a:pt x="921857" y="341542"/>
                  <a:pt x="1008422" y="298098"/>
                </a:cubicBezTo>
                <a:cubicBezTo>
                  <a:pt x="1054224" y="253457"/>
                  <a:pt x="1160316" y="283406"/>
                  <a:pt x="1154967" y="359195"/>
                </a:cubicBezTo>
                <a:cubicBezTo>
                  <a:pt x="1134269" y="422036"/>
                  <a:pt x="1161660" y="498739"/>
                  <a:pt x="1239973" y="507877"/>
                </a:cubicBezTo>
                <a:cubicBezTo>
                  <a:pt x="1318687" y="497304"/>
                  <a:pt x="1334636" y="381838"/>
                  <a:pt x="1418632" y="355141"/>
                </a:cubicBezTo>
                <a:cubicBezTo>
                  <a:pt x="1496529" y="350622"/>
                  <a:pt x="1545616" y="352555"/>
                  <a:pt x="1585853" y="449461"/>
                </a:cubicBezTo>
                <a:cubicBezTo>
                  <a:pt x="1592698" y="532386"/>
                  <a:pt x="1523737" y="592938"/>
                  <a:pt x="1476434" y="606453"/>
                </a:cubicBezTo>
                <a:cubicBezTo>
                  <a:pt x="1381977" y="628527"/>
                  <a:pt x="1204322" y="741209"/>
                  <a:pt x="1216931" y="867794"/>
                </a:cubicBezTo>
                <a:cubicBezTo>
                  <a:pt x="1267353" y="964487"/>
                  <a:pt x="1289112" y="957322"/>
                  <a:pt x="1358619" y="992573"/>
                </a:cubicBezTo>
                <a:cubicBezTo>
                  <a:pt x="1426075" y="1050880"/>
                  <a:pt x="1450276" y="1175070"/>
                  <a:pt x="1375988" y="1251020"/>
                </a:cubicBezTo>
                <a:cubicBezTo>
                  <a:pt x="1284775" y="1340460"/>
                  <a:pt x="1243012" y="1354535"/>
                  <a:pt x="1173305" y="1341177"/>
                </a:cubicBezTo>
                <a:cubicBezTo>
                  <a:pt x="1057245" y="1321384"/>
                  <a:pt x="1064703" y="1238183"/>
                  <a:pt x="985822" y="1187224"/>
                </a:cubicBezTo>
                <a:cubicBezTo>
                  <a:pt x="926091" y="1143842"/>
                  <a:pt x="832595" y="1125744"/>
                  <a:pt x="793386" y="1189871"/>
                </a:cubicBezTo>
                <a:cubicBezTo>
                  <a:pt x="754177" y="1253998"/>
                  <a:pt x="763213" y="1356022"/>
                  <a:pt x="732412" y="1418485"/>
                </a:cubicBezTo>
                <a:cubicBezTo>
                  <a:pt x="639066" y="1603677"/>
                  <a:pt x="469512" y="1506532"/>
                  <a:pt x="450409" y="1453812"/>
                </a:cubicBezTo>
                <a:cubicBezTo>
                  <a:pt x="405349" y="1390755"/>
                  <a:pt x="441663" y="1310616"/>
                  <a:pt x="460479" y="1250037"/>
                </a:cubicBezTo>
                <a:cubicBezTo>
                  <a:pt x="512751" y="1167240"/>
                  <a:pt x="480019" y="1116406"/>
                  <a:pt x="417565" y="1092446"/>
                </a:cubicBezTo>
                <a:cubicBezTo>
                  <a:pt x="332474" y="1070405"/>
                  <a:pt x="315596" y="1116518"/>
                  <a:pt x="250963" y="1185733"/>
                </a:cubicBezTo>
                <a:cubicBezTo>
                  <a:pt x="194709" y="1259653"/>
                  <a:pt x="97800" y="1219059"/>
                  <a:pt x="48148" y="1186981"/>
                </a:cubicBezTo>
                <a:cubicBezTo>
                  <a:pt x="-4924" y="1154909"/>
                  <a:pt x="-11338" y="1071473"/>
                  <a:pt x="15324" y="1001667"/>
                </a:cubicBezTo>
                <a:cubicBezTo>
                  <a:pt x="107090" y="862781"/>
                  <a:pt x="186914" y="936949"/>
                  <a:pt x="244975" y="967362"/>
                </a:cubicBezTo>
                <a:cubicBezTo>
                  <a:pt x="277579" y="1006775"/>
                  <a:pt x="345792" y="939617"/>
                  <a:pt x="360877" y="882287"/>
                </a:cubicBezTo>
                <a:cubicBezTo>
                  <a:pt x="384660" y="806549"/>
                  <a:pt x="365344" y="769238"/>
                  <a:pt x="324376" y="761124"/>
                </a:cubicBezTo>
                <a:cubicBezTo>
                  <a:pt x="265469" y="743132"/>
                  <a:pt x="226283" y="822078"/>
                  <a:pt x="143259" y="762812"/>
                </a:cubicBezTo>
                <a:cubicBezTo>
                  <a:pt x="97067" y="731200"/>
                  <a:pt x="93194" y="665409"/>
                  <a:pt x="100578" y="609112"/>
                </a:cubicBezTo>
                <a:cubicBezTo>
                  <a:pt x="158394" y="529157"/>
                  <a:pt x="184116" y="513198"/>
                  <a:pt x="247873" y="541323"/>
                </a:cubicBezTo>
                <a:cubicBezTo>
                  <a:pt x="288371" y="550617"/>
                  <a:pt x="294113" y="606167"/>
                  <a:pt x="332127" y="661000"/>
                </a:cubicBezTo>
                <a:cubicBezTo>
                  <a:pt x="405559" y="666373"/>
                  <a:pt x="450509" y="651034"/>
                  <a:pt x="468700" y="593345"/>
                </a:cubicBezTo>
                <a:cubicBezTo>
                  <a:pt x="493035" y="544256"/>
                  <a:pt x="482374" y="491230"/>
                  <a:pt x="448908" y="455296"/>
                </a:cubicBezTo>
                <a:cubicBezTo>
                  <a:pt x="397944" y="387786"/>
                  <a:pt x="339332" y="355153"/>
                  <a:pt x="335354" y="218690"/>
                </a:cubicBezTo>
                <a:cubicBezTo>
                  <a:pt x="355513" y="138319"/>
                  <a:pt x="414904" y="58990"/>
                  <a:pt x="497305" y="17988"/>
                </a:cubicBezTo>
                <a:cubicBezTo>
                  <a:pt x="517905" y="7738"/>
                  <a:pt x="541278" y="1824"/>
                  <a:pt x="565777" y="3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667</TotalTime>
  <Words>14</Words>
  <Application>Microsoft Office PowerPoint</Application>
  <PresentationFormat>Widescreen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33</cp:revision>
  <dcterms:created xsi:type="dcterms:W3CDTF">2026-02-24T23:11:14Z</dcterms:created>
  <dcterms:modified xsi:type="dcterms:W3CDTF">2026-06-10T18:27:35Z</dcterms:modified>
</cp:coreProperties>
</file>