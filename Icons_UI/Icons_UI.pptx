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75" d="100"/>
          <a:sy n="75" d="100"/>
        </p:scale>
        <p:origin x="2136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8180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211702" y="2292971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BD53FC3-465C-3EF6-49EE-E9F4BB74D7FB}"/>
              </a:ext>
            </a:extLst>
          </p:cNvPr>
          <p:cNvSpPr/>
          <p:nvPr/>
        </p:nvSpPr>
        <p:spPr>
          <a:xfrm>
            <a:off x="278869" y="238054"/>
            <a:ext cx="1101792" cy="1101792"/>
          </a:xfrm>
          <a:prstGeom prst="roundRect">
            <a:avLst>
              <a:gd name="adj" fmla="val 6293"/>
            </a:avLst>
          </a:prstGeom>
          <a:solidFill>
            <a:srgbClr val="FFC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8F151B1-F377-E0E4-8308-DECA3D02F25F}"/>
              </a:ext>
            </a:extLst>
          </p:cNvPr>
          <p:cNvSpPr/>
          <p:nvPr/>
        </p:nvSpPr>
        <p:spPr>
          <a:xfrm>
            <a:off x="380574" y="339759"/>
            <a:ext cx="898382" cy="898382"/>
          </a:xfrm>
          <a:prstGeom prst="roundRect">
            <a:avLst>
              <a:gd name="adj" fmla="val 7088"/>
            </a:avLst>
          </a:prstGeom>
          <a:solidFill>
            <a:schemeClr val="tx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BF73B3A-9A2D-B872-771E-5EAE9A4EEF3B}"/>
              </a:ext>
            </a:extLst>
          </p:cNvPr>
          <p:cNvSpPr/>
          <p:nvPr/>
        </p:nvSpPr>
        <p:spPr>
          <a:xfrm flipV="1">
            <a:off x="649852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B0D09F6-4C3A-32D6-D18B-ABB91E84B616}"/>
              </a:ext>
            </a:extLst>
          </p:cNvPr>
          <p:cNvSpPr/>
          <p:nvPr/>
        </p:nvSpPr>
        <p:spPr>
          <a:xfrm flipV="1">
            <a:off x="2510500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DA370E5-95A3-8B9C-B567-3CBDE8359A0F}"/>
              </a:ext>
            </a:extLst>
          </p:cNvPr>
          <p:cNvSpPr/>
          <p:nvPr/>
        </p:nvSpPr>
        <p:spPr>
          <a:xfrm flipV="1">
            <a:off x="1580176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135BCCE-790E-71A7-E46A-3B8CC0049B5A}"/>
              </a:ext>
            </a:extLst>
          </p:cNvPr>
          <p:cNvSpPr/>
          <p:nvPr/>
        </p:nvSpPr>
        <p:spPr>
          <a:xfrm>
            <a:off x="5319134" y="4211901"/>
            <a:ext cx="2962440" cy="1501201"/>
          </a:xfrm>
          <a:custGeom>
            <a:avLst/>
            <a:gdLst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575299 w 2962440"/>
              <a:gd name="csY5" fmla="*/ 1394368 h 1501201"/>
              <a:gd name="csX6" fmla="*/ 605497 w 2962440"/>
              <a:gd name="csY6" fmla="*/ 1399496 h 1501201"/>
              <a:gd name="csX7" fmla="*/ 861858 w 2962440"/>
              <a:gd name="csY7" fmla="*/ 1399496 h 1501201"/>
              <a:gd name="csX8" fmla="*/ 2163120 w 2962440"/>
              <a:gd name="csY8" fmla="*/ 1399496 h 1501201"/>
              <a:gd name="csX9" fmla="*/ 2339299 w 2962440"/>
              <a:gd name="csY9" fmla="*/ 1399496 h 1501201"/>
              <a:gd name="csX10" fmla="*/ 2797058 w 2962440"/>
              <a:gd name="csY10" fmla="*/ 1399496 h 1501201"/>
              <a:gd name="csX11" fmla="*/ 2860735 w 2962440"/>
              <a:gd name="csY11" fmla="*/ 1335819 h 1501201"/>
              <a:gd name="csX12" fmla="*/ 2860735 w 2962440"/>
              <a:gd name="csY12" fmla="*/ 165382 h 1501201"/>
              <a:gd name="csX13" fmla="*/ 2797058 w 2962440"/>
              <a:gd name="csY13" fmla="*/ 101705 h 1501201"/>
              <a:gd name="csX14" fmla="*/ 2339299 w 2962440"/>
              <a:gd name="csY14" fmla="*/ 101705 h 1501201"/>
              <a:gd name="csX15" fmla="*/ 2163120 w 2962440"/>
              <a:gd name="csY15" fmla="*/ 101705 h 1501201"/>
              <a:gd name="csX16" fmla="*/ 861858 w 2962440"/>
              <a:gd name="csY16" fmla="*/ 101705 h 1501201"/>
              <a:gd name="csX17" fmla="*/ 605497 w 2962440"/>
              <a:gd name="csY17" fmla="*/ 101705 h 1501201"/>
              <a:gd name="csX18" fmla="*/ 575299 w 2962440"/>
              <a:gd name="csY18" fmla="*/ 106833 h 1501201"/>
              <a:gd name="csX19" fmla="*/ 575299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605497 w 2962440"/>
              <a:gd name="csY5" fmla="*/ 1399496 h 1501201"/>
              <a:gd name="csX6" fmla="*/ 861858 w 2962440"/>
              <a:gd name="csY6" fmla="*/ 1399496 h 1501201"/>
              <a:gd name="csX7" fmla="*/ 2163120 w 2962440"/>
              <a:gd name="csY7" fmla="*/ 1399496 h 1501201"/>
              <a:gd name="csX8" fmla="*/ 2339299 w 2962440"/>
              <a:gd name="csY8" fmla="*/ 1399496 h 1501201"/>
              <a:gd name="csX9" fmla="*/ 2797058 w 2962440"/>
              <a:gd name="csY9" fmla="*/ 1399496 h 1501201"/>
              <a:gd name="csX10" fmla="*/ 2860735 w 2962440"/>
              <a:gd name="csY10" fmla="*/ 1335819 h 1501201"/>
              <a:gd name="csX11" fmla="*/ 2860735 w 2962440"/>
              <a:gd name="csY11" fmla="*/ 165382 h 1501201"/>
              <a:gd name="csX12" fmla="*/ 2797058 w 2962440"/>
              <a:gd name="csY12" fmla="*/ 101705 h 1501201"/>
              <a:gd name="csX13" fmla="*/ 2339299 w 2962440"/>
              <a:gd name="csY13" fmla="*/ 101705 h 1501201"/>
              <a:gd name="csX14" fmla="*/ 2163120 w 2962440"/>
              <a:gd name="csY14" fmla="*/ 101705 h 1501201"/>
              <a:gd name="csX15" fmla="*/ 861858 w 2962440"/>
              <a:gd name="csY15" fmla="*/ 101705 h 1501201"/>
              <a:gd name="csX16" fmla="*/ 605497 w 2962440"/>
              <a:gd name="csY16" fmla="*/ 101705 h 1501201"/>
              <a:gd name="csX17" fmla="*/ 575299 w 2962440"/>
              <a:gd name="csY17" fmla="*/ 106833 h 1501201"/>
              <a:gd name="csX18" fmla="*/ 575299 w 2962440"/>
              <a:gd name="csY18" fmla="*/ 101705 h 1501201"/>
              <a:gd name="csX19" fmla="*/ 165382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861858 w 2962440"/>
              <a:gd name="csY5" fmla="*/ 1399496 h 1501201"/>
              <a:gd name="csX6" fmla="*/ 2163120 w 2962440"/>
              <a:gd name="csY6" fmla="*/ 1399496 h 1501201"/>
              <a:gd name="csX7" fmla="*/ 2339299 w 2962440"/>
              <a:gd name="csY7" fmla="*/ 1399496 h 1501201"/>
              <a:gd name="csX8" fmla="*/ 2797058 w 2962440"/>
              <a:gd name="csY8" fmla="*/ 1399496 h 1501201"/>
              <a:gd name="csX9" fmla="*/ 2860735 w 2962440"/>
              <a:gd name="csY9" fmla="*/ 1335819 h 1501201"/>
              <a:gd name="csX10" fmla="*/ 2860735 w 2962440"/>
              <a:gd name="csY10" fmla="*/ 165382 h 1501201"/>
              <a:gd name="csX11" fmla="*/ 2797058 w 2962440"/>
              <a:gd name="csY11" fmla="*/ 101705 h 1501201"/>
              <a:gd name="csX12" fmla="*/ 2339299 w 2962440"/>
              <a:gd name="csY12" fmla="*/ 101705 h 1501201"/>
              <a:gd name="csX13" fmla="*/ 2163120 w 2962440"/>
              <a:gd name="csY13" fmla="*/ 101705 h 1501201"/>
              <a:gd name="csX14" fmla="*/ 861858 w 2962440"/>
              <a:gd name="csY14" fmla="*/ 101705 h 1501201"/>
              <a:gd name="csX15" fmla="*/ 605497 w 2962440"/>
              <a:gd name="csY15" fmla="*/ 101705 h 1501201"/>
              <a:gd name="csX16" fmla="*/ 575299 w 2962440"/>
              <a:gd name="csY16" fmla="*/ 106833 h 1501201"/>
              <a:gd name="csX17" fmla="*/ 575299 w 2962440"/>
              <a:gd name="csY17" fmla="*/ 101705 h 1501201"/>
              <a:gd name="csX18" fmla="*/ 165382 w 2962440"/>
              <a:gd name="csY18" fmla="*/ 101705 h 1501201"/>
              <a:gd name="csX19" fmla="*/ 69336 w 2962440"/>
              <a:gd name="csY19" fmla="*/ 0 h 1501201"/>
              <a:gd name="csX20" fmla="*/ 575299 w 2962440"/>
              <a:gd name="csY20" fmla="*/ 0 h 1501201"/>
              <a:gd name="csX21" fmla="*/ 861858 w 2962440"/>
              <a:gd name="csY21" fmla="*/ 0 h 1501201"/>
              <a:gd name="csX22" fmla="*/ 2163120 w 2962440"/>
              <a:gd name="csY22" fmla="*/ 0 h 1501201"/>
              <a:gd name="csX23" fmla="*/ 2339299 w 2962440"/>
              <a:gd name="csY23" fmla="*/ 0 h 1501201"/>
              <a:gd name="csX24" fmla="*/ 2893104 w 2962440"/>
              <a:gd name="csY24" fmla="*/ 0 h 1501201"/>
              <a:gd name="csX25" fmla="*/ 2962440 w 2962440"/>
              <a:gd name="csY25" fmla="*/ 69336 h 1501201"/>
              <a:gd name="csX26" fmla="*/ 2962440 w 2962440"/>
              <a:gd name="csY26" fmla="*/ 1431865 h 1501201"/>
              <a:gd name="csX27" fmla="*/ 2893104 w 2962440"/>
              <a:gd name="csY27" fmla="*/ 1501201 h 1501201"/>
              <a:gd name="csX28" fmla="*/ 2339299 w 2962440"/>
              <a:gd name="csY28" fmla="*/ 1501201 h 1501201"/>
              <a:gd name="csX29" fmla="*/ 2163120 w 2962440"/>
              <a:gd name="csY29" fmla="*/ 1501201 h 1501201"/>
              <a:gd name="csX30" fmla="*/ 861858 w 2962440"/>
              <a:gd name="csY30" fmla="*/ 1501201 h 1501201"/>
              <a:gd name="csX31" fmla="*/ 575299 w 2962440"/>
              <a:gd name="csY31" fmla="*/ 1501201 h 1501201"/>
              <a:gd name="csX32" fmla="*/ 69336 w 2962440"/>
              <a:gd name="csY32" fmla="*/ 1501201 h 1501201"/>
              <a:gd name="csX33" fmla="*/ 0 w 2962440"/>
              <a:gd name="csY33" fmla="*/ 1431865 h 1501201"/>
              <a:gd name="csX34" fmla="*/ 0 w 2962440"/>
              <a:gd name="csY34" fmla="*/ 69336 h 1501201"/>
              <a:gd name="csX35" fmla="*/ 69336 w 2962440"/>
              <a:gd name="csY3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861858 w 2962440"/>
              <a:gd name="csY4" fmla="*/ 1399496 h 1501201"/>
              <a:gd name="csX5" fmla="*/ 2163120 w 2962440"/>
              <a:gd name="csY5" fmla="*/ 1399496 h 1501201"/>
              <a:gd name="csX6" fmla="*/ 2339299 w 2962440"/>
              <a:gd name="csY6" fmla="*/ 1399496 h 1501201"/>
              <a:gd name="csX7" fmla="*/ 2797058 w 2962440"/>
              <a:gd name="csY7" fmla="*/ 1399496 h 1501201"/>
              <a:gd name="csX8" fmla="*/ 2860735 w 2962440"/>
              <a:gd name="csY8" fmla="*/ 1335819 h 1501201"/>
              <a:gd name="csX9" fmla="*/ 2860735 w 2962440"/>
              <a:gd name="csY9" fmla="*/ 165382 h 1501201"/>
              <a:gd name="csX10" fmla="*/ 2797058 w 2962440"/>
              <a:gd name="csY10" fmla="*/ 101705 h 1501201"/>
              <a:gd name="csX11" fmla="*/ 2339299 w 2962440"/>
              <a:gd name="csY11" fmla="*/ 101705 h 1501201"/>
              <a:gd name="csX12" fmla="*/ 2163120 w 2962440"/>
              <a:gd name="csY12" fmla="*/ 101705 h 1501201"/>
              <a:gd name="csX13" fmla="*/ 861858 w 2962440"/>
              <a:gd name="csY13" fmla="*/ 101705 h 1501201"/>
              <a:gd name="csX14" fmla="*/ 605497 w 2962440"/>
              <a:gd name="csY14" fmla="*/ 101705 h 1501201"/>
              <a:gd name="csX15" fmla="*/ 575299 w 2962440"/>
              <a:gd name="csY15" fmla="*/ 106833 h 1501201"/>
              <a:gd name="csX16" fmla="*/ 575299 w 2962440"/>
              <a:gd name="csY16" fmla="*/ 101705 h 1501201"/>
              <a:gd name="csX17" fmla="*/ 165382 w 2962440"/>
              <a:gd name="csY17" fmla="*/ 101705 h 1501201"/>
              <a:gd name="csX18" fmla="*/ 69336 w 2962440"/>
              <a:gd name="csY18" fmla="*/ 0 h 1501201"/>
              <a:gd name="csX19" fmla="*/ 575299 w 2962440"/>
              <a:gd name="csY19" fmla="*/ 0 h 1501201"/>
              <a:gd name="csX20" fmla="*/ 861858 w 2962440"/>
              <a:gd name="csY20" fmla="*/ 0 h 1501201"/>
              <a:gd name="csX21" fmla="*/ 2163120 w 2962440"/>
              <a:gd name="csY21" fmla="*/ 0 h 1501201"/>
              <a:gd name="csX22" fmla="*/ 2339299 w 2962440"/>
              <a:gd name="csY22" fmla="*/ 0 h 1501201"/>
              <a:gd name="csX23" fmla="*/ 2893104 w 2962440"/>
              <a:gd name="csY23" fmla="*/ 0 h 1501201"/>
              <a:gd name="csX24" fmla="*/ 2962440 w 2962440"/>
              <a:gd name="csY24" fmla="*/ 69336 h 1501201"/>
              <a:gd name="csX25" fmla="*/ 2962440 w 2962440"/>
              <a:gd name="csY25" fmla="*/ 1431865 h 1501201"/>
              <a:gd name="csX26" fmla="*/ 2893104 w 2962440"/>
              <a:gd name="csY26" fmla="*/ 1501201 h 1501201"/>
              <a:gd name="csX27" fmla="*/ 2339299 w 2962440"/>
              <a:gd name="csY27" fmla="*/ 1501201 h 1501201"/>
              <a:gd name="csX28" fmla="*/ 2163120 w 2962440"/>
              <a:gd name="csY28" fmla="*/ 1501201 h 1501201"/>
              <a:gd name="csX29" fmla="*/ 861858 w 2962440"/>
              <a:gd name="csY29" fmla="*/ 1501201 h 1501201"/>
              <a:gd name="csX30" fmla="*/ 575299 w 2962440"/>
              <a:gd name="csY30" fmla="*/ 1501201 h 1501201"/>
              <a:gd name="csX31" fmla="*/ 69336 w 2962440"/>
              <a:gd name="csY31" fmla="*/ 1501201 h 1501201"/>
              <a:gd name="csX32" fmla="*/ 0 w 2962440"/>
              <a:gd name="csY32" fmla="*/ 1431865 h 1501201"/>
              <a:gd name="csX33" fmla="*/ 0 w 2962440"/>
              <a:gd name="csY33" fmla="*/ 69336 h 1501201"/>
              <a:gd name="csX34" fmla="*/ 69336 w 2962440"/>
              <a:gd name="csY3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163120 w 2962440"/>
              <a:gd name="csY4" fmla="*/ 1399496 h 1501201"/>
              <a:gd name="csX5" fmla="*/ 2339299 w 2962440"/>
              <a:gd name="csY5" fmla="*/ 1399496 h 1501201"/>
              <a:gd name="csX6" fmla="*/ 2797058 w 2962440"/>
              <a:gd name="csY6" fmla="*/ 1399496 h 1501201"/>
              <a:gd name="csX7" fmla="*/ 2860735 w 2962440"/>
              <a:gd name="csY7" fmla="*/ 1335819 h 1501201"/>
              <a:gd name="csX8" fmla="*/ 2860735 w 2962440"/>
              <a:gd name="csY8" fmla="*/ 165382 h 1501201"/>
              <a:gd name="csX9" fmla="*/ 2797058 w 2962440"/>
              <a:gd name="csY9" fmla="*/ 101705 h 1501201"/>
              <a:gd name="csX10" fmla="*/ 2339299 w 2962440"/>
              <a:gd name="csY10" fmla="*/ 101705 h 1501201"/>
              <a:gd name="csX11" fmla="*/ 2163120 w 2962440"/>
              <a:gd name="csY11" fmla="*/ 101705 h 1501201"/>
              <a:gd name="csX12" fmla="*/ 861858 w 2962440"/>
              <a:gd name="csY12" fmla="*/ 101705 h 1501201"/>
              <a:gd name="csX13" fmla="*/ 605497 w 2962440"/>
              <a:gd name="csY13" fmla="*/ 101705 h 1501201"/>
              <a:gd name="csX14" fmla="*/ 575299 w 2962440"/>
              <a:gd name="csY14" fmla="*/ 106833 h 1501201"/>
              <a:gd name="csX15" fmla="*/ 575299 w 2962440"/>
              <a:gd name="csY15" fmla="*/ 101705 h 1501201"/>
              <a:gd name="csX16" fmla="*/ 165382 w 2962440"/>
              <a:gd name="csY16" fmla="*/ 101705 h 1501201"/>
              <a:gd name="csX17" fmla="*/ 69336 w 2962440"/>
              <a:gd name="csY17" fmla="*/ 0 h 1501201"/>
              <a:gd name="csX18" fmla="*/ 575299 w 2962440"/>
              <a:gd name="csY18" fmla="*/ 0 h 1501201"/>
              <a:gd name="csX19" fmla="*/ 861858 w 2962440"/>
              <a:gd name="csY19" fmla="*/ 0 h 1501201"/>
              <a:gd name="csX20" fmla="*/ 2163120 w 2962440"/>
              <a:gd name="csY20" fmla="*/ 0 h 1501201"/>
              <a:gd name="csX21" fmla="*/ 2339299 w 2962440"/>
              <a:gd name="csY21" fmla="*/ 0 h 1501201"/>
              <a:gd name="csX22" fmla="*/ 2893104 w 2962440"/>
              <a:gd name="csY22" fmla="*/ 0 h 1501201"/>
              <a:gd name="csX23" fmla="*/ 2962440 w 2962440"/>
              <a:gd name="csY23" fmla="*/ 69336 h 1501201"/>
              <a:gd name="csX24" fmla="*/ 2962440 w 2962440"/>
              <a:gd name="csY24" fmla="*/ 1431865 h 1501201"/>
              <a:gd name="csX25" fmla="*/ 2893104 w 2962440"/>
              <a:gd name="csY25" fmla="*/ 1501201 h 1501201"/>
              <a:gd name="csX26" fmla="*/ 2339299 w 2962440"/>
              <a:gd name="csY26" fmla="*/ 1501201 h 1501201"/>
              <a:gd name="csX27" fmla="*/ 2163120 w 2962440"/>
              <a:gd name="csY27" fmla="*/ 1501201 h 1501201"/>
              <a:gd name="csX28" fmla="*/ 861858 w 2962440"/>
              <a:gd name="csY28" fmla="*/ 1501201 h 1501201"/>
              <a:gd name="csX29" fmla="*/ 575299 w 2962440"/>
              <a:gd name="csY29" fmla="*/ 1501201 h 1501201"/>
              <a:gd name="csX30" fmla="*/ 69336 w 2962440"/>
              <a:gd name="csY30" fmla="*/ 1501201 h 1501201"/>
              <a:gd name="csX31" fmla="*/ 0 w 2962440"/>
              <a:gd name="csY31" fmla="*/ 1431865 h 1501201"/>
              <a:gd name="csX32" fmla="*/ 0 w 2962440"/>
              <a:gd name="csY32" fmla="*/ 69336 h 1501201"/>
              <a:gd name="csX33" fmla="*/ 69336 w 2962440"/>
              <a:gd name="csY3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339299 w 2962440"/>
              <a:gd name="csY4" fmla="*/ 1399496 h 1501201"/>
              <a:gd name="csX5" fmla="*/ 2797058 w 2962440"/>
              <a:gd name="csY5" fmla="*/ 1399496 h 1501201"/>
              <a:gd name="csX6" fmla="*/ 2860735 w 2962440"/>
              <a:gd name="csY6" fmla="*/ 1335819 h 1501201"/>
              <a:gd name="csX7" fmla="*/ 2860735 w 2962440"/>
              <a:gd name="csY7" fmla="*/ 165382 h 1501201"/>
              <a:gd name="csX8" fmla="*/ 2797058 w 2962440"/>
              <a:gd name="csY8" fmla="*/ 101705 h 1501201"/>
              <a:gd name="csX9" fmla="*/ 2339299 w 2962440"/>
              <a:gd name="csY9" fmla="*/ 101705 h 1501201"/>
              <a:gd name="csX10" fmla="*/ 2163120 w 2962440"/>
              <a:gd name="csY10" fmla="*/ 101705 h 1501201"/>
              <a:gd name="csX11" fmla="*/ 861858 w 2962440"/>
              <a:gd name="csY11" fmla="*/ 101705 h 1501201"/>
              <a:gd name="csX12" fmla="*/ 605497 w 2962440"/>
              <a:gd name="csY12" fmla="*/ 101705 h 1501201"/>
              <a:gd name="csX13" fmla="*/ 575299 w 2962440"/>
              <a:gd name="csY13" fmla="*/ 106833 h 1501201"/>
              <a:gd name="csX14" fmla="*/ 575299 w 2962440"/>
              <a:gd name="csY14" fmla="*/ 101705 h 1501201"/>
              <a:gd name="csX15" fmla="*/ 165382 w 2962440"/>
              <a:gd name="csY15" fmla="*/ 101705 h 1501201"/>
              <a:gd name="csX16" fmla="*/ 69336 w 2962440"/>
              <a:gd name="csY16" fmla="*/ 0 h 1501201"/>
              <a:gd name="csX17" fmla="*/ 575299 w 2962440"/>
              <a:gd name="csY17" fmla="*/ 0 h 1501201"/>
              <a:gd name="csX18" fmla="*/ 861858 w 2962440"/>
              <a:gd name="csY18" fmla="*/ 0 h 1501201"/>
              <a:gd name="csX19" fmla="*/ 2163120 w 2962440"/>
              <a:gd name="csY19" fmla="*/ 0 h 1501201"/>
              <a:gd name="csX20" fmla="*/ 2339299 w 2962440"/>
              <a:gd name="csY20" fmla="*/ 0 h 1501201"/>
              <a:gd name="csX21" fmla="*/ 2893104 w 2962440"/>
              <a:gd name="csY21" fmla="*/ 0 h 1501201"/>
              <a:gd name="csX22" fmla="*/ 2962440 w 2962440"/>
              <a:gd name="csY22" fmla="*/ 69336 h 1501201"/>
              <a:gd name="csX23" fmla="*/ 2962440 w 2962440"/>
              <a:gd name="csY23" fmla="*/ 1431865 h 1501201"/>
              <a:gd name="csX24" fmla="*/ 2893104 w 2962440"/>
              <a:gd name="csY24" fmla="*/ 1501201 h 1501201"/>
              <a:gd name="csX25" fmla="*/ 2339299 w 2962440"/>
              <a:gd name="csY25" fmla="*/ 1501201 h 1501201"/>
              <a:gd name="csX26" fmla="*/ 2163120 w 2962440"/>
              <a:gd name="csY26" fmla="*/ 1501201 h 1501201"/>
              <a:gd name="csX27" fmla="*/ 861858 w 2962440"/>
              <a:gd name="csY27" fmla="*/ 1501201 h 1501201"/>
              <a:gd name="csX28" fmla="*/ 575299 w 2962440"/>
              <a:gd name="csY28" fmla="*/ 1501201 h 1501201"/>
              <a:gd name="csX29" fmla="*/ 69336 w 2962440"/>
              <a:gd name="csY29" fmla="*/ 1501201 h 1501201"/>
              <a:gd name="csX30" fmla="*/ 0 w 2962440"/>
              <a:gd name="csY30" fmla="*/ 1431865 h 1501201"/>
              <a:gd name="csX31" fmla="*/ 0 w 2962440"/>
              <a:gd name="csY31" fmla="*/ 69336 h 1501201"/>
              <a:gd name="csX32" fmla="*/ 69336 w 2962440"/>
              <a:gd name="csY3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339299 w 2962440"/>
              <a:gd name="csY8" fmla="*/ 101705 h 1501201"/>
              <a:gd name="csX9" fmla="*/ 2163120 w 2962440"/>
              <a:gd name="csY9" fmla="*/ 101705 h 1501201"/>
              <a:gd name="csX10" fmla="*/ 861858 w 2962440"/>
              <a:gd name="csY10" fmla="*/ 101705 h 1501201"/>
              <a:gd name="csX11" fmla="*/ 605497 w 2962440"/>
              <a:gd name="csY11" fmla="*/ 101705 h 1501201"/>
              <a:gd name="csX12" fmla="*/ 575299 w 2962440"/>
              <a:gd name="csY12" fmla="*/ 106833 h 1501201"/>
              <a:gd name="csX13" fmla="*/ 575299 w 2962440"/>
              <a:gd name="csY13" fmla="*/ 101705 h 1501201"/>
              <a:gd name="csX14" fmla="*/ 165382 w 2962440"/>
              <a:gd name="csY14" fmla="*/ 101705 h 1501201"/>
              <a:gd name="csX15" fmla="*/ 69336 w 2962440"/>
              <a:gd name="csY15" fmla="*/ 0 h 1501201"/>
              <a:gd name="csX16" fmla="*/ 575299 w 2962440"/>
              <a:gd name="csY16" fmla="*/ 0 h 1501201"/>
              <a:gd name="csX17" fmla="*/ 861858 w 2962440"/>
              <a:gd name="csY17" fmla="*/ 0 h 1501201"/>
              <a:gd name="csX18" fmla="*/ 2163120 w 2962440"/>
              <a:gd name="csY18" fmla="*/ 0 h 1501201"/>
              <a:gd name="csX19" fmla="*/ 2339299 w 2962440"/>
              <a:gd name="csY19" fmla="*/ 0 h 1501201"/>
              <a:gd name="csX20" fmla="*/ 2893104 w 2962440"/>
              <a:gd name="csY20" fmla="*/ 0 h 1501201"/>
              <a:gd name="csX21" fmla="*/ 2962440 w 2962440"/>
              <a:gd name="csY21" fmla="*/ 69336 h 1501201"/>
              <a:gd name="csX22" fmla="*/ 2962440 w 2962440"/>
              <a:gd name="csY22" fmla="*/ 1431865 h 1501201"/>
              <a:gd name="csX23" fmla="*/ 2893104 w 2962440"/>
              <a:gd name="csY23" fmla="*/ 1501201 h 1501201"/>
              <a:gd name="csX24" fmla="*/ 2339299 w 2962440"/>
              <a:gd name="csY24" fmla="*/ 1501201 h 1501201"/>
              <a:gd name="csX25" fmla="*/ 2163120 w 2962440"/>
              <a:gd name="csY25" fmla="*/ 1501201 h 1501201"/>
              <a:gd name="csX26" fmla="*/ 861858 w 2962440"/>
              <a:gd name="csY26" fmla="*/ 1501201 h 1501201"/>
              <a:gd name="csX27" fmla="*/ 575299 w 2962440"/>
              <a:gd name="csY27" fmla="*/ 1501201 h 1501201"/>
              <a:gd name="csX28" fmla="*/ 69336 w 2962440"/>
              <a:gd name="csY28" fmla="*/ 1501201 h 1501201"/>
              <a:gd name="csX29" fmla="*/ 0 w 2962440"/>
              <a:gd name="csY29" fmla="*/ 1431865 h 1501201"/>
              <a:gd name="csX30" fmla="*/ 0 w 2962440"/>
              <a:gd name="csY30" fmla="*/ 69336 h 1501201"/>
              <a:gd name="csX31" fmla="*/ 69336 w 2962440"/>
              <a:gd name="csY3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163120 w 2962440"/>
              <a:gd name="csY8" fmla="*/ 101705 h 1501201"/>
              <a:gd name="csX9" fmla="*/ 861858 w 2962440"/>
              <a:gd name="csY9" fmla="*/ 101705 h 1501201"/>
              <a:gd name="csX10" fmla="*/ 605497 w 2962440"/>
              <a:gd name="csY10" fmla="*/ 101705 h 1501201"/>
              <a:gd name="csX11" fmla="*/ 575299 w 2962440"/>
              <a:gd name="csY11" fmla="*/ 106833 h 1501201"/>
              <a:gd name="csX12" fmla="*/ 575299 w 2962440"/>
              <a:gd name="csY12" fmla="*/ 101705 h 1501201"/>
              <a:gd name="csX13" fmla="*/ 165382 w 2962440"/>
              <a:gd name="csY13" fmla="*/ 101705 h 1501201"/>
              <a:gd name="csX14" fmla="*/ 69336 w 2962440"/>
              <a:gd name="csY14" fmla="*/ 0 h 1501201"/>
              <a:gd name="csX15" fmla="*/ 575299 w 2962440"/>
              <a:gd name="csY15" fmla="*/ 0 h 1501201"/>
              <a:gd name="csX16" fmla="*/ 861858 w 2962440"/>
              <a:gd name="csY16" fmla="*/ 0 h 1501201"/>
              <a:gd name="csX17" fmla="*/ 2163120 w 2962440"/>
              <a:gd name="csY17" fmla="*/ 0 h 1501201"/>
              <a:gd name="csX18" fmla="*/ 2339299 w 2962440"/>
              <a:gd name="csY18" fmla="*/ 0 h 1501201"/>
              <a:gd name="csX19" fmla="*/ 2893104 w 2962440"/>
              <a:gd name="csY19" fmla="*/ 0 h 1501201"/>
              <a:gd name="csX20" fmla="*/ 2962440 w 2962440"/>
              <a:gd name="csY20" fmla="*/ 69336 h 1501201"/>
              <a:gd name="csX21" fmla="*/ 2962440 w 2962440"/>
              <a:gd name="csY21" fmla="*/ 1431865 h 1501201"/>
              <a:gd name="csX22" fmla="*/ 2893104 w 2962440"/>
              <a:gd name="csY22" fmla="*/ 1501201 h 1501201"/>
              <a:gd name="csX23" fmla="*/ 2339299 w 2962440"/>
              <a:gd name="csY23" fmla="*/ 1501201 h 1501201"/>
              <a:gd name="csX24" fmla="*/ 2163120 w 2962440"/>
              <a:gd name="csY24" fmla="*/ 1501201 h 1501201"/>
              <a:gd name="csX25" fmla="*/ 861858 w 2962440"/>
              <a:gd name="csY25" fmla="*/ 1501201 h 1501201"/>
              <a:gd name="csX26" fmla="*/ 575299 w 2962440"/>
              <a:gd name="csY26" fmla="*/ 1501201 h 1501201"/>
              <a:gd name="csX27" fmla="*/ 69336 w 2962440"/>
              <a:gd name="csY27" fmla="*/ 1501201 h 1501201"/>
              <a:gd name="csX28" fmla="*/ 0 w 2962440"/>
              <a:gd name="csY28" fmla="*/ 1431865 h 1501201"/>
              <a:gd name="csX29" fmla="*/ 0 w 2962440"/>
              <a:gd name="csY29" fmla="*/ 69336 h 1501201"/>
              <a:gd name="csX30" fmla="*/ 69336 w 2962440"/>
              <a:gd name="csY3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861858 w 2962440"/>
              <a:gd name="csY8" fmla="*/ 101705 h 1501201"/>
              <a:gd name="csX9" fmla="*/ 605497 w 2962440"/>
              <a:gd name="csY9" fmla="*/ 101705 h 1501201"/>
              <a:gd name="csX10" fmla="*/ 575299 w 2962440"/>
              <a:gd name="csY10" fmla="*/ 106833 h 1501201"/>
              <a:gd name="csX11" fmla="*/ 575299 w 2962440"/>
              <a:gd name="csY11" fmla="*/ 101705 h 1501201"/>
              <a:gd name="csX12" fmla="*/ 165382 w 2962440"/>
              <a:gd name="csY12" fmla="*/ 101705 h 1501201"/>
              <a:gd name="csX13" fmla="*/ 69336 w 2962440"/>
              <a:gd name="csY13" fmla="*/ 0 h 1501201"/>
              <a:gd name="csX14" fmla="*/ 575299 w 2962440"/>
              <a:gd name="csY14" fmla="*/ 0 h 1501201"/>
              <a:gd name="csX15" fmla="*/ 861858 w 2962440"/>
              <a:gd name="csY15" fmla="*/ 0 h 1501201"/>
              <a:gd name="csX16" fmla="*/ 2163120 w 2962440"/>
              <a:gd name="csY16" fmla="*/ 0 h 1501201"/>
              <a:gd name="csX17" fmla="*/ 2339299 w 2962440"/>
              <a:gd name="csY17" fmla="*/ 0 h 1501201"/>
              <a:gd name="csX18" fmla="*/ 2893104 w 2962440"/>
              <a:gd name="csY18" fmla="*/ 0 h 1501201"/>
              <a:gd name="csX19" fmla="*/ 2962440 w 2962440"/>
              <a:gd name="csY19" fmla="*/ 69336 h 1501201"/>
              <a:gd name="csX20" fmla="*/ 2962440 w 2962440"/>
              <a:gd name="csY20" fmla="*/ 1431865 h 1501201"/>
              <a:gd name="csX21" fmla="*/ 2893104 w 2962440"/>
              <a:gd name="csY21" fmla="*/ 1501201 h 1501201"/>
              <a:gd name="csX22" fmla="*/ 2339299 w 2962440"/>
              <a:gd name="csY22" fmla="*/ 1501201 h 1501201"/>
              <a:gd name="csX23" fmla="*/ 2163120 w 2962440"/>
              <a:gd name="csY23" fmla="*/ 1501201 h 1501201"/>
              <a:gd name="csX24" fmla="*/ 861858 w 2962440"/>
              <a:gd name="csY24" fmla="*/ 1501201 h 1501201"/>
              <a:gd name="csX25" fmla="*/ 575299 w 2962440"/>
              <a:gd name="csY25" fmla="*/ 1501201 h 1501201"/>
              <a:gd name="csX26" fmla="*/ 69336 w 2962440"/>
              <a:gd name="csY26" fmla="*/ 1501201 h 1501201"/>
              <a:gd name="csX27" fmla="*/ 0 w 2962440"/>
              <a:gd name="csY27" fmla="*/ 1431865 h 1501201"/>
              <a:gd name="csX28" fmla="*/ 0 w 2962440"/>
              <a:gd name="csY28" fmla="*/ 69336 h 1501201"/>
              <a:gd name="csX29" fmla="*/ 69336 w 2962440"/>
              <a:gd name="csY2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605497 w 2962440"/>
              <a:gd name="csY8" fmla="*/ 101705 h 1501201"/>
              <a:gd name="csX9" fmla="*/ 575299 w 2962440"/>
              <a:gd name="csY9" fmla="*/ 106833 h 1501201"/>
              <a:gd name="csX10" fmla="*/ 575299 w 2962440"/>
              <a:gd name="csY10" fmla="*/ 101705 h 1501201"/>
              <a:gd name="csX11" fmla="*/ 165382 w 2962440"/>
              <a:gd name="csY11" fmla="*/ 101705 h 1501201"/>
              <a:gd name="csX12" fmla="*/ 69336 w 2962440"/>
              <a:gd name="csY12" fmla="*/ 0 h 1501201"/>
              <a:gd name="csX13" fmla="*/ 575299 w 2962440"/>
              <a:gd name="csY13" fmla="*/ 0 h 1501201"/>
              <a:gd name="csX14" fmla="*/ 861858 w 2962440"/>
              <a:gd name="csY14" fmla="*/ 0 h 1501201"/>
              <a:gd name="csX15" fmla="*/ 2163120 w 2962440"/>
              <a:gd name="csY15" fmla="*/ 0 h 1501201"/>
              <a:gd name="csX16" fmla="*/ 2339299 w 2962440"/>
              <a:gd name="csY16" fmla="*/ 0 h 1501201"/>
              <a:gd name="csX17" fmla="*/ 2893104 w 2962440"/>
              <a:gd name="csY17" fmla="*/ 0 h 1501201"/>
              <a:gd name="csX18" fmla="*/ 2962440 w 2962440"/>
              <a:gd name="csY18" fmla="*/ 69336 h 1501201"/>
              <a:gd name="csX19" fmla="*/ 2962440 w 2962440"/>
              <a:gd name="csY19" fmla="*/ 1431865 h 1501201"/>
              <a:gd name="csX20" fmla="*/ 2893104 w 2962440"/>
              <a:gd name="csY20" fmla="*/ 1501201 h 1501201"/>
              <a:gd name="csX21" fmla="*/ 2339299 w 2962440"/>
              <a:gd name="csY21" fmla="*/ 1501201 h 1501201"/>
              <a:gd name="csX22" fmla="*/ 2163120 w 2962440"/>
              <a:gd name="csY22" fmla="*/ 1501201 h 1501201"/>
              <a:gd name="csX23" fmla="*/ 861858 w 2962440"/>
              <a:gd name="csY23" fmla="*/ 1501201 h 1501201"/>
              <a:gd name="csX24" fmla="*/ 575299 w 2962440"/>
              <a:gd name="csY24" fmla="*/ 1501201 h 1501201"/>
              <a:gd name="csX25" fmla="*/ 69336 w 2962440"/>
              <a:gd name="csY25" fmla="*/ 1501201 h 1501201"/>
              <a:gd name="csX26" fmla="*/ 0 w 2962440"/>
              <a:gd name="csY26" fmla="*/ 1431865 h 1501201"/>
              <a:gd name="csX27" fmla="*/ 0 w 2962440"/>
              <a:gd name="csY27" fmla="*/ 69336 h 1501201"/>
              <a:gd name="csX28" fmla="*/ 69336 w 2962440"/>
              <a:gd name="csY2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575299 w 2962440"/>
              <a:gd name="csY9" fmla="*/ 101705 h 1501201"/>
              <a:gd name="csX10" fmla="*/ 165382 w 2962440"/>
              <a:gd name="csY10" fmla="*/ 101705 h 1501201"/>
              <a:gd name="csX11" fmla="*/ 69336 w 2962440"/>
              <a:gd name="csY11" fmla="*/ 0 h 1501201"/>
              <a:gd name="csX12" fmla="*/ 575299 w 2962440"/>
              <a:gd name="csY12" fmla="*/ 0 h 1501201"/>
              <a:gd name="csX13" fmla="*/ 861858 w 2962440"/>
              <a:gd name="csY13" fmla="*/ 0 h 1501201"/>
              <a:gd name="csX14" fmla="*/ 2163120 w 2962440"/>
              <a:gd name="csY14" fmla="*/ 0 h 1501201"/>
              <a:gd name="csX15" fmla="*/ 2339299 w 2962440"/>
              <a:gd name="csY15" fmla="*/ 0 h 1501201"/>
              <a:gd name="csX16" fmla="*/ 2893104 w 2962440"/>
              <a:gd name="csY16" fmla="*/ 0 h 1501201"/>
              <a:gd name="csX17" fmla="*/ 2962440 w 2962440"/>
              <a:gd name="csY17" fmla="*/ 69336 h 1501201"/>
              <a:gd name="csX18" fmla="*/ 2962440 w 2962440"/>
              <a:gd name="csY18" fmla="*/ 1431865 h 1501201"/>
              <a:gd name="csX19" fmla="*/ 2893104 w 2962440"/>
              <a:gd name="csY19" fmla="*/ 1501201 h 1501201"/>
              <a:gd name="csX20" fmla="*/ 2339299 w 2962440"/>
              <a:gd name="csY20" fmla="*/ 1501201 h 1501201"/>
              <a:gd name="csX21" fmla="*/ 2163120 w 2962440"/>
              <a:gd name="csY21" fmla="*/ 1501201 h 1501201"/>
              <a:gd name="csX22" fmla="*/ 861858 w 2962440"/>
              <a:gd name="csY22" fmla="*/ 1501201 h 1501201"/>
              <a:gd name="csX23" fmla="*/ 575299 w 2962440"/>
              <a:gd name="csY23" fmla="*/ 1501201 h 1501201"/>
              <a:gd name="csX24" fmla="*/ 69336 w 2962440"/>
              <a:gd name="csY24" fmla="*/ 1501201 h 1501201"/>
              <a:gd name="csX25" fmla="*/ 0 w 2962440"/>
              <a:gd name="csY25" fmla="*/ 1431865 h 1501201"/>
              <a:gd name="csX26" fmla="*/ 0 w 2962440"/>
              <a:gd name="csY26" fmla="*/ 69336 h 1501201"/>
              <a:gd name="csX27" fmla="*/ 69336 w 2962440"/>
              <a:gd name="csY27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165382 w 2962440"/>
              <a:gd name="csY9" fmla="*/ 101705 h 1501201"/>
              <a:gd name="csX10" fmla="*/ 69336 w 2962440"/>
              <a:gd name="csY10" fmla="*/ 0 h 1501201"/>
              <a:gd name="csX11" fmla="*/ 575299 w 2962440"/>
              <a:gd name="csY11" fmla="*/ 0 h 1501201"/>
              <a:gd name="csX12" fmla="*/ 861858 w 2962440"/>
              <a:gd name="csY12" fmla="*/ 0 h 1501201"/>
              <a:gd name="csX13" fmla="*/ 2163120 w 2962440"/>
              <a:gd name="csY13" fmla="*/ 0 h 1501201"/>
              <a:gd name="csX14" fmla="*/ 2339299 w 2962440"/>
              <a:gd name="csY14" fmla="*/ 0 h 1501201"/>
              <a:gd name="csX15" fmla="*/ 2893104 w 2962440"/>
              <a:gd name="csY15" fmla="*/ 0 h 1501201"/>
              <a:gd name="csX16" fmla="*/ 2962440 w 2962440"/>
              <a:gd name="csY16" fmla="*/ 69336 h 1501201"/>
              <a:gd name="csX17" fmla="*/ 2962440 w 2962440"/>
              <a:gd name="csY17" fmla="*/ 1431865 h 1501201"/>
              <a:gd name="csX18" fmla="*/ 2893104 w 2962440"/>
              <a:gd name="csY18" fmla="*/ 1501201 h 1501201"/>
              <a:gd name="csX19" fmla="*/ 2339299 w 2962440"/>
              <a:gd name="csY19" fmla="*/ 1501201 h 1501201"/>
              <a:gd name="csX20" fmla="*/ 2163120 w 2962440"/>
              <a:gd name="csY20" fmla="*/ 1501201 h 1501201"/>
              <a:gd name="csX21" fmla="*/ 861858 w 2962440"/>
              <a:gd name="csY21" fmla="*/ 1501201 h 1501201"/>
              <a:gd name="csX22" fmla="*/ 575299 w 2962440"/>
              <a:gd name="csY22" fmla="*/ 1501201 h 1501201"/>
              <a:gd name="csX23" fmla="*/ 69336 w 2962440"/>
              <a:gd name="csY23" fmla="*/ 1501201 h 1501201"/>
              <a:gd name="csX24" fmla="*/ 0 w 2962440"/>
              <a:gd name="csY24" fmla="*/ 1431865 h 1501201"/>
              <a:gd name="csX25" fmla="*/ 0 w 2962440"/>
              <a:gd name="csY25" fmla="*/ 69336 h 1501201"/>
              <a:gd name="csX26" fmla="*/ 69336 w 2962440"/>
              <a:gd name="csY2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575299 w 2962440"/>
              <a:gd name="csY10" fmla="*/ 0 h 1501201"/>
              <a:gd name="csX11" fmla="*/ 861858 w 2962440"/>
              <a:gd name="csY11" fmla="*/ 0 h 1501201"/>
              <a:gd name="csX12" fmla="*/ 2163120 w 2962440"/>
              <a:gd name="csY12" fmla="*/ 0 h 1501201"/>
              <a:gd name="csX13" fmla="*/ 2339299 w 2962440"/>
              <a:gd name="csY13" fmla="*/ 0 h 1501201"/>
              <a:gd name="csX14" fmla="*/ 2893104 w 2962440"/>
              <a:gd name="csY14" fmla="*/ 0 h 1501201"/>
              <a:gd name="csX15" fmla="*/ 2962440 w 2962440"/>
              <a:gd name="csY15" fmla="*/ 69336 h 1501201"/>
              <a:gd name="csX16" fmla="*/ 2962440 w 2962440"/>
              <a:gd name="csY16" fmla="*/ 1431865 h 1501201"/>
              <a:gd name="csX17" fmla="*/ 2893104 w 2962440"/>
              <a:gd name="csY17" fmla="*/ 1501201 h 1501201"/>
              <a:gd name="csX18" fmla="*/ 2339299 w 2962440"/>
              <a:gd name="csY18" fmla="*/ 1501201 h 1501201"/>
              <a:gd name="csX19" fmla="*/ 2163120 w 2962440"/>
              <a:gd name="csY19" fmla="*/ 1501201 h 1501201"/>
              <a:gd name="csX20" fmla="*/ 861858 w 2962440"/>
              <a:gd name="csY20" fmla="*/ 1501201 h 1501201"/>
              <a:gd name="csX21" fmla="*/ 575299 w 2962440"/>
              <a:gd name="csY21" fmla="*/ 1501201 h 1501201"/>
              <a:gd name="csX22" fmla="*/ 69336 w 2962440"/>
              <a:gd name="csY22" fmla="*/ 1501201 h 1501201"/>
              <a:gd name="csX23" fmla="*/ 0 w 2962440"/>
              <a:gd name="csY23" fmla="*/ 1431865 h 1501201"/>
              <a:gd name="csX24" fmla="*/ 0 w 2962440"/>
              <a:gd name="csY24" fmla="*/ 69336 h 1501201"/>
              <a:gd name="csX25" fmla="*/ 69336 w 2962440"/>
              <a:gd name="csY2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861858 w 2962440"/>
              <a:gd name="csY10" fmla="*/ 0 h 1501201"/>
              <a:gd name="csX11" fmla="*/ 2163120 w 2962440"/>
              <a:gd name="csY11" fmla="*/ 0 h 1501201"/>
              <a:gd name="csX12" fmla="*/ 2339299 w 2962440"/>
              <a:gd name="csY12" fmla="*/ 0 h 1501201"/>
              <a:gd name="csX13" fmla="*/ 2893104 w 2962440"/>
              <a:gd name="csY13" fmla="*/ 0 h 1501201"/>
              <a:gd name="csX14" fmla="*/ 2962440 w 2962440"/>
              <a:gd name="csY14" fmla="*/ 69336 h 1501201"/>
              <a:gd name="csX15" fmla="*/ 2962440 w 2962440"/>
              <a:gd name="csY15" fmla="*/ 1431865 h 1501201"/>
              <a:gd name="csX16" fmla="*/ 2893104 w 2962440"/>
              <a:gd name="csY16" fmla="*/ 1501201 h 1501201"/>
              <a:gd name="csX17" fmla="*/ 2339299 w 2962440"/>
              <a:gd name="csY17" fmla="*/ 1501201 h 1501201"/>
              <a:gd name="csX18" fmla="*/ 2163120 w 2962440"/>
              <a:gd name="csY18" fmla="*/ 1501201 h 1501201"/>
              <a:gd name="csX19" fmla="*/ 861858 w 2962440"/>
              <a:gd name="csY19" fmla="*/ 1501201 h 1501201"/>
              <a:gd name="csX20" fmla="*/ 575299 w 2962440"/>
              <a:gd name="csY20" fmla="*/ 1501201 h 1501201"/>
              <a:gd name="csX21" fmla="*/ 69336 w 2962440"/>
              <a:gd name="csY21" fmla="*/ 1501201 h 1501201"/>
              <a:gd name="csX22" fmla="*/ 0 w 2962440"/>
              <a:gd name="csY22" fmla="*/ 1431865 h 1501201"/>
              <a:gd name="csX23" fmla="*/ 0 w 2962440"/>
              <a:gd name="csY23" fmla="*/ 69336 h 1501201"/>
              <a:gd name="csX24" fmla="*/ 69336 w 2962440"/>
              <a:gd name="csY2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163120 w 2962440"/>
              <a:gd name="csY10" fmla="*/ 0 h 1501201"/>
              <a:gd name="csX11" fmla="*/ 2339299 w 2962440"/>
              <a:gd name="csY11" fmla="*/ 0 h 1501201"/>
              <a:gd name="csX12" fmla="*/ 2893104 w 2962440"/>
              <a:gd name="csY12" fmla="*/ 0 h 1501201"/>
              <a:gd name="csX13" fmla="*/ 2962440 w 2962440"/>
              <a:gd name="csY13" fmla="*/ 69336 h 1501201"/>
              <a:gd name="csX14" fmla="*/ 2962440 w 2962440"/>
              <a:gd name="csY14" fmla="*/ 1431865 h 1501201"/>
              <a:gd name="csX15" fmla="*/ 2893104 w 2962440"/>
              <a:gd name="csY15" fmla="*/ 1501201 h 1501201"/>
              <a:gd name="csX16" fmla="*/ 2339299 w 2962440"/>
              <a:gd name="csY16" fmla="*/ 1501201 h 1501201"/>
              <a:gd name="csX17" fmla="*/ 2163120 w 2962440"/>
              <a:gd name="csY17" fmla="*/ 1501201 h 1501201"/>
              <a:gd name="csX18" fmla="*/ 861858 w 2962440"/>
              <a:gd name="csY18" fmla="*/ 1501201 h 1501201"/>
              <a:gd name="csX19" fmla="*/ 575299 w 2962440"/>
              <a:gd name="csY19" fmla="*/ 1501201 h 1501201"/>
              <a:gd name="csX20" fmla="*/ 69336 w 2962440"/>
              <a:gd name="csY20" fmla="*/ 1501201 h 1501201"/>
              <a:gd name="csX21" fmla="*/ 0 w 2962440"/>
              <a:gd name="csY21" fmla="*/ 1431865 h 1501201"/>
              <a:gd name="csX22" fmla="*/ 0 w 2962440"/>
              <a:gd name="csY22" fmla="*/ 69336 h 1501201"/>
              <a:gd name="csX23" fmla="*/ 69336 w 2962440"/>
              <a:gd name="csY2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339299 w 2962440"/>
              <a:gd name="csY10" fmla="*/ 0 h 1501201"/>
              <a:gd name="csX11" fmla="*/ 2893104 w 2962440"/>
              <a:gd name="csY11" fmla="*/ 0 h 1501201"/>
              <a:gd name="csX12" fmla="*/ 2962440 w 2962440"/>
              <a:gd name="csY12" fmla="*/ 69336 h 1501201"/>
              <a:gd name="csX13" fmla="*/ 2962440 w 2962440"/>
              <a:gd name="csY13" fmla="*/ 1431865 h 1501201"/>
              <a:gd name="csX14" fmla="*/ 2893104 w 2962440"/>
              <a:gd name="csY14" fmla="*/ 1501201 h 1501201"/>
              <a:gd name="csX15" fmla="*/ 2339299 w 2962440"/>
              <a:gd name="csY15" fmla="*/ 1501201 h 1501201"/>
              <a:gd name="csX16" fmla="*/ 2163120 w 2962440"/>
              <a:gd name="csY16" fmla="*/ 1501201 h 1501201"/>
              <a:gd name="csX17" fmla="*/ 861858 w 2962440"/>
              <a:gd name="csY17" fmla="*/ 1501201 h 1501201"/>
              <a:gd name="csX18" fmla="*/ 575299 w 2962440"/>
              <a:gd name="csY18" fmla="*/ 1501201 h 1501201"/>
              <a:gd name="csX19" fmla="*/ 69336 w 2962440"/>
              <a:gd name="csY19" fmla="*/ 1501201 h 1501201"/>
              <a:gd name="csX20" fmla="*/ 0 w 2962440"/>
              <a:gd name="csY20" fmla="*/ 1431865 h 1501201"/>
              <a:gd name="csX21" fmla="*/ 0 w 2962440"/>
              <a:gd name="csY21" fmla="*/ 69336 h 1501201"/>
              <a:gd name="csX22" fmla="*/ 69336 w 2962440"/>
              <a:gd name="csY2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339299 w 2962440"/>
              <a:gd name="csY14" fmla="*/ 1501201 h 1501201"/>
              <a:gd name="csX15" fmla="*/ 2163120 w 2962440"/>
              <a:gd name="csY15" fmla="*/ 1501201 h 1501201"/>
              <a:gd name="csX16" fmla="*/ 861858 w 2962440"/>
              <a:gd name="csY16" fmla="*/ 1501201 h 1501201"/>
              <a:gd name="csX17" fmla="*/ 575299 w 2962440"/>
              <a:gd name="csY17" fmla="*/ 1501201 h 1501201"/>
              <a:gd name="csX18" fmla="*/ 69336 w 2962440"/>
              <a:gd name="csY18" fmla="*/ 1501201 h 1501201"/>
              <a:gd name="csX19" fmla="*/ 0 w 2962440"/>
              <a:gd name="csY19" fmla="*/ 1431865 h 1501201"/>
              <a:gd name="csX20" fmla="*/ 0 w 2962440"/>
              <a:gd name="csY20" fmla="*/ 69336 h 1501201"/>
              <a:gd name="csX21" fmla="*/ 69336 w 2962440"/>
              <a:gd name="csY2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163120 w 2962440"/>
              <a:gd name="csY14" fmla="*/ 1501201 h 1501201"/>
              <a:gd name="csX15" fmla="*/ 861858 w 2962440"/>
              <a:gd name="csY15" fmla="*/ 1501201 h 1501201"/>
              <a:gd name="csX16" fmla="*/ 575299 w 2962440"/>
              <a:gd name="csY16" fmla="*/ 1501201 h 1501201"/>
              <a:gd name="csX17" fmla="*/ 69336 w 2962440"/>
              <a:gd name="csY17" fmla="*/ 1501201 h 1501201"/>
              <a:gd name="csX18" fmla="*/ 0 w 2962440"/>
              <a:gd name="csY18" fmla="*/ 1431865 h 1501201"/>
              <a:gd name="csX19" fmla="*/ 0 w 2962440"/>
              <a:gd name="csY19" fmla="*/ 69336 h 1501201"/>
              <a:gd name="csX20" fmla="*/ 69336 w 2962440"/>
              <a:gd name="csY2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861858 w 2962440"/>
              <a:gd name="csY14" fmla="*/ 1501201 h 1501201"/>
              <a:gd name="csX15" fmla="*/ 575299 w 2962440"/>
              <a:gd name="csY15" fmla="*/ 1501201 h 1501201"/>
              <a:gd name="csX16" fmla="*/ 69336 w 2962440"/>
              <a:gd name="csY16" fmla="*/ 1501201 h 1501201"/>
              <a:gd name="csX17" fmla="*/ 0 w 2962440"/>
              <a:gd name="csY17" fmla="*/ 1431865 h 1501201"/>
              <a:gd name="csX18" fmla="*/ 0 w 2962440"/>
              <a:gd name="csY18" fmla="*/ 69336 h 1501201"/>
              <a:gd name="csX19" fmla="*/ 69336 w 2962440"/>
              <a:gd name="csY1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575299 w 2962440"/>
              <a:gd name="csY14" fmla="*/ 1501201 h 1501201"/>
              <a:gd name="csX15" fmla="*/ 69336 w 2962440"/>
              <a:gd name="csY15" fmla="*/ 1501201 h 1501201"/>
              <a:gd name="csX16" fmla="*/ 0 w 2962440"/>
              <a:gd name="csY16" fmla="*/ 1431865 h 1501201"/>
              <a:gd name="csX17" fmla="*/ 0 w 2962440"/>
              <a:gd name="csY17" fmla="*/ 69336 h 1501201"/>
              <a:gd name="csX18" fmla="*/ 69336 w 2962440"/>
              <a:gd name="csY1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69336 w 2962440"/>
              <a:gd name="csY14" fmla="*/ 1501201 h 1501201"/>
              <a:gd name="csX15" fmla="*/ 0 w 2962440"/>
              <a:gd name="csY15" fmla="*/ 1431865 h 1501201"/>
              <a:gd name="csX16" fmla="*/ 0 w 2962440"/>
              <a:gd name="csY16" fmla="*/ 69336 h 1501201"/>
              <a:gd name="csX17" fmla="*/ 69336 w 2962440"/>
              <a:gd name="csY17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962440" h="1501201">
                <a:moveTo>
                  <a:pt x="165382" y="101705"/>
                </a:moveTo>
                <a:cubicBezTo>
                  <a:pt x="130214" y="101705"/>
                  <a:pt x="101705" y="130214"/>
                  <a:pt x="101705" y="165382"/>
                </a:cubicBezTo>
                <a:lnTo>
                  <a:pt x="101705" y="1335819"/>
                </a:lnTo>
                <a:cubicBezTo>
                  <a:pt x="101705" y="1370987"/>
                  <a:pt x="130214" y="1399496"/>
                  <a:pt x="165382" y="1399496"/>
                </a:cubicBezTo>
                <a:lnTo>
                  <a:pt x="2797058" y="1399496"/>
                </a:lnTo>
                <a:cubicBezTo>
                  <a:pt x="2832226" y="1399496"/>
                  <a:pt x="2860735" y="1370987"/>
                  <a:pt x="2860735" y="1335819"/>
                </a:cubicBezTo>
                <a:lnTo>
                  <a:pt x="2860735" y="165382"/>
                </a:lnTo>
                <a:cubicBezTo>
                  <a:pt x="2860735" y="130214"/>
                  <a:pt x="2832226" y="101705"/>
                  <a:pt x="2797058" y="101705"/>
                </a:cubicBezTo>
                <a:lnTo>
                  <a:pt x="165382" y="101705"/>
                </a:lnTo>
                <a:close/>
                <a:moveTo>
                  <a:pt x="69336" y="0"/>
                </a:moveTo>
                <a:lnTo>
                  <a:pt x="2893104" y="0"/>
                </a:lnTo>
                <a:cubicBezTo>
                  <a:pt x="2931397" y="0"/>
                  <a:pt x="2962440" y="31043"/>
                  <a:pt x="2962440" y="69336"/>
                </a:cubicBezTo>
                <a:lnTo>
                  <a:pt x="2962440" y="1431865"/>
                </a:lnTo>
                <a:cubicBezTo>
                  <a:pt x="2962440" y="1470158"/>
                  <a:pt x="2931397" y="1501201"/>
                  <a:pt x="2893104" y="1501201"/>
                </a:cubicBezTo>
                <a:lnTo>
                  <a:pt x="69336" y="1501201"/>
                </a:lnTo>
                <a:cubicBezTo>
                  <a:pt x="31043" y="1501201"/>
                  <a:pt x="0" y="1470158"/>
                  <a:pt x="0" y="1431865"/>
                </a:cubicBezTo>
                <a:lnTo>
                  <a:pt x="0" y="69336"/>
                </a:lnTo>
                <a:cubicBezTo>
                  <a:pt x="0" y="31043"/>
                  <a:pt x="31043" y="0"/>
                  <a:pt x="69336" y="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01A8A5-27FB-72E3-472D-5D5A581C3186}"/>
              </a:ext>
            </a:extLst>
          </p:cNvPr>
          <p:cNvCxnSpPr>
            <a:cxnSpLocks/>
          </p:cNvCxnSpPr>
          <p:nvPr/>
        </p:nvCxnSpPr>
        <p:spPr>
          <a:xfrm>
            <a:off x="320040" y="358885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FC95941-033E-D87C-2780-4A3FE5BB83F2}"/>
              </a:ext>
            </a:extLst>
          </p:cNvPr>
          <p:cNvCxnSpPr>
            <a:cxnSpLocks/>
          </p:cNvCxnSpPr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E1355CA2-17DB-8598-BE0C-FBA2E0052F69}"/>
              </a:ext>
            </a:extLst>
          </p:cNvPr>
          <p:cNvCxnSpPr>
            <a:cxnSpLocks/>
          </p:cNvCxnSpPr>
          <p:nvPr/>
        </p:nvCxnSpPr>
        <p:spPr>
          <a:xfrm>
            <a:off x="320040" y="249828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6CB6E25-05E3-9D11-DFA9-629104B9072B}"/>
              </a:ext>
            </a:extLst>
          </p:cNvPr>
          <p:cNvCxnSpPr/>
          <p:nvPr/>
        </p:nvCxnSpPr>
        <p:spPr>
          <a:xfrm>
            <a:off x="320040" y="22929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488E39B-5FB0-375E-D1A0-F5B1B0B0C225}"/>
              </a:ext>
            </a:extLst>
          </p:cNvPr>
          <p:cNvSpPr/>
          <p:nvPr/>
        </p:nvSpPr>
        <p:spPr>
          <a:xfrm>
            <a:off x="8764901" y="281817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F824F3E-F600-C178-72FA-02EAA25E1518}"/>
              </a:ext>
            </a:extLst>
          </p:cNvPr>
          <p:cNvSpPr/>
          <p:nvPr/>
        </p:nvSpPr>
        <p:spPr>
          <a:xfrm>
            <a:off x="10580008" y="281817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79DAB4-22EB-2FBC-2CFC-BB2B752CC48F}"/>
              </a:ext>
            </a:extLst>
          </p:cNvPr>
          <p:cNvSpPr/>
          <p:nvPr/>
        </p:nvSpPr>
        <p:spPr>
          <a:xfrm flipH="1" flipV="1">
            <a:off x="10955308" y="103241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D62348-6A3C-B71F-D0B7-A7689CBC967C}"/>
              </a:ext>
            </a:extLst>
          </p:cNvPr>
          <p:cNvSpPr/>
          <p:nvPr/>
        </p:nvSpPr>
        <p:spPr>
          <a:xfrm flipH="1" flipV="1">
            <a:off x="11330608" y="65711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0E0D305-D7D8-21C4-46CC-04CD8240D096}"/>
              </a:ext>
            </a:extLst>
          </p:cNvPr>
          <p:cNvSpPr/>
          <p:nvPr/>
        </p:nvSpPr>
        <p:spPr>
          <a:xfrm>
            <a:off x="8970218" y="120240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952547F-9D33-6E9D-7497-BA69F800B495}"/>
              </a:ext>
            </a:extLst>
          </p:cNvPr>
          <p:cNvSpPr/>
          <p:nvPr/>
        </p:nvSpPr>
        <p:spPr>
          <a:xfrm>
            <a:off x="9685488" y="48713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349</TotalTime>
  <Words>14</Words>
  <Application>Microsoft Office PowerPoint</Application>
  <PresentationFormat>Widescreen</PresentationFormat>
  <Paragraphs>11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20</cp:revision>
  <dcterms:created xsi:type="dcterms:W3CDTF">2026-02-24T23:11:14Z</dcterms:created>
  <dcterms:modified xsi:type="dcterms:W3CDTF">2026-04-09T17:30:14Z</dcterms:modified>
</cp:coreProperties>
</file>