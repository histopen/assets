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57" r:id="rId4"/>
    <p:sldId id="256" r:id="rId5"/>
    <p:sldId id="259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B4D"/>
    <a:srgbClr val="FF556E"/>
    <a:srgbClr val="FF0000"/>
    <a:srgbClr val="FF6583"/>
    <a:srgbClr val="1D7FFF"/>
    <a:srgbClr val="5AAFFF"/>
    <a:srgbClr val="6DBEFF"/>
    <a:srgbClr val="84D1FF"/>
    <a:srgbClr val="F39203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200" d="100"/>
          <a:sy n="200" d="100"/>
        </p:scale>
        <p:origin x="-1603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12" Type="http://schemas.openxmlformats.org/officeDocument/2006/relationships/image" Target="../media/image22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svg"/><Relationship Id="rId14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svg"/><Relationship Id="rId3" Type="http://schemas.openxmlformats.org/officeDocument/2006/relationships/image" Target="../media/image26.svg"/><Relationship Id="rId7" Type="http://schemas.openxmlformats.org/officeDocument/2006/relationships/image" Target="../media/image16.svg"/><Relationship Id="rId12" Type="http://schemas.openxmlformats.org/officeDocument/2006/relationships/image" Target="../media/image34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11" Type="http://schemas.openxmlformats.org/officeDocument/2006/relationships/image" Target="../media/image33.svg"/><Relationship Id="rId5" Type="http://schemas.openxmlformats.org/officeDocument/2006/relationships/image" Target="../media/image28.svg"/><Relationship Id="rId10" Type="http://schemas.openxmlformats.org/officeDocument/2006/relationships/image" Target="../media/image32.svg"/><Relationship Id="rId4" Type="http://schemas.openxmlformats.org/officeDocument/2006/relationships/image" Target="../media/image27.svg"/><Relationship Id="rId9" Type="http://schemas.openxmlformats.org/officeDocument/2006/relationships/image" Target="../media/image31.svg"/><Relationship Id="rId1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grpSp>
        <p:nvGrpSpPr>
          <p:cNvPr id="134" name="Group 133">
            <a:extLst>
              <a:ext uri="{FF2B5EF4-FFF2-40B4-BE49-F238E27FC236}">
                <a16:creationId xmlns:a16="http://schemas.microsoft.com/office/drawing/2014/main" id="{5A188266-F148-8032-E9B0-D72A7C2792C4}"/>
              </a:ext>
            </a:extLst>
          </p:cNvPr>
          <p:cNvGrpSpPr/>
          <p:nvPr/>
        </p:nvGrpSpPr>
        <p:grpSpPr>
          <a:xfrm>
            <a:off x="681327" y="3049707"/>
            <a:ext cx="1934882" cy="1501200"/>
            <a:chOff x="731557" y="2854877"/>
            <a:chExt cx="1884651" cy="1462228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0E7AB2-0483-7888-BC85-CD9A5609FAF6}"/>
                </a:ext>
              </a:extLst>
            </p:cNvPr>
            <p:cNvSpPr/>
            <p:nvPr/>
          </p:nvSpPr>
          <p:spPr>
            <a:xfrm>
              <a:off x="1413929" y="3894682"/>
              <a:ext cx="519906" cy="422423"/>
            </a:xfrm>
            <a:custGeom>
              <a:avLst/>
              <a:gdLst>
                <a:gd name="csX0" fmla="*/ 14691 w 519906"/>
                <a:gd name="csY0" fmla="*/ 129978 h 422423"/>
                <a:gd name="csX1" fmla="*/ 0 w 519906"/>
                <a:gd name="csY1" fmla="*/ 189831 h 422423"/>
                <a:gd name="csX2" fmla="*/ 259953 w 519906"/>
                <a:gd name="csY2" fmla="*/ 422423 h 422423"/>
                <a:gd name="csX3" fmla="*/ 519906 w 519906"/>
                <a:gd name="csY3" fmla="*/ 189831 h 422423"/>
                <a:gd name="csX4" fmla="*/ 506080 w 519906"/>
                <a:gd name="csY4" fmla="*/ 131856 h 422423"/>
                <a:gd name="csX5" fmla="*/ 259938 w 519906"/>
                <a:gd name="csY5" fmla="*/ 0 h 422423"/>
                <a:gd name="csX6" fmla="*/ 14691 w 519906"/>
                <a:gd name="csY6" fmla="*/ 129978 h 422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19906" h="422423">
                  <a:moveTo>
                    <a:pt x="14691" y="129978"/>
                  </a:moveTo>
                  <a:cubicBezTo>
                    <a:pt x="5411" y="149333"/>
                    <a:pt x="0" y="169291"/>
                    <a:pt x="0" y="189831"/>
                  </a:cubicBezTo>
                  <a:cubicBezTo>
                    <a:pt x="0" y="283935"/>
                    <a:pt x="101536" y="367798"/>
                    <a:pt x="259953" y="422423"/>
                  </a:cubicBezTo>
                  <a:cubicBezTo>
                    <a:pt x="418370" y="367798"/>
                    <a:pt x="519906" y="283935"/>
                    <a:pt x="519906" y="189831"/>
                  </a:cubicBezTo>
                  <a:cubicBezTo>
                    <a:pt x="519906" y="169954"/>
                    <a:pt x="514793" y="150625"/>
                    <a:pt x="506080" y="131856"/>
                  </a:cubicBezTo>
                  <a:lnTo>
                    <a:pt x="259938" y="0"/>
                  </a:lnTo>
                  <a:lnTo>
                    <a:pt x="14691" y="129978"/>
                  </a:ln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74A4A60-F939-1CFD-BB3E-B77B1354BF9B}"/>
                </a:ext>
              </a:extLst>
            </p:cNvPr>
            <p:cNvSpPr/>
            <p:nvPr/>
          </p:nvSpPr>
          <p:spPr>
            <a:xfrm>
              <a:off x="731557" y="3699724"/>
              <a:ext cx="1884651" cy="357432"/>
            </a:xfrm>
            <a:custGeom>
              <a:avLst/>
              <a:gdLst>
                <a:gd name="csX0" fmla="*/ 1413488 w 1884651"/>
                <a:gd name="csY0" fmla="*/ 0 h 357432"/>
                <a:gd name="csX1" fmla="*/ 471163 w 1884651"/>
                <a:gd name="csY1" fmla="*/ 0 h 357432"/>
                <a:gd name="csX2" fmla="*/ 0 w 1884651"/>
                <a:gd name="csY2" fmla="*/ 162470 h 357432"/>
                <a:gd name="csX3" fmla="*/ 471163 w 1884651"/>
                <a:gd name="csY3" fmla="*/ 357432 h 357432"/>
                <a:gd name="csX4" fmla="*/ 942326 w 1884651"/>
                <a:gd name="csY4" fmla="*/ 194962 h 357432"/>
                <a:gd name="csX5" fmla="*/ 1413488 w 1884651"/>
                <a:gd name="csY5" fmla="*/ 357432 h 357432"/>
                <a:gd name="csX6" fmla="*/ 1884651 w 1884651"/>
                <a:gd name="csY6" fmla="*/ 162466 h 357432"/>
                <a:gd name="csX7" fmla="*/ 1413488 w 1884651"/>
                <a:gd name="csY7" fmla="*/ 0 h 357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84651" h="357432">
                  <a:moveTo>
                    <a:pt x="1413488" y="0"/>
                  </a:moveTo>
                  <a:lnTo>
                    <a:pt x="471163" y="0"/>
                  </a:lnTo>
                  <a:cubicBezTo>
                    <a:pt x="280537" y="0"/>
                    <a:pt x="110653" y="43656"/>
                    <a:pt x="0" y="162470"/>
                  </a:cubicBezTo>
                  <a:cubicBezTo>
                    <a:pt x="110653" y="281277"/>
                    <a:pt x="280537" y="357432"/>
                    <a:pt x="471163" y="357432"/>
                  </a:cubicBezTo>
                  <a:cubicBezTo>
                    <a:pt x="661789" y="357432"/>
                    <a:pt x="831672" y="313772"/>
                    <a:pt x="942326" y="194962"/>
                  </a:cubicBezTo>
                  <a:cubicBezTo>
                    <a:pt x="1052979" y="313772"/>
                    <a:pt x="1222863" y="357432"/>
                    <a:pt x="1413488" y="357432"/>
                  </a:cubicBezTo>
                  <a:cubicBezTo>
                    <a:pt x="1604114" y="357432"/>
                    <a:pt x="1773998" y="281277"/>
                    <a:pt x="1884651" y="162466"/>
                  </a:cubicBezTo>
                  <a:cubicBezTo>
                    <a:pt x="1774001" y="43653"/>
                    <a:pt x="1604118" y="0"/>
                    <a:pt x="1413488" y="0"/>
                  </a:cubicBezTo>
                  <a:close/>
                </a:path>
              </a:pathLst>
            </a:custGeom>
            <a:solidFill>
              <a:srgbClr val="E685ED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E68C160-CDC2-CFA2-5C56-3A6441C4E539}"/>
                </a:ext>
              </a:extLst>
            </p:cNvPr>
            <p:cNvSpPr/>
            <p:nvPr/>
          </p:nvSpPr>
          <p:spPr>
            <a:xfrm>
              <a:off x="1446425" y="2854877"/>
              <a:ext cx="454914" cy="665476"/>
            </a:xfrm>
            <a:custGeom>
              <a:avLst/>
              <a:gdLst>
                <a:gd name="csX0" fmla="*/ 227458 w 454914"/>
                <a:gd name="csY0" fmla="*/ 0 h 665476"/>
                <a:gd name="csX1" fmla="*/ 0 w 454914"/>
                <a:gd name="csY1" fmla="*/ 519902 h 665476"/>
                <a:gd name="csX2" fmla="*/ 14698 w 454914"/>
                <a:gd name="csY2" fmla="*/ 665477 h 665476"/>
                <a:gd name="csX3" fmla="*/ 440221 w 454914"/>
                <a:gd name="csY3" fmla="*/ 665477 h 665476"/>
                <a:gd name="csX4" fmla="*/ 454915 w 454914"/>
                <a:gd name="csY4" fmla="*/ 519902 h 665476"/>
                <a:gd name="csX5" fmla="*/ 227458 w 454914"/>
                <a:gd name="csY5" fmla="*/ 0 h 665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54914" h="665476">
                  <a:moveTo>
                    <a:pt x="227458" y="0"/>
                  </a:moveTo>
                  <a:cubicBezTo>
                    <a:pt x="88844" y="122101"/>
                    <a:pt x="0" y="309554"/>
                    <a:pt x="0" y="519902"/>
                  </a:cubicBezTo>
                  <a:cubicBezTo>
                    <a:pt x="0" y="569930"/>
                    <a:pt x="5172" y="618607"/>
                    <a:pt x="14698" y="665477"/>
                  </a:cubicBezTo>
                  <a:lnTo>
                    <a:pt x="440221" y="665477"/>
                  </a:lnTo>
                  <a:cubicBezTo>
                    <a:pt x="449747" y="618607"/>
                    <a:pt x="454915" y="569938"/>
                    <a:pt x="454915" y="519902"/>
                  </a:cubicBezTo>
                  <a:cubicBezTo>
                    <a:pt x="454915" y="309558"/>
                    <a:pt x="366071" y="122101"/>
                    <a:pt x="22745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C72A204-DC10-A843-8800-F0406637C0FC}"/>
                </a:ext>
              </a:extLst>
            </p:cNvPr>
            <p:cNvSpPr/>
            <p:nvPr/>
          </p:nvSpPr>
          <p:spPr>
            <a:xfrm>
              <a:off x="926521" y="3244828"/>
              <a:ext cx="747361" cy="649955"/>
            </a:xfrm>
            <a:custGeom>
              <a:avLst/>
              <a:gdLst>
                <a:gd name="csX0" fmla="*/ 519904 w 747361"/>
                <a:gd name="csY0" fmla="*/ 194942 h 649955"/>
                <a:gd name="csX1" fmla="*/ 105 w 747361"/>
                <a:gd name="csY1" fmla="*/ 69 h 649955"/>
                <a:gd name="csX2" fmla="*/ 224282 w 747361"/>
                <a:gd name="csY2" fmla="*/ 454925 h 649955"/>
                <a:gd name="csX3" fmla="*/ 747361 w 747361"/>
                <a:gd name="csY3" fmla="*/ 649865 h 649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5">
                  <a:moveTo>
                    <a:pt x="519904" y="194942"/>
                  </a:moveTo>
                  <a:cubicBezTo>
                    <a:pt x="372710" y="77060"/>
                    <a:pt x="169410" y="-2674"/>
                    <a:pt x="105" y="69"/>
                  </a:cubicBezTo>
                  <a:cubicBezTo>
                    <a:pt x="-3227" y="155567"/>
                    <a:pt x="73113" y="323478"/>
                    <a:pt x="224282" y="454925"/>
                  </a:cubicBezTo>
                  <a:cubicBezTo>
                    <a:pt x="375452" y="586372"/>
                    <a:pt x="568540" y="652762"/>
                    <a:pt x="747361" y="649865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AA536D4-D458-54D8-C40A-9DF2D9800D17}"/>
                </a:ext>
              </a:extLst>
            </p:cNvPr>
            <p:cNvSpPr/>
            <p:nvPr/>
          </p:nvSpPr>
          <p:spPr>
            <a:xfrm>
              <a:off x="1673882" y="3244833"/>
              <a:ext cx="747361" cy="649951"/>
            </a:xfrm>
            <a:custGeom>
              <a:avLst/>
              <a:gdLst>
                <a:gd name="csX0" fmla="*/ 0 w 747361"/>
                <a:gd name="csY0" fmla="*/ 649860 h 649951"/>
                <a:gd name="csX1" fmla="*/ 523079 w 747361"/>
                <a:gd name="csY1" fmla="*/ 454920 h 649951"/>
                <a:gd name="csX2" fmla="*/ 747257 w 747361"/>
                <a:gd name="csY2" fmla="*/ 64 h 649951"/>
                <a:gd name="csX3" fmla="*/ 227458 w 747361"/>
                <a:gd name="csY3" fmla="*/ 194934 h 649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1">
                  <a:moveTo>
                    <a:pt x="0" y="649860"/>
                  </a:moveTo>
                  <a:cubicBezTo>
                    <a:pt x="178821" y="652757"/>
                    <a:pt x="371913" y="586371"/>
                    <a:pt x="523079" y="454920"/>
                  </a:cubicBezTo>
                  <a:cubicBezTo>
                    <a:pt x="674245" y="323470"/>
                    <a:pt x="750584" y="155566"/>
                    <a:pt x="747257" y="64"/>
                  </a:cubicBezTo>
                  <a:cubicBezTo>
                    <a:pt x="580274" y="-2641"/>
                    <a:pt x="373573" y="80247"/>
                    <a:pt x="227458" y="194934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CF025FE6-FD0A-1547-2D7D-FD7634410C0F}"/>
                </a:ext>
              </a:extLst>
            </p:cNvPr>
            <p:cNvSpPr/>
            <p:nvPr/>
          </p:nvSpPr>
          <p:spPr>
            <a:xfrm>
              <a:off x="1121484" y="3439783"/>
              <a:ext cx="552397" cy="455006"/>
            </a:xfrm>
            <a:custGeom>
              <a:avLst/>
              <a:gdLst>
                <a:gd name="csX0" fmla="*/ 77 w 552397"/>
                <a:gd name="csY0" fmla="*/ 54 h 455006"/>
                <a:gd name="csX1" fmla="*/ 165772 w 552397"/>
                <a:gd name="csY1" fmla="*/ 318476 h 455006"/>
                <a:gd name="csX2" fmla="*/ 552398 w 552397"/>
                <a:gd name="csY2" fmla="*/ 454943 h 455006"/>
                <a:gd name="csX3" fmla="*/ 357436 w 552397"/>
                <a:gd name="csY3" fmla="*/ 129966 h 455006"/>
                <a:gd name="csX4" fmla="*/ 77 w 552397"/>
                <a:gd name="csY4" fmla="*/ 54 h 455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6">
                  <a:moveTo>
                    <a:pt x="77" y="54"/>
                  </a:moveTo>
                  <a:cubicBezTo>
                    <a:pt x="-2385" y="108907"/>
                    <a:pt x="54040" y="226452"/>
                    <a:pt x="165772" y="318476"/>
                  </a:cubicBezTo>
                  <a:cubicBezTo>
                    <a:pt x="277504" y="410496"/>
                    <a:pt x="420226" y="456968"/>
                    <a:pt x="552398" y="454943"/>
                  </a:cubicBezTo>
                  <a:lnTo>
                    <a:pt x="357436" y="129966"/>
                  </a:lnTo>
                  <a:cubicBezTo>
                    <a:pt x="248641" y="47435"/>
                    <a:pt x="125215" y="-1867"/>
                    <a:pt x="77" y="54"/>
                  </a:cubicBezTo>
                  <a:close/>
                </a:path>
              </a:pathLst>
            </a:custGeom>
            <a:solidFill>
              <a:srgbClr val="E685ED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6CE50C1-1783-963A-7A6B-0350E7C0C533}"/>
                </a:ext>
              </a:extLst>
            </p:cNvPr>
            <p:cNvSpPr/>
            <p:nvPr/>
          </p:nvSpPr>
          <p:spPr>
            <a:xfrm>
              <a:off x="1673882" y="3439779"/>
              <a:ext cx="552397" cy="455003"/>
            </a:xfrm>
            <a:custGeom>
              <a:avLst/>
              <a:gdLst>
                <a:gd name="csX0" fmla="*/ 194966 w 552397"/>
                <a:gd name="csY0" fmla="*/ 129966 h 455003"/>
                <a:gd name="csX1" fmla="*/ 0 w 552397"/>
                <a:gd name="csY1" fmla="*/ 454939 h 455003"/>
                <a:gd name="csX2" fmla="*/ 386626 w 552397"/>
                <a:gd name="csY2" fmla="*/ 318472 h 455003"/>
                <a:gd name="csX3" fmla="*/ 552321 w 552397"/>
                <a:gd name="csY3" fmla="*/ 50 h 455003"/>
                <a:gd name="csX4" fmla="*/ 194966 w 552397"/>
                <a:gd name="csY4" fmla="*/ 129966 h 4550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3">
                  <a:moveTo>
                    <a:pt x="194966" y="129966"/>
                  </a:moveTo>
                  <a:lnTo>
                    <a:pt x="0" y="454939"/>
                  </a:lnTo>
                  <a:cubicBezTo>
                    <a:pt x="132172" y="456971"/>
                    <a:pt x="274894" y="410496"/>
                    <a:pt x="386626" y="318472"/>
                  </a:cubicBezTo>
                  <a:cubicBezTo>
                    <a:pt x="498358" y="226451"/>
                    <a:pt x="554783" y="108911"/>
                    <a:pt x="552321" y="50"/>
                  </a:cubicBezTo>
                  <a:cubicBezTo>
                    <a:pt x="428902" y="-1838"/>
                    <a:pt x="302961" y="49681"/>
                    <a:pt x="194966" y="129966"/>
                  </a:cubicBezTo>
                  <a:close/>
                </a:path>
              </a:pathLst>
            </a:custGeom>
            <a:solidFill>
              <a:srgbClr val="E685ED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3779F64-D000-34DC-0BBF-926798302908}"/>
                </a:ext>
              </a:extLst>
            </p:cNvPr>
            <p:cNvSpPr/>
            <p:nvPr/>
          </p:nvSpPr>
          <p:spPr>
            <a:xfrm>
              <a:off x="1446425" y="3309796"/>
              <a:ext cx="454914" cy="584889"/>
            </a:xfrm>
            <a:custGeom>
              <a:avLst/>
              <a:gdLst>
                <a:gd name="csX0" fmla="*/ 0 w 454914"/>
                <a:gd name="csY0" fmla="*/ 292445 h 584889"/>
                <a:gd name="csX1" fmla="*/ 227458 w 454914"/>
                <a:gd name="csY1" fmla="*/ 584890 h 584889"/>
                <a:gd name="csX2" fmla="*/ 454915 w 454914"/>
                <a:gd name="csY2" fmla="*/ 292445 h 584889"/>
                <a:gd name="csX3" fmla="*/ 227458 w 454914"/>
                <a:gd name="csY3" fmla="*/ 0 h 584889"/>
                <a:gd name="csX4" fmla="*/ 0 w 454914"/>
                <a:gd name="csY4" fmla="*/ 292445 h 5848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4914" h="584889">
                  <a:moveTo>
                    <a:pt x="0" y="292445"/>
                  </a:moveTo>
                  <a:cubicBezTo>
                    <a:pt x="0" y="410762"/>
                    <a:pt x="88844" y="516210"/>
                    <a:pt x="227458" y="584890"/>
                  </a:cubicBezTo>
                  <a:cubicBezTo>
                    <a:pt x="366071" y="516210"/>
                    <a:pt x="454915" y="410762"/>
                    <a:pt x="454915" y="292445"/>
                  </a:cubicBezTo>
                  <a:cubicBezTo>
                    <a:pt x="454915" y="174128"/>
                    <a:pt x="366071" y="68679"/>
                    <a:pt x="227458" y="0"/>
                  </a:cubicBezTo>
                  <a:cubicBezTo>
                    <a:pt x="88844" y="68679"/>
                    <a:pt x="0" y="174124"/>
                    <a:pt x="0" y="292445"/>
                  </a:cubicBez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82BE899-2A92-C52B-4418-42FD22A82F07}"/>
              </a:ext>
            </a:extLst>
          </p:cNvPr>
          <p:cNvGrpSpPr/>
          <p:nvPr/>
        </p:nvGrpSpPr>
        <p:grpSpPr>
          <a:xfrm>
            <a:off x="7595616" y="3044188"/>
            <a:ext cx="1509935" cy="1506719"/>
            <a:chOff x="7833824" y="3342316"/>
            <a:chExt cx="952499" cy="120529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80FA7BB-47EF-D834-0BA2-3BFE7D19CFA0}"/>
                </a:ext>
              </a:extLst>
            </p:cNvPr>
            <p:cNvSpPr/>
            <p:nvPr/>
          </p:nvSpPr>
          <p:spPr>
            <a:xfrm>
              <a:off x="7833824" y="3342316"/>
              <a:ext cx="952499" cy="1205289"/>
            </a:xfrm>
            <a:custGeom>
              <a:avLst/>
              <a:gdLst>
                <a:gd name="csX0" fmla="*/ 478422 w 1463609"/>
                <a:gd name="csY0" fmla="*/ 0 h 1852047"/>
                <a:gd name="csX1" fmla="*/ 985189 w 1463609"/>
                <a:gd name="csY1" fmla="*/ 0 h 1852047"/>
                <a:gd name="csX2" fmla="*/ 1036911 w 1463609"/>
                <a:gd name="csY2" fmla="*/ 83685 h 1852047"/>
                <a:gd name="csX3" fmla="*/ 987525 w 1463609"/>
                <a:gd name="csY3" fmla="*/ 182462 h 1852047"/>
                <a:gd name="csX4" fmla="*/ 963105 w 1463609"/>
                <a:gd name="csY4" fmla="*/ 285900 h 1852047"/>
                <a:gd name="csX5" fmla="*/ 963105 w 1463609"/>
                <a:gd name="csY5" fmla="*/ 592063 h 1852047"/>
                <a:gd name="csX6" fmla="*/ 976402 w 1463609"/>
                <a:gd name="csY6" fmla="*/ 646417 h 1852047"/>
                <a:gd name="csX7" fmla="*/ 1174163 w 1463609"/>
                <a:gd name="csY7" fmla="*/ 1018804 h 1852047"/>
                <a:gd name="csX8" fmla="*/ 1436105 w 1463609"/>
                <a:gd name="csY8" fmla="*/ 1512043 h 1852047"/>
                <a:gd name="csX9" fmla="*/ 1231987 w 1463609"/>
                <a:gd name="csY9" fmla="*/ 1852047 h 1852047"/>
                <a:gd name="csX10" fmla="*/ 731803 w 1463609"/>
                <a:gd name="csY10" fmla="*/ 1852047 h 1852047"/>
                <a:gd name="csX11" fmla="*/ 231623 w 1463609"/>
                <a:gd name="csY11" fmla="*/ 1852047 h 1852047"/>
                <a:gd name="csX12" fmla="*/ 27506 w 1463609"/>
                <a:gd name="csY12" fmla="*/ 1512043 h 1852047"/>
                <a:gd name="csX13" fmla="*/ 289448 w 1463609"/>
                <a:gd name="csY13" fmla="*/ 1018804 h 1852047"/>
                <a:gd name="csX14" fmla="*/ 487208 w 1463609"/>
                <a:gd name="csY14" fmla="*/ 646417 h 1852047"/>
                <a:gd name="csX15" fmla="*/ 500506 w 1463609"/>
                <a:gd name="csY15" fmla="*/ 592063 h 1852047"/>
                <a:gd name="csX16" fmla="*/ 500506 w 1463609"/>
                <a:gd name="csY16" fmla="*/ 285900 h 1852047"/>
                <a:gd name="csX17" fmla="*/ 476086 w 1463609"/>
                <a:gd name="csY17" fmla="*/ 182462 h 1852047"/>
                <a:gd name="csX18" fmla="*/ 426700 w 1463609"/>
                <a:gd name="csY18" fmla="*/ 83685 h 1852047"/>
                <a:gd name="csX19" fmla="*/ 478422 w 1463609"/>
                <a:gd name="csY19" fmla="*/ 0 h 1852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463609" h="1852047">
                  <a:moveTo>
                    <a:pt x="478422" y="0"/>
                  </a:moveTo>
                  <a:lnTo>
                    <a:pt x="985189" y="0"/>
                  </a:lnTo>
                  <a:cubicBezTo>
                    <a:pt x="1028176" y="0"/>
                    <a:pt x="1056132" y="45238"/>
                    <a:pt x="1036911" y="83685"/>
                  </a:cubicBezTo>
                  <a:lnTo>
                    <a:pt x="987525" y="182462"/>
                  </a:lnTo>
                  <a:cubicBezTo>
                    <a:pt x="971467" y="214581"/>
                    <a:pt x="963105" y="249996"/>
                    <a:pt x="963105" y="285900"/>
                  </a:cubicBezTo>
                  <a:lnTo>
                    <a:pt x="963105" y="592063"/>
                  </a:lnTo>
                  <a:cubicBezTo>
                    <a:pt x="963105" y="611143"/>
                    <a:pt x="967729" y="629649"/>
                    <a:pt x="976402" y="646417"/>
                  </a:cubicBezTo>
                  <a:lnTo>
                    <a:pt x="1174163" y="1018804"/>
                  </a:lnTo>
                  <a:lnTo>
                    <a:pt x="1436105" y="1512043"/>
                  </a:lnTo>
                  <a:cubicBezTo>
                    <a:pt x="1518217" y="1666435"/>
                    <a:pt x="1406614" y="1852047"/>
                    <a:pt x="1231987" y="1852047"/>
                  </a:cubicBezTo>
                  <a:lnTo>
                    <a:pt x="731803" y="1852047"/>
                  </a:lnTo>
                  <a:lnTo>
                    <a:pt x="231623" y="1852047"/>
                  </a:lnTo>
                  <a:cubicBezTo>
                    <a:pt x="56992" y="1852047"/>
                    <a:pt x="-54607" y="1666431"/>
                    <a:pt x="27506" y="1512043"/>
                  </a:cubicBezTo>
                  <a:lnTo>
                    <a:pt x="289448" y="1018804"/>
                  </a:lnTo>
                  <a:lnTo>
                    <a:pt x="487208" y="646417"/>
                  </a:lnTo>
                  <a:cubicBezTo>
                    <a:pt x="495882" y="629649"/>
                    <a:pt x="500506" y="611143"/>
                    <a:pt x="500506" y="592063"/>
                  </a:cubicBezTo>
                  <a:lnTo>
                    <a:pt x="500506" y="285900"/>
                  </a:lnTo>
                  <a:cubicBezTo>
                    <a:pt x="500506" y="249991"/>
                    <a:pt x="492148" y="214576"/>
                    <a:pt x="476086" y="182462"/>
                  </a:cubicBezTo>
                  <a:lnTo>
                    <a:pt x="426700" y="83685"/>
                  </a:lnTo>
                  <a:cubicBezTo>
                    <a:pt x="407479" y="45238"/>
                    <a:pt x="435435" y="0"/>
                    <a:pt x="478422" y="0"/>
                  </a:cubicBezTo>
                  <a:close/>
                </a:path>
              </a:pathLst>
            </a:custGeom>
            <a:solidFill>
              <a:srgbClr val="B6E7FF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66958CE-1300-0C61-A2EC-2DE28FD129C5}"/>
                </a:ext>
              </a:extLst>
            </p:cNvPr>
            <p:cNvSpPr/>
            <p:nvPr/>
          </p:nvSpPr>
          <p:spPr>
            <a:xfrm>
              <a:off x="7833824" y="3895834"/>
              <a:ext cx="952496" cy="651772"/>
            </a:xfrm>
            <a:custGeom>
              <a:avLst/>
              <a:gdLst>
                <a:gd name="csX0" fmla="*/ 1084530 w 1463605"/>
                <a:gd name="csY0" fmla="*/ 0 h 1001513"/>
                <a:gd name="csX1" fmla="*/ 379074 w 1463605"/>
                <a:gd name="csY1" fmla="*/ 0 h 1001513"/>
                <a:gd name="csX2" fmla="*/ 289447 w 1463605"/>
                <a:gd name="csY2" fmla="*/ 168269 h 1001513"/>
                <a:gd name="csX3" fmla="*/ 27505 w 1463605"/>
                <a:gd name="csY3" fmla="*/ 661508 h 1001513"/>
                <a:gd name="csX4" fmla="*/ 231623 w 1463605"/>
                <a:gd name="csY4" fmla="*/ 1001513 h 1001513"/>
                <a:gd name="csX5" fmla="*/ 731802 w 1463605"/>
                <a:gd name="csY5" fmla="*/ 1001513 h 1001513"/>
                <a:gd name="csX6" fmla="*/ 1231982 w 1463605"/>
                <a:gd name="csY6" fmla="*/ 1001513 h 1001513"/>
                <a:gd name="csX7" fmla="*/ 1436100 w 1463605"/>
                <a:gd name="csY7" fmla="*/ 661508 h 1001513"/>
                <a:gd name="csX8" fmla="*/ 1174158 w 1463605"/>
                <a:gd name="csY8" fmla="*/ 168269 h 1001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63605" h="1001513">
                  <a:moveTo>
                    <a:pt x="1084530" y="0"/>
                  </a:moveTo>
                  <a:lnTo>
                    <a:pt x="379074" y="0"/>
                  </a:lnTo>
                  <a:lnTo>
                    <a:pt x="289447" y="168269"/>
                  </a:lnTo>
                  <a:lnTo>
                    <a:pt x="27505" y="661508"/>
                  </a:lnTo>
                  <a:cubicBezTo>
                    <a:pt x="-54607" y="815901"/>
                    <a:pt x="56996" y="1001513"/>
                    <a:pt x="231623" y="1001513"/>
                  </a:cubicBezTo>
                  <a:lnTo>
                    <a:pt x="731802" y="1001513"/>
                  </a:lnTo>
                  <a:lnTo>
                    <a:pt x="1231982" y="1001513"/>
                  </a:lnTo>
                  <a:cubicBezTo>
                    <a:pt x="1406613" y="1001513"/>
                    <a:pt x="1518212" y="815896"/>
                    <a:pt x="1436100" y="661508"/>
                  </a:cubicBezTo>
                  <a:lnTo>
                    <a:pt x="1174158" y="168269"/>
                  </a:lnTo>
                  <a:close/>
                </a:path>
              </a:pathLst>
            </a:custGeom>
            <a:solidFill>
              <a:srgbClr val="00CC5C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EF6DCD-D378-2E91-FBF4-698030FE1066}"/>
                </a:ext>
              </a:extLst>
            </p:cNvPr>
            <p:cNvSpPr/>
            <p:nvPr/>
          </p:nvSpPr>
          <p:spPr>
            <a:xfrm>
              <a:off x="8059585" y="4165106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F3FB749-F3AD-2A3D-B8FE-FB841E023514}"/>
                </a:ext>
              </a:extLst>
            </p:cNvPr>
            <p:cNvSpPr/>
            <p:nvPr/>
          </p:nvSpPr>
          <p:spPr>
            <a:xfrm>
              <a:off x="8367527" y="4253089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8" name="Graphic 17">
            <a:extLst>
              <a:ext uri="{FF2B5EF4-FFF2-40B4-BE49-F238E27FC236}">
                <a16:creationId xmlns:a16="http://schemas.microsoft.com/office/drawing/2014/main" id="{BFF31623-31AD-1FC6-4576-E4510D825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00528" y="5731641"/>
            <a:ext cx="952499" cy="952499"/>
          </a:xfrm>
          <a:prstGeom prst="rect">
            <a:avLst/>
          </a:prstGeom>
        </p:spPr>
      </p:pic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CBA997E-22A7-49C7-2711-18797BB10B40}"/>
              </a:ext>
            </a:extLst>
          </p:cNvPr>
          <p:cNvGrpSpPr/>
          <p:nvPr/>
        </p:nvGrpSpPr>
        <p:grpSpPr>
          <a:xfrm>
            <a:off x="9771888" y="3048988"/>
            <a:ext cx="1417395" cy="1501920"/>
            <a:chOff x="9830323" y="3342316"/>
            <a:chExt cx="1358959" cy="1439999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4F513C9-663E-1BE8-A73C-BC4158E2F3CB}"/>
                </a:ext>
              </a:extLst>
            </p:cNvPr>
            <p:cNvSpPr/>
            <p:nvPr/>
          </p:nvSpPr>
          <p:spPr>
            <a:xfrm>
              <a:off x="9830323" y="3423354"/>
              <a:ext cx="1358959" cy="1358961"/>
            </a:xfrm>
            <a:custGeom>
              <a:avLst/>
              <a:gdLst>
                <a:gd name="csX0" fmla="*/ -3626 w 1358959"/>
                <a:gd name="csY0" fmla="*/ 678376 h 1358961"/>
                <a:gd name="csX1" fmla="*/ 675854 w 1358959"/>
                <a:gd name="csY1" fmla="*/ -1105 h 1358961"/>
                <a:gd name="csX2" fmla="*/ 1355334 w 1358959"/>
                <a:gd name="csY2" fmla="*/ 678376 h 1358961"/>
                <a:gd name="csX3" fmla="*/ 675854 w 1358959"/>
                <a:gd name="csY3" fmla="*/ 1357856 h 1358961"/>
                <a:gd name="csX4" fmla="*/ -3626 w 1358959"/>
                <a:gd name="csY4" fmla="*/ 678376 h 13589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58961">
                  <a:moveTo>
                    <a:pt x="-3626" y="678376"/>
                  </a:moveTo>
                  <a:cubicBezTo>
                    <a:pt x="-3626" y="303103"/>
                    <a:pt x="300581" y="-1105"/>
                    <a:pt x="675854" y="-1105"/>
                  </a:cubicBezTo>
                  <a:cubicBezTo>
                    <a:pt x="1051127" y="-1105"/>
                    <a:pt x="1355334" y="303103"/>
                    <a:pt x="1355334" y="678376"/>
                  </a:cubicBezTo>
                  <a:cubicBezTo>
                    <a:pt x="1355334" y="1053648"/>
                    <a:pt x="1051127" y="1357856"/>
                    <a:pt x="675854" y="1357856"/>
                  </a:cubicBezTo>
                  <a:cubicBezTo>
                    <a:pt x="300581" y="1357856"/>
                    <a:pt x="-3626" y="1053648"/>
                    <a:pt x="-3626" y="678376"/>
                  </a:cubicBezTo>
                </a:path>
              </a:pathLst>
            </a:custGeom>
            <a:solidFill>
              <a:srgbClr val="F4900C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ED6DAE1-CAE7-02A9-9E80-CAE1B0851AFE}"/>
                </a:ext>
              </a:extLst>
            </p:cNvPr>
            <p:cNvSpPr/>
            <p:nvPr/>
          </p:nvSpPr>
          <p:spPr>
            <a:xfrm>
              <a:off x="9830323" y="3342316"/>
              <a:ext cx="1358959" cy="1361038"/>
            </a:xfrm>
            <a:custGeom>
              <a:avLst/>
              <a:gdLst>
                <a:gd name="csX0" fmla="*/ -3626 w 1358959"/>
                <a:gd name="csY0" fmla="*/ 679415 h 1361038"/>
                <a:gd name="csX1" fmla="*/ 675854 w 1358959"/>
                <a:gd name="csY1" fmla="*/ -1105 h 1361038"/>
                <a:gd name="csX2" fmla="*/ 1355334 w 1358959"/>
                <a:gd name="csY2" fmla="*/ 679415 h 1361038"/>
                <a:gd name="csX3" fmla="*/ 675854 w 1358959"/>
                <a:gd name="csY3" fmla="*/ 1359934 h 1361038"/>
                <a:gd name="csX4" fmla="*/ -3626 w 1358959"/>
                <a:gd name="csY4" fmla="*/ 679415 h 1361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61038">
                  <a:moveTo>
                    <a:pt x="-3626" y="679415"/>
                  </a:moveTo>
                  <a:cubicBezTo>
                    <a:pt x="-3626" y="303581"/>
                    <a:pt x="300581" y="-1105"/>
                    <a:pt x="675854" y="-1105"/>
                  </a:cubicBezTo>
                  <a:cubicBezTo>
                    <a:pt x="1051127" y="-1105"/>
                    <a:pt x="1355334" y="303581"/>
                    <a:pt x="1355334" y="679415"/>
                  </a:cubicBezTo>
                  <a:cubicBezTo>
                    <a:pt x="1355334" y="1055248"/>
                    <a:pt x="1051127" y="1359934"/>
                    <a:pt x="675854" y="1359934"/>
                  </a:cubicBezTo>
                  <a:cubicBezTo>
                    <a:pt x="300581" y="1359934"/>
                    <a:pt x="-3626" y="1055248"/>
                    <a:pt x="-3626" y="679415"/>
                  </a:cubicBezTo>
                </a:path>
              </a:pathLst>
            </a:custGeom>
            <a:solidFill>
              <a:srgbClr val="FFCC4D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E402B70-5723-3DF8-59D9-F12BEDC27733}"/>
                </a:ext>
              </a:extLst>
            </p:cNvPr>
            <p:cNvSpPr/>
            <p:nvPr/>
          </p:nvSpPr>
          <p:spPr>
            <a:xfrm>
              <a:off x="9948764" y="3462835"/>
              <a:ext cx="1119999" cy="1120000"/>
            </a:xfrm>
            <a:custGeom>
              <a:avLst/>
              <a:gdLst>
                <a:gd name="csX0" fmla="*/ -3626 w 1119999"/>
                <a:gd name="csY0" fmla="*/ 558895 h 1120000"/>
                <a:gd name="csX1" fmla="*/ 556374 w 1119999"/>
                <a:gd name="csY1" fmla="*/ -1105 h 1120000"/>
                <a:gd name="csX2" fmla="*/ 1116373 w 1119999"/>
                <a:gd name="csY2" fmla="*/ 558895 h 1120000"/>
                <a:gd name="csX3" fmla="*/ 556374 w 1119999"/>
                <a:gd name="csY3" fmla="*/ 1118895 h 1120000"/>
                <a:gd name="csX4" fmla="*/ -3626 w 1119999"/>
                <a:gd name="csY4" fmla="*/ 558895 h 11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19999" h="1120000">
                  <a:moveTo>
                    <a:pt x="-3626" y="558895"/>
                  </a:moveTo>
                  <a:cubicBezTo>
                    <a:pt x="-3626" y="249617"/>
                    <a:pt x="247096" y="-1105"/>
                    <a:pt x="556374" y="-1105"/>
                  </a:cubicBezTo>
                  <a:cubicBezTo>
                    <a:pt x="865651" y="-1105"/>
                    <a:pt x="1116373" y="249617"/>
                    <a:pt x="1116373" y="558895"/>
                  </a:cubicBezTo>
                  <a:cubicBezTo>
                    <a:pt x="1116373" y="868173"/>
                    <a:pt x="865651" y="1118895"/>
                    <a:pt x="556374" y="1118895"/>
                  </a:cubicBezTo>
                  <a:cubicBezTo>
                    <a:pt x="247096" y="1118895"/>
                    <a:pt x="-3626" y="868173"/>
                    <a:pt x="-3626" y="558895"/>
                  </a:cubicBezTo>
                </a:path>
              </a:pathLst>
            </a:custGeom>
            <a:solidFill>
              <a:srgbClr val="FFAC33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464E481-E680-7CD7-A526-AE31D6B766CD}"/>
              </a:ext>
            </a:extLst>
          </p:cNvPr>
          <p:cNvGrpSpPr/>
          <p:nvPr/>
        </p:nvGrpSpPr>
        <p:grpSpPr>
          <a:xfrm>
            <a:off x="9209632" y="5443421"/>
            <a:ext cx="1390955" cy="1240719"/>
            <a:chOff x="5232102" y="3662585"/>
            <a:chExt cx="1390955" cy="1240719"/>
          </a:xfrm>
        </p:grpSpPr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02A07E0A-F067-267D-C0CB-868ED41DF75A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3920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CB688FA-5CC3-CC95-6905-A7335E5E9DA7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3DF482F-6B21-4B9A-0421-61EC0826F1DF}"/>
              </a:ext>
            </a:extLst>
          </p:cNvPr>
          <p:cNvGrpSpPr/>
          <p:nvPr/>
        </p:nvGrpSpPr>
        <p:grpSpPr>
          <a:xfrm>
            <a:off x="5014460" y="5234009"/>
            <a:ext cx="1944738" cy="1501200"/>
            <a:chOff x="3198423" y="3453690"/>
            <a:chExt cx="1274303" cy="983672"/>
          </a:xfrm>
        </p:grpSpPr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972F7258-AB1B-2888-6F09-43CE924223F4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73E461E-EF5A-0BD5-4DF1-6BCBB62FDC7A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1F2FB3C-402B-AC44-0DF3-11DE8E382AE9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068BBFCA-24ED-985C-F2B6-493BA389E053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A0EEC93-3F1A-389A-074F-60DDE7D005A2}"/>
              </a:ext>
            </a:extLst>
          </p:cNvPr>
          <p:cNvGrpSpPr/>
          <p:nvPr/>
        </p:nvGrpSpPr>
        <p:grpSpPr>
          <a:xfrm>
            <a:off x="7572918" y="5585003"/>
            <a:ext cx="1390955" cy="1240719"/>
            <a:chOff x="5232102" y="3662585"/>
            <a:chExt cx="1390955" cy="124071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C6136A-842E-5FAE-6CA5-476D637D535D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BA7A8C29-0070-69A9-D33B-B61138D8615D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28DD627C-2B82-4F8D-6259-368DF7AC6303}"/>
              </a:ext>
            </a:extLst>
          </p:cNvPr>
          <p:cNvGrpSpPr/>
          <p:nvPr/>
        </p:nvGrpSpPr>
        <p:grpSpPr>
          <a:xfrm>
            <a:off x="4974336" y="3055720"/>
            <a:ext cx="1559293" cy="1495188"/>
            <a:chOff x="5246369" y="2955148"/>
            <a:chExt cx="1287260" cy="123433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B77FFAF6-1AFD-1224-D459-A455BFB15CCC}"/>
                </a:ext>
              </a:extLst>
            </p:cNvPr>
            <p:cNvSpPr/>
            <p:nvPr/>
          </p:nvSpPr>
          <p:spPr>
            <a:xfrm>
              <a:off x="5375403" y="3426844"/>
              <a:ext cx="150264" cy="604088"/>
            </a:xfrm>
            <a:prstGeom prst="rect">
              <a:avLst/>
            </a:pr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ADEB0DD-5448-1F0D-63E2-606D2C941FFB}"/>
                </a:ext>
              </a:extLst>
            </p:cNvPr>
            <p:cNvSpPr/>
            <p:nvPr/>
          </p:nvSpPr>
          <p:spPr>
            <a:xfrm>
              <a:off x="6254332" y="3426844"/>
              <a:ext cx="150264" cy="604088"/>
            </a:xfrm>
            <a:prstGeom prst="rect">
              <a:avLst/>
            </a:pr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B2788B68-78A6-A01F-802D-0C1E65C4BE3B}"/>
                </a:ext>
              </a:extLst>
            </p:cNvPr>
            <p:cNvSpPr/>
            <p:nvPr/>
          </p:nvSpPr>
          <p:spPr>
            <a:xfrm>
              <a:off x="5961355" y="3426844"/>
              <a:ext cx="150264" cy="604088"/>
            </a:xfrm>
            <a:prstGeom prst="rect">
              <a:avLst/>
            </a:prstGeom>
            <a:solidFill>
              <a:srgbClr val="FF3B4D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FCB03FC7-BD59-AC3A-4EC0-8BC5D6768EA9}"/>
                </a:ext>
              </a:extLst>
            </p:cNvPr>
            <p:cNvSpPr/>
            <p:nvPr/>
          </p:nvSpPr>
          <p:spPr>
            <a:xfrm>
              <a:off x="5668379" y="3426844"/>
              <a:ext cx="150264" cy="604088"/>
            </a:xfrm>
            <a:prstGeom prst="rect">
              <a:avLst/>
            </a:prstGeom>
            <a:solidFill>
              <a:srgbClr val="FF556E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2C16F97-4F3F-FC01-5938-02E0CD202A98}"/>
                </a:ext>
              </a:extLst>
            </p:cNvPr>
            <p:cNvSpPr/>
            <p:nvPr/>
          </p:nvSpPr>
          <p:spPr>
            <a:xfrm>
              <a:off x="5266743" y="2955148"/>
              <a:ext cx="1246513" cy="473852"/>
            </a:xfrm>
            <a:custGeom>
              <a:avLst/>
              <a:gdLst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60826 h 473852"/>
                <a:gd name="csX3" fmla="*/ 1246493 w 1246493"/>
                <a:gd name="csY3" fmla="*/ 382499 h 473852"/>
                <a:gd name="csX4" fmla="*/ 1246493 w 1246493"/>
                <a:gd name="csY4" fmla="*/ 407387 h 473852"/>
                <a:gd name="csX5" fmla="*/ 1180028 w 1246493"/>
                <a:gd name="csY5" fmla="*/ 473852 h 473852"/>
                <a:gd name="csX6" fmla="*/ 66465 w 1246493"/>
                <a:gd name="csY6" fmla="*/ 473852 h 473852"/>
                <a:gd name="csX7" fmla="*/ 0 w 1246493"/>
                <a:gd name="csY7" fmla="*/ 407387 h 473852"/>
                <a:gd name="csX8" fmla="*/ 0 w 1246493"/>
                <a:gd name="csY8" fmla="*/ 360826 h 473852"/>
                <a:gd name="csX9" fmla="*/ 37188 w 1246493"/>
                <a:gd name="csY9" fmla="*/ 360826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0 w 1246493"/>
                <a:gd name="csY7" fmla="*/ 360826 h 473852"/>
                <a:gd name="csX8" fmla="*/ 37188 w 1246493"/>
                <a:gd name="csY8" fmla="*/ 360826 h 473852"/>
                <a:gd name="csX9" fmla="*/ 624211 w 1246493"/>
                <a:gd name="csY9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37188 w 1246493"/>
                <a:gd name="csY7" fmla="*/ 360826 h 473852"/>
                <a:gd name="csX8" fmla="*/ 624211 w 1246493"/>
                <a:gd name="csY8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37188 w 1246493"/>
                <a:gd name="csY6" fmla="*/ 360826 h 473852"/>
                <a:gd name="csX7" fmla="*/ 624211 w 1246493"/>
                <a:gd name="csY7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624211 w 1246493"/>
                <a:gd name="csY6" fmla="*/ 0 h 473852"/>
                <a:gd name="csX0" fmla="*/ 624211 w 1246493"/>
                <a:gd name="csY0" fmla="*/ 0 h 473852"/>
                <a:gd name="csX1" fmla="*/ 1246493 w 1246493"/>
                <a:gd name="csY1" fmla="*/ 407387 h 473852"/>
                <a:gd name="csX2" fmla="*/ 1180028 w 1246493"/>
                <a:gd name="csY2" fmla="*/ 473852 h 473852"/>
                <a:gd name="csX3" fmla="*/ 66465 w 1246493"/>
                <a:gd name="csY3" fmla="*/ 473852 h 473852"/>
                <a:gd name="csX4" fmla="*/ 0 w 1246493"/>
                <a:gd name="csY4" fmla="*/ 407387 h 473852"/>
                <a:gd name="csX5" fmla="*/ 624211 w 124649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46513" h="473852">
                  <a:moveTo>
                    <a:pt x="624231" y="0"/>
                  </a:moveTo>
                  <a:cubicBezTo>
                    <a:pt x="831658" y="135796"/>
                    <a:pt x="1244826" y="366841"/>
                    <a:pt x="1246513" y="407387"/>
                  </a:cubicBezTo>
                  <a:cubicBezTo>
                    <a:pt x="1246513" y="444095"/>
                    <a:pt x="1216756" y="473852"/>
                    <a:pt x="1180048" y="473852"/>
                  </a:cubicBezTo>
                  <a:lnTo>
                    <a:pt x="66485" y="473852"/>
                  </a:lnTo>
                  <a:cubicBezTo>
                    <a:pt x="29777" y="473852"/>
                    <a:pt x="20" y="444095"/>
                    <a:pt x="20" y="407387"/>
                  </a:cubicBezTo>
                  <a:cubicBezTo>
                    <a:pt x="-3365" y="368746"/>
                    <a:pt x="416161" y="135796"/>
                    <a:pt x="624231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12F6539-3BD6-A187-2791-2B148BFF1970}"/>
                </a:ext>
              </a:extLst>
            </p:cNvPr>
            <p:cNvSpPr/>
            <p:nvPr/>
          </p:nvSpPr>
          <p:spPr>
            <a:xfrm>
              <a:off x="5246369" y="4075473"/>
              <a:ext cx="128726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0A71385D-AC67-04FB-3AD2-3C0FF66FC4A3}"/>
                </a:ext>
              </a:extLst>
            </p:cNvPr>
            <p:cNvSpPr/>
            <p:nvPr/>
          </p:nvSpPr>
          <p:spPr>
            <a:xfrm>
              <a:off x="5300959" y="3992928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DC8B029-0CD3-95ED-6887-E02AC34F065F}"/>
                </a:ext>
              </a:extLst>
            </p:cNvPr>
            <p:cNvSpPr/>
            <p:nvPr/>
          </p:nvSpPr>
          <p:spPr>
            <a:xfrm>
              <a:off x="5300959" y="3380014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C9A75B8-4055-59E3-C465-7FC4ACCB36FE}"/>
              </a:ext>
            </a:extLst>
          </p:cNvPr>
          <p:cNvGrpSpPr/>
          <p:nvPr/>
        </p:nvGrpSpPr>
        <p:grpSpPr>
          <a:xfrm>
            <a:off x="160020" y="3049707"/>
            <a:ext cx="11871960" cy="1501200"/>
            <a:chOff x="320040" y="2292972"/>
            <a:chExt cx="11871960" cy="1501200"/>
          </a:xfrm>
        </p:grpSpPr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C454CA97-0641-FA52-94CF-9EB1D10C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18079F06-2D79-3BF8-F617-31ABF1EF729F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5E94BCFC-63C5-C1CB-75A6-554F337942A6}"/>
              </a:ext>
            </a:extLst>
          </p:cNvPr>
          <p:cNvGrpSpPr/>
          <p:nvPr/>
        </p:nvGrpSpPr>
        <p:grpSpPr>
          <a:xfrm>
            <a:off x="3003813" y="3055720"/>
            <a:ext cx="1293143" cy="1501200"/>
            <a:chOff x="2927789" y="5058986"/>
            <a:chExt cx="1116924" cy="1501200"/>
          </a:xfrm>
        </p:grpSpPr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3B04AEEE-8191-53BF-0987-5FA135CF7176}"/>
                </a:ext>
              </a:extLst>
            </p:cNvPr>
            <p:cNvSpPr/>
            <p:nvPr/>
          </p:nvSpPr>
          <p:spPr>
            <a:xfrm>
              <a:off x="2954655" y="5232571"/>
              <a:ext cx="1090058" cy="1306326"/>
            </a:xfrm>
            <a:custGeom>
              <a:avLst/>
              <a:gdLst>
                <a:gd name="csX0" fmla="*/ 501015 w 1090058"/>
                <a:gd name="csY0" fmla="*/ 352432 h 1306326"/>
                <a:gd name="csX1" fmla="*/ 573405 w 1090058"/>
                <a:gd name="csY1" fmla="*/ 352432 h 1306326"/>
                <a:gd name="csX2" fmla="*/ 573405 w 1090058"/>
                <a:gd name="csY2" fmla="*/ 449222 h 1306326"/>
                <a:gd name="csX3" fmla="*/ 501015 w 1090058"/>
                <a:gd name="csY3" fmla="*/ 449222 h 1306326"/>
                <a:gd name="csX4" fmla="*/ 1048129 w 1090058"/>
                <a:gd name="csY4" fmla="*/ 6 h 1306326"/>
                <a:gd name="csX5" fmla="*/ 1090058 w 1090058"/>
                <a:gd name="csY5" fmla="*/ 41402 h 1306326"/>
                <a:gd name="csX6" fmla="*/ 1090057 w 1090058"/>
                <a:gd name="csY6" fmla="*/ 1203616 h 1306326"/>
                <a:gd name="csX7" fmla="*/ 1083610 w 1090058"/>
                <a:gd name="csY7" fmla="*/ 1219128 h 1306326"/>
                <a:gd name="csX8" fmla="*/ 1083609 w 1090058"/>
                <a:gd name="csY8" fmla="*/ 1222623 h 1306326"/>
                <a:gd name="csX9" fmla="*/ 1079076 w 1090058"/>
                <a:gd name="csY9" fmla="*/ 1230031 h 1306326"/>
                <a:gd name="csX10" fmla="*/ 1077956 w 1090058"/>
                <a:gd name="csY10" fmla="*/ 1232726 h 1306326"/>
                <a:gd name="csX11" fmla="*/ 1068706 w 1090058"/>
                <a:gd name="csY11" fmla="*/ 1236593 h 1306326"/>
                <a:gd name="csX12" fmla="*/ 1068705 w 1090058"/>
                <a:gd name="csY12" fmla="*/ 1234582 h 1306326"/>
                <a:gd name="csX13" fmla="*/ 1042807 w 1090058"/>
                <a:gd name="csY13" fmla="*/ 1241089 h 1306326"/>
                <a:gd name="csX14" fmla="*/ 15655 w 1090058"/>
                <a:gd name="csY14" fmla="*/ 1302284 h 1306326"/>
                <a:gd name="csX15" fmla="*/ 0 w 1090058"/>
                <a:gd name="csY15" fmla="*/ 1306326 h 1306326"/>
                <a:gd name="csX16" fmla="*/ 0 w 1090058"/>
                <a:gd name="csY16" fmla="*/ 1288305 h 1306326"/>
                <a:gd name="csX17" fmla="*/ 56236 w 1090058"/>
                <a:gd name="csY17" fmla="*/ 1260671 h 1306326"/>
                <a:gd name="csX18" fmla="*/ 173480 w 1090058"/>
                <a:gd name="csY18" fmla="*/ 1213159 h 1306326"/>
                <a:gd name="csX19" fmla="*/ 648757 w 1090058"/>
                <a:gd name="csY19" fmla="*/ 1133719 h 1306326"/>
                <a:gd name="csX20" fmla="*/ 655218 w 1090058"/>
                <a:gd name="csY20" fmla="*/ 1134077 h 1306326"/>
                <a:gd name="csX21" fmla="*/ 664423 w 1090058"/>
                <a:gd name="csY21" fmla="*/ 1042500 h 1306326"/>
                <a:gd name="csX22" fmla="*/ 706650 w 1090058"/>
                <a:gd name="csY22" fmla="*/ 1042501 h 1306326"/>
                <a:gd name="csX23" fmla="*/ 706651 w 1090058"/>
                <a:gd name="csY23" fmla="*/ 110504 h 1306326"/>
                <a:gd name="csX24" fmla="*/ 925407 w 1090058"/>
                <a:gd name="csY24" fmla="*/ 6637 h 1306326"/>
                <a:gd name="csX25" fmla="*/ 1048129 w 1090058"/>
                <a:gd name="csY25" fmla="*/ 6 h 1306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90058" h="1306326">
                  <a:moveTo>
                    <a:pt x="501015" y="352432"/>
                  </a:moveTo>
                  <a:lnTo>
                    <a:pt x="573405" y="352432"/>
                  </a:lnTo>
                  <a:lnTo>
                    <a:pt x="573405" y="449222"/>
                  </a:lnTo>
                  <a:lnTo>
                    <a:pt x="501015" y="449222"/>
                  </a:lnTo>
                  <a:close/>
                  <a:moveTo>
                    <a:pt x="1048129" y="6"/>
                  </a:moveTo>
                  <a:cubicBezTo>
                    <a:pt x="1071237" y="-400"/>
                    <a:pt x="1090058" y="18289"/>
                    <a:pt x="1090058" y="41402"/>
                  </a:cubicBezTo>
                  <a:lnTo>
                    <a:pt x="1090057" y="1203616"/>
                  </a:lnTo>
                  <a:lnTo>
                    <a:pt x="1083610" y="1219128"/>
                  </a:lnTo>
                  <a:lnTo>
                    <a:pt x="1083609" y="1222623"/>
                  </a:lnTo>
                  <a:lnTo>
                    <a:pt x="1079076" y="1230031"/>
                  </a:lnTo>
                  <a:lnTo>
                    <a:pt x="1077956" y="1232726"/>
                  </a:lnTo>
                  <a:lnTo>
                    <a:pt x="1068706" y="1236593"/>
                  </a:lnTo>
                  <a:lnTo>
                    <a:pt x="1068705" y="1234582"/>
                  </a:lnTo>
                  <a:lnTo>
                    <a:pt x="1042807" y="1241089"/>
                  </a:lnTo>
                  <a:cubicBezTo>
                    <a:pt x="564318" y="1197282"/>
                    <a:pt x="204341" y="1257091"/>
                    <a:pt x="15655" y="1302284"/>
                  </a:cubicBezTo>
                  <a:lnTo>
                    <a:pt x="0" y="1306326"/>
                  </a:lnTo>
                  <a:lnTo>
                    <a:pt x="0" y="1288305"/>
                  </a:lnTo>
                  <a:lnTo>
                    <a:pt x="56236" y="1260671"/>
                  </a:lnTo>
                  <a:cubicBezTo>
                    <a:pt x="96418" y="1242370"/>
                    <a:pt x="137672" y="1226108"/>
                    <a:pt x="173480" y="1213159"/>
                  </a:cubicBezTo>
                  <a:cubicBezTo>
                    <a:pt x="324474" y="1160490"/>
                    <a:pt x="485808" y="1133681"/>
                    <a:pt x="648757" y="1133719"/>
                  </a:cubicBezTo>
                  <a:lnTo>
                    <a:pt x="655218" y="1134077"/>
                  </a:lnTo>
                  <a:lnTo>
                    <a:pt x="664423" y="1042500"/>
                  </a:lnTo>
                  <a:lnTo>
                    <a:pt x="706650" y="1042501"/>
                  </a:lnTo>
                  <a:lnTo>
                    <a:pt x="706651" y="110504"/>
                  </a:lnTo>
                  <a:cubicBezTo>
                    <a:pt x="779570" y="75881"/>
                    <a:pt x="820509" y="41259"/>
                    <a:pt x="925407" y="6637"/>
                  </a:cubicBezTo>
                  <a:cubicBezTo>
                    <a:pt x="977409" y="2115"/>
                    <a:pt x="1019516" y="505"/>
                    <a:pt x="1048129" y="6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3180B047-3D70-8561-975E-D0266548A66F}"/>
                </a:ext>
              </a:extLst>
            </p:cNvPr>
            <p:cNvSpPr/>
            <p:nvPr/>
          </p:nvSpPr>
          <p:spPr>
            <a:xfrm flipH="1">
              <a:off x="2927789" y="5126581"/>
              <a:ext cx="976924" cy="1433605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6B057D7-54DA-BEE4-419A-69BC27AD1B69}"/>
                </a:ext>
              </a:extLst>
            </p:cNvPr>
            <p:cNvSpPr/>
            <p:nvPr/>
          </p:nvSpPr>
          <p:spPr>
            <a:xfrm flipH="1">
              <a:off x="2929807" y="5058986"/>
              <a:ext cx="755194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A8DEE489-4B30-0540-A83A-1D7F317AE8D4}"/>
                </a:ext>
              </a:extLst>
            </p:cNvPr>
            <p:cNvSpPr/>
            <p:nvPr/>
          </p:nvSpPr>
          <p:spPr>
            <a:xfrm flipH="1">
              <a:off x="2929165" y="5058986"/>
              <a:ext cx="321399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3855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131592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61560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E13B530-3731-6134-B3F4-FEE5EA68548A}"/>
              </a:ext>
            </a:extLst>
          </p:cNvPr>
          <p:cNvGrpSpPr/>
          <p:nvPr/>
        </p:nvGrpSpPr>
        <p:grpSpPr>
          <a:xfrm>
            <a:off x="6637835" y="2292972"/>
            <a:ext cx="1300454" cy="1501200"/>
            <a:chOff x="7568654" y="2292972"/>
            <a:chExt cx="1300454" cy="1501200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5202DEE6-46B5-1A3F-5ED1-DE476D12C716}"/>
                </a:ext>
              </a:extLst>
            </p:cNvPr>
            <p:cNvSpPr/>
            <p:nvPr/>
          </p:nvSpPr>
          <p:spPr>
            <a:xfrm>
              <a:off x="7868308" y="22929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7714D1D-0B0B-8ECC-6B61-98DB02D0A5ED}"/>
                </a:ext>
              </a:extLst>
            </p:cNvPr>
            <p:cNvSpPr/>
            <p:nvPr/>
          </p:nvSpPr>
          <p:spPr>
            <a:xfrm>
              <a:off x="7967468" y="23931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01B3D6A-B8D2-B228-EAC8-C3244FA466A2}"/>
                </a:ext>
              </a:extLst>
            </p:cNvPr>
            <p:cNvSpPr/>
            <p:nvPr/>
          </p:nvSpPr>
          <p:spPr>
            <a:xfrm>
              <a:off x="7568654" y="24945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0E6BF5B-7FFA-9C74-8D53-525F6219D06C}"/>
                </a:ext>
              </a:extLst>
            </p:cNvPr>
            <p:cNvSpPr/>
            <p:nvPr/>
          </p:nvSpPr>
          <p:spPr>
            <a:xfrm>
              <a:off x="7667814" y="25947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5565816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263146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8072058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5DFA75-46A7-958F-3D79-82C543F26C96}"/>
              </a:ext>
            </a:extLst>
          </p:cNvPr>
          <p:cNvGrpSpPr/>
          <p:nvPr/>
        </p:nvGrpSpPr>
        <p:grpSpPr>
          <a:xfrm>
            <a:off x="9506284" y="2292972"/>
            <a:ext cx="1300454" cy="1501200"/>
            <a:chOff x="10813794" y="2292972"/>
            <a:chExt cx="1300454" cy="1501200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3AEC0D9-5828-2FB8-20C5-2FD660C59D61}"/>
                </a:ext>
              </a:extLst>
            </p:cNvPr>
            <p:cNvSpPr/>
            <p:nvPr/>
          </p:nvSpPr>
          <p:spPr>
            <a:xfrm>
              <a:off x="11119882" y="2292972"/>
              <a:ext cx="994366" cy="1299600"/>
            </a:xfrm>
            <a:custGeom>
              <a:avLst/>
              <a:gdLst>
                <a:gd name="csX0" fmla="*/ 142715 w 994366"/>
                <a:gd name="csY0" fmla="*/ 0 h 1299600"/>
                <a:gd name="csX1" fmla="*/ 845217 w 994366"/>
                <a:gd name="csY1" fmla="*/ 0 h 1299600"/>
                <a:gd name="csX2" fmla="*/ 994366 w 994366"/>
                <a:gd name="csY2" fmla="*/ 149149 h 1299600"/>
                <a:gd name="csX3" fmla="*/ 994366 w 994366"/>
                <a:gd name="csY3" fmla="*/ 1150451 h 1299600"/>
                <a:gd name="csX4" fmla="*/ 845217 w 994366"/>
                <a:gd name="csY4" fmla="*/ 1299600 h 1299600"/>
                <a:gd name="csX5" fmla="*/ 794960 w 994366"/>
                <a:gd name="csY5" fmla="*/ 1299600 h 1299600"/>
                <a:gd name="csX6" fmla="*/ 794960 w 994366"/>
                <a:gd name="csY6" fmla="*/ 358731 h 1299600"/>
                <a:gd name="csX7" fmla="*/ 553509 w 994366"/>
                <a:gd name="csY7" fmla="*/ 117280 h 1299600"/>
                <a:gd name="csX8" fmla="*/ 0 w 994366"/>
                <a:gd name="csY8" fmla="*/ 117280 h 1299600"/>
                <a:gd name="csX9" fmla="*/ 5287 w 994366"/>
                <a:gd name="csY9" fmla="*/ 91094 h 1299600"/>
                <a:gd name="csX10" fmla="*/ 142715 w 994366"/>
                <a:gd name="csY10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94366" h="1299600">
                  <a:moveTo>
                    <a:pt x="142715" y="0"/>
                  </a:moveTo>
                  <a:lnTo>
                    <a:pt x="845217" y="0"/>
                  </a:lnTo>
                  <a:cubicBezTo>
                    <a:pt x="927590" y="0"/>
                    <a:pt x="994366" y="66776"/>
                    <a:pt x="994366" y="149149"/>
                  </a:cubicBezTo>
                  <a:lnTo>
                    <a:pt x="994366" y="1150451"/>
                  </a:lnTo>
                  <a:cubicBezTo>
                    <a:pt x="994366" y="1232824"/>
                    <a:pt x="927590" y="1299600"/>
                    <a:pt x="845217" y="1299600"/>
                  </a:cubicBezTo>
                  <a:lnTo>
                    <a:pt x="794960" y="1299600"/>
                  </a:lnTo>
                  <a:lnTo>
                    <a:pt x="794960" y="358731"/>
                  </a:lnTo>
                  <a:cubicBezTo>
                    <a:pt x="794960" y="225381"/>
                    <a:pt x="686859" y="117280"/>
                    <a:pt x="553509" y="117280"/>
                  </a:cubicBezTo>
                  <a:lnTo>
                    <a:pt x="0" y="117280"/>
                  </a:lnTo>
                  <a:lnTo>
                    <a:pt x="5287" y="91094"/>
                  </a:lnTo>
                  <a:cubicBezTo>
                    <a:pt x="27929" y="37562"/>
                    <a:pt x="80936" y="0"/>
                    <a:pt x="142715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C5C0DA1-8418-655B-6EC4-DEA43D3E1E22}"/>
                </a:ext>
              </a:extLst>
            </p:cNvPr>
            <p:cNvSpPr/>
            <p:nvPr/>
          </p:nvSpPr>
          <p:spPr>
            <a:xfrm>
              <a:off x="10813794" y="2494572"/>
              <a:ext cx="1000800" cy="1299600"/>
            </a:xfrm>
            <a:custGeom>
              <a:avLst/>
              <a:gdLst>
                <a:gd name="csX0" fmla="*/ 149050 w 1000800"/>
                <a:gd name="csY0" fmla="*/ 100221 h 1299600"/>
                <a:gd name="csX1" fmla="*/ 99160 w 1000800"/>
                <a:gd name="csY1" fmla="*/ 150111 h 1299600"/>
                <a:gd name="csX2" fmla="*/ 99160 w 1000800"/>
                <a:gd name="csY2" fmla="*/ 1149707 h 1299600"/>
                <a:gd name="csX3" fmla="*/ 149050 w 1000800"/>
                <a:gd name="csY3" fmla="*/ 1199597 h 1299600"/>
                <a:gd name="csX4" fmla="*/ 851751 w 1000800"/>
                <a:gd name="csY4" fmla="*/ 1199597 h 1299600"/>
                <a:gd name="csX5" fmla="*/ 901641 w 1000800"/>
                <a:gd name="csY5" fmla="*/ 1149707 h 1299600"/>
                <a:gd name="csX6" fmla="*/ 901641 w 1000800"/>
                <a:gd name="csY6" fmla="*/ 150111 h 1299600"/>
                <a:gd name="csX7" fmla="*/ 851751 w 1000800"/>
                <a:gd name="csY7" fmla="*/ 100221 h 1299600"/>
                <a:gd name="csX8" fmla="*/ 149149 w 1000800"/>
                <a:gd name="csY8" fmla="*/ 0 h 1299600"/>
                <a:gd name="csX9" fmla="*/ 851651 w 1000800"/>
                <a:gd name="csY9" fmla="*/ 0 h 1299600"/>
                <a:gd name="csX10" fmla="*/ 1000800 w 1000800"/>
                <a:gd name="csY10" fmla="*/ 149149 h 1299600"/>
                <a:gd name="csX11" fmla="*/ 1000800 w 1000800"/>
                <a:gd name="csY11" fmla="*/ 1150451 h 1299600"/>
                <a:gd name="csX12" fmla="*/ 851651 w 1000800"/>
                <a:gd name="csY12" fmla="*/ 1299600 h 1299600"/>
                <a:gd name="csX13" fmla="*/ 149149 w 1000800"/>
                <a:gd name="csY13" fmla="*/ 1299600 h 1299600"/>
                <a:gd name="csX14" fmla="*/ 0 w 1000800"/>
                <a:gd name="csY14" fmla="*/ 1150451 h 1299600"/>
                <a:gd name="csX15" fmla="*/ 0 w 1000800"/>
                <a:gd name="csY15" fmla="*/ 149149 h 1299600"/>
                <a:gd name="csX16" fmla="*/ 149149 w 1000800"/>
                <a:gd name="csY16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000800" h="1299600">
                  <a:moveTo>
                    <a:pt x="149050" y="100221"/>
                  </a:moveTo>
                  <a:cubicBezTo>
                    <a:pt x="121497" y="100221"/>
                    <a:pt x="99160" y="122558"/>
                    <a:pt x="99160" y="150111"/>
                  </a:cubicBezTo>
                  <a:lnTo>
                    <a:pt x="99160" y="1149707"/>
                  </a:lnTo>
                  <a:cubicBezTo>
                    <a:pt x="99160" y="1177260"/>
                    <a:pt x="121497" y="1199597"/>
                    <a:pt x="149050" y="1199597"/>
                  </a:cubicBezTo>
                  <a:lnTo>
                    <a:pt x="851751" y="1199597"/>
                  </a:lnTo>
                  <a:cubicBezTo>
                    <a:pt x="879304" y="1199597"/>
                    <a:pt x="901641" y="1177260"/>
                    <a:pt x="901641" y="1149707"/>
                  </a:cubicBezTo>
                  <a:lnTo>
                    <a:pt x="901641" y="150111"/>
                  </a:lnTo>
                  <a:cubicBezTo>
                    <a:pt x="901641" y="122558"/>
                    <a:pt x="879304" y="100221"/>
                    <a:pt x="851751" y="100221"/>
                  </a:cubicBezTo>
                  <a:close/>
                  <a:moveTo>
                    <a:pt x="149149" y="0"/>
                  </a:moveTo>
                  <a:lnTo>
                    <a:pt x="851651" y="0"/>
                  </a:lnTo>
                  <a:cubicBezTo>
                    <a:pt x="934024" y="0"/>
                    <a:pt x="1000800" y="66776"/>
                    <a:pt x="1000800" y="149149"/>
                  </a:cubicBezTo>
                  <a:lnTo>
                    <a:pt x="1000800" y="1150451"/>
                  </a:lnTo>
                  <a:cubicBezTo>
                    <a:pt x="1000800" y="1232824"/>
                    <a:pt x="934024" y="1299600"/>
                    <a:pt x="851651" y="1299600"/>
                  </a:cubicBezTo>
                  <a:lnTo>
                    <a:pt x="149149" y="1299600"/>
                  </a:lnTo>
                  <a:cubicBezTo>
                    <a:pt x="66776" y="1299600"/>
                    <a:pt x="0" y="1232824"/>
                    <a:pt x="0" y="1150451"/>
                  </a:cubicBezTo>
                  <a:lnTo>
                    <a:pt x="0" y="149149"/>
                  </a:lnTo>
                  <a:cubicBezTo>
                    <a:pt x="0" y="66776"/>
                    <a:pt x="66776" y="0"/>
                    <a:pt x="149149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2697369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A5332B49-81DA-2D0E-EB26-DDE65500F3B0}"/>
              </a:ext>
            </a:extLst>
          </p:cNvPr>
          <p:cNvSpPr/>
          <p:nvPr/>
        </p:nvSpPr>
        <p:spPr>
          <a:xfrm>
            <a:off x="6572738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6630DA6B-E113-196F-F9F4-583640753620}"/>
              </a:ext>
            </a:extLst>
          </p:cNvPr>
          <p:cNvSpPr/>
          <p:nvPr/>
        </p:nvSpPr>
        <p:spPr>
          <a:xfrm flipH="1">
            <a:off x="8444713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22B8D03-523A-206C-4090-293FFD3FC430}"/>
              </a:ext>
            </a:extLst>
          </p:cNvPr>
          <p:cNvGrpSpPr/>
          <p:nvPr/>
        </p:nvGrpSpPr>
        <p:grpSpPr>
          <a:xfrm>
            <a:off x="8652288" y="31075"/>
            <a:ext cx="1219200" cy="1712897"/>
            <a:chOff x="10901363" y="2178066"/>
            <a:chExt cx="1219200" cy="1712897"/>
          </a:xfrm>
        </p:grpSpPr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4FA0619-A15E-477C-BFD5-492E1982DB01}"/>
                </a:ext>
              </a:extLst>
            </p:cNvPr>
            <p:cNvSpPr/>
            <p:nvPr/>
          </p:nvSpPr>
          <p:spPr>
            <a:xfrm>
              <a:off x="10901363" y="2609225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04A51BA-368F-3272-032F-8AA91956FDB7}"/>
                </a:ext>
              </a:extLst>
            </p:cNvPr>
            <p:cNvSpPr/>
            <p:nvPr/>
          </p:nvSpPr>
          <p:spPr>
            <a:xfrm>
              <a:off x="10901363" y="2803272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E0E10C4-66DD-0E0E-EA81-B1B801B9CE6A}"/>
                </a:ext>
              </a:extLst>
            </p:cNvPr>
            <p:cNvSpPr/>
            <p:nvPr/>
          </p:nvSpPr>
          <p:spPr>
            <a:xfrm>
              <a:off x="10901363" y="2997319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46B9479-1B37-447A-CB51-38540F70FEAD}"/>
                </a:ext>
              </a:extLst>
            </p:cNvPr>
            <p:cNvSpPr/>
            <p:nvPr/>
          </p:nvSpPr>
          <p:spPr>
            <a:xfrm>
              <a:off x="10901363" y="3191366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8C4343A-56A1-DDDC-3BFA-BF686C93B9A3}"/>
                </a:ext>
              </a:extLst>
            </p:cNvPr>
            <p:cNvSpPr/>
            <p:nvPr/>
          </p:nvSpPr>
          <p:spPr>
            <a:xfrm>
              <a:off x="10901363" y="3385251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9C522BE-A2B3-BADB-45F7-59B99D3D2C95}"/>
                </a:ext>
              </a:extLst>
            </p:cNvPr>
            <p:cNvSpPr/>
            <p:nvPr/>
          </p:nvSpPr>
          <p:spPr>
            <a:xfrm>
              <a:off x="10901363" y="3579298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FF00A8E-E518-CD95-09A7-B7731EEFB93E}"/>
                </a:ext>
              </a:extLst>
            </p:cNvPr>
            <p:cNvSpPr/>
            <p:nvPr/>
          </p:nvSpPr>
          <p:spPr>
            <a:xfrm rot="16200000">
              <a:off x="10382142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C49330-D19A-2395-F62C-C6C398152B29}"/>
                </a:ext>
              </a:extLst>
            </p:cNvPr>
            <p:cNvSpPr/>
            <p:nvPr/>
          </p:nvSpPr>
          <p:spPr>
            <a:xfrm rot="16200000">
              <a:off x="10576189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C930B3B-0FD6-46F4-5249-98D2CA09B60F}"/>
                </a:ext>
              </a:extLst>
            </p:cNvPr>
            <p:cNvSpPr/>
            <p:nvPr/>
          </p:nvSpPr>
          <p:spPr>
            <a:xfrm rot="16200000">
              <a:off x="10770236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8737D3F-B870-B98A-A807-42CB8DAE0F77}"/>
                </a:ext>
              </a:extLst>
            </p:cNvPr>
            <p:cNvSpPr/>
            <p:nvPr/>
          </p:nvSpPr>
          <p:spPr>
            <a:xfrm rot="16200000">
              <a:off x="10964283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547180-156E-7F8A-372F-13C18EE81F00}"/>
              </a:ext>
            </a:extLst>
          </p:cNvPr>
          <p:cNvSpPr/>
          <p:nvPr/>
        </p:nvSpPr>
        <p:spPr>
          <a:xfrm>
            <a:off x="11029260" y="2292972"/>
            <a:ext cx="1300454" cy="1501200"/>
          </a:xfrm>
          <a:custGeom>
            <a:avLst/>
            <a:gdLst>
              <a:gd name="csX0" fmla="*/ 647535 w 1300454"/>
              <a:gd name="csY0" fmla="*/ 1401197 h 1501200"/>
              <a:gd name="csX1" fmla="*/ 741361 w 1300454"/>
              <a:gd name="csY1" fmla="*/ 1401197 h 1501200"/>
              <a:gd name="csX2" fmla="*/ 741361 w 1300454"/>
              <a:gd name="csY2" fmla="*/ 1501200 h 1501200"/>
              <a:gd name="csX3" fmla="*/ 647535 w 1300454"/>
              <a:gd name="csY3" fmla="*/ 1501200 h 1501200"/>
              <a:gd name="csX4" fmla="*/ 453488 w 1300454"/>
              <a:gd name="csY4" fmla="*/ 1401197 h 1501200"/>
              <a:gd name="csX5" fmla="*/ 547314 w 1300454"/>
              <a:gd name="csY5" fmla="*/ 1401197 h 1501200"/>
              <a:gd name="csX6" fmla="*/ 547314 w 1300454"/>
              <a:gd name="csY6" fmla="*/ 1501200 h 1501200"/>
              <a:gd name="csX7" fmla="*/ 453488 w 1300454"/>
              <a:gd name="csY7" fmla="*/ 1501200 h 1501200"/>
              <a:gd name="csX8" fmla="*/ 259441 w 1300454"/>
              <a:gd name="csY8" fmla="*/ 1401197 h 1501200"/>
              <a:gd name="csX9" fmla="*/ 353267 w 1300454"/>
              <a:gd name="csY9" fmla="*/ 1401197 h 1501200"/>
              <a:gd name="csX10" fmla="*/ 353267 w 1300454"/>
              <a:gd name="csY10" fmla="*/ 1501200 h 1501200"/>
              <a:gd name="csX11" fmla="*/ 259441 w 1300454"/>
              <a:gd name="csY11" fmla="*/ 1501200 h 1501200"/>
              <a:gd name="csX12" fmla="*/ 887054 w 1300454"/>
              <a:gd name="csY12" fmla="*/ 1386547 h 1501200"/>
              <a:gd name="csX13" fmla="*/ 993836 w 1300454"/>
              <a:gd name="csY13" fmla="*/ 1386547 h 1501200"/>
              <a:gd name="csX14" fmla="*/ 989079 w 1300454"/>
              <a:gd name="csY14" fmla="*/ 1410107 h 1501200"/>
              <a:gd name="csX15" fmla="*/ 851651 w 1300454"/>
              <a:gd name="csY15" fmla="*/ 1501200 h 1501200"/>
              <a:gd name="csX16" fmla="*/ 841582 w 1300454"/>
              <a:gd name="csY16" fmla="*/ 1501200 h 1501200"/>
              <a:gd name="csX17" fmla="*/ 841582 w 1300454"/>
              <a:gd name="csY17" fmla="*/ 1401197 h 1501200"/>
              <a:gd name="csX18" fmla="*/ 851751 w 1300454"/>
              <a:gd name="csY18" fmla="*/ 1401197 h 1501200"/>
              <a:gd name="csX19" fmla="*/ 887028 w 1300454"/>
              <a:gd name="csY19" fmla="*/ 1386584 h 1501200"/>
              <a:gd name="csX20" fmla="*/ 6964 w 1300454"/>
              <a:gd name="csY20" fmla="*/ 1386547 h 1501200"/>
              <a:gd name="csX21" fmla="*/ 113747 w 1300454"/>
              <a:gd name="csY21" fmla="*/ 1386547 h 1501200"/>
              <a:gd name="csX22" fmla="*/ 113773 w 1300454"/>
              <a:gd name="csY22" fmla="*/ 1386584 h 1501200"/>
              <a:gd name="csX23" fmla="*/ 149050 w 1300454"/>
              <a:gd name="csY23" fmla="*/ 1401197 h 1501200"/>
              <a:gd name="csX24" fmla="*/ 159220 w 1300454"/>
              <a:gd name="csY24" fmla="*/ 1401197 h 1501200"/>
              <a:gd name="csX25" fmla="*/ 159220 w 1300454"/>
              <a:gd name="csY25" fmla="*/ 1501200 h 1501200"/>
              <a:gd name="csX26" fmla="*/ 149149 w 1300454"/>
              <a:gd name="csY26" fmla="*/ 1501200 h 1501200"/>
              <a:gd name="csX27" fmla="*/ 11721 w 1300454"/>
              <a:gd name="csY27" fmla="*/ 1410107 h 1501200"/>
              <a:gd name="csX28" fmla="*/ 0 w 1300454"/>
              <a:gd name="csY28" fmla="*/ 1192500 h 1501200"/>
              <a:gd name="csX29" fmla="*/ 99160 w 1300454"/>
              <a:gd name="csY29" fmla="*/ 1192500 h 1501200"/>
              <a:gd name="csX30" fmla="*/ 99160 w 1300454"/>
              <a:gd name="csY30" fmla="*/ 1286326 h 1501200"/>
              <a:gd name="csX31" fmla="*/ 0 w 1300454"/>
              <a:gd name="csY31" fmla="*/ 1286326 h 1501200"/>
              <a:gd name="csX32" fmla="*/ 0 w 1300454"/>
              <a:gd name="csY32" fmla="*/ 998615 h 1501200"/>
              <a:gd name="csX33" fmla="*/ 99160 w 1300454"/>
              <a:gd name="csY33" fmla="*/ 998615 h 1501200"/>
              <a:gd name="csX34" fmla="*/ 99160 w 1300454"/>
              <a:gd name="csY34" fmla="*/ 1092279 h 1501200"/>
              <a:gd name="csX35" fmla="*/ 0 w 1300454"/>
              <a:gd name="csY35" fmla="*/ 1092279 h 1501200"/>
              <a:gd name="csX36" fmla="*/ 0 w 1300454"/>
              <a:gd name="csY36" fmla="*/ 804568 h 1501200"/>
              <a:gd name="csX37" fmla="*/ 99160 w 1300454"/>
              <a:gd name="csY37" fmla="*/ 804568 h 1501200"/>
              <a:gd name="csX38" fmla="*/ 99160 w 1300454"/>
              <a:gd name="csY38" fmla="*/ 898394 h 1501200"/>
              <a:gd name="csX39" fmla="*/ 0 w 1300454"/>
              <a:gd name="csY39" fmla="*/ 898394 h 1501200"/>
              <a:gd name="csX40" fmla="*/ 0 w 1300454"/>
              <a:gd name="csY40" fmla="*/ 610521 h 1501200"/>
              <a:gd name="csX41" fmla="*/ 99160 w 1300454"/>
              <a:gd name="csY41" fmla="*/ 610521 h 1501200"/>
              <a:gd name="csX42" fmla="*/ 99160 w 1300454"/>
              <a:gd name="csY42" fmla="*/ 704347 h 1501200"/>
              <a:gd name="csX43" fmla="*/ 0 w 1300454"/>
              <a:gd name="csY43" fmla="*/ 704347 h 1501200"/>
              <a:gd name="csX44" fmla="*/ 0 w 1300454"/>
              <a:gd name="csY44" fmla="*/ 416474 h 1501200"/>
              <a:gd name="csX45" fmla="*/ 99160 w 1300454"/>
              <a:gd name="csY45" fmla="*/ 416474 h 1501200"/>
              <a:gd name="csX46" fmla="*/ 99160 w 1300454"/>
              <a:gd name="csY46" fmla="*/ 510300 h 1501200"/>
              <a:gd name="csX47" fmla="*/ 0 w 1300454"/>
              <a:gd name="csY47" fmla="*/ 510300 h 1501200"/>
              <a:gd name="csX48" fmla="*/ 989074 w 1300454"/>
              <a:gd name="csY48" fmla="*/ 292686 h 1501200"/>
              <a:gd name="csX49" fmla="*/ 989079 w 1300454"/>
              <a:gd name="csY49" fmla="*/ 292694 h 1501200"/>
              <a:gd name="csX50" fmla="*/ 991046 w 1300454"/>
              <a:gd name="csY50" fmla="*/ 302434 h 1501200"/>
              <a:gd name="csX51" fmla="*/ 989079 w 1300454"/>
              <a:gd name="csY51" fmla="*/ 292694 h 1501200"/>
              <a:gd name="csX52" fmla="*/ 949245 w 1300454"/>
              <a:gd name="csY52" fmla="*/ 239978 h 1501200"/>
              <a:gd name="csX53" fmla="*/ 960327 w 1300454"/>
              <a:gd name="csY53" fmla="*/ 250048 h 1501200"/>
              <a:gd name="csX54" fmla="*/ 957115 w 1300454"/>
              <a:gd name="csY54" fmla="*/ 245285 h 1501200"/>
              <a:gd name="csX55" fmla="*/ 904068 w 1300454"/>
              <a:gd name="csY55" fmla="*/ 212183 h 1501200"/>
              <a:gd name="csX56" fmla="*/ 917832 w 1300454"/>
              <a:gd name="csY56" fmla="*/ 218800 h 1501200"/>
              <a:gd name="csX57" fmla="*/ 909707 w 1300454"/>
              <a:gd name="csY57" fmla="*/ 213321 h 1501200"/>
              <a:gd name="csX58" fmla="*/ 149149 w 1300454"/>
              <a:gd name="csY58" fmla="*/ 201600 h 1501200"/>
              <a:gd name="csX59" fmla="*/ 159220 w 1300454"/>
              <a:gd name="csY59" fmla="*/ 201600 h 1501200"/>
              <a:gd name="csX60" fmla="*/ 159220 w 1300454"/>
              <a:gd name="csY60" fmla="*/ 301821 h 1501200"/>
              <a:gd name="csX61" fmla="*/ 149050 w 1300454"/>
              <a:gd name="csY61" fmla="*/ 301821 h 1501200"/>
              <a:gd name="csX62" fmla="*/ 114209 w 1300454"/>
              <a:gd name="csY62" fmla="*/ 316253 h 1501200"/>
              <a:gd name="csX63" fmla="*/ 6964 w 1300454"/>
              <a:gd name="csY63" fmla="*/ 316253 h 1501200"/>
              <a:gd name="csX64" fmla="*/ 11721 w 1300454"/>
              <a:gd name="csY64" fmla="*/ 292694 h 1501200"/>
              <a:gd name="csX65" fmla="*/ 149149 w 1300454"/>
              <a:gd name="csY65" fmla="*/ 201600 h 1501200"/>
              <a:gd name="csX66" fmla="*/ 448803 w 1300454"/>
              <a:gd name="csY66" fmla="*/ 0 h 1501200"/>
              <a:gd name="csX67" fmla="*/ 1151305 w 1300454"/>
              <a:gd name="csY67" fmla="*/ 0 h 1501200"/>
              <a:gd name="csX68" fmla="*/ 1300454 w 1300454"/>
              <a:gd name="csY68" fmla="*/ 149149 h 1501200"/>
              <a:gd name="csX69" fmla="*/ 1300454 w 1300454"/>
              <a:gd name="csY69" fmla="*/ 1150451 h 1501200"/>
              <a:gd name="csX70" fmla="*/ 1151305 w 1300454"/>
              <a:gd name="csY70" fmla="*/ 1299600 h 1501200"/>
              <a:gd name="csX71" fmla="*/ 1000800 w 1300454"/>
              <a:gd name="csY71" fmla="*/ 1299600 h 1501200"/>
              <a:gd name="csX72" fmla="*/ 1000800 w 1300454"/>
              <a:gd name="csY72" fmla="*/ 1286326 h 1501200"/>
              <a:gd name="csX73" fmla="*/ 901641 w 1300454"/>
              <a:gd name="csY73" fmla="*/ 1286326 h 1501200"/>
              <a:gd name="csX74" fmla="*/ 901641 w 1300454"/>
              <a:gd name="csY74" fmla="*/ 1192500 h 1501200"/>
              <a:gd name="csX75" fmla="*/ 1000800 w 1300454"/>
              <a:gd name="csY75" fmla="*/ 1192500 h 1501200"/>
              <a:gd name="csX76" fmla="*/ 1000800 w 1300454"/>
              <a:gd name="csY76" fmla="*/ 1092279 h 1501200"/>
              <a:gd name="csX77" fmla="*/ 901641 w 1300454"/>
              <a:gd name="csY77" fmla="*/ 1092279 h 1501200"/>
              <a:gd name="csX78" fmla="*/ 901641 w 1300454"/>
              <a:gd name="csY78" fmla="*/ 998615 h 1501200"/>
              <a:gd name="csX79" fmla="*/ 1000800 w 1300454"/>
              <a:gd name="csY79" fmla="*/ 998615 h 1501200"/>
              <a:gd name="csX80" fmla="*/ 1000800 w 1300454"/>
              <a:gd name="csY80" fmla="*/ 898394 h 1501200"/>
              <a:gd name="csX81" fmla="*/ 901641 w 1300454"/>
              <a:gd name="csY81" fmla="*/ 898394 h 1501200"/>
              <a:gd name="csX82" fmla="*/ 901641 w 1300454"/>
              <a:gd name="csY82" fmla="*/ 804568 h 1501200"/>
              <a:gd name="csX83" fmla="*/ 1000800 w 1300454"/>
              <a:gd name="csY83" fmla="*/ 804568 h 1501200"/>
              <a:gd name="csX84" fmla="*/ 1000800 w 1300454"/>
              <a:gd name="csY84" fmla="*/ 704347 h 1501200"/>
              <a:gd name="csX85" fmla="*/ 901641 w 1300454"/>
              <a:gd name="csY85" fmla="*/ 704347 h 1501200"/>
              <a:gd name="csX86" fmla="*/ 901641 w 1300454"/>
              <a:gd name="csY86" fmla="*/ 610521 h 1501200"/>
              <a:gd name="csX87" fmla="*/ 1000800 w 1300454"/>
              <a:gd name="csY87" fmla="*/ 610521 h 1501200"/>
              <a:gd name="csX88" fmla="*/ 1000800 w 1300454"/>
              <a:gd name="csY88" fmla="*/ 510300 h 1501200"/>
              <a:gd name="csX89" fmla="*/ 901641 w 1300454"/>
              <a:gd name="csY89" fmla="*/ 510300 h 1501200"/>
              <a:gd name="csX90" fmla="*/ 901641 w 1300454"/>
              <a:gd name="csY90" fmla="*/ 416474 h 1501200"/>
              <a:gd name="csX91" fmla="*/ 1000800 w 1300454"/>
              <a:gd name="csY91" fmla="*/ 416474 h 1501200"/>
              <a:gd name="csX92" fmla="*/ 1000800 w 1300454"/>
              <a:gd name="csY92" fmla="*/ 350749 h 1501200"/>
              <a:gd name="csX93" fmla="*/ 993836 w 1300454"/>
              <a:gd name="csY93" fmla="*/ 316253 h 1501200"/>
              <a:gd name="csX94" fmla="*/ 886592 w 1300454"/>
              <a:gd name="csY94" fmla="*/ 316253 h 1501200"/>
              <a:gd name="csX95" fmla="*/ 851751 w 1300454"/>
              <a:gd name="csY95" fmla="*/ 301821 h 1501200"/>
              <a:gd name="csX96" fmla="*/ 841582 w 1300454"/>
              <a:gd name="csY96" fmla="*/ 301821 h 1501200"/>
              <a:gd name="csX97" fmla="*/ 841582 w 1300454"/>
              <a:gd name="csY97" fmla="*/ 201600 h 1501200"/>
              <a:gd name="csX98" fmla="*/ 741361 w 1300454"/>
              <a:gd name="csY98" fmla="*/ 201600 h 1501200"/>
              <a:gd name="csX99" fmla="*/ 741361 w 1300454"/>
              <a:gd name="csY99" fmla="*/ 301821 h 1501200"/>
              <a:gd name="csX100" fmla="*/ 647535 w 1300454"/>
              <a:gd name="csY100" fmla="*/ 301821 h 1501200"/>
              <a:gd name="csX101" fmla="*/ 647535 w 1300454"/>
              <a:gd name="csY101" fmla="*/ 201600 h 1501200"/>
              <a:gd name="csX102" fmla="*/ 547314 w 1300454"/>
              <a:gd name="csY102" fmla="*/ 201600 h 1501200"/>
              <a:gd name="csX103" fmla="*/ 547314 w 1300454"/>
              <a:gd name="csY103" fmla="*/ 301821 h 1501200"/>
              <a:gd name="csX104" fmla="*/ 453488 w 1300454"/>
              <a:gd name="csY104" fmla="*/ 301821 h 1501200"/>
              <a:gd name="csX105" fmla="*/ 453488 w 1300454"/>
              <a:gd name="csY105" fmla="*/ 201600 h 1501200"/>
              <a:gd name="csX106" fmla="*/ 353267 w 1300454"/>
              <a:gd name="csY106" fmla="*/ 201600 h 1501200"/>
              <a:gd name="csX107" fmla="*/ 353267 w 1300454"/>
              <a:gd name="csY107" fmla="*/ 301821 h 1501200"/>
              <a:gd name="csX108" fmla="*/ 259441 w 1300454"/>
              <a:gd name="csY108" fmla="*/ 301821 h 1501200"/>
              <a:gd name="csX109" fmla="*/ 259441 w 1300454"/>
              <a:gd name="csY109" fmla="*/ 201600 h 1501200"/>
              <a:gd name="csX110" fmla="*/ 299654 w 1300454"/>
              <a:gd name="csY110" fmla="*/ 201600 h 1501200"/>
              <a:gd name="csX111" fmla="*/ 299654 w 1300454"/>
              <a:gd name="csY111" fmla="*/ 149149 h 1501200"/>
              <a:gd name="csX112" fmla="*/ 448803 w 1300454"/>
              <a:gd name="csY11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</a:cxnLst>
            <a:rect l="l" t="t" r="r" b="b"/>
            <a:pathLst>
              <a:path w="1300454" h="1501200">
                <a:moveTo>
                  <a:pt x="647535" y="1401197"/>
                </a:moveTo>
                <a:lnTo>
                  <a:pt x="741361" y="1401197"/>
                </a:lnTo>
                <a:lnTo>
                  <a:pt x="741361" y="1501200"/>
                </a:lnTo>
                <a:lnTo>
                  <a:pt x="647535" y="1501200"/>
                </a:lnTo>
                <a:close/>
                <a:moveTo>
                  <a:pt x="453488" y="1401197"/>
                </a:moveTo>
                <a:lnTo>
                  <a:pt x="547314" y="1401197"/>
                </a:lnTo>
                <a:lnTo>
                  <a:pt x="547314" y="1501200"/>
                </a:lnTo>
                <a:lnTo>
                  <a:pt x="453488" y="1501200"/>
                </a:lnTo>
                <a:close/>
                <a:moveTo>
                  <a:pt x="259441" y="1401197"/>
                </a:moveTo>
                <a:lnTo>
                  <a:pt x="353267" y="1401197"/>
                </a:lnTo>
                <a:lnTo>
                  <a:pt x="353267" y="1501200"/>
                </a:lnTo>
                <a:lnTo>
                  <a:pt x="259441" y="1501200"/>
                </a:lnTo>
                <a:close/>
                <a:moveTo>
                  <a:pt x="887054" y="1386547"/>
                </a:moveTo>
                <a:lnTo>
                  <a:pt x="993836" y="1386547"/>
                </a:lnTo>
                <a:lnTo>
                  <a:pt x="989079" y="1410107"/>
                </a:lnTo>
                <a:cubicBezTo>
                  <a:pt x="966437" y="1463639"/>
                  <a:pt x="913431" y="1501200"/>
                  <a:pt x="851651" y="1501200"/>
                </a:cubicBezTo>
                <a:lnTo>
                  <a:pt x="841582" y="1501200"/>
                </a:lnTo>
                <a:lnTo>
                  <a:pt x="841582" y="1401197"/>
                </a:lnTo>
                <a:lnTo>
                  <a:pt x="851751" y="1401197"/>
                </a:lnTo>
                <a:cubicBezTo>
                  <a:pt x="865528" y="1401197"/>
                  <a:pt x="878000" y="1395613"/>
                  <a:pt x="887028" y="1386584"/>
                </a:cubicBezTo>
                <a:close/>
                <a:moveTo>
                  <a:pt x="6964" y="1386547"/>
                </a:moveTo>
                <a:lnTo>
                  <a:pt x="113747" y="1386547"/>
                </a:lnTo>
                <a:lnTo>
                  <a:pt x="113773" y="1386584"/>
                </a:lnTo>
                <a:cubicBezTo>
                  <a:pt x="122801" y="1395613"/>
                  <a:pt x="135274" y="1401197"/>
                  <a:pt x="149050" y="1401197"/>
                </a:cubicBezTo>
                <a:lnTo>
                  <a:pt x="159220" y="1401197"/>
                </a:lnTo>
                <a:lnTo>
                  <a:pt x="159220" y="1501200"/>
                </a:lnTo>
                <a:lnTo>
                  <a:pt x="149149" y="1501200"/>
                </a:lnTo>
                <a:cubicBezTo>
                  <a:pt x="87369" y="1501200"/>
                  <a:pt x="34363" y="1463639"/>
                  <a:pt x="11721" y="1410107"/>
                </a:cubicBezTo>
                <a:close/>
                <a:moveTo>
                  <a:pt x="0" y="1192500"/>
                </a:moveTo>
                <a:lnTo>
                  <a:pt x="99160" y="1192500"/>
                </a:lnTo>
                <a:lnTo>
                  <a:pt x="99160" y="1286326"/>
                </a:lnTo>
                <a:lnTo>
                  <a:pt x="0" y="1286326"/>
                </a:lnTo>
                <a:close/>
                <a:moveTo>
                  <a:pt x="0" y="998615"/>
                </a:moveTo>
                <a:lnTo>
                  <a:pt x="99160" y="998615"/>
                </a:lnTo>
                <a:lnTo>
                  <a:pt x="99160" y="1092279"/>
                </a:lnTo>
                <a:lnTo>
                  <a:pt x="0" y="1092279"/>
                </a:lnTo>
                <a:close/>
                <a:moveTo>
                  <a:pt x="0" y="804568"/>
                </a:moveTo>
                <a:lnTo>
                  <a:pt x="99160" y="804568"/>
                </a:lnTo>
                <a:lnTo>
                  <a:pt x="99160" y="898394"/>
                </a:lnTo>
                <a:lnTo>
                  <a:pt x="0" y="898394"/>
                </a:lnTo>
                <a:close/>
                <a:moveTo>
                  <a:pt x="0" y="610521"/>
                </a:moveTo>
                <a:lnTo>
                  <a:pt x="99160" y="610521"/>
                </a:lnTo>
                <a:lnTo>
                  <a:pt x="99160" y="704347"/>
                </a:lnTo>
                <a:lnTo>
                  <a:pt x="0" y="704347"/>
                </a:lnTo>
                <a:close/>
                <a:moveTo>
                  <a:pt x="0" y="416474"/>
                </a:moveTo>
                <a:lnTo>
                  <a:pt x="99160" y="416474"/>
                </a:lnTo>
                <a:lnTo>
                  <a:pt x="99160" y="510300"/>
                </a:lnTo>
                <a:lnTo>
                  <a:pt x="0" y="510300"/>
                </a:lnTo>
                <a:close/>
                <a:moveTo>
                  <a:pt x="989074" y="292686"/>
                </a:moveTo>
                <a:lnTo>
                  <a:pt x="989079" y="292694"/>
                </a:lnTo>
                <a:lnTo>
                  <a:pt x="991046" y="302434"/>
                </a:lnTo>
                <a:lnTo>
                  <a:pt x="989079" y="292694"/>
                </a:lnTo>
                <a:close/>
                <a:moveTo>
                  <a:pt x="949245" y="239978"/>
                </a:moveTo>
                <a:lnTo>
                  <a:pt x="960327" y="250048"/>
                </a:lnTo>
                <a:lnTo>
                  <a:pt x="957115" y="245285"/>
                </a:lnTo>
                <a:close/>
                <a:moveTo>
                  <a:pt x="904068" y="212183"/>
                </a:moveTo>
                <a:lnTo>
                  <a:pt x="917832" y="218800"/>
                </a:lnTo>
                <a:lnTo>
                  <a:pt x="909707" y="213321"/>
                </a:lnTo>
                <a:close/>
                <a:moveTo>
                  <a:pt x="149149" y="201600"/>
                </a:moveTo>
                <a:lnTo>
                  <a:pt x="159220" y="201600"/>
                </a:lnTo>
                <a:lnTo>
                  <a:pt x="159220" y="301821"/>
                </a:lnTo>
                <a:lnTo>
                  <a:pt x="149050" y="301821"/>
                </a:lnTo>
                <a:lnTo>
                  <a:pt x="114209" y="316253"/>
                </a:lnTo>
                <a:lnTo>
                  <a:pt x="6964" y="316253"/>
                </a:lnTo>
                <a:lnTo>
                  <a:pt x="11721" y="292694"/>
                </a:lnTo>
                <a:cubicBezTo>
                  <a:pt x="34363" y="239162"/>
                  <a:pt x="87369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286326"/>
                </a:lnTo>
                <a:lnTo>
                  <a:pt x="901641" y="1286326"/>
                </a:lnTo>
                <a:lnTo>
                  <a:pt x="901641" y="1192500"/>
                </a:lnTo>
                <a:lnTo>
                  <a:pt x="1000800" y="1192500"/>
                </a:lnTo>
                <a:lnTo>
                  <a:pt x="1000800" y="1092279"/>
                </a:lnTo>
                <a:lnTo>
                  <a:pt x="901641" y="1092279"/>
                </a:lnTo>
                <a:lnTo>
                  <a:pt x="901641" y="998615"/>
                </a:lnTo>
                <a:lnTo>
                  <a:pt x="1000800" y="998615"/>
                </a:lnTo>
                <a:lnTo>
                  <a:pt x="1000800" y="898394"/>
                </a:lnTo>
                <a:lnTo>
                  <a:pt x="901641" y="898394"/>
                </a:lnTo>
                <a:lnTo>
                  <a:pt x="901641" y="804568"/>
                </a:lnTo>
                <a:lnTo>
                  <a:pt x="1000800" y="804568"/>
                </a:lnTo>
                <a:lnTo>
                  <a:pt x="1000800" y="704347"/>
                </a:lnTo>
                <a:lnTo>
                  <a:pt x="901641" y="704347"/>
                </a:lnTo>
                <a:lnTo>
                  <a:pt x="901641" y="610521"/>
                </a:lnTo>
                <a:lnTo>
                  <a:pt x="1000800" y="610521"/>
                </a:lnTo>
                <a:lnTo>
                  <a:pt x="1000800" y="510300"/>
                </a:lnTo>
                <a:lnTo>
                  <a:pt x="901641" y="510300"/>
                </a:lnTo>
                <a:lnTo>
                  <a:pt x="901641" y="416474"/>
                </a:lnTo>
                <a:lnTo>
                  <a:pt x="1000800" y="416474"/>
                </a:lnTo>
                <a:lnTo>
                  <a:pt x="1000800" y="350749"/>
                </a:lnTo>
                <a:lnTo>
                  <a:pt x="993836" y="316253"/>
                </a:lnTo>
                <a:lnTo>
                  <a:pt x="886592" y="316253"/>
                </a:lnTo>
                <a:lnTo>
                  <a:pt x="851751" y="301821"/>
                </a:lnTo>
                <a:lnTo>
                  <a:pt x="841582" y="301821"/>
                </a:lnTo>
                <a:lnTo>
                  <a:pt x="841582" y="201600"/>
                </a:lnTo>
                <a:lnTo>
                  <a:pt x="741361" y="201600"/>
                </a:lnTo>
                <a:lnTo>
                  <a:pt x="741361" y="301821"/>
                </a:lnTo>
                <a:lnTo>
                  <a:pt x="647535" y="301821"/>
                </a:lnTo>
                <a:lnTo>
                  <a:pt x="647535" y="201600"/>
                </a:lnTo>
                <a:lnTo>
                  <a:pt x="547314" y="201600"/>
                </a:lnTo>
                <a:lnTo>
                  <a:pt x="547314" y="301821"/>
                </a:lnTo>
                <a:lnTo>
                  <a:pt x="453488" y="301821"/>
                </a:lnTo>
                <a:lnTo>
                  <a:pt x="453488" y="201600"/>
                </a:lnTo>
                <a:lnTo>
                  <a:pt x="353267" y="201600"/>
                </a:lnTo>
                <a:lnTo>
                  <a:pt x="353267" y="301821"/>
                </a:lnTo>
                <a:lnTo>
                  <a:pt x="259441" y="301821"/>
                </a:lnTo>
                <a:lnTo>
                  <a:pt x="259441" y="201600"/>
                </a:ln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34711BF-5681-7B9C-8991-778CFAB7D7A9}"/>
              </a:ext>
            </a:extLst>
          </p:cNvPr>
          <p:cNvGrpSpPr/>
          <p:nvPr/>
        </p:nvGrpSpPr>
        <p:grpSpPr>
          <a:xfrm>
            <a:off x="2735311" y="713062"/>
            <a:ext cx="6721378" cy="1501200"/>
            <a:chOff x="2352628" y="713062"/>
            <a:chExt cx="6721378" cy="1501200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488E39B-5FB0-375E-D1A0-F5B1B0B0C225}"/>
                </a:ext>
              </a:extLst>
            </p:cNvPr>
            <p:cNvSpPr/>
            <p:nvPr/>
          </p:nvSpPr>
          <p:spPr>
            <a:xfrm>
              <a:off x="5757699" y="713062"/>
              <a:ext cx="1501200" cy="1501200"/>
            </a:xfrm>
            <a:custGeom>
              <a:avLst/>
              <a:gdLst>
                <a:gd name="csX0" fmla="*/ 364722 w 1501200"/>
                <a:gd name="csY0" fmla="*/ 128718 h 1501200"/>
                <a:gd name="csX1" fmla="*/ 128718 w 1501200"/>
                <a:gd name="csY1" fmla="*/ 364722 h 1501200"/>
                <a:gd name="csX2" fmla="*/ 128718 w 1501200"/>
                <a:gd name="csY2" fmla="*/ 1136478 h 1501200"/>
                <a:gd name="csX3" fmla="*/ 364722 w 1501200"/>
                <a:gd name="csY3" fmla="*/ 1372482 h 1501200"/>
                <a:gd name="csX4" fmla="*/ 1136478 w 1501200"/>
                <a:gd name="csY4" fmla="*/ 1372482 h 1501200"/>
                <a:gd name="csX5" fmla="*/ 1372482 w 1501200"/>
                <a:gd name="csY5" fmla="*/ 1136478 h 1501200"/>
                <a:gd name="csX6" fmla="*/ 1372482 w 1501200"/>
                <a:gd name="csY6" fmla="*/ 364722 h 1501200"/>
                <a:gd name="csX7" fmla="*/ 1136478 w 1501200"/>
                <a:gd name="csY7" fmla="*/ 128718 h 1501200"/>
                <a:gd name="csX8" fmla="*/ 388315 w 1501200"/>
                <a:gd name="csY8" fmla="*/ 0 h 1501200"/>
                <a:gd name="csX9" fmla="*/ 1112885 w 1501200"/>
                <a:gd name="csY9" fmla="*/ 0 h 1501200"/>
                <a:gd name="csX10" fmla="*/ 1501200 w 1501200"/>
                <a:gd name="csY10" fmla="*/ 388315 h 1501200"/>
                <a:gd name="csX11" fmla="*/ 1501200 w 1501200"/>
                <a:gd name="csY11" fmla="*/ 1112885 h 1501200"/>
                <a:gd name="csX12" fmla="*/ 1112885 w 1501200"/>
                <a:gd name="csY12" fmla="*/ 1501200 h 1501200"/>
                <a:gd name="csX13" fmla="*/ 388315 w 1501200"/>
                <a:gd name="csY13" fmla="*/ 1501200 h 1501200"/>
                <a:gd name="csX14" fmla="*/ 0 w 1501200"/>
                <a:gd name="csY14" fmla="*/ 1112885 h 1501200"/>
                <a:gd name="csX15" fmla="*/ 0 w 1501200"/>
                <a:gd name="csY15" fmla="*/ 388315 h 1501200"/>
                <a:gd name="csX16" fmla="*/ 388315 w 1501200"/>
                <a:gd name="csY16" fmla="*/ 0 h 150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01200" h="1501200">
                  <a:moveTo>
                    <a:pt x="364722" y="128718"/>
                  </a:moveTo>
                  <a:cubicBezTo>
                    <a:pt x="234381" y="128718"/>
                    <a:pt x="128718" y="234381"/>
                    <a:pt x="128718" y="364722"/>
                  </a:cubicBezTo>
                  <a:lnTo>
                    <a:pt x="128718" y="1136478"/>
                  </a:lnTo>
                  <a:cubicBezTo>
                    <a:pt x="128718" y="1266819"/>
                    <a:pt x="234381" y="1372482"/>
                    <a:pt x="364722" y="1372482"/>
                  </a:cubicBezTo>
                  <a:lnTo>
                    <a:pt x="1136478" y="1372482"/>
                  </a:lnTo>
                  <a:cubicBezTo>
                    <a:pt x="1266819" y="1372482"/>
                    <a:pt x="1372482" y="1266819"/>
                    <a:pt x="1372482" y="1136478"/>
                  </a:cubicBezTo>
                  <a:lnTo>
                    <a:pt x="1372482" y="364722"/>
                  </a:lnTo>
                  <a:cubicBezTo>
                    <a:pt x="1372482" y="234381"/>
                    <a:pt x="1266819" y="128718"/>
                    <a:pt x="1136478" y="128718"/>
                  </a:cubicBezTo>
                  <a:close/>
                  <a:moveTo>
                    <a:pt x="388315" y="0"/>
                  </a:moveTo>
                  <a:lnTo>
                    <a:pt x="1112885" y="0"/>
                  </a:lnTo>
                  <a:cubicBezTo>
                    <a:pt x="1327345" y="0"/>
                    <a:pt x="1501200" y="173855"/>
                    <a:pt x="1501200" y="388315"/>
                  </a:cubicBezTo>
                  <a:lnTo>
                    <a:pt x="1501200" y="1112885"/>
                  </a:lnTo>
                  <a:cubicBezTo>
                    <a:pt x="1501200" y="1327345"/>
                    <a:pt x="1327345" y="1501200"/>
                    <a:pt x="1112885" y="1501200"/>
                  </a:cubicBezTo>
                  <a:lnTo>
                    <a:pt x="388315" y="1501200"/>
                  </a:lnTo>
                  <a:cubicBezTo>
                    <a:pt x="173855" y="1501200"/>
                    <a:pt x="0" y="1327345"/>
                    <a:pt x="0" y="1112885"/>
                  </a:cubicBezTo>
                  <a:lnTo>
                    <a:pt x="0" y="388315"/>
                  </a:lnTo>
                  <a:cubicBezTo>
                    <a:pt x="0" y="173855"/>
                    <a:pt x="173855" y="0"/>
                    <a:pt x="38831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F824F3E-F600-C178-72FA-02EAA25E1518}"/>
                </a:ext>
              </a:extLst>
            </p:cNvPr>
            <p:cNvSpPr/>
            <p:nvPr/>
          </p:nvSpPr>
          <p:spPr>
            <a:xfrm>
              <a:off x="7572806" y="713062"/>
              <a:ext cx="1501200" cy="1501200"/>
            </a:xfrm>
            <a:custGeom>
              <a:avLst/>
              <a:gdLst>
                <a:gd name="csX0" fmla="*/ 364722 w 1501200"/>
                <a:gd name="csY0" fmla="*/ 128718 h 1501200"/>
                <a:gd name="csX1" fmla="*/ 128718 w 1501200"/>
                <a:gd name="csY1" fmla="*/ 364722 h 1501200"/>
                <a:gd name="csX2" fmla="*/ 128718 w 1501200"/>
                <a:gd name="csY2" fmla="*/ 1136478 h 1501200"/>
                <a:gd name="csX3" fmla="*/ 364722 w 1501200"/>
                <a:gd name="csY3" fmla="*/ 1372482 h 1501200"/>
                <a:gd name="csX4" fmla="*/ 1136478 w 1501200"/>
                <a:gd name="csY4" fmla="*/ 1372482 h 1501200"/>
                <a:gd name="csX5" fmla="*/ 1372482 w 1501200"/>
                <a:gd name="csY5" fmla="*/ 1136478 h 1501200"/>
                <a:gd name="csX6" fmla="*/ 1372482 w 1501200"/>
                <a:gd name="csY6" fmla="*/ 364722 h 1501200"/>
                <a:gd name="csX7" fmla="*/ 1136478 w 1501200"/>
                <a:gd name="csY7" fmla="*/ 128718 h 1501200"/>
                <a:gd name="csX8" fmla="*/ 388315 w 1501200"/>
                <a:gd name="csY8" fmla="*/ 0 h 1501200"/>
                <a:gd name="csX9" fmla="*/ 1112885 w 1501200"/>
                <a:gd name="csY9" fmla="*/ 0 h 1501200"/>
                <a:gd name="csX10" fmla="*/ 1501200 w 1501200"/>
                <a:gd name="csY10" fmla="*/ 388315 h 1501200"/>
                <a:gd name="csX11" fmla="*/ 1501200 w 1501200"/>
                <a:gd name="csY11" fmla="*/ 1112885 h 1501200"/>
                <a:gd name="csX12" fmla="*/ 1112885 w 1501200"/>
                <a:gd name="csY12" fmla="*/ 1501200 h 1501200"/>
                <a:gd name="csX13" fmla="*/ 388315 w 1501200"/>
                <a:gd name="csY13" fmla="*/ 1501200 h 1501200"/>
                <a:gd name="csX14" fmla="*/ 0 w 1501200"/>
                <a:gd name="csY14" fmla="*/ 1112885 h 1501200"/>
                <a:gd name="csX15" fmla="*/ 0 w 1501200"/>
                <a:gd name="csY15" fmla="*/ 388315 h 1501200"/>
                <a:gd name="csX16" fmla="*/ 388315 w 1501200"/>
                <a:gd name="csY16" fmla="*/ 0 h 150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01200" h="1501200">
                  <a:moveTo>
                    <a:pt x="364722" y="128718"/>
                  </a:moveTo>
                  <a:cubicBezTo>
                    <a:pt x="234381" y="128718"/>
                    <a:pt x="128718" y="234381"/>
                    <a:pt x="128718" y="364722"/>
                  </a:cubicBezTo>
                  <a:lnTo>
                    <a:pt x="128718" y="1136478"/>
                  </a:lnTo>
                  <a:cubicBezTo>
                    <a:pt x="128718" y="1266819"/>
                    <a:pt x="234381" y="1372482"/>
                    <a:pt x="364722" y="1372482"/>
                  </a:cubicBezTo>
                  <a:lnTo>
                    <a:pt x="1136478" y="1372482"/>
                  </a:lnTo>
                  <a:cubicBezTo>
                    <a:pt x="1266819" y="1372482"/>
                    <a:pt x="1372482" y="1266819"/>
                    <a:pt x="1372482" y="1136478"/>
                  </a:cubicBezTo>
                  <a:lnTo>
                    <a:pt x="1372482" y="364722"/>
                  </a:lnTo>
                  <a:cubicBezTo>
                    <a:pt x="1372482" y="234381"/>
                    <a:pt x="1266819" y="128718"/>
                    <a:pt x="1136478" y="128718"/>
                  </a:cubicBezTo>
                  <a:close/>
                  <a:moveTo>
                    <a:pt x="388315" y="0"/>
                  </a:moveTo>
                  <a:lnTo>
                    <a:pt x="1112885" y="0"/>
                  </a:lnTo>
                  <a:cubicBezTo>
                    <a:pt x="1327345" y="0"/>
                    <a:pt x="1501200" y="173855"/>
                    <a:pt x="1501200" y="388315"/>
                  </a:cubicBezTo>
                  <a:lnTo>
                    <a:pt x="1501200" y="1112885"/>
                  </a:lnTo>
                  <a:cubicBezTo>
                    <a:pt x="1501200" y="1327345"/>
                    <a:pt x="1327345" y="1501200"/>
                    <a:pt x="1112885" y="1501200"/>
                  </a:cubicBezTo>
                  <a:lnTo>
                    <a:pt x="388315" y="1501200"/>
                  </a:lnTo>
                  <a:cubicBezTo>
                    <a:pt x="173855" y="1501200"/>
                    <a:pt x="0" y="1327345"/>
                    <a:pt x="0" y="1112885"/>
                  </a:cubicBezTo>
                  <a:lnTo>
                    <a:pt x="0" y="388315"/>
                  </a:lnTo>
                  <a:cubicBezTo>
                    <a:pt x="0" y="173855"/>
                    <a:pt x="173855" y="0"/>
                    <a:pt x="38831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679DAB4-22EB-2FBC-2CFC-BB2B752CC48F}"/>
                </a:ext>
              </a:extLst>
            </p:cNvPr>
            <p:cNvSpPr/>
            <p:nvPr/>
          </p:nvSpPr>
          <p:spPr>
            <a:xfrm flipH="1" flipV="1">
              <a:off x="7948106" y="1463662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125100 w 375300"/>
                <a:gd name="csY1" fmla="*/ 62550 h 375300"/>
                <a:gd name="csX2" fmla="*/ 125100 w 375300"/>
                <a:gd name="csY2" fmla="*/ 161742 h 375300"/>
                <a:gd name="csX3" fmla="*/ 268520 w 375300"/>
                <a:gd name="csY3" fmla="*/ 18321 h 375300"/>
                <a:gd name="csX4" fmla="*/ 356979 w 375300"/>
                <a:gd name="csY4" fmla="*/ 18321 h 375300"/>
                <a:gd name="csX5" fmla="*/ 356979 w 375300"/>
                <a:gd name="csY5" fmla="*/ 106779 h 375300"/>
                <a:gd name="csX6" fmla="*/ 213559 w 375300"/>
                <a:gd name="csY6" fmla="*/ 250200 h 375300"/>
                <a:gd name="csX7" fmla="*/ 312750 w 375300"/>
                <a:gd name="csY7" fmla="*/ 250200 h 375300"/>
                <a:gd name="csX8" fmla="*/ 375300 w 375300"/>
                <a:gd name="csY8" fmla="*/ 312750 h 375300"/>
                <a:gd name="csX9" fmla="*/ 312750 w 375300"/>
                <a:gd name="csY9" fmla="*/ 375300 h 375300"/>
                <a:gd name="csX10" fmla="*/ 62550 w 375300"/>
                <a:gd name="csY10" fmla="*/ 375300 h 375300"/>
                <a:gd name="csX11" fmla="*/ 18320 w 375300"/>
                <a:gd name="csY11" fmla="*/ 356979 h 375300"/>
                <a:gd name="csX12" fmla="*/ 0 w 375300"/>
                <a:gd name="csY12" fmla="*/ 312750 h 375300"/>
                <a:gd name="csX13" fmla="*/ 0 w 375300"/>
                <a:gd name="csY13" fmla="*/ 62550 h 375300"/>
                <a:gd name="csX14" fmla="*/ 62550 w 375300"/>
                <a:gd name="csY14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cubicBezTo>
                    <a:pt x="97096" y="0"/>
                    <a:pt x="125100" y="28004"/>
                    <a:pt x="125100" y="62550"/>
                  </a:cubicBezTo>
                  <a:lnTo>
                    <a:pt x="125100" y="161742"/>
                  </a:lnTo>
                  <a:lnTo>
                    <a:pt x="268520" y="18321"/>
                  </a:lnTo>
                  <a:cubicBezTo>
                    <a:pt x="292948" y="-6105"/>
                    <a:pt x="332553" y="-6105"/>
                    <a:pt x="356979" y="18321"/>
                  </a:cubicBezTo>
                  <a:cubicBezTo>
                    <a:pt x="381405" y="42747"/>
                    <a:pt x="381405" y="82353"/>
                    <a:pt x="356979" y="106779"/>
                  </a:cubicBezTo>
                  <a:lnTo>
                    <a:pt x="213559" y="250200"/>
                  </a:lnTo>
                  <a:lnTo>
                    <a:pt x="312750" y="250200"/>
                  </a:lnTo>
                  <a:cubicBezTo>
                    <a:pt x="347296" y="250200"/>
                    <a:pt x="375300" y="278204"/>
                    <a:pt x="375300" y="312750"/>
                  </a:cubicBezTo>
                  <a:cubicBezTo>
                    <a:pt x="375300" y="347296"/>
                    <a:pt x="347296" y="375300"/>
                    <a:pt x="312750" y="375300"/>
                  </a:cubicBezTo>
                  <a:lnTo>
                    <a:pt x="62550" y="375300"/>
                  </a:lnTo>
                  <a:cubicBezTo>
                    <a:pt x="45960" y="375300"/>
                    <a:pt x="30051" y="368707"/>
                    <a:pt x="18320" y="356979"/>
                  </a:cubicBezTo>
                  <a:cubicBezTo>
                    <a:pt x="6590" y="345251"/>
                    <a:pt x="0" y="329338"/>
                    <a:pt x="0" y="312750"/>
                  </a:cubicBezTo>
                  <a:lnTo>
                    <a:pt x="0" y="62550"/>
                  </a:lnTo>
                  <a:cubicBezTo>
                    <a:pt x="0" y="28004"/>
                    <a:pt x="28005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9D62348-6A3C-B71F-D0B7-A7689CBC967C}"/>
                </a:ext>
              </a:extLst>
            </p:cNvPr>
            <p:cNvSpPr/>
            <p:nvPr/>
          </p:nvSpPr>
          <p:spPr>
            <a:xfrm flipH="1" flipV="1">
              <a:off x="8323406" y="1088362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0E0D305-D7D8-21C4-46CC-04CD8240D096}"/>
                </a:ext>
              </a:extLst>
            </p:cNvPr>
            <p:cNvSpPr/>
            <p:nvPr/>
          </p:nvSpPr>
          <p:spPr>
            <a:xfrm>
              <a:off x="5963016" y="1633647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125100 w 375300"/>
                <a:gd name="csY1" fmla="*/ 62550 h 375300"/>
                <a:gd name="csX2" fmla="*/ 125100 w 375300"/>
                <a:gd name="csY2" fmla="*/ 161742 h 375300"/>
                <a:gd name="csX3" fmla="*/ 268520 w 375300"/>
                <a:gd name="csY3" fmla="*/ 18321 h 375300"/>
                <a:gd name="csX4" fmla="*/ 356979 w 375300"/>
                <a:gd name="csY4" fmla="*/ 18321 h 375300"/>
                <a:gd name="csX5" fmla="*/ 356979 w 375300"/>
                <a:gd name="csY5" fmla="*/ 106779 h 375300"/>
                <a:gd name="csX6" fmla="*/ 213559 w 375300"/>
                <a:gd name="csY6" fmla="*/ 250200 h 375300"/>
                <a:gd name="csX7" fmla="*/ 312750 w 375300"/>
                <a:gd name="csY7" fmla="*/ 250200 h 375300"/>
                <a:gd name="csX8" fmla="*/ 375300 w 375300"/>
                <a:gd name="csY8" fmla="*/ 312750 h 375300"/>
                <a:gd name="csX9" fmla="*/ 312750 w 375300"/>
                <a:gd name="csY9" fmla="*/ 375300 h 375300"/>
                <a:gd name="csX10" fmla="*/ 62550 w 375300"/>
                <a:gd name="csY10" fmla="*/ 375300 h 375300"/>
                <a:gd name="csX11" fmla="*/ 18320 w 375300"/>
                <a:gd name="csY11" fmla="*/ 356979 h 375300"/>
                <a:gd name="csX12" fmla="*/ 0 w 375300"/>
                <a:gd name="csY12" fmla="*/ 312750 h 375300"/>
                <a:gd name="csX13" fmla="*/ 0 w 375300"/>
                <a:gd name="csY13" fmla="*/ 62550 h 375300"/>
                <a:gd name="csX14" fmla="*/ 62550 w 375300"/>
                <a:gd name="csY14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cubicBezTo>
                    <a:pt x="97096" y="0"/>
                    <a:pt x="125100" y="28004"/>
                    <a:pt x="125100" y="62550"/>
                  </a:cubicBezTo>
                  <a:lnTo>
                    <a:pt x="125100" y="161742"/>
                  </a:lnTo>
                  <a:lnTo>
                    <a:pt x="268520" y="18321"/>
                  </a:lnTo>
                  <a:cubicBezTo>
                    <a:pt x="292948" y="-6105"/>
                    <a:pt x="332553" y="-6105"/>
                    <a:pt x="356979" y="18321"/>
                  </a:cubicBezTo>
                  <a:cubicBezTo>
                    <a:pt x="381405" y="42747"/>
                    <a:pt x="381405" y="82353"/>
                    <a:pt x="356979" y="106779"/>
                  </a:cubicBezTo>
                  <a:lnTo>
                    <a:pt x="213559" y="250200"/>
                  </a:lnTo>
                  <a:lnTo>
                    <a:pt x="312750" y="250200"/>
                  </a:lnTo>
                  <a:cubicBezTo>
                    <a:pt x="347296" y="250200"/>
                    <a:pt x="375300" y="278204"/>
                    <a:pt x="375300" y="312750"/>
                  </a:cubicBezTo>
                  <a:cubicBezTo>
                    <a:pt x="375300" y="347296"/>
                    <a:pt x="347296" y="375300"/>
                    <a:pt x="312750" y="375300"/>
                  </a:cubicBezTo>
                  <a:lnTo>
                    <a:pt x="62550" y="375300"/>
                  </a:lnTo>
                  <a:cubicBezTo>
                    <a:pt x="45960" y="375300"/>
                    <a:pt x="30051" y="368707"/>
                    <a:pt x="18320" y="356979"/>
                  </a:cubicBezTo>
                  <a:cubicBezTo>
                    <a:pt x="6590" y="345251"/>
                    <a:pt x="0" y="329338"/>
                    <a:pt x="0" y="312750"/>
                  </a:cubicBezTo>
                  <a:lnTo>
                    <a:pt x="0" y="62550"/>
                  </a:lnTo>
                  <a:cubicBezTo>
                    <a:pt x="0" y="28004"/>
                    <a:pt x="28005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952547F-9D33-6E9D-7497-BA69F800B495}"/>
                </a:ext>
              </a:extLst>
            </p:cNvPr>
            <p:cNvSpPr/>
            <p:nvPr/>
          </p:nvSpPr>
          <p:spPr>
            <a:xfrm>
              <a:off x="6678286" y="918377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B20A9D2-09F8-1826-5EC1-CEFA68B2F4C8}"/>
                </a:ext>
              </a:extLst>
            </p:cNvPr>
            <p:cNvGrpSpPr/>
            <p:nvPr/>
          </p:nvGrpSpPr>
          <p:grpSpPr>
            <a:xfrm>
              <a:off x="2352628" y="713062"/>
              <a:ext cx="2962440" cy="1501199"/>
              <a:chOff x="5643562" y="3199729"/>
              <a:chExt cx="904875" cy="458540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8FB3DCA9-97C1-7B67-DF7E-7FFB662B2E59}"/>
                  </a:ext>
                </a:extLst>
              </p:cNvPr>
              <p:cNvSpPr/>
              <p:nvPr/>
            </p:nvSpPr>
            <p:spPr>
              <a:xfrm>
                <a:off x="6089930" y="3199746"/>
                <a:ext cx="458507" cy="458507"/>
              </a:xfrm>
              <a:custGeom>
                <a:avLst/>
                <a:gdLst>
                  <a:gd name="csX0" fmla="*/ 452360 w 458507"/>
                  <a:gd name="csY0" fmla="*/ 244118 h 458507"/>
                  <a:gd name="csX1" fmla="*/ 244118 w 458507"/>
                  <a:gd name="csY1" fmla="*/ 452360 h 458507"/>
                  <a:gd name="csX2" fmla="*/ 214389 w 458507"/>
                  <a:gd name="csY2" fmla="*/ 452360 h 458507"/>
                  <a:gd name="csX3" fmla="*/ 6148 w 458507"/>
                  <a:gd name="csY3" fmla="*/ 244118 h 458507"/>
                  <a:gd name="csX4" fmla="*/ 6148 w 458507"/>
                  <a:gd name="csY4" fmla="*/ 214389 h 458507"/>
                  <a:gd name="csX5" fmla="*/ 214389 w 458507"/>
                  <a:gd name="csY5" fmla="*/ 6147 h 458507"/>
                  <a:gd name="csX6" fmla="*/ 244118 w 458507"/>
                  <a:gd name="csY6" fmla="*/ 6147 h 458507"/>
                  <a:gd name="csX7" fmla="*/ 452360 w 458507"/>
                  <a:gd name="csY7" fmla="*/ 214389 h 458507"/>
                  <a:gd name="csX8" fmla="*/ 452360 w 458507"/>
                  <a:gd name="csY8" fmla="*/ 244118 h 4585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58507" h="458507">
                    <a:moveTo>
                      <a:pt x="452360" y="244118"/>
                    </a:moveTo>
                    <a:lnTo>
                      <a:pt x="244118" y="452360"/>
                    </a:lnTo>
                    <a:cubicBezTo>
                      <a:pt x="235922" y="460556"/>
                      <a:pt x="222586" y="460556"/>
                      <a:pt x="214389" y="452360"/>
                    </a:cubicBezTo>
                    <a:lnTo>
                      <a:pt x="6148" y="244118"/>
                    </a:lnTo>
                    <a:cubicBezTo>
                      <a:pt x="-2049" y="235922"/>
                      <a:pt x="-2049" y="222586"/>
                      <a:pt x="6148" y="214389"/>
                    </a:cubicBezTo>
                    <a:lnTo>
                      <a:pt x="214389" y="6147"/>
                    </a:lnTo>
                    <a:cubicBezTo>
                      <a:pt x="222586" y="-2049"/>
                      <a:pt x="235922" y="-2049"/>
                      <a:pt x="244118" y="6147"/>
                    </a:cubicBezTo>
                    <a:lnTo>
                      <a:pt x="452360" y="214389"/>
                    </a:lnTo>
                    <a:cubicBezTo>
                      <a:pt x="460556" y="222586"/>
                      <a:pt x="460556" y="235922"/>
                      <a:pt x="452360" y="24411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B5FF091A-D82C-3031-4129-2EDB41B66220}"/>
                  </a:ext>
                </a:extLst>
              </p:cNvPr>
              <p:cNvSpPr/>
              <p:nvPr/>
            </p:nvSpPr>
            <p:spPr>
              <a:xfrm>
                <a:off x="5866787" y="3199729"/>
                <a:ext cx="318581" cy="458540"/>
              </a:xfrm>
              <a:custGeom>
                <a:avLst/>
                <a:gdLst>
                  <a:gd name="csX0" fmla="*/ 184669 w 318581"/>
                  <a:gd name="csY0" fmla="*/ 244098 h 458540"/>
                  <a:gd name="csX1" fmla="*/ 318581 w 318581"/>
                  <a:gd name="csY1" fmla="*/ 378010 h 458540"/>
                  <a:gd name="csX2" fmla="*/ 244098 w 318581"/>
                  <a:gd name="csY2" fmla="*/ 452381 h 458540"/>
                  <a:gd name="csX3" fmla="*/ 214327 w 318581"/>
                  <a:gd name="csY3" fmla="*/ 452381 h 458540"/>
                  <a:gd name="csX4" fmla="*/ 6159 w 318581"/>
                  <a:gd name="csY4" fmla="*/ 244098 h 458540"/>
                  <a:gd name="csX5" fmla="*/ 6159 w 318581"/>
                  <a:gd name="csY5" fmla="*/ 214442 h 458540"/>
                  <a:gd name="csX6" fmla="*/ 214327 w 318581"/>
                  <a:gd name="csY6" fmla="*/ 6160 h 458540"/>
                  <a:gd name="csX7" fmla="*/ 244098 w 318581"/>
                  <a:gd name="csY7" fmla="*/ 6160 h 458540"/>
                  <a:gd name="csX8" fmla="*/ 318581 w 318581"/>
                  <a:gd name="csY8" fmla="*/ 80644 h 458540"/>
                  <a:gd name="csX9" fmla="*/ 184669 w 318581"/>
                  <a:gd name="csY9" fmla="*/ 214442 h 458540"/>
                  <a:gd name="csX10" fmla="*/ 184669 w 318581"/>
                  <a:gd name="csY10" fmla="*/ 244098 h 458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18581" h="458540">
                    <a:moveTo>
                      <a:pt x="184669" y="244098"/>
                    </a:moveTo>
                    <a:lnTo>
                      <a:pt x="318581" y="378010"/>
                    </a:lnTo>
                    <a:lnTo>
                      <a:pt x="244098" y="452381"/>
                    </a:lnTo>
                    <a:cubicBezTo>
                      <a:pt x="235884" y="460594"/>
                      <a:pt x="222540" y="460594"/>
                      <a:pt x="214327" y="452381"/>
                    </a:cubicBezTo>
                    <a:lnTo>
                      <a:pt x="6159" y="244098"/>
                    </a:lnTo>
                    <a:cubicBezTo>
                      <a:pt x="-2053" y="235886"/>
                      <a:pt x="-2053" y="222654"/>
                      <a:pt x="6159" y="214442"/>
                    </a:cubicBezTo>
                    <a:lnTo>
                      <a:pt x="214327" y="6160"/>
                    </a:lnTo>
                    <a:cubicBezTo>
                      <a:pt x="222540" y="-2053"/>
                      <a:pt x="235884" y="-2053"/>
                      <a:pt x="244098" y="6160"/>
                    </a:cubicBezTo>
                    <a:lnTo>
                      <a:pt x="318581" y="80644"/>
                    </a:lnTo>
                    <a:lnTo>
                      <a:pt x="184669" y="214442"/>
                    </a:lnTo>
                    <a:cubicBezTo>
                      <a:pt x="176457" y="222654"/>
                      <a:pt x="176457" y="235886"/>
                      <a:pt x="184669" y="2440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69122843-D9E5-C879-0C5E-0067314F1FE0}"/>
                  </a:ext>
                </a:extLst>
              </p:cNvPr>
              <p:cNvSpPr/>
              <p:nvPr/>
            </p:nvSpPr>
            <p:spPr>
              <a:xfrm>
                <a:off x="5643562" y="3199729"/>
                <a:ext cx="318582" cy="458540"/>
              </a:xfrm>
              <a:custGeom>
                <a:avLst/>
                <a:gdLst>
                  <a:gd name="csX0" fmla="*/ 184671 w 318582"/>
                  <a:gd name="csY0" fmla="*/ 244098 h 458540"/>
                  <a:gd name="csX1" fmla="*/ 318582 w 318582"/>
                  <a:gd name="csY1" fmla="*/ 378010 h 458540"/>
                  <a:gd name="csX2" fmla="*/ 244099 w 318582"/>
                  <a:gd name="csY2" fmla="*/ 452381 h 458540"/>
                  <a:gd name="csX3" fmla="*/ 214441 w 318582"/>
                  <a:gd name="csY3" fmla="*/ 452381 h 458540"/>
                  <a:gd name="csX4" fmla="*/ 6159 w 318582"/>
                  <a:gd name="csY4" fmla="*/ 244098 h 458540"/>
                  <a:gd name="csX5" fmla="*/ 6159 w 318582"/>
                  <a:gd name="csY5" fmla="*/ 214442 h 458540"/>
                  <a:gd name="csX6" fmla="*/ 214441 w 318582"/>
                  <a:gd name="csY6" fmla="*/ 6160 h 458540"/>
                  <a:gd name="csX7" fmla="*/ 244099 w 318582"/>
                  <a:gd name="csY7" fmla="*/ 6160 h 458540"/>
                  <a:gd name="csX8" fmla="*/ 318582 w 318582"/>
                  <a:gd name="csY8" fmla="*/ 80644 h 458540"/>
                  <a:gd name="csX9" fmla="*/ 184671 w 318582"/>
                  <a:gd name="csY9" fmla="*/ 214442 h 458540"/>
                  <a:gd name="csX10" fmla="*/ 184671 w 318582"/>
                  <a:gd name="csY10" fmla="*/ 244098 h 458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18582" h="458540">
                    <a:moveTo>
                      <a:pt x="184671" y="244098"/>
                    </a:moveTo>
                    <a:lnTo>
                      <a:pt x="318582" y="378010"/>
                    </a:lnTo>
                    <a:lnTo>
                      <a:pt x="244099" y="452381"/>
                    </a:lnTo>
                    <a:cubicBezTo>
                      <a:pt x="236000" y="460594"/>
                      <a:pt x="222654" y="460594"/>
                      <a:pt x="214441" y="452381"/>
                    </a:cubicBezTo>
                    <a:lnTo>
                      <a:pt x="6159" y="244098"/>
                    </a:lnTo>
                    <a:cubicBezTo>
                      <a:pt x="-2053" y="235886"/>
                      <a:pt x="-2053" y="222654"/>
                      <a:pt x="6159" y="214442"/>
                    </a:cubicBezTo>
                    <a:lnTo>
                      <a:pt x="214441" y="6160"/>
                    </a:lnTo>
                    <a:cubicBezTo>
                      <a:pt x="222654" y="-2053"/>
                      <a:pt x="236000" y="-2053"/>
                      <a:pt x="244099" y="6160"/>
                    </a:cubicBezTo>
                    <a:lnTo>
                      <a:pt x="318582" y="80644"/>
                    </a:lnTo>
                    <a:lnTo>
                      <a:pt x="184671" y="214442"/>
                    </a:lnTo>
                    <a:cubicBezTo>
                      <a:pt x="176458" y="222654"/>
                      <a:pt x="176458" y="235886"/>
                      <a:pt x="184671" y="2440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669059-7241-0F92-5E5B-6361055BFEF9}"/>
              </a:ext>
            </a:extLst>
          </p:cNvPr>
          <p:cNvGrpSpPr/>
          <p:nvPr/>
        </p:nvGrpSpPr>
        <p:grpSpPr>
          <a:xfrm>
            <a:off x="1250836" y="4643145"/>
            <a:ext cx="9690328" cy="1501794"/>
            <a:chOff x="489832" y="4643145"/>
            <a:chExt cx="9690328" cy="1501794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BF73B3A-9A2D-B872-771E-5EAE9A4EEF3B}"/>
                </a:ext>
              </a:extLst>
            </p:cNvPr>
            <p:cNvSpPr/>
            <p:nvPr/>
          </p:nvSpPr>
          <p:spPr>
            <a:xfrm flipV="1">
              <a:off x="489832" y="4643146"/>
              <a:ext cx="1101792" cy="1501201"/>
            </a:xfrm>
            <a:custGeom>
              <a:avLst/>
              <a:gdLst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817139 h 1501201"/>
                <a:gd name="csX3" fmla="*/ 101705 w 1101792"/>
                <a:gd name="csY3" fmla="*/ 684062 h 1501201"/>
                <a:gd name="csX4" fmla="*/ 101705 w 1101792"/>
                <a:gd name="csY4" fmla="*/ 165382 h 1501201"/>
                <a:gd name="csX5" fmla="*/ 165382 w 1101792"/>
                <a:gd name="csY5" fmla="*/ 101705 h 1501201"/>
                <a:gd name="csX6" fmla="*/ 936410 w 1101792"/>
                <a:gd name="csY6" fmla="*/ 101705 h 1501201"/>
                <a:gd name="csX7" fmla="*/ 1000087 w 1101792"/>
                <a:gd name="csY7" fmla="*/ 165382 h 1501201"/>
                <a:gd name="csX8" fmla="*/ 1000087 w 1101792"/>
                <a:gd name="csY8" fmla="*/ 684062 h 1501201"/>
                <a:gd name="csX9" fmla="*/ 1000087 w 1101792"/>
                <a:gd name="csY9" fmla="*/ 817139 h 1501201"/>
                <a:gd name="csX10" fmla="*/ 1000087 w 1101792"/>
                <a:gd name="csY10" fmla="*/ 1335819 h 1501201"/>
                <a:gd name="csX11" fmla="*/ 936410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684062 h 1501201"/>
                <a:gd name="csX3" fmla="*/ 101705 w 1101792"/>
                <a:gd name="csY3" fmla="*/ 165382 h 1501201"/>
                <a:gd name="csX4" fmla="*/ 165382 w 1101792"/>
                <a:gd name="csY4" fmla="*/ 101705 h 1501201"/>
                <a:gd name="csX5" fmla="*/ 936410 w 1101792"/>
                <a:gd name="csY5" fmla="*/ 101705 h 1501201"/>
                <a:gd name="csX6" fmla="*/ 1000087 w 1101792"/>
                <a:gd name="csY6" fmla="*/ 165382 h 1501201"/>
                <a:gd name="csX7" fmla="*/ 1000087 w 1101792"/>
                <a:gd name="csY7" fmla="*/ 684062 h 1501201"/>
                <a:gd name="csX8" fmla="*/ 1000087 w 1101792"/>
                <a:gd name="csY8" fmla="*/ 817139 h 1501201"/>
                <a:gd name="csX9" fmla="*/ 1000087 w 1101792"/>
                <a:gd name="csY9" fmla="*/ 1335819 h 1501201"/>
                <a:gd name="csX10" fmla="*/ 936410 w 1101792"/>
                <a:gd name="csY10" fmla="*/ 1399496 h 1501201"/>
                <a:gd name="csX11" fmla="*/ 165382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684062 h 1501201"/>
                <a:gd name="csX7" fmla="*/ 1000087 w 1101792"/>
                <a:gd name="csY7" fmla="*/ 817139 h 1501201"/>
                <a:gd name="csX8" fmla="*/ 1000087 w 1101792"/>
                <a:gd name="csY8" fmla="*/ 1335819 h 1501201"/>
                <a:gd name="csX9" fmla="*/ 936410 w 1101792"/>
                <a:gd name="csY9" fmla="*/ 1399496 h 1501201"/>
                <a:gd name="csX10" fmla="*/ 165382 w 1101792"/>
                <a:gd name="csY10" fmla="*/ 1399496 h 1501201"/>
                <a:gd name="csX11" fmla="*/ 69336 w 1101792"/>
                <a:gd name="csY11" fmla="*/ 1501201 h 1501201"/>
                <a:gd name="csX12" fmla="*/ 1032456 w 1101792"/>
                <a:gd name="csY12" fmla="*/ 1501201 h 1501201"/>
                <a:gd name="csX13" fmla="*/ 1101792 w 1101792"/>
                <a:gd name="csY13" fmla="*/ 1431865 h 1501201"/>
                <a:gd name="csX14" fmla="*/ 1101792 w 1101792"/>
                <a:gd name="csY14" fmla="*/ 817139 h 1501201"/>
                <a:gd name="csX15" fmla="*/ 1101792 w 1101792"/>
                <a:gd name="csY15" fmla="*/ 684062 h 1501201"/>
                <a:gd name="csX16" fmla="*/ 1101792 w 1101792"/>
                <a:gd name="csY16" fmla="*/ 69336 h 1501201"/>
                <a:gd name="csX17" fmla="*/ 1032456 w 1101792"/>
                <a:gd name="csY17" fmla="*/ 0 h 1501201"/>
                <a:gd name="csX18" fmla="*/ 69336 w 1101792"/>
                <a:gd name="csY18" fmla="*/ 0 h 1501201"/>
                <a:gd name="csX19" fmla="*/ 0 w 1101792"/>
                <a:gd name="csY19" fmla="*/ 69336 h 1501201"/>
                <a:gd name="csX20" fmla="*/ 0 w 1101792"/>
                <a:gd name="csY20" fmla="*/ 684062 h 1501201"/>
                <a:gd name="csX21" fmla="*/ 0 w 1101792"/>
                <a:gd name="csY21" fmla="*/ 817139 h 1501201"/>
                <a:gd name="csX22" fmla="*/ 0 w 1101792"/>
                <a:gd name="csY22" fmla="*/ 1431865 h 1501201"/>
                <a:gd name="csX23" fmla="*/ 69336 w 1101792"/>
                <a:gd name="csY23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817139 h 1501201"/>
                <a:gd name="csX7" fmla="*/ 1000087 w 1101792"/>
                <a:gd name="csY7" fmla="*/ 1335819 h 1501201"/>
                <a:gd name="csX8" fmla="*/ 936410 w 1101792"/>
                <a:gd name="csY8" fmla="*/ 1399496 h 1501201"/>
                <a:gd name="csX9" fmla="*/ 165382 w 1101792"/>
                <a:gd name="csY9" fmla="*/ 1399496 h 1501201"/>
                <a:gd name="csX10" fmla="*/ 69336 w 1101792"/>
                <a:gd name="csY10" fmla="*/ 1501201 h 1501201"/>
                <a:gd name="csX11" fmla="*/ 1032456 w 1101792"/>
                <a:gd name="csY11" fmla="*/ 1501201 h 1501201"/>
                <a:gd name="csX12" fmla="*/ 1101792 w 1101792"/>
                <a:gd name="csY12" fmla="*/ 1431865 h 1501201"/>
                <a:gd name="csX13" fmla="*/ 1101792 w 1101792"/>
                <a:gd name="csY13" fmla="*/ 817139 h 1501201"/>
                <a:gd name="csX14" fmla="*/ 1101792 w 1101792"/>
                <a:gd name="csY14" fmla="*/ 684062 h 1501201"/>
                <a:gd name="csX15" fmla="*/ 1101792 w 1101792"/>
                <a:gd name="csY15" fmla="*/ 69336 h 1501201"/>
                <a:gd name="csX16" fmla="*/ 1032456 w 1101792"/>
                <a:gd name="csY16" fmla="*/ 0 h 1501201"/>
                <a:gd name="csX17" fmla="*/ 69336 w 1101792"/>
                <a:gd name="csY17" fmla="*/ 0 h 1501201"/>
                <a:gd name="csX18" fmla="*/ 0 w 1101792"/>
                <a:gd name="csY18" fmla="*/ 69336 h 1501201"/>
                <a:gd name="csX19" fmla="*/ 0 w 1101792"/>
                <a:gd name="csY19" fmla="*/ 684062 h 1501201"/>
                <a:gd name="csX20" fmla="*/ 0 w 1101792"/>
                <a:gd name="csY20" fmla="*/ 817139 h 1501201"/>
                <a:gd name="csX21" fmla="*/ 0 w 1101792"/>
                <a:gd name="csY21" fmla="*/ 1431865 h 1501201"/>
                <a:gd name="csX22" fmla="*/ 69336 w 1101792"/>
                <a:gd name="csY22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84062 h 1501201"/>
                <a:gd name="csX14" fmla="*/ 1101792 w 1101792"/>
                <a:gd name="csY14" fmla="*/ 69336 h 1501201"/>
                <a:gd name="csX15" fmla="*/ 1032456 w 1101792"/>
                <a:gd name="csY15" fmla="*/ 0 h 1501201"/>
                <a:gd name="csX16" fmla="*/ 69336 w 1101792"/>
                <a:gd name="csY16" fmla="*/ 0 h 1501201"/>
                <a:gd name="csX17" fmla="*/ 0 w 1101792"/>
                <a:gd name="csY17" fmla="*/ 69336 h 1501201"/>
                <a:gd name="csX18" fmla="*/ 0 w 1101792"/>
                <a:gd name="csY18" fmla="*/ 684062 h 1501201"/>
                <a:gd name="csX19" fmla="*/ 0 w 1101792"/>
                <a:gd name="csY19" fmla="*/ 817139 h 1501201"/>
                <a:gd name="csX20" fmla="*/ 0 w 1101792"/>
                <a:gd name="csY20" fmla="*/ 1431865 h 1501201"/>
                <a:gd name="csX21" fmla="*/ 69336 w 1101792"/>
                <a:gd name="csY21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9336 h 1501201"/>
                <a:gd name="csX14" fmla="*/ 1032456 w 1101792"/>
                <a:gd name="csY14" fmla="*/ 0 h 1501201"/>
                <a:gd name="csX15" fmla="*/ 69336 w 1101792"/>
                <a:gd name="csY15" fmla="*/ 0 h 1501201"/>
                <a:gd name="csX16" fmla="*/ 0 w 1101792"/>
                <a:gd name="csY16" fmla="*/ 69336 h 1501201"/>
                <a:gd name="csX17" fmla="*/ 0 w 1101792"/>
                <a:gd name="csY17" fmla="*/ 684062 h 1501201"/>
                <a:gd name="csX18" fmla="*/ 0 w 1101792"/>
                <a:gd name="csY18" fmla="*/ 817139 h 1501201"/>
                <a:gd name="csX19" fmla="*/ 0 w 1101792"/>
                <a:gd name="csY19" fmla="*/ 1431865 h 1501201"/>
                <a:gd name="csX20" fmla="*/ 69336 w 1101792"/>
                <a:gd name="csY20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817139 h 1501201"/>
                <a:gd name="csX18" fmla="*/ 0 w 1101792"/>
                <a:gd name="csY18" fmla="*/ 1431865 h 1501201"/>
                <a:gd name="csX19" fmla="*/ 69336 w 1101792"/>
                <a:gd name="csY19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1431865 h 1501201"/>
                <a:gd name="csX18" fmla="*/ 69336 w 1101792"/>
                <a:gd name="csY18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1431865 h 1501201"/>
                <a:gd name="csX17" fmla="*/ 69336 w 1101792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101792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936410" y="101705"/>
                  </a:lnTo>
                  <a:cubicBezTo>
                    <a:pt x="971578" y="101705"/>
                    <a:pt x="1000087" y="130214"/>
                    <a:pt x="1000087" y="165382"/>
                  </a:cubicBezTo>
                  <a:lnTo>
                    <a:pt x="1000087" y="1335819"/>
                  </a:lnTo>
                  <a:cubicBezTo>
                    <a:pt x="1000087" y="1370987"/>
                    <a:pt x="971578" y="1399496"/>
                    <a:pt x="936410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032456" y="1501201"/>
                  </a:lnTo>
                  <a:cubicBezTo>
                    <a:pt x="1070749" y="1501201"/>
                    <a:pt x="1101792" y="1470158"/>
                    <a:pt x="1101792" y="1431865"/>
                  </a:cubicBezTo>
                  <a:lnTo>
                    <a:pt x="1101792" y="69336"/>
                  </a:lnTo>
                  <a:cubicBezTo>
                    <a:pt x="1101792" y="31043"/>
                    <a:pt x="1070749" y="0"/>
                    <a:pt x="1032456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35BCCE-790E-71A7-E46A-3B8CC0049B5A}"/>
                </a:ext>
              </a:extLst>
            </p:cNvPr>
            <p:cNvSpPr/>
            <p:nvPr/>
          </p:nvSpPr>
          <p:spPr>
            <a:xfrm>
              <a:off x="3849362" y="4643737"/>
              <a:ext cx="2962440" cy="1501201"/>
            </a:xfrm>
            <a:custGeom>
              <a:avLst/>
              <a:gdLst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575299 w 2962440"/>
                <a:gd name="csY5" fmla="*/ 1394368 h 1501201"/>
                <a:gd name="csX6" fmla="*/ 605497 w 2962440"/>
                <a:gd name="csY6" fmla="*/ 1399496 h 1501201"/>
                <a:gd name="csX7" fmla="*/ 861858 w 2962440"/>
                <a:gd name="csY7" fmla="*/ 1399496 h 1501201"/>
                <a:gd name="csX8" fmla="*/ 2163120 w 2962440"/>
                <a:gd name="csY8" fmla="*/ 1399496 h 1501201"/>
                <a:gd name="csX9" fmla="*/ 2339299 w 2962440"/>
                <a:gd name="csY9" fmla="*/ 1399496 h 1501201"/>
                <a:gd name="csX10" fmla="*/ 2797058 w 2962440"/>
                <a:gd name="csY10" fmla="*/ 1399496 h 1501201"/>
                <a:gd name="csX11" fmla="*/ 2860735 w 2962440"/>
                <a:gd name="csY11" fmla="*/ 1335819 h 1501201"/>
                <a:gd name="csX12" fmla="*/ 2860735 w 2962440"/>
                <a:gd name="csY12" fmla="*/ 165382 h 1501201"/>
                <a:gd name="csX13" fmla="*/ 2797058 w 2962440"/>
                <a:gd name="csY13" fmla="*/ 101705 h 1501201"/>
                <a:gd name="csX14" fmla="*/ 2339299 w 2962440"/>
                <a:gd name="csY14" fmla="*/ 101705 h 1501201"/>
                <a:gd name="csX15" fmla="*/ 2163120 w 2962440"/>
                <a:gd name="csY15" fmla="*/ 101705 h 1501201"/>
                <a:gd name="csX16" fmla="*/ 861858 w 2962440"/>
                <a:gd name="csY16" fmla="*/ 101705 h 1501201"/>
                <a:gd name="csX17" fmla="*/ 605497 w 2962440"/>
                <a:gd name="csY17" fmla="*/ 101705 h 1501201"/>
                <a:gd name="csX18" fmla="*/ 575299 w 2962440"/>
                <a:gd name="csY18" fmla="*/ 106833 h 1501201"/>
                <a:gd name="csX19" fmla="*/ 575299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605497 w 2962440"/>
                <a:gd name="csY5" fmla="*/ 1399496 h 1501201"/>
                <a:gd name="csX6" fmla="*/ 861858 w 2962440"/>
                <a:gd name="csY6" fmla="*/ 1399496 h 1501201"/>
                <a:gd name="csX7" fmla="*/ 2163120 w 2962440"/>
                <a:gd name="csY7" fmla="*/ 1399496 h 1501201"/>
                <a:gd name="csX8" fmla="*/ 2339299 w 2962440"/>
                <a:gd name="csY8" fmla="*/ 1399496 h 1501201"/>
                <a:gd name="csX9" fmla="*/ 2797058 w 2962440"/>
                <a:gd name="csY9" fmla="*/ 1399496 h 1501201"/>
                <a:gd name="csX10" fmla="*/ 2860735 w 2962440"/>
                <a:gd name="csY10" fmla="*/ 1335819 h 1501201"/>
                <a:gd name="csX11" fmla="*/ 2860735 w 2962440"/>
                <a:gd name="csY11" fmla="*/ 165382 h 1501201"/>
                <a:gd name="csX12" fmla="*/ 2797058 w 2962440"/>
                <a:gd name="csY12" fmla="*/ 101705 h 1501201"/>
                <a:gd name="csX13" fmla="*/ 2339299 w 2962440"/>
                <a:gd name="csY13" fmla="*/ 101705 h 1501201"/>
                <a:gd name="csX14" fmla="*/ 2163120 w 2962440"/>
                <a:gd name="csY14" fmla="*/ 101705 h 1501201"/>
                <a:gd name="csX15" fmla="*/ 861858 w 2962440"/>
                <a:gd name="csY15" fmla="*/ 101705 h 1501201"/>
                <a:gd name="csX16" fmla="*/ 605497 w 2962440"/>
                <a:gd name="csY16" fmla="*/ 101705 h 1501201"/>
                <a:gd name="csX17" fmla="*/ 575299 w 2962440"/>
                <a:gd name="csY17" fmla="*/ 106833 h 1501201"/>
                <a:gd name="csX18" fmla="*/ 575299 w 2962440"/>
                <a:gd name="csY18" fmla="*/ 101705 h 1501201"/>
                <a:gd name="csX19" fmla="*/ 165382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861858 w 2962440"/>
                <a:gd name="csY5" fmla="*/ 1399496 h 1501201"/>
                <a:gd name="csX6" fmla="*/ 2163120 w 2962440"/>
                <a:gd name="csY6" fmla="*/ 1399496 h 1501201"/>
                <a:gd name="csX7" fmla="*/ 2339299 w 2962440"/>
                <a:gd name="csY7" fmla="*/ 1399496 h 1501201"/>
                <a:gd name="csX8" fmla="*/ 2797058 w 2962440"/>
                <a:gd name="csY8" fmla="*/ 1399496 h 1501201"/>
                <a:gd name="csX9" fmla="*/ 2860735 w 2962440"/>
                <a:gd name="csY9" fmla="*/ 1335819 h 1501201"/>
                <a:gd name="csX10" fmla="*/ 2860735 w 2962440"/>
                <a:gd name="csY10" fmla="*/ 165382 h 1501201"/>
                <a:gd name="csX11" fmla="*/ 2797058 w 2962440"/>
                <a:gd name="csY11" fmla="*/ 101705 h 1501201"/>
                <a:gd name="csX12" fmla="*/ 2339299 w 2962440"/>
                <a:gd name="csY12" fmla="*/ 101705 h 1501201"/>
                <a:gd name="csX13" fmla="*/ 2163120 w 2962440"/>
                <a:gd name="csY13" fmla="*/ 101705 h 1501201"/>
                <a:gd name="csX14" fmla="*/ 861858 w 2962440"/>
                <a:gd name="csY14" fmla="*/ 101705 h 1501201"/>
                <a:gd name="csX15" fmla="*/ 605497 w 2962440"/>
                <a:gd name="csY15" fmla="*/ 101705 h 1501201"/>
                <a:gd name="csX16" fmla="*/ 575299 w 2962440"/>
                <a:gd name="csY16" fmla="*/ 106833 h 1501201"/>
                <a:gd name="csX17" fmla="*/ 575299 w 2962440"/>
                <a:gd name="csY17" fmla="*/ 101705 h 1501201"/>
                <a:gd name="csX18" fmla="*/ 165382 w 2962440"/>
                <a:gd name="csY18" fmla="*/ 101705 h 1501201"/>
                <a:gd name="csX19" fmla="*/ 69336 w 2962440"/>
                <a:gd name="csY19" fmla="*/ 0 h 1501201"/>
                <a:gd name="csX20" fmla="*/ 575299 w 2962440"/>
                <a:gd name="csY20" fmla="*/ 0 h 1501201"/>
                <a:gd name="csX21" fmla="*/ 861858 w 2962440"/>
                <a:gd name="csY21" fmla="*/ 0 h 1501201"/>
                <a:gd name="csX22" fmla="*/ 2163120 w 2962440"/>
                <a:gd name="csY22" fmla="*/ 0 h 1501201"/>
                <a:gd name="csX23" fmla="*/ 2339299 w 2962440"/>
                <a:gd name="csY23" fmla="*/ 0 h 1501201"/>
                <a:gd name="csX24" fmla="*/ 2893104 w 2962440"/>
                <a:gd name="csY24" fmla="*/ 0 h 1501201"/>
                <a:gd name="csX25" fmla="*/ 2962440 w 2962440"/>
                <a:gd name="csY25" fmla="*/ 69336 h 1501201"/>
                <a:gd name="csX26" fmla="*/ 2962440 w 2962440"/>
                <a:gd name="csY26" fmla="*/ 1431865 h 1501201"/>
                <a:gd name="csX27" fmla="*/ 2893104 w 2962440"/>
                <a:gd name="csY27" fmla="*/ 1501201 h 1501201"/>
                <a:gd name="csX28" fmla="*/ 2339299 w 2962440"/>
                <a:gd name="csY28" fmla="*/ 1501201 h 1501201"/>
                <a:gd name="csX29" fmla="*/ 2163120 w 2962440"/>
                <a:gd name="csY29" fmla="*/ 1501201 h 1501201"/>
                <a:gd name="csX30" fmla="*/ 861858 w 2962440"/>
                <a:gd name="csY30" fmla="*/ 1501201 h 1501201"/>
                <a:gd name="csX31" fmla="*/ 575299 w 2962440"/>
                <a:gd name="csY31" fmla="*/ 1501201 h 1501201"/>
                <a:gd name="csX32" fmla="*/ 69336 w 2962440"/>
                <a:gd name="csY32" fmla="*/ 1501201 h 1501201"/>
                <a:gd name="csX33" fmla="*/ 0 w 2962440"/>
                <a:gd name="csY33" fmla="*/ 1431865 h 1501201"/>
                <a:gd name="csX34" fmla="*/ 0 w 2962440"/>
                <a:gd name="csY34" fmla="*/ 69336 h 1501201"/>
                <a:gd name="csX35" fmla="*/ 69336 w 2962440"/>
                <a:gd name="csY3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861858 w 2962440"/>
                <a:gd name="csY4" fmla="*/ 1399496 h 1501201"/>
                <a:gd name="csX5" fmla="*/ 2163120 w 2962440"/>
                <a:gd name="csY5" fmla="*/ 1399496 h 1501201"/>
                <a:gd name="csX6" fmla="*/ 2339299 w 2962440"/>
                <a:gd name="csY6" fmla="*/ 1399496 h 1501201"/>
                <a:gd name="csX7" fmla="*/ 2797058 w 2962440"/>
                <a:gd name="csY7" fmla="*/ 1399496 h 1501201"/>
                <a:gd name="csX8" fmla="*/ 2860735 w 2962440"/>
                <a:gd name="csY8" fmla="*/ 1335819 h 1501201"/>
                <a:gd name="csX9" fmla="*/ 2860735 w 2962440"/>
                <a:gd name="csY9" fmla="*/ 165382 h 1501201"/>
                <a:gd name="csX10" fmla="*/ 2797058 w 2962440"/>
                <a:gd name="csY10" fmla="*/ 101705 h 1501201"/>
                <a:gd name="csX11" fmla="*/ 2339299 w 2962440"/>
                <a:gd name="csY11" fmla="*/ 101705 h 1501201"/>
                <a:gd name="csX12" fmla="*/ 2163120 w 2962440"/>
                <a:gd name="csY12" fmla="*/ 101705 h 1501201"/>
                <a:gd name="csX13" fmla="*/ 861858 w 2962440"/>
                <a:gd name="csY13" fmla="*/ 101705 h 1501201"/>
                <a:gd name="csX14" fmla="*/ 605497 w 2962440"/>
                <a:gd name="csY14" fmla="*/ 101705 h 1501201"/>
                <a:gd name="csX15" fmla="*/ 575299 w 2962440"/>
                <a:gd name="csY15" fmla="*/ 106833 h 1501201"/>
                <a:gd name="csX16" fmla="*/ 575299 w 2962440"/>
                <a:gd name="csY16" fmla="*/ 101705 h 1501201"/>
                <a:gd name="csX17" fmla="*/ 165382 w 2962440"/>
                <a:gd name="csY17" fmla="*/ 101705 h 1501201"/>
                <a:gd name="csX18" fmla="*/ 69336 w 2962440"/>
                <a:gd name="csY18" fmla="*/ 0 h 1501201"/>
                <a:gd name="csX19" fmla="*/ 575299 w 2962440"/>
                <a:gd name="csY19" fmla="*/ 0 h 1501201"/>
                <a:gd name="csX20" fmla="*/ 861858 w 2962440"/>
                <a:gd name="csY20" fmla="*/ 0 h 1501201"/>
                <a:gd name="csX21" fmla="*/ 2163120 w 2962440"/>
                <a:gd name="csY21" fmla="*/ 0 h 1501201"/>
                <a:gd name="csX22" fmla="*/ 2339299 w 2962440"/>
                <a:gd name="csY22" fmla="*/ 0 h 1501201"/>
                <a:gd name="csX23" fmla="*/ 2893104 w 2962440"/>
                <a:gd name="csY23" fmla="*/ 0 h 1501201"/>
                <a:gd name="csX24" fmla="*/ 2962440 w 2962440"/>
                <a:gd name="csY24" fmla="*/ 69336 h 1501201"/>
                <a:gd name="csX25" fmla="*/ 2962440 w 2962440"/>
                <a:gd name="csY25" fmla="*/ 1431865 h 1501201"/>
                <a:gd name="csX26" fmla="*/ 2893104 w 2962440"/>
                <a:gd name="csY26" fmla="*/ 1501201 h 1501201"/>
                <a:gd name="csX27" fmla="*/ 2339299 w 2962440"/>
                <a:gd name="csY27" fmla="*/ 1501201 h 1501201"/>
                <a:gd name="csX28" fmla="*/ 2163120 w 2962440"/>
                <a:gd name="csY28" fmla="*/ 1501201 h 1501201"/>
                <a:gd name="csX29" fmla="*/ 861858 w 2962440"/>
                <a:gd name="csY29" fmla="*/ 1501201 h 1501201"/>
                <a:gd name="csX30" fmla="*/ 575299 w 2962440"/>
                <a:gd name="csY30" fmla="*/ 1501201 h 1501201"/>
                <a:gd name="csX31" fmla="*/ 69336 w 2962440"/>
                <a:gd name="csY31" fmla="*/ 1501201 h 1501201"/>
                <a:gd name="csX32" fmla="*/ 0 w 2962440"/>
                <a:gd name="csY32" fmla="*/ 1431865 h 1501201"/>
                <a:gd name="csX33" fmla="*/ 0 w 2962440"/>
                <a:gd name="csY33" fmla="*/ 69336 h 1501201"/>
                <a:gd name="csX34" fmla="*/ 69336 w 2962440"/>
                <a:gd name="csY3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163120 w 2962440"/>
                <a:gd name="csY4" fmla="*/ 1399496 h 1501201"/>
                <a:gd name="csX5" fmla="*/ 2339299 w 2962440"/>
                <a:gd name="csY5" fmla="*/ 1399496 h 1501201"/>
                <a:gd name="csX6" fmla="*/ 2797058 w 2962440"/>
                <a:gd name="csY6" fmla="*/ 1399496 h 1501201"/>
                <a:gd name="csX7" fmla="*/ 2860735 w 2962440"/>
                <a:gd name="csY7" fmla="*/ 1335819 h 1501201"/>
                <a:gd name="csX8" fmla="*/ 2860735 w 2962440"/>
                <a:gd name="csY8" fmla="*/ 165382 h 1501201"/>
                <a:gd name="csX9" fmla="*/ 2797058 w 2962440"/>
                <a:gd name="csY9" fmla="*/ 101705 h 1501201"/>
                <a:gd name="csX10" fmla="*/ 2339299 w 2962440"/>
                <a:gd name="csY10" fmla="*/ 101705 h 1501201"/>
                <a:gd name="csX11" fmla="*/ 2163120 w 2962440"/>
                <a:gd name="csY11" fmla="*/ 101705 h 1501201"/>
                <a:gd name="csX12" fmla="*/ 861858 w 2962440"/>
                <a:gd name="csY12" fmla="*/ 101705 h 1501201"/>
                <a:gd name="csX13" fmla="*/ 605497 w 2962440"/>
                <a:gd name="csY13" fmla="*/ 101705 h 1501201"/>
                <a:gd name="csX14" fmla="*/ 575299 w 2962440"/>
                <a:gd name="csY14" fmla="*/ 106833 h 1501201"/>
                <a:gd name="csX15" fmla="*/ 575299 w 2962440"/>
                <a:gd name="csY15" fmla="*/ 101705 h 1501201"/>
                <a:gd name="csX16" fmla="*/ 165382 w 2962440"/>
                <a:gd name="csY16" fmla="*/ 101705 h 1501201"/>
                <a:gd name="csX17" fmla="*/ 69336 w 2962440"/>
                <a:gd name="csY17" fmla="*/ 0 h 1501201"/>
                <a:gd name="csX18" fmla="*/ 575299 w 2962440"/>
                <a:gd name="csY18" fmla="*/ 0 h 1501201"/>
                <a:gd name="csX19" fmla="*/ 861858 w 2962440"/>
                <a:gd name="csY19" fmla="*/ 0 h 1501201"/>
                <a:gd name="csX20" fmla="*/ 2163120 w 2962440"/>
                <a:gd name="csY20" fmla="*/ 0 h 1501201"/>
                <a:gd name="csX21" fmla="*/ 2339299 w 2962440"/>
                <a:gd name="csY21" fmla="*/ 0 h 1501201"/>
                <a:gd name="csX22" fmla="*/ 2893104 w 2962440"/>
                <a:gd name="csY22" fmla="*/ 0 h 1501201"/>
                <a:gd name="csX23" fmla="*/ 2962440 w 2962440"/>
                <a:gd name="csY23" fmla="*/ 69336 h 1501201"/>
                <a:gd name="csX24" fmla="*/ 2962440 w 2962440"/>
                <a:gd name="csY24" fmla="*/ 1431865 h 1501201"/>
                <a:gd name="csX25" fmla="*/ 2893104 w 2962440"/>
                <a:gd name="csY25" fmla="*/ 1501201 h 1501201"/>
                <a:gd name="csX26" fmla="*/ 2339299 w 2962440"/>
                <a:gd name="csY26" fmla="*/ 1501201 h 1501201"/>
                <a:gd name="csX27" fmla="*/ 2163120 w 2962440"/>
                <a:gd name="csY27" fmla="*/ 1501201 h 1501201"/>
                <a:gd name="csX28" fmla="*/ 861858 w 2962440"/>
                <a:gd name="csY28" fmla="*/ 1501201 h 1501201"/>
                <a:gd name="csX29" fmla="*/ 575299 w 2962440"/>
                <a:gd name="csY29" fmla="*/ 1501201 h 1501201"/>
                <a:gd name="csX30" fmla="*/ 69336 w 2962440"/>
                <a:gd name="csY30" fmla="*/ 1501201 h 1501201"/>
                <a:gd name="csX31" fmla="*/ 0 w 2962440"/>
                <a:gd name="csY31" fmla="*/ 1431865 h 1501201"/>
                <a:gd name="csX32" fmla="*/ 0 w 2962440"/>
                <a:gd name="csY32" fmla="*/ 69336 h 1501201"/>
                <a:gd name="csX33" fmla="*/ 69336 w 2962440"/>
                <a:gd name="csY3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339299 w 2962440"/>
                <a:gd name="csY4" fmla="*/ 1399496 h 1501201"/>
                <a:gd name="csX5" fmla="*/ 2797058 w 2962440"/>
                <a:gd name="csY5" fmla="*/ 1399496 h 1501201"/>
                <a:gd name="csX6" fmla="*/ 2860735 w 2962440"/>
                <a:gd name="csY6" fmla="*/ 1335819 h 1501201"/>
                <a:gd name="csX7" fmla="*/ 2860735 w 2962440"/>
                <a:gd name="csY7" fmla="*/ 165382 h 1501201"/>
                <a:gd name="csX8" fmla="*/ 2797058 w 2962440"/>
                <a:gd name="csY8" fmla="*/ 101705 h 1501201"/>
                <a:gd name="csX9" fmla="*/ 2339299 w 2962440"/>
                <a:gd name="csY9" fmla="*/ 101705 h 1501201"/>
                <a:gd name="csX10" fmla="*/ 2163120 w 2962440"/>
                <a:gd name="csY10" fmla="*/ 101705 h 1501201"/>
                <a:gd name="csX11" fmla="*/ 861858 w 2962440"/>
                <a:gd name="csY11" fmla="*/ 101705 h 1501201"/>
                <a:gd name="csX12" fmla="*/ 605497 w 2962440"/>
                <a:gd name="csY12" fmla="*/ 101705 h 1501201"/>
                <a:gd name="csX13" fmla="*/ 575299 w 2962440"/>
                <a:gd name="csY13" fmla="*/ 106833 h 1501201"/>
                <a:gd name="csX14" fmla="*/ 575299 w 2962440"/>
                <a:gd name="csY14" fmla="*/ 101705 h 1501201"/>
                <a:gd name="csX15" fmla="*/ 165382 w 2962440"/>
                <a:gd name="csY15" fmla="*/ 101705 h 1501201"/>
                <a:gd name="csX16" fmla="*/ 69336 w 2962440"/>
                <a:gd name="csY16" fmla="*/ 0 h 1501201"/>
                <a:gd name="csX17" fmla="*/ 575299 w 2962440"/>
                <a:gd name="csY17" fmla="*/ 0 h 1501201"/>
                <a:gd name="csX18" fmla="*/ 861858 w 2962440"/>
                <a:gd name="csY18" fmla="*/ 0 h 1501201"/>
                <a:gd name="csX19" fmla="*/ 2163120 w 2962440"/>
                <a:gd name="csY19" fmla="*/ 0 h 1501201"/>
                <a:gd name="csX20" fmla="*/ 2339299 w 2962440"/>
                <a:gd name="csY20" fmla="*/ 0 h 1501201"/>
                <a:gd name="csX21" fmla="*/ 2893104 w 2962440"/>
                <a:gd name="csY21" fmla="*/ 0 h 1501201"/>
                <a:gd name="csX22" fmla="*/ 2962440 w 2962440"/>
                <a:gd name="csY22" fmla="*/ 69336 h 1501201"/>
                <a:gd name="csX23" fmla="*/ 2962440 w 2962440"/>
                <a:gd name="csY23" fmla="*/ 1431865 h 1501201"/>
                <a:gd name="csX24" fmla="*/ 2893104 w 2962440"/>
                <a:gd name="csY24" fmla="*/ 1501201 h 1501201"/>
                <a:gd name="csX25" fmla="*/ 2339299 w 2962440"/>
                <a:gd name="csY25" fmla="*/ 1501201 h 1501201"/>
                <a:gd name="csX26" fmla="*/ 2163120 w 2962440"/>
                <a:gd name="csY26" fmla="*/ 1501201 h 1501201"/>
                <a:gd name="csX27" fmla="*/ 861858 w 2962440"/>
                <a:gd name="csY27" fmla="*/ 1501201 h 1501201"/>
                <a:gd name="csX28" fmla="*/ 575299 w 2962440"/>
                <a:gd name="csY28" fmla="*/ 1501201 h 1501201"/>
                <a:gd name="csX29" fmla="*/ 69336 w 2962440"/>
                <a:gd name="csY29" fmla="*/ 1501201 h 1501201"/>
                <a:gd name="csX30" fmla="*/ 0 w 2962440"/>
                <a:gd name="csY30" fmla="*/ 1431865 h 1501201"/>
                <a:gd name="csX31" fmla="*/ 0 w 2962440"/>
                <a:gd name="csY31" fmla="*/ 69336 h 1501201"/>
                <a:gd name="csX32" fmla="*/ 69336 w 2962440"/>
                <a:gd name="csY3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339299 w 2962440"/>
                <a:gd name="csY8" fmla="*/ 101705 h 1501201"/>
                <a:gd name="csX9" fmla="*/ 2163120 w 2962440"/>
                <a:gd name="csY9" fmla="*/ 101705 h 1501201"/>
                <a:gd name="csX10" fmla="*/ 861858 w 2962440"/>
                <a:gd name="csY10" fmla="*/ 101705 h 1501201"/>
                <a:gd name="csX11" fmla="*/ 605497 w 2962440"/>
                <a:gd name="csY11" fmla="*/ 101705 h 1501201"/>
                <a:gd name="csX12" fmla="*/ 575299 w 2962440"/>
                <a:gd name="csY12" fmla="*/ 106833 h 1501201"/>
                <a:gd name="csX13" fmla="*/ 575299 w 2962440"/>
                <a:gd name="csY13" fmla="*/ 101705 h 1501201"/>
                <a:gd name="csX14" fmla="*/ 165382 w 2962440"/>
                <a:gd name="csY14" fmla="*/ 101705 h 1501201"/>
                <a:gd name="csX15" fmla="*/ 69336 w 2962440"/>
                <a:gd name="csY15" fmla="*/ 0 h 1501201"/>
                <a:gd name="csX16" fmla="*/ 575299 w 2962440"/>
                <a:gd name="csY16" fmla="*/ 0 h 1501201"/>
                <a:gd name="csX17" fmla="*/ 861858 w 2962440"/>
                <a:gd name="csY17" fmla="*/ 0 h 1501201"/>
                <a:gd name="csX18" fmla="*/ 2163120 w 2962440"/>
                <a:gd name="csY18" fmla="*/ 0 h 1501201"/>
                <a:gd name="csX19" fmla="*/ 2339299 w 2962440"/>
                <a:gd name="csY19" fmla="*/ 0 h 1501201"/>
                <a:gd name="csX20" fmla="*/ 2893104 w 2962440"/>
                <a:gd name="csY20" fmla="*/ 0 h 1501201"/>
                <a:gd name="csX21" fmla="*/ 2962440 w 2962440"/>
                <a:gd name="csY21" fmla="*/ 69336 h 1501201"/>
                <a:gd name="csX22" fmla="*/ 2962440 w 2962440"/>
                <a:gd name="csY22" fmla="*/ 1431865 h 1501201"/>
                <a:gd name="csX23" fmla="*/ 2893104 w 2962440"/>
                <a:gd name="csY23" fmla="*/ 1501201 h 1501201"/>
                <a:gd name="csX24" fmla="*/ 2339299 w 2962440"/>
                <a:gd name="csY24" fmla="*/ 1501201 h 1501201"/>
                <a:gd name="csX25" fmla="*/ 2163120 w 2962440"/>
                <a:gd name="csY25" fmla="*/ 1501201 h 1501201"/>
                <a:gd name="csX26" fmla="*/ 861858 w 2962440"/>
                <a:gd name="csY26" fmla="*/ 1501201 h 1501201"/>
                <a:gd name="csX27" fmla="*/ 575299 w 2962440"/>
                <a:gd name="csY27" fmla="*/ 1501201 h 1501201"/>
                <a:gd name="csX28" fmla="*/ 69336 w 2962440"/>
                <a:gd name="csY28" fmla="*/ 1501201 h 1501201"/>
                <a:gd name="csX29" fmla="*/ 0 w 2962440"/>
                <a:gd name="csY29" fmla="*/ 1431865 h 1501201"/>
                <a:gd name="csX30" fmla="*/ 0 w 2962440"/>
                <a:gd name="csY30" fmla="*/ 69336 h 1501201"/>
                <a:gd name="csX31" fmla="*/ 69336 w 2962440"/>
                <a:gd name="csY3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163120 w 2962440"/>
                <a:gd name="csY8" fmla="*/ 101705 h 1501201"/>
                <a:gd name="csX9" fmla="*/ 861858 w 2962440"/>
                <a:gd name="csY9" fmla="*/ 101705 h 1501201"/>
                <a:gd name="csX10" fmla="*/ 605497 w 2962440"/>
                <a:gd name="csY10" fmla="*/ 101705 h 1501201"/>
                <a:gd name="csX11" fmla="*/ 575299 w 2962440"/>
                <a:gd name="csY11" fmla="*/ 106833 h 1501201"/>
                <a:gd name="csX12" fmla="*/ 575299 w 2962440"/>
                <a:gd name="csY12" fmla="*/ 101705 h 1501201"/>
                <a:gd name="csX13" fmla="*/ 165382 w 2962440"/>
                <a:gd name="csY13" fmla="*/ 101705 h 1501201"/>
                <a:gd name="csX14" fmla="*/ 69336 w 2962440"/>
                <a:gd name="csY14" fmla="*/ 0 h 1501201"/>
                <a:gd name="csX15" fmla="*/ 575299 w 2962440"/>
                <a:gd name="csY15" fmla="*/ 0 h 1501201"/>
                <a:gd name="csX16" fmla="*/ 861858 w 2962440"/>
                <a:gd name="csY16" fmla="*/ 0 h 1501201"/>
                <a:gd name="csX17" fmla="*/ 2163120 w 2962440"/>
                <a:gd name="csY17" fmla="*/ 0 h 1501201"/>
                <a:gd name="csX18" fmla="*/ 2339299 w 2962440"/>
                <a:gd name="csY18" fmla="*/ 0 h 1501201"/>
                <a:gd name="csX19" fmla="*/ 2893104 w 2962440"/>
                <a:gd name="csY19" fmla="*/ 0 h 1501201"/>
                <a:gd name="csX20" fmla="*/ 2962440 w 2962440"/>
                <a:gd name="csY20" fmla="*/ 69336 h 1501201"/>
                <a:gd name="csX21" fmla="*/ 2962440 w 2962440"/>
                <a:gd name="csY21" fmla="*/ 1431865 h 1501201"/>
                <a:gd name="csX22" fmla="*/ 2893104 w 2962440"/>
                <a:gd name="csY22" fmla="*/ 1501201 h 1501201"/>
                <a:gd name="csX23" fmla="*/ 2339299 w 2962440"/>
                <a:gd name="csY23" fmla="*/ 1501201 h 1501201"/>
                <a:gd name="csX24" fmla="*/ 2163120 w 2962440"/>
                <a:gd name="csY24" fmla="*/ 1501201 h 1501201"/>
                <a:gd name="csX25" fmla="*/ 861858 w 2962440"/>
                <a:gd name="csY25" fmla="*/ 1501201 h 1501201"/>
                <a:gd name="csX26" fmla="*/ 575299 w 2962440"/>
                <a:gd name="csY26" fmla="*/ 1501201 h 1501201"/>
                <a:gd name="csX27" fmla="*/ 69336 w 2962440"/>
                <a:gd name="csY27" fmla="*/ 1501201 h 1501201"/>
                <a:gd name="csX28" fmla="*/ 0 w 2962440"/>
                <a:gd name="csY28" fmla="*/ 1431865 h 1501201"/>
                <a:gd name="csX29" fmla="*/ 0 w 2962440"/>
                <a:gd name="csY29" fmla="*/ 69336 h 1501201"/>
                <a:gd name="csX30" fmla="*/ 69336 w 2962440"/>
                <a:gd name="csY3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861858 w 2962440"/>
                <a:gd name="csY8" fmla="*/ 101705 h 1501201"/>
                <a:gd name="csX9" fmla="*/ 605497 w 2962440"/>
                <a:gd name="csY9" fmla="*/ 101705 h 1501201"/>
                <a:gd name="csX10" fmla="*/ 575299 w 2962440"/>
                <a:gd name="csY10" fmla="*/ 106833 h 1501201"/>
                <a:gd name="csX11" fmla="*/ 575299 w 2962440"/>
                <a:gd name="csY11" fmla="*/ 101705 h 1501201"/>
                <a:gd name="csX12" fmla="*/ 165382 w 2962440"/>
                <a:gd name="csY12" fmla="*/ 101705 h 1501201"/>
                <a:gd name="csX13" fmla="*/ 69336 w 2962440"/>
                <a:gd name="csY13" fmla="*/ 0 h 1501201"/>
                <a:gd name="csX14" fmla="*/ 575299 w 2962440"/>
                <a:gd name="csY14" fmla="*/ 0 h 1501201"/>
                <a:gd name="csX15" fmla="*/ 861858 w 2962440"/>
                <a:gd name="csY15" fmla="*/ 0 h 1501201"/>
                <a:gd name="csX16" fmla="*/ 2163120 w 2962440"/>
                <a:gd name="csY16" fmla="*/ 0 h 1501201"/>
                <a:gd name="csX17" fmla="*/ 2339299 w 2962440"/>
                <a:gd name="csY17" fmla="*/ 0 h 1501201"/>
                <a:gd name="csX18" fmla="*/ 2893104 w 2962440"/>
                <a:gd name="csY18" fmla="*/ 0 h 1501201"/>
                <a:gd name="csX19" fmla="*/ 2962440 w 2962440"/>
                <a:gd name="csY19" fmla="*/ 69336 h 1501201"/>
                <a:gd name="csX20" fmla="*/ 2962440 w 2962440"/>
                <a:gd name="csY20" fmla="*/ 1431865 h 1501201"/>
                <a:gd name="csX21" fmla="*/ 2893104 w 2962440"/>
                <a:gd name="csY21" fmla="*/ 1501201 h 1501201"/>
                <a:gd name="csX22" fmla="*/ 2339299 w 2962440"/>
                <a:gd name="csY22" fmla="*/ 1501201 h 1501201"/>
                <a:gd name="csX23" fmla="*/ 2163120 w 2962440"/>
                <a:gd name="csY23" fmla="*/ 1501201 h 1501201"/>
                <a:gd name="csX24" fmla="*/ 861858 w 2962440"/>
                <a:gd name="csY24" fmla="*/ 1501201 h 1501201"/>
                <a:gd name="csX25" fmla="*/ 575299 w 2962440"/>
                <a:gd name="csY25" fmla="*/ 1501201 h 1501201"/>
                <a:gd name="csX26" fmla="*/ 69336 w 2962440"/>
                <a:gd name="csY26" fmla="*/ 1501201 h 1501201"/>
                <a:gd name="csX27" fmla="*/ 0 w 2962440"/>
                <a:gd name="csY27" fmla="*/ 1431865 h 1501201"/>
                <a:gd name="csX28" fmla="*/ 0 w 2962440"/>
                <a:gd name="csY28" fmla="*/ 69336 h 1501201"/>
                <a:gd name="csX29" fmla="*/ 69336 w 2962440"/>
                <a:gd name="csY2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605497 w 2962440"/>
                <a:gd name="csY8" fmla="*/ 101705 h 1501201"/>
                <a:gd name="csX9" fmla="*/ 575299 w 2962440"/>
                <a:gd name="csY9" fmla="*/ 106833 h 1501201"/>
                <a:gd name="csX10" fmla="*/ 575299 w 2962440"/>
                <a:gd name="csY10" fmla="*/ 101705 h 1501201"/>
                <a:gd name="csX11" fmla="*/ 165382 w 2962440"/>
                <a:gd name="csY11" fmla="*/ 101705 h 1501201"/>
                <a:gd name="csX12" fmla="*/ 69336 w 2962440"/>
                <a:gd name="csY12" fmla="*/ 0 h 1501201"/>
                <a:gd name="csX13" fmla="*/ 575299 w 2962440"/>
                <a:gd name="csY13" fmla="*/ 0 h 1501201"/>
                <a:gd name="csX14" fmla="*/ 861858 w 2962440"/>
                <a:gd name="csY14" fmla="*/ 0 h 1501201"/>
                <a:gd name="csX15" fmla="*/ 2163120 w 2962440"/>
                <a:gd name="csY15" fmla="*/ 0 h 1501201"/>
                <a:gd name="csX16" fmla="*/ 2339299 w 2962440"/>
                <a:gd name="csY16" fmla="*/ 0 h 1501201"/>
                <a:gd name="csX17" fmla="*/ 2893104 w 2962440"/>
                <a:gd name="csY17" fmla="*/ 0 h 1501201"/>
                <a:gd name="csX18" fmla="*/ 2962440 w 2962440"/>
                <a:gd name="csY18" fmla="*/ 69336 h 1501201"/>
                <a:gd name="csX19" fmla="*/ 2962440 w 2962440"/>
                <a:gd name="csY19" fmla="*/ 1431865 h 1501201"/>
                <a:gd name="csX20" fmla="*/ 2893104 w 2962440"/>
                <a:gd name="csY20" fmla="*/ 1501201 h 1501201"/>
                <a:gd name="csX21" fmla="*/ 2339299 w 2962440"/>
                <a:gd name="csY21" fmla="*/ 1501201 h 1501201"/>
                <a:gd name="csX22" fmla="*/ 2163120 w 2962440"/>
                <a:gd name="csY22" fmla="*/ 1501201 h 1501201"/>
                <a:gd name="csX23" fmla="*/ 861858 w 2962440"/>
                <a:gd name="csY23" fmla="*/ 1501201 h 1501201"/>
                <a:gd name="csX24" fmla="*/ 575299 w 2962440"/>
                <a:gd name="csY24" fmla="*/ 1501201 h 1501201"/>
                <a:gd name="csX25" fmla="*/ 69336 w 2962440"/>
                <a:gd name="csY25" fmla="*/ 1501201 h 1501201"/>
                <a:gd name="csX26" fmla="*/ 0 w 2962440"/>
                <a:gd name="csY26" fmla="*/ 1431865 h 1501201"/>
                <a:gd name="csX27" fmla="*/ 0 w 2962440"/>
                <a:gd name="csY27" fmla="*/ 69336 h 1501201"/>
                <a:gd name="csX28" fmla="*/ 69336 w 2962440"/>
                <a:gd name="csY2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575299 w 2962440"/>
                <a:gd name="csY9" fmla="*/ 101705 h 1501201"/>
                <a:gd name="csX10" fmla="*/ 165382 w 2962440"/>
                <a:gd name="csY10" fmla="*/ 101705 h 1501201"/>
                <a:gd name="csX11" fmla="*/ 69336 w 2962440"/>
                <a:gd name="csY11" fmla="*/ 0 h 1501201"/>
                <a:gd name="csX12" fmla="*/ 575299 w 2962440"/>
                <a:gd name="csY12" fmla="*/ 0 h 1501201"/>
                <a:gd name="csX13" fmla="*/ 861858 w 2962440"/>
                <a:gd name="csY13" fmla="*/ 0 h 1501201"/>
                <a:gd name="csX14" fmla="*/ 2163120 w 2962440"/>
                <a:gd name="csY14" fmla="*/ 0 h 1501201"/>
                <a:gd name="csX15" fmla="*/ 2339299 w 2962440"/>
                <a:gd name="csY15" fmla="*/ 0 h 1501201"/>
                <a:gd name="csX16" fmla="*/ 2893104 w 2962440"/>
                <a:gd name="csY16" fmla="*/ 0 h 1501201"/>
                <a:gd name="csX17" fmla="*/ 2962440 w 2962440"/>
                <a:gd name="csY17" fmla="*/ 69336 h 1501201"/>
                <a:gd name="csX18" fmla="*/ 2962440 w 2962440"/>
                <a:gd name="csY18" fmla="*/ 1431865 h 1501201"/>
                <a:gd name="csX19" fmla="*/ 2893104 w 2962440"/>
                <a:gd name="csY19" fmla="*/ 1501201 h 1501201"/>
                <a:gd name="csX20" fmla="*/ 2339299 w 2962440"/>
                <a:gd name="csY20" fmla="*/ 1501201 h 1501201"/>
                <a:gd name="csX21" fmla="*/ 2163120 w 2962440"/>
                <a:gd name="csY21" fmla="*/ 1501201 h 1501201"/>
                <a:gd name="csX22" fmla="*/ 861858 w 2962440"/>
                <a:gd name="csY22" fmla="*/ 1501201 h 1501201"/>
                <a:gd name="csX23" fmla="*/ 575299 w 2962440"/>
                <a:gd name="csY23" fmla="*/ 1501201 h 1501201"/>
                <a:gd name="csX24" fmla="*/ 69336 w 2962440"/>
                <a:gd name="csY24" fmla="*/ 1501201 h 1501201"/>
                <a:gd name="csX25" fmla="*/ 0 w 2962440"/>
                <a:gd name="csY25" fmla="*/ 1431865 h 1501201"/>
                <a:gd name="csX26" fmla="*/ 0 w 2962440"/>
                <a:gd name="csY26" fmla="*/ 69336 h 1501201"/>
                <a:gd name="csX27" fmla="*/ 69336 w 2962440"/>
                <a:gd name="csY27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165382 w 2962440"/>
                <a:gd name="csY9" fmla="*/ 101705 h 1501201"/>
                <a:gd name="csX10" fmla="*/ 69336 w 2962440"/>
                <a:gd name="csY10" fmla="*/ 0 h 1501201"/>
                <a:gd name="csX11" fmla="*/ 575299 w 2962440"/>
                <a:gd name="csY11" fmla="*/ 0 h 1501201"/>
                <a:gd name="csX12" fmla="*/ 861858 w 2962440"/>
                <a:gd name="csY12" fmla="*/ 0 h 1501201"/>
                <a:gd name="csX13" fmla="*/ 2163120 w 2962440"/>
                <a:gd name="csY13" fmla="*/ 0 h 1501201"/>
                <a:gd name="csX14" fmla="*/ 2339299 w 2962440"/>
                <a:gd name="csY14" fmla="*/ 0 h 1501201"/>
                <a:gd name="csX15" fmla="*/ 2893104 w 2962440"/>
                <a:gd name="csY15" fmla="*/ 0 h 1501201"/>
                <a:gd name="csX16" fmla="*/ 2962440 w 2962440"/>
                <a:gd name="csY16" fmla="*/ 69336 h 1501201"/>
                <a:gd name="csX17" fmla="*/ 2962440 w 2962440"/>
                <a:gd name="csY17" fmla="*/ 1431865 h 1501201"/>
                <a:gd name="csX18" fmla="*/ 2893104 w 2962440"/>
                <a:gd name="csY18" fmla="*/ 1501201 h 1501201"/>
                <a:gd name="csX19" fmla="*/ 2339299 w 2962440"/>
                <a:gd name="csY19" fmla="*/ 1501201 h 1501201"/>
                <a:gd name="csX20" fmla="*/ 2163120 w 2962440"/>
                <a:gd name="csY20" fmla="*/ 1501201 h 1501201"/>
                <a:gd name="csX21" fmla="*/ 861858 w 2962440"/>
                <a:gd name="csY21" fmla="*/ 1501201 h 1501201"/>
                <a:gd name="csX22" fmla="*/ 575299 w 2962440"/>
                <a:gd name="csY22" fmla="*/ 1501201 h 1501201"/>
                <a:gd name="csX23" fmla="*/ 69336 w 2962440"/>
                <a:gd name="csY23" fmla="*/ 1501201 h 1501201"/>
                <a:gd name="csX24" fmla="*/ 0 w 2962440"/>
                <a:gd name="csY24" fmla="*/ 1431865 h 1501201"/>
                <a:gd name="csX25" fmla="*/ 0 w 2962440"/>
                <a:gd name="csY25" fmla="*/ 69336 h 1501201"/>
                <a:gd name="csX26" fmla="*/ 69336 w 2962440"/>
                <a:gd name="csY2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575299 w 2962440"/>
                <a:gd name="csY10" fmla="*/ 0 h 1501201"/>
                <a:gd name="csX11" fmla="*/ 861858 w 2962440"/>
                <a:gd name="csY11" fmla="*/ 0 h 1501201"/>
                <a:gd name="csX12" fmla="*/ 2163120 w 2962440"/>
                <a:gd name="csY12" fmla="*/ 0 h 1501201"/>
                <a:gd name="csX13" fmla="*/ 2339299 w 2962440"/>
                <a:gd name="csY13" fmla="*/ 0 h 1501201"/>
                <a:gd name="csX14" fmla="*/ 2893104 w 2962440"/>
                <a:gd name="csY14" fmla="*/ 0 h 1501201"/>
                <a:gd name="csX15" fmla="*/ 2962440 w 2962440"/>
                <a:gd name="csY15" fmla="*/ 69336 h 1501201"/>
                <a:gd name="csX16" fmla="*/ 2962440 w 2962440"/>
                <a:gd name="csY16" fmla="*/ 1431865 h 1501201"/>
                <a:gd name="csX17" fmla="*/ 2893104 w 2962440"/>
                <a:gd name="csY17" fmla="*/ 1501201 h 1501201"/>
                <a:gd name="csX18" fmla="*/ 2339299 w 2962440"/>
                <a:gd name="csY18" fmla="*/ 1501201 h 1501201"/>
                <a:gd name="csX19" fmla="*/ 2163120 w 2962440"/>
                <a:gd name="csY19" fmla="*/ 1501201 h 1501201"/>
                <a:gd name="csX20" fmla="*/ 861858 w 2962440"/>
                <a:gd name="csY20" fmla="*/ 1501201 h 1501201"/>
                <a:gd name="csX21" fmla="*/ 575299 w 2962440"/>
                <a:gd name="csY21" fmla="*/ 1501201 h 1501201"/>
                <a:gd name="csX22" fmla="*/ 69336 w 2962440"/>
                <a:gd name="csY22" fmla="*/ 1501201 h 1501201"/>
                <a:gd name="csX23" fmla="*/ 0 w 2962440"/>
                <a:gd name="csY23" fmla="*/ 1431865 h 1501201"/>
                <a:gd name="csX24" fmla="*/ 0 w 2962440"/>
                <a:gd name="csY24" fmla="*/ 69336 h 1501201"/>
                <a:gd name="csX25" fmla="*/ 69336 w 2962440"/>
                <a:gd name="csY2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861858 w 2962440"/>
                <a:gd name="csY10" fmla="*/ 0 h 1501201"/>
                <a:gd name="csX11" fmla="*/ 2163120 w 2962440"/>
                <a:gd name="csY11" fmla="*/ 0 h 1501201"/>
                <a:gd name="csX12" fmla="*/ 2339299 w 2962440"/>
                <a:gd name="csY12" fmla="*/ 0 h 1501201"/>
                <a:gd name="csX13" fmla="*/ 2893104 w 2962440"/>
                <a:gd name="csY13" fmla="*/ 0 h 1501201"/>
                <a:gd name="csX14" fmla="*/ 2962440 w 2962440"/>
                <a:gd name="csY14" fmla="*/ 69336 h 1501201"/>
                <a:gd name="csX15" fmla="*/ 2962440 w 2962440"/>
                <a:gd name="csY15" fmla="*/ 1431865 h 1501201"/>
                <a:gd name="csX16" fmla="*/ 2893104 w 2962440"/>
                <a:gd name="csY16" fmla="*/ 1501201 h 1501201"/>
                <a:gd name="csX17" fmla="*/ 2339299 w 2962440"/>
                <a:gd name="csY17" fmla="*/ 1501201 h 1501201"/>
                <a:gd name="csX18" fmla="*/ 2163120 w 2962440"/>
                <a:gd name="csY18" fmla="*/ 1501201 h 1501201"/>
                <a:gd name="csX19" fmla="*/ 861858 w 2962440"/>
                <a:gd name="csY19" fmla="*/ 1501201 h 1501201"/>
                <a:gd name="csX20" fmla="*/ 575299 w 2962440"/>
                <a:gd name="csY20" fmla="*/ 1501201 h 1501201"/>
                <a:gd name="csX21" fmla="*/ 69336 w 2962440"/>
                <a:gd name="csY21" fmla="*/ 1501201 h 1501201"/>
                <a:gd name="csX22" fmla="*/ 0 w 2962440"/>
                <a:gd name="csY22" fmla="*/ 1431865 h 1501201"/>
                <a:gd name="csX23" fmla="*/ 0 w 2962440"/>
                <a:gd name="csY23" fmla="*/ 69336 h 1501201"/>
                <a:gd name="csX24" fmla="*/ 69336 w 2962440"/>
                <a:gd name="csY2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163120 w 2962440"/>
                <a:gd name="csY10" fmla="*/ 0 h 1501201"/>
                <a:gd name="csX11" fmla="*/ 2339299 w 2962440"/>
                <a:gd name="csY11" fmla="*/ 0 h 1501201"/>
                <a:gd name="csX12" fmla="*/ 2893104 w 2962440"/>
                <a:gd name="csY12" fmla="*/ 0 h 1501201"/>
                <a:gd name="csX13" fmla="*/ 2962440 w 2962440"/>
                <a:gd name="csY13" fmla="*/ 69336 h 1501201"/>
                <a:gd name="csX14" fmla="*/ 2962440 w 2962440"/>
                <a:gd name="csY14" fmla="*/ 1431865 h 1501201"/>
                <a:gd name="csX15" fmla="*/ 2893104 w 2962440"/>
                <a:gd name="csY15" fmla="*/ 1501201 h 1501201"/>
                <a:gd name="csX16" fmla="*/ 2339299 w 2962440"/>
                <a:gd name="csY16" fmla="*/ 1501201 h 1501201"/>
                <a:gd name="csX17" fmla="*/ 2163120 w 2962440"/>
                <a:gd name="csY17" fmla="*/ 1501201 h 1501201"/>
                <a:gd name="csX18" fmla="*/ 861858 w 2962440"/>
                <a:gd name="csY18" fmla="*/ 1501201 h 1501201"/>
                <a:gd name="csX19" fmla="*/ 575299 w 2962440"/>
                <a:gd name="csY19" fmla="*/ 1501201 h 1501201"/>
                <a:gd name="csX20" fmla="*/ 69336 w 2962440"/>
                <a:gd name="csY20" fmla="*/ 1501201 h 1501201"/>
                <a:gd name="csX21" fmla="*/ 0 w 2962440"/>
                <a:gd name="csY21" fmla="*/ 1431865 h 1501201"/>
                <a:gd name="csX22" fmla="*/ 0 w 2962440"/>
                <a:gd name="csY22" fmla="*/ 69336 h 1501201"/>
                <a:gd name="csX23" fmla="*/ 69336 w 2962440"/>
                <a:gd name="csY2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339299 w 2962440"/>
                <a:gd name="csY10" fmla="*/ 0 h 1501201"/>
                <a:gd name="csX11" fmla="*/ 2893104 w 2962440"/>
                <a:gd name="csY11" fmla="*/ 0 h 1501201"/>
                <a:gd name="csX12" fmla="*/ 2962440 w 2962440"/>
                <a:gd name="csY12" fmla="*/ 69336 h 1501201"/>
                <a:gd name="csX13" fmla="*/ 2962440 w 2962440"/>
                <a:gd name="csY13" fmla="*/ 1431865 h 1501201"/>
                <a:gd name="csX14" fmla="*/ 2893104 w 2962440"/>
                <a:gd name="csY14" fmla="*/ 1501201 h 1501201"/>
                <a:gd name="csX15" fmla="*/ 2339299 w 2962440"/>
                <a:gd name="csY15" fmla="*/ 1501201 h 1501201"/>
                <a:gd name="csX16" fmla="*/ 2163120 w 2962440"/>
                <a:gd name="csY16" fmla="*/ 1501201 h 1501201"/>
                <a:gd name="csX17" fmla="*/ 861858 w 2962440"/>
                <a:gd name="csY17" fmla="*/ 1501201 h 1501201"/>
                <a:gd name="csX18" fmla="*/ 575299 w 2962440"/>
                <a:gd name="csY18" fmla="*/ 1501201 h 1501201"/>
                <a:gd name="csX19" fmla="*/ 69336 w 2962440"/>
                <a:gd name="csY19" fmla="*/ 1501201 h 1501201"/>
                <a:gd name="csX20" fmla="*/ 0 w 2962440"/>
                <a:gd name="csY20" fmla="*/ 1431865 h 1501201"/>
                <a:gd name="csX21" fmla="*/ 0 w 2962440"/>
                <a:gd name="csY21" fmla="*/ 69336 h 1501201"/>
                <a:gd name="csX22" fmla="*/ 69336 w 2962440"/>
                <a:gd name="csY2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339299 w 2962440"/>
                <a:gd name="csY14" fmla="*/ 1501201 h 1501201"/>
                <a:gd name="csX15" fmla="*/ 2163120 w 2962440"/>
                <a:gd name="csY15" fmla="*/ 1501201 h 1501201"/>
                <a:gd name="csX16" fmla="*/ 861858 w 2962440"/>
                <a:gd name="csY16" fmla="*/ 1501201 h 1501201"/>
                <a:gd name="csX17" fmla="*/ 575299 w 2962440"/>
                <a:gd name="csY17" fmla="*/ 1501201 h 1501201"/>
                <a:gd name="csX18" fmla="*/ 69336 w 2962440"/>
                <a:gd name="csY18" fmla="*/ 1501201 h 1501201"/>
                <a:gd name="csX19" fmla="*/ 0 w 2962440"/>
                <a:gd name="csY19" fmla="*/ 1431865 h 1501201"/>
                <a:gd name="csX20" fmla="*/ 0 w 2962440"/>
                <a:gd name="csY20" fmla="*/ 69336 h 1501201"/>
                <a:gd name="csX21" fmla="*/ 69336 w 2962440"/>
                <a:gd name="csY2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163120 w 2962440"/>
                <a:gd name="csY14" fmla="*/ 1501201 h 1501201"/>
                <a:gd name="csX15" fmla="*/ 861858 w 2962440"/>
                <a:gd name="csY15" fmla="*/ 1501201 h 1501201"/>
                <a:gd name="csX16" fmla="*/ 575299 w 2962440"/>
                <a:gd name="csY16" fmla="*/ 1501201 h 1501201"/>
                <a:gd name="csX17" fmla="*/ 69336 w 2962440"/>
                <a:gd name="csY17" fmla="*/ 1501201 h 1501201"/>
                <a:gd name="csX18" fmla="*/ 0 w 2962440"/>
                <a:gd name="csY18" fmla="*/ 1431865 h 1501201"/>
                <a:gd name="csX19" fmla="*/ 0 w 2962440"/>
                <a:gd name="csY19" fmla="*/ 69336 h 1501201"/>
                <a:gd name="csX20" fmla="*/ 69336 w 2962440"/>
                <a:gd name="csY2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861858 w 2962440"/>
                <a:gd name="csY14" fmla="*/ 1501201 h 1501201"/>
                <a:gd name="csX15" fmla="*/ 575299 w 2962440"/>
                <a:gd name="csY15" fmla="*/ 1501201 h 1501201"/>
                <a:gd name="csX16" fmla="*/ 69336 w 2962440"/>
                <a:gd name="csY16" fmla="*/ 1501201 h 1501201"/>
                <a:gd name="csX17" fmla="*/ 0 w 2962440"/>
                <a:gd name="csY17" fmla="*/ 1431865 h 1501201"/>
                <a:gd name="csX18" fmla="*/ 0 w 2962440"/>
                <a:gd name="csY18" fmla="*/ 69336 h 1501201"/>
                <a:gd name="csX19" fmla="*/ 69336 w 2962440"/>
                <a:gd name="csY1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575299 w 2962440"/>
                <a:gd name="csY14" fmla="*/ 1501201 h 1501201"/>
                <a:gd name="csX15" fmla="*/ 69336 w 2962440"/>
                <a:gd name="csY15" fmla="*/ 1501201 h 1501201"/>
                <a:gd name="csX16" fmla="*/ 0 w 2962440"/>
                <a:gd name="csY16" fmla="*/ 1431865 h 1501201"/>
                <a:gd name="csX17" fmla="*/ 0 w 2962440"/>
                <a:gd name="csY17" fmla="*/ 69336 h 1501201"/>
                <a:gd name="csX18" fmla="*/ 69336 w 2962440"/>
                <a:gd name="csY1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69336 w 2962440"/>
                <a:gd name="csY14" fmla="*/ 1501201 h 1501201"/>
                <a:gd name="csX15" fmla="*/ 0 w 2962440"/>
                <a:gd name="csY15" fmla="*/ 1431865 h 1501201"/>
                <a:gd name="csX16" fmla="*/ 0 w 2962440"/>
                <a:gd name="csY16" fmla="*/ 69336 h 1501201"/>
                <a:gd name="csX17" fmla="*/ 69336 w 2962440"/>
                <a:gd name="csY17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962440" h="1501201">
                  <a:moveTo>
                    <a:pt x="165382" y="101705"/>
                  </a:moveTo>
                  <a:cubicBezTo>
                    <a:pt x="130214" y="101705"/>
                    <a:pt x="101705" y="130214"/>
                    <a:pt x="101705" y="165382"/>
                  </a:cubicBezTo>
                  <a:lnTo>
                    <a:pt x="101705" y="1335819"/>
                  </a:lnTo>
                  <a:cubicBezTo>
                    <a:pt x="101705" y="1370987"/>
                    <a:pt x="130214" y="1399496"/>
                    <a:pt x="165382" y="1399496"/>
                  </a:cubicBezTo>
                  <a:lnTo>
                    <a:pt x="2797058" y="1399496"/>
                  </a:lnTo>
                  <a:cubicBezTo>
                    <a:pt x="2832226" y="1399496"/>
                    <a:pt x="2860735" y="1370987"/>
                    <a:pt x="2860735" y="1335819"/>
                  </a:cubicBezTo>
                  <a:lnTo>
                    <a:pt x="2860735" y="165382"/>
                  </a:lnTo>
                  <a:cubicBezTo>
                    <a:pt x="2860735" y="130214"/>
                    <a:pt x="2832226" y="101705"/>
                    <a:pt x="2797058" y="101705"/>
                  </a:cubicBezTo>
                  <a:lnTo>
                    <a:pt x="165382" y="101705"/>
                  </a:lnTo>
                  <a:close/>
                  <a:moveTo>
                    <a:pt x="69336" y="0"/>
                  </a:moveTo>
                  <a:lnTo>
                    <a:pt x="2893104" y="0"/>
                  </a:lnTo>
                  <a:cubicBezTo>
                    <a:pt x="2931397" y="0"/>
                    <a:pt x="2962440" y="31043"/>
                    <a:pt x="2962440" y="69336"/>
                  </a:cubicBezTo>
                  <a:lnTo>
                    <a:pt x="2962440" y="1431865"/>
                  </a:lnTo>
                  <a:cubicBezTo>
                    <a:pt x="2962440" y="1470158"/>
                    <a:pt x="2931397" y="1501201"/>
                    <a:pt x="2893104" y="1501201"/>
                  </a:cubicBezTo>
                  <a:lnTo>
                    <a:pt x="69336" y="1501201"/>
                  </a:lnTo>
                  <a:cubicBezTo>
                    <a:pt x="31043" y="1501201"/>
                    <a:pt x="0" y="1470158"/>
                    <a:pt x="0" y="1431865"/>
                  </a:cubicBezTo>
                  <a:lnTo>
                    <a:pt x="0" y="69336"/>
                  </a:lnTo>
                  <a:cubicBezTo>
                    <a:pt x="0" y="31043"/>
                    <a:pt x="31043" y="0"/>
                    <a:pt x="6933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5451AF8-0D65-A525-4682-B58772A058D3}"/>
                </a:ext>
              </a:extLst>
            </p:cNvPr>
            <p:cNvSpPr/>
            <p:nvPr/>
          </p:nvSpPr>
          <p:spPr>
            <a:xfrm flipV="1">
              <a:off x="8746421" y="4643738"/>
              <a:ext cx="1433739" cy="1501201"/>
            </a:xfrm>
            <a:custGeom>
              <a:avLst/>
              <a:gdLst>
                <a:gd name="csX0" fmla="*/ 651700 w 1433739"/>
                <a:gd name="csY0" fmla="*/ 1084065 h 1501201"/>
                <a:gd name="csX1" fmla="*/ 782040 w 1433739"/>
                <a:gd name="csY1" fmla="*/ 1084065 h 1501201"/>
                <a:gd name="csX2" fmla="*/ 782040 w 1433739"/>
                <a:gd name="csY2" fmla="*/ 221902 h 1501201"/>
                <a:gd name="csX3" fmla="*/ 866298 w 1433739"/>
                <a:gd name="csY3" fmla="*/ 305933 h 1501201"/>
                <a:gd name="csX4" fmla="*/ 958462 w 1433739"/>
                <a:gd name="csY4" fmla="*/ 214019 h 1501201"/>
                <a:gd name="csX5" fmla="*/ 762952 w 1433739"/>
                <a:gd name="csY5" fmla="*/ 19036 h 1501201"/>
                <a:gd name="csX6" fmla="*/ 670788 w 1433739"/>
                <a:gd name="csY6" fmla="*/ 19036 h 1501201"/>
                <a:gd name="csX7" fmla="*/ 475279 w 1433739"/>
                <a:gd name="csY7" fmla="*/ 214019 h 1501201"/>
                <a:gd name="csX8" fmla="*/ 567443 w 1433739"/>
                <a:gd name="csY8" fmla="*/ 305933 h 1501201"/>
                <a:gd name="csX9" fmla="*/ 651700 w 1433739"/>
                <a:gd name="csY9" fmla="*/ 221903 h 1501201"/>
                <a:gd name="csX10" fmla="*/ 655773 w 1433739"/>
                <a:gd name="csY10" fmla="*/ 1501201 h 1501201"/>
                <a:gd name="csX11" fmla="*/ 1034984 w 1433739"/>
                <a:gd name="csY11" fmla="*/ 1288886 h 1501201"/>
                <a:gd name="csX12" fmla="*/ 1063086 w 1433739"/>
                <a:gd name="csY12" fmla="*/ 1289970 h 1501201"/>
                <a:gd name="csX13" fmla="*/ 1433739 w 1433739"/>
                <a:gd name="csY13" fmla="*/ 908129 h 1501201"/>
                <a:gd name="csX14" fmla="*/ 1195830 w 1433739"/>
                <a:gd name="csY14" fmla="*/ 551518 h 1501201"/>
                <a:gd name="csX15" fmla="*/ 1083451 w 1433739"/>
                <a:gd name="csY15" fmla="*/ 526288 h 1501201"/>
                <a:gd name="csX16" fmla="*/ 920287 w 1433739"/>
                <a:gd name="csY16" fmla="*/ 526288 h 1501201"/>
                <a:gd name="csX17" fmla="*/ 920287 w 1433739"/>
                <a:gd name="csY17" fmla="*/ 656276 h 1501201"/>
                <a:gd name="csX18" fmla="*/ 1083451 w 1433739"/>
                <a:gd name="csY18" fmla="*/ 656277 h 1501201"/>
                <a:gd name="csX19" fmla="*/ 1141231 w 1433739"/>
                <a:gd name="csY19" fmla="*/ 669568 h 1501201"/>
                <a:gd name="csX20" fmla="*/ 1146229 w 1433739"/>
                <a:gd name="csY20" fmla="*/ 671745 h 1501201"/>
                <a:gd name="csX21" fmla="*/ 1303399 w 1433739"/>
                <a:gd name="csY21" fmla="*/ 908129 h 1501201"/>
                <a:gd name="csX22" fmla="*/ 1063086 w 1433739"/>
                <a:gd name="csY22" fmla="*/ 1159982 h 1501201"/>
                <a:gd name="csX23" fmla="*/ 1013954 w 1433739"/>
                <a:gd name="csY23" fmla="*/ 1154725 h 1501201"/>
                <a:gd name="csX24" fmla="*/ 941654 w 1433739"/>
                <a:gd name="csY24" fmla="*/ 1189407 h 1501201"/>
                <a:gd name="csX25" fmla="*/ 655773 w 1433739"/>
                <a:gd name="csY25" fmla="*/ 1371213 h 1501201"/>
                <a:gd name="csX26" fmla="*/ 333996 w 1433739"/>
                <a:gd name="csY26" fmla="*/ 1034868 h 1501201"/>
                <a:gd name="csX27" fmla="*/ 334442 w 1433739"/>
                <a:gd name="csY27" fmla="*/ 1016981 h 1501201"/>
                <a:gd name="csX28" fmla="*/ 316568 w 1433739"/>
                <a:gd name="csY28" fmla="*/ 968944 h 1501201"/>
                <a:gd name="csX29" fmla="*/ 269352 w 1433739"/>
                <a:gd name="csY29" fmla="*/ 948750 h 1501201"/>
                <a:gd name="csX30" fmla="*/ 268826 w 1433739"/>
                <a:gd name="csY30" fmla="*/ 948750 h 1501201"/>
                <a:gd name="csX31" fmla="*/ 130340 w 1433739"/>
                <a:gd name="csY31" fmla="*/ 802514 h 1501201"/>
                <a:gd name="csX32" fmla="*/ 268826 w 1433739"/>
                <a:gd name="csY32" fmla="*/ 656277 h 1501201"/>
                <a:gd name="csX33" fmla="*/ 513452 w 1433739"/>
                <a:gd name="csY33" fmla="*/ 656276 h 1501201"/>
                <a:gd name="csX34" fmla="*/ 513452 w 1433739"/>
                <a:gd name="csY34" fmla="*/ 526288 h 1501201"/>
                <a:gd name="csX35" fmla="*/ 268826 w 1433739"/>
                <a:gd name="csY35" fmla="*/ 526288 h 1501201"/>
                <a:gd name="csX36" fmla="*/ 0 w 1433739"/>
                <a:gd name="csY36" fmla="*/ 802514 h 1501201"/>
                <a:gd name="csX37" fmla="*/ 204998 w 1433739"/>
                <a:gd name="csY37" fmla="*/ 1070962 h 1501201"/>
                <a:gd name="csX38" fmla="*/ 655773 w 1433739"/>
                <a:gd name="csY38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433739" h="1501201">
                  <a:moveTo>
                    <a:pt x="651700" y="1084065"/>
                  </a:moveTo>
                  <a:lnTo>
                    <a:pt x="782040" y="1084065"/>
                  </a:lnTo>
                  <a:lnTo>
                    <a:pt x="782040" y="221902"/>
                  </a:lnTo>
                  <a:lnTo>
                    <a:pt x="866298" y="305933"/>
                  </a:lnTo>
                  <a:lnTo>
                    <a:pt x="958462" y="214019"/>
                  </a:lnTo>
                  <a:lnTo>
                    <a:pt x="762952" y="19036"/>
                  </a:lnTo>
                  <a:cubicBezTo>
                    <a:pt x="737503" y="-6345"/>
                    <a:pt x="696237" y="-6345"/>
                    <a:pt x="670788" y="19036"/>
                  </a:cubicBezTo>
                  <a:lnTo>
                    <a:pt x="475279" y="214019"/>
                  </a:lnTo>
                  <a:lnTo>
                    <a:pt x="567443" y="305933"/>
                  </a:lnTo>
                  <a:lnTo>
                    <a:pt x="651700" y="221903"/>
                  </a:lnTo>
                  <a:close/>
                  <a:moveTo>
                    <a:pt x="655773" y="1501201"/>
                  </a:moveTo>
                  <a:cubicBezTo>
                    <a:pt x="815538" y="1501201"/>
                    <a:pt x="954812" y="1415933"/>
                    <a:pt x="1034984" y="1288886"/>
                  </a:cubicBezTo>
                  <a:cubicBezTo>
                    <a:pt x="1044264" y="1289605"/>
                    <a:pt x="1053642" y="1289970"/>
                    <a:pt x="1063086" y="1289970"/>
                  </a:cubicBezTo>
                  <a:cubicBezTo>
                    <a:pt x="1270175" y="1289970"/>
                    <a:pt x="1433739" y="1116587"/>
                    <a:pt x="1433739" y="908129"/>
                  </a:cubicBezTo>
                  <a:cubicBezTo>
                    <a:pt x="1433739" y="746560"/>
                    <a:pt x="1336023" y="606919"/>
                    <a:pt x="1195830" y="551518"/>
                  </a:cubicBezTo>
                  <a:cubicBezTo>
                    <a:pt x="1161616" y="535329"/>
                    <a:pt x="1123505" y="526288"/>
                    <a:pt x="1083451" y="526288"/>
                  </a:cubicBezTo>
                  <a:lnTo>
                    <a:pt x="920287" y="526288"/>
                  </a:lnTo>
                  <a:lnTo>
                    <a:pt x="920287" y="656276"/>
                  </a:lnTo>
                  <a:lnTo>
                    <a:pt x="1083451" y="656277"/>
                  </a:lnTo>
                  <a:cubicBezTo>
                    <a:pt x="1104142" y="656277"/>
                    <a:pt x="1123654" y="661027"/>
                    <a:pt x="1141231" y="669568"/>
                  </a:cubicBezTo>
                  <a:cubicBezTo>
                    <a:pt x="1142860" y="670361"/>
                    <a:pt x="1144528" y="671089"/>
                    <a:pt x="1146229" y="671745"/>
                  </a:cubicBezTo>
                  <a:cubicBezTo>
                    <a:pt x="1236900" y="706803"/>
                    <a:pt x="1303399" y="798529"/>
                    <a:pt x="1303399" y="908129"/>
                  </a:cubicBezTo>
                  <a:cubicBezTo>
                    <a:pt x="1303399" y="1049649"/>
                    <a:pt x="1193418" y="1159982"/>
                    <a:pt x="1063086" y="1159982"/>
                  </a:cubicBezTo>
                  <a:cubicBezTo>
                    <a:pt x="1046187" y="1159982"/>
                    <a:pt x="1029764" y="1158164"/>
                    <a:pt x="1013954" y="1154725"/>
                  </a:cubicBezTo>
                  <a:cubicBezTo>
                    <a:pt x="984731" y="1148368"/>
                    <a:pt x="954917" y="1162669"/>
                    <a:pt x="941654" y="1189407"/>
                  </a:cubicBezTo>
                  <a:cubicBezTo>
                    <a:pt x="887550" y="1298479"/>
                    <a:pt x="779068" y="1371213"/>
                    <a:pt x="655773" y="1371213"/>
                  </a:cubicBezTo>
                  <a:cubicBezTo>
                    <a:pt x="480446" y="1371213"/>
                    <a:pt x="333996" y="1223052"/>
                    <a:pt x="333996" y="1034868"/>
                  </a:cubicBezTo>
                  <a:cubicBezTo>
                    <a:pt x="333996" y="1028862"/>
                    <a:pt x="334145" y="1022898"/>
                    <a:pt x="334442" y="1016981"/>
                  </a:cubicBezTo>
                  <a:cubicBezTo>
                    <a:pt x="335331" y="999204"/>
                    <a:pt x="328870" y="981841"/>
                    <a:pt x="316568" y="968944"/>
                  </a:cubicBezTo>
                  <a:cubicBezTo>
                    <a:pt x="304267" y="956049"/>
                    <a:pt x="287200" y="948750"/>
                    <a:pt x="269352" y="948750"/>
                  </a:cubicBezTo>
                  <a:lnTo>
                    <a:pt x="268826" y="948750"/>
                  </a:lnTo>
                  <a:cubicBezTo>
                    <a:pt x="194728" y="948750"/>
                    <a:pt x="130340" y="885706"/>
                    <a:pt x="130340" y="802514"/>
                  </a:cubicBezTo>
                  <a:cubicBezTo>
                    <a:pt x="130340" y="719320"/>
                    <a:pt x="194728" y="656277"/>
                    <a:pt x="268826" y="656277"/>
                  </a:cubicBezTo>
                  <a:lnTo>
                    <a:pt x="513452" y="656276"/>
                  </a:lnTo>
                  <a:lnTo>
                    <a:pt x="513452" y="526288"/>
                  </a:lnTo>
                  <a:lnTo>
                    <a:pt x="268826" y="526288"/>
                  </a:lnTo>
                  <a:cubicBezTo>
                    <a:pt x="117971" y="526288"/>
                    <a:pt x="0" y="652383"/>
                    <a:pt x="0" y="802514"/>
                  </a:cubicBezTo>
                  <a:cubicBezTo>
                    <a:pt x="0" y="930681"/>
                    <a:pt x="85980" y="1041331"/>
                    <a:pt x="204998" y="1070962"/>
                  </a:cubicBezTo>
                  <a:cubicBezTo>
                    <a:pt x="222807" y="1309609"/>
                    <a:pt x="415683" y="1501201"/>
                    <a:pt x="655773" y="1501201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ED30121-02D2-249A-42A8-26CFD9F316A8}"/>
                </a:ext>
              </a:extLst>
            </p:cNvPr>
            <p:cNvSpPr/>
            <p:nvPr/>
          </p:nvSpPr>
          <p:spPr>
            <a:xfrm>
              <a:off x="7103358" y="4643738"/>
              <a:ext cx="1433739" cy="1501201"/>
            </a:xfrm>
            <a:custGeom>
              <a:avLst/>
              <a:gdLst>
                <a:gd name="csX0" fmla="*/ 716870 w 1433739"/>
                <a:gd name="csY0" fmla="*/ 417137 h 1501201"/>
                <a:gd name="csX1" fmla="*/ 762952 w 1433739"/>
                <a:gd name="csY1" fmla="*/ 436173 h 1501201"/>
                <a:gd name="csX2" fmla="*/ 958462 w 1433739"/>
                <a:gd name="csY2" fmla="*/ 631156 h 1501201"/>
                <a:gd name="csX3" fmla="*/ 866298 w 1433739"/>
                <a:gd name="csY3" fmla="*/ 723070 h 1501201"/>
                <a:gd name="csX4" fmla="*/ 782040 w 1433739"/>
                <a:gd name="csY4" fmla="*/ 639040 h 1501201"/>
                <a:gd name="csX5" fmla="*/ 782040 w 1433739"/>
                <a:gd name="csY5" fmla="*/ 1501201 h 1501201"/>
                <a:gd name="csX6" fmla="*/ 651700 w 1433739"/>
                <a:gd name="csY6" fmla="*/ 1501201 h 1501201"/>
                <a:gd name="csX7" fmla="*/ 651700 w 1433739"/>
                <a:gd name="csY7" fmla="*/ 639040 h 1501201"/>
                <a:gd name="csX8" fmla="*/ 567443 w 1433739"/>
                <a:gd name="csY8" fmla="*/ 723070 h 1501201"/>
                <a:gd name="csX9" fmla="*/ 475279 w 1433739"/>
                <a:gd name="csY9" fmla="*/ 631156 h 1501201"/>
                <a:gd name="csX10" fmla="*/ 670788 w 1433739"/>
                <a:gd name="csY10" fmla="*/ 436173 h 1501201"/>
                <a:gd name="csX11" fmla="*/ 716870 w 1433739"/>
                <a:gd name="csY11" fmla="*/ 417137 h 1501201"/>
                <a:gd name="csX12" fmla="*/ 655773 w 1433739"/>
                <a:gd name="csY12" fmla="*/ 0 h 1501201"/>
                <a:gd name="csX13" fmla="*/ 1034984 w 1433739"/>
                <a:gd name="csY13" fmla="*/ 212315 h 1501201"/>
                <a:gd name="csX14" fmla="*/ 1063086 w 1433739"/>
                <a:gd name="csY14" fmla="*/ 211231 h 1501201"/>
                <a:gd name="csX15" fmla="*/ 1433739 w 1433739"/>
                <a:gd name="csY15" fmla="*/ 593072 h 1501201"/>
                <a:gd name="csX16" fmla="*/ 1195830 w 1433739"/>
                <a:gd name="csY16" fmla="*/ 949683 h 1501201"/>
                <a:gd name="csX17" fmla="*/ 1083451 w 1433739"/>
                <a:gd name="csY17" fmla="*/ 974913 h 1501201"/>
                <a:gd name="csX18" fmla="*/ 920287 w 1433739"/>
                <a:gd name="csY18" fmla="*/ 974913 h 1501201"/>
                <a:gd name="csX19" fmla="*/ 920287 w 1433739"/>
                <a:gd name="csY19" fmla="*/ 844925 h 1501201"/>
                <a:gd name="csX20" fmla="*/ 1083451 w 1433739"/>
                <a:gd name="csY20" fmla="*/ 844924 h 1501201"/>
                <a:gd name="csX21" fmla="*/ 1141231 w 1433739"/>
                <a:gd name="csY21" fmla="*/ 831633 h 1501201"/>
                <a:gd name="csX22" fmla="*/ 1146229 w 1433739"/>
                <a:gd name="csY22" fmla="*/ 829456 h 1501201"/>
                <a:gd name="csX23" fmla="*/ 1303399 w 1433739"/>
                <a:gd name="csY23" fmla="*/ 593072 h 1501201"/>
                <a:gd name="csX24" fmla="*/ 1063086 w 1433739"/>
                <a:gd name="csY24" fmla="*/ 341219 h 1501201"/>
                <a:gd name="csX25" fmla="*/ 1013954 w 1433739"/>
                <a:gd name="csY25" fmla="*/ 346476 h 1501201"/>
                <a:gd name="csX26" fmla="*/ 941654 w 1433739"/>
                <a:gd name="csY26" fmla="*/ 311794 h 1501201"/>
                <a:gd name="csX27" fmla="*/ 655773 w 1433739"/>
                <a:gd name="csY27" fmla="*/ 129988 h 1501201"/>
                <a:gd name="csX28" fmla="*/ 333996 w 1433739"/>
                <a:gd name="csY28" fmla="*/ 466333 h 1501201"/>
                <a:gd name="csX29" fmla="*/ 334442 w 1433739"/>
                <a:gd name="csY29" fmla="*/ 484220 h 1501201"/>
                <a:gd name="csX30" fmla="*/ 316568 w 1433739"/>
                <a:gd name="csY30" fmla="*/ 532257 h 1501201"/>
                <a:gd name="csX31" fmla="*/ 269352 w 1433739"/>
                <a:gd name="csY31" fmla="*/ 552451 h 1501201"/>
                <a:gd name="csX32" fmla="*/ 268826 w 1433739"/>
                <a:gd name="csY32" fmla="*/ 552451 h 1501201"/>
                <a:gd name="csX33" fmla="*/ 130340 w 1433739"/>
                <a:gd name="csY33" fmla="*/ 698687 h 1501201"/>
                <a:gd name="csX34" fmla="*/ 268826 w 1433739"/>
                <a:gd name="csY34" fmla="*/ 844924 h 1501201"/>
                <a:gd name="csX35" fmla="*/ 513452 w 1433739"/>
                <a:gd name="csY35" fmla="*/ 844925 h 1501201"/>
                <a:gd name="csX36" fmla="*/ 513452 w 1433739"/>
                <a:gd name="csY36" fmla="*/ 974913 h 1501201"/>
                <a:gd name="csX37" fmla="*/ 268826 w 1433739"/>
                <a:gd name="csY37" fmla="*/ 974913 h 1501201"/>
                <a:gd name="csX38" fmla="*/ 0 w 1433739"/>
                <a:gd name="csY38" fmla="*/ 698687 h 1501201"/>
                <a:gd name="csX39" fmla="*/ 204998 w 1433739"/>
                <a:gd name="csY39" fmla="*/ 430239 h 1501201"/>
                <a:gd name="csX40" fmla="*/ 655773 w 1433739"/>
                <a:gd name="csY40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1433739" h="1501201">
                  <a:moveTo>
                    <a:pt x="716870" y="417137"/>
                  </a:moveTo>
                  <a:cubicBezTo>
                    <a:pt x="733549" y="417137"/>
                    <a:pt x="750227" y="423483"/>
                    <a:pt x="762952" y="436173"/>
                  </a:cubicBezTo>
                  <a:lnTo>
                    <a:pt x="958462" y="631156"/>
                  </a:lnTo>
                  <a:lnTo>
                    <a:pt x="866298" y="723070"/>
                  </a:lnTo>
                  <a:lnTo>
                    <a:pt x="782040" y="639040"/>
                  </a:lnTo>
                  <a:lnTo>
                    <a:pt x="782040" y="1501201"/>
                  </a:lnTo>
                  <a:lnTo>
                    <a:pt x="651700" y="1501201"/>
                  </a:lnTo>
                  <a:lnTo>
                    <a:pt x="651700" y="639040"/>
                  </a:lnTo>
                  <a:lnTo>
                    <a:pt x="567443" y="723070"/>
                  </a:lnTo>
                  <a:lnTo>
                    <a:pt x="475279" y="631156"/>
                  </a:lnTo>
                  <a:lnTo>
                    <a:pt x="670788" y="436173"/>
                  </a:lnTo>
                  <a:cubicBezTo>
                    <a:pt x="683513" y="423483"/>
                    <a:pt x="700192" y="417137"/>
                    <a:pt x="716870" y="417137"/>
                  </a:cubicBezTo>
                  <a:close/>
                  <a:moveTo>
                    <a:pt x="655773" y="0"/>
                  </a:moveTo>
                  <a:cubicBezTo>
                    <a:pt x="815538" y="0"/>
                    <a:pt x="954812" y="85268"/>
                    <a:pt x="1034984" y="212315"/>
                  </a:cubicBezTo>
                  <a:cubicBezTo>
                    <a:pt x="1044264" y="211596"/>
                    <a:pt x="1053642" y="211231"/>
                    <a:pt x="1063086" y="211231"/>
                  </a:cubicBezTo>
                  <a:cubicBezTo>
                    <a:pt x="1270175" y="211231"/>
                    <a:pt x="1433739" y="384614"/>
                    <a:pt x="1433739" y="593072"/>
                  </a:cubicBezTo>
                  <a:cubicBezTo>
                    <a:pt x="1433739" y="754641"/>
                    <a:pt x="1336023" y="894282"/>
                    <a:pt x="1195830" y="949683"/>
                  </a:cubicBezTo>
                  <a:cubicBezTo>
                    <a:pt x="1161616" y="965872"/>
                    <a:pt x="1123505" y="974913"/>
                    <a:pt x="1083451" y="974913"/>
                  </a:cubicBezTo>
                  <a:lnTo>
                    <a:pt x="920287" y="974913"/>
                  </a:lnTo>
                  <a:lnTo>
                    <a:pt x="920287" y="844925"/>
                  </a:lnTo>
                  <a:lnTo>
                    <a:pt x="1083451" y="844924"/>
                  </a:lnTo>
                  <a:cubicBezTo>
                    <a:pt x="1104142" y="844924"/>
                    <a:pt x="1123654" y="840174"/>
                    <a:pt x="1141231" y="831633"/>
                  </a:cubicBezTo>
                  <a:cubicBezTo>
                    <a:pt x="1142860" y="830840"/>
                    <a:pt x="1144528" y="830112"/>
                    <a:pt x="1146229" y="829456"/>
                  </a:cubicBezTo>
                  <a:cubicBezTo>
                    <a:pt x="1236900" y="794398"/>
                    <a:pt x="1303399" y="702672"/>
                    <a:pt x="1303399" y="593072"/>
                  </a:cubicBezTo>
                  <a:cubicBezTo>
                    <a:pt x="1303399" y="451552"/>
                    <a:pt x="1193418" y="341219"/>
                    <a:pt x="1063086" y="341219"/>
                  </a:cubicBezTo>
                  <a:cubicBezTo>
                    <a:pt x="1046187" y="341219"/>
                    <a:pt x="1029764" y="343037"/>
                    <a:pt x="1013954" y="346476"/>
                  </a:cubicBezTo>
                  <a:cubicBezTo>
                    <a:pt x="984731" y="352833"/>
                    <a:pt x="954917" y="338532"/>
                    <a:pt x="941654" y="311794"/>
                  </a:cubicBezTo>
                  <a:cubicBezTo>
                    <a:pt x="887550" y="202722"/>
                    <a:pt x="779068" y="129988"/>
                    <a:pt x="655773" y="129988"/>
                  </a:cubicBezTo>
                  <a:cubicBezTo>
                    <a:pt x="480446" y="129988"/>
                    <a:pt x="333996" y="278149"/>
                    <a:pt x="333996" y="466333"/>
                  </a:cubicBezTo>
                  <a:cubicBezTo>
                    <a:pt x="333996" y="472339"/>
                    <a:pt x="334145" y="478303"/>
                    <a:pt x="334442" y="484220"/>
                  </a:cubicBezTo>
                  <a:cubicBezTo>
                    <a:pt x="335331" y="501997"/>
                    <a:pt x="328870" y="519360"/>
                    <a:pt x="316568" y="532257"/>
                  </a:cubicBezTo>
                  <a:cubicBezTo>
                    <a:pt x="304267" y="545152"/>
                    <a:pt x="287200" y="552451"/>
                    <a:pt x="269352" y="552451"/>
                  </a:cubicBezTo>
                  <a:lnTo>
                    <a:pt x="268826" y="552451"/>
                  </a:lnTo>
                  <a:cubicBezTo>
                    <a:pt x="194728" y="552451"/>
                    <a:pt x="130340" y="615495"/>
                    <a:pt x="130340" y="698687"/>
                  </a:cubicBezTo>
                  <a:cubicBezTo>
                    <a:pt x="130340" y="781881"/>
                    <a:pt x="194728" y="844924"/>
                    <a:pt x="268826" y="844924"/>
                  </a:cubicBezTo>
                  <a:lnTo>
                    <a:pt x="513452" y="844925"/>
                  </a:lnTo>
                  <a:lnTo>
                    <a:pt x="513452" y="974913"/>
                  </a:lnTo>
                  <a:lnTo>
                    <a:pt x="268826" y="974913"/>
                  </a:lnTo>
                  <a:cubicBezTo>
                    <a:pt x="117971" y="974913"/>
                    <a:pt x="0" y="848818"/>
                    <a:pt x="0" y="698687"/>
                  </a:cubicBezTo>
                  <a:cubicBezTo>
                    <a:pt x="0" y="570520"/>
                    <a:pt x="85980" y="459870"/>
                    <a:pt x="204998" y="430239"/>
                  </a:cubicBezTo>
                  <a:cubicBezTo>
                    <a:pt x="222807" y="191592"/>
                    <a:pt x="415683" y="0"/>
                    <a:pt x="655773" y="0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5612ED2-3631-BA3C-62B9-2745FDF703D2}"/>
                </a:ext>
              </a:extLst>
            </p:cNvPr>
            <p:cNvSpPr/>
            <p:nvPr/>
          </p:nvSpPr>
          <p:spPr>
            <a:xfrm flipV="1">
              <a:off x="1786431" y="4643145"/>
              <a:ext cx="1868123" cy="1501201"/>
            </a:xfrm>
            <a:custGeom>
              <a:avLst/>
              <a:gdLst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667773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165382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65382 w 1868123"/>
                <a:gd name="csY16" fmla="*/ 1399496 h 1501201"/>
                <a:gd name="csX17" fmla="*/ 69336 w 1868123"/>
                <a:gd name="csY17" fmla="*/ 1501201 h 1501201"/>
                <a:gd name="csX18" fmla="*/ 667773 w 1868123"/>
                <a:gd name="csY18" fmla="*/ 1501201 h 1501201"/>
                <a:gd name="csX19" fmla="*/ 1267848 w 1868123"/>
                <a:gd name="csY19" fmla="*/ 1501201 h 1501201"/>
                <a:gd name="csX20" fmla="*/ 1359442 w 1868123"/>
                <a:gd name="csY20" fmla="*/ 1501201 h 1501201"/>
                <a:gd name="csX21" fmla="*/ 1798787 w 1868123"/>
                <a:gd name="csY21" fmla="*/ 1501201 h 1501201"/>
                <a:gd name="csX22" fmla="*/ 1868123 w 1868123"/>
                <a:gd name="csY22" fmla="*/ 1431865 h 1501201"/>
                <a:gd name="csX23" fmla="*/ 1868123 w 1868123"/>
                <a:gd name="csY23" fmla="*/ 69336 h 1501201"/>
                <a:gd name="csX24" fmla="*/ 1798787 w 1868123"/>
                <a:gd name="csY24" fmla="*/ 0 h 1501201"/>
                <a:gd name="csX25" fmla="*/ 1359442 w 1868123"/>
                <a:gd name="csY25" fmla="*/ 0 h 1501201"/>
                <a:gd name="csX26" fmla="*/ 1267848 w 1868123"/>
                <a:gd name="csY26" fmla="*/ 0 h 1501201"/>
                <a:gd name="csX27" fmla="*/ 667773 w 1868123"/>
                <a:gd name="csY27" fmla="*/ 0 h 1501201"/>
                <a:gd name="csX28" fmla="*/ 69336 w 1868123"/>
                <a:gd name="csY28" fmla="*/ 0 h 1501201"/>
                <a:gd name="csX29" fmla="*/ 0 w 1868123"/>
                <a:gd name="csY29" fmla="*/ 69336 h 1501201"/>
                <a:gd name="csX30" fmla="*/ 0 w 1868123"/>
                <a:gd name="csY30" fmla="*/ 1431865 h 1501201"/>
                <a:gd name="csX31" fmla="*/ 69336 w 1868123"/>
                <a:gd name="csY3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65382 w 1868123"/>
                <a:gd name="csY15" fmla="*/ 1399496 h 1501201"/>
                <a:gd name="csX16" fmla="*/ 69336 w 1868123"/>
                <a:gd name="csY16" fmla="*/ 1501201 h 1501201"/>
                <a:gd name="csX17" fmla="*/ 667773 w 1868123"/>
                <a:gd name="csY17" fmla="*/ 1501201 h 1501201"/>
                <a:gd name="csX18" fmla="*/ 1267848 w 1868123"/>
                <a:gd name="csY18" fmla="*/ 1501201 h 1501201"/>
                <a:gd name="csX19" fmla="*/ 1359442 w 1868123"/>
                <a:gd name="csY19" fmla="*/ 1501201 h 1501201"/>
                <a:gd name="csX20" fmla="*/ 1798787 w 1868123"/>
                <a:gd name="csY20" fmla="*/ 1501201 h 1501201"/>
                <a:gd name="csX21" fmla="*/ 1868123 w 1868123"/>
                <a:gd name="csY21" fmla="*/ 1431865 h 1501201"/>
                <a:gd name="csX22" fmla="*/ 1868123 w 1868123"/>
                <a:gd name="csY22" fmla="*/ 69336 h 1501201"/>
                <a:gd name="csX23" fmla="*/ 1798787 w 1868123"/>
                <a:gd name="csY23" fmla="*/ 0 h 1501201"/>
                <a:gd name="csX24" fmla="*/ 1359442 w 1868123"/>
                <a:gd name="csY24" fmla="*/ 0 h 1501201"/>
                <a:gd name="csX25" fmla="*/ 1267848 w 1868123"/>
                <a:gd name="csY25" fmla="*/ 0 h 1501201"/>
                <a:gd name="csX26" fmla="*/ 667773 w 1868123"/>
                <a:gd name="csY26" fmla="*/ 0 h 1501201"/>
                <a:gd name="csX27" fmla="*/ 69336 w 1868123"/>
                <a:gd name="csY27" fmla="*/ 0 h 1501201"/>
                <a:gd name="csX28" fmla="*/ 0 w 1868123"/>
                <a:gd name="csY28" fmla="*/ 69336 h 1501201"/>
                <a:gd name="csX29" fmla="*/ 0 w 1868123"/>
                <a:gd name="csY29" fmla="*/ 1431865 h 1501201"/>
                <a:gd name="csX30" fmla="*/ 69336 w 1868123"/>
                <a:gd name="csY3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65382 w 1868123"/>
                <a:gd name="csY14" fmla="*/ 1399496 h 1501201"/>
                <a:gd name="csX15" fmla="*/ 69336 w 1868123"/>
                <a:gd name="csY15" fmla="*/ 1501201 h 1501201"/>
                <a:gd name="csX16" fmla="*/ 667773 w 1868123"/>
                <a:gd name="csY16" fmla="*/ 1501201 h 1501201"/>
                <a:gd name="csX17" fmla="*/ 1267848 w 1868123"/>
                <a:gd name="csY17" fmla="*/ 1501201 h 1501201"/>
                <a:gd name="csX18" fmla="*/ 1359442 w 1868123"/>
                <a:gd name="csY18" fmla="*/ 1501201 h 1501201"/>
                <a:gd name="csX19" fmla="*/ 1798787 w 1868123"/>
                <a:gd name="csY19" fmla="*/ 1501201 h 1501201"/>
                <a:gd name="csX20" fmla="*/ 1868123 w 1868123"/>
                <a:gd name="csY20" fmla="*/ 1431865 h 1501201"/>
                <a:gd name="csX21" fmla="*/ 1868123 w 1868123"/>
                <a:gd name="csY21" fmla="*/ 69336 h 1501201"/>
                <a:gd name="csX22" fmla="*/ 1798787 w 1868123"/>
                <a:gd name="csY22" fmla="*/ 0 h 1501201"/>
                <a:gd name="csX23" fmla="*/ 1359442 w 1868123"/>
                <a:gd name="csY23" fmla="*/ 0 h 1501201"/>
                <a:gd name="csX24" fmla="*/ 1267848 w 1868123"/>
                <a:gd name="csY24" fmla="*/ 0 h 1501201"/>
                <a:gd name="csX25" fmla="*/ 667773 w 1868123"/>
                <a:gd name="csY25" fmla="*/ 0 h 1501201"/>
                <a:gd name="csX26" fmla="*/ 69336 w 1868123"/>
                <a:gd name="csY26" fmla="*/ 0 h 1501201"/>
                <a:gd name="csX27" fmla="*/ 0 w 1868123"/>
                <a:gd name="csY27" fmla="*/ 69336 h 1501201"/>
                <a:gd name="csX28" fmla="*/ 0 w 1868123"/>
                <a:gd name="csY28" fmla="*/ 1431865 h 1501201"/>
                <a:gd name="csX29" fmla="*/ 69336 w 1868123"/>
                <a:gd name="csY2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65382 w 1868123"/>
                <a:gd name="csY13" fmla="*/ 1399496 h 1501201"/>
                <a:gd name="csX14" fmla="*/ 69336 w 1868123"/>
                <a:gd name="csY14" fmla="*/ 1501201 h 1501201"/>
                <a:gd name="csX15" fmla="*/ 667773 w 1868123"/>
                <a:gd name="csY15" fmla="*/ 1501201 h 1501201"/>
                <a:gd name="csX16" fmla="*/ 1267848 w 1868123"/>
                <a:gd name="csY16" fmla="*/ 1501201 h 1501201"/>
                <a:gd name="csX17" fmla="*/ 1359442 w 1868123"/>
                <a:gd name="csY17" fmla="*/ 1501201 h 1501201"/>
                <a:gd name="csX18" fmla="*/ 1798787 w 1868123"/>
                <a:gd name="csY18" fmla="*/ 1501201 h 1501201"/>
                <a:gd name="csX19" fmla="*/ 1868123 w 1868123"/>
                <a:gd name="csY19" fmla="*/ 1431865 h 1501201"/>
                <a:gd name="csX20" fmla="*/ 1868123 w 1868123"/>
                <a:gd name="csY20" fmla="*/ 69336 h 1501201"/>
                <a:gd name="csX21" fmla="*/ 1798787 w 1868123"/>
                <a:gd name="csY21" fmla="*/ 0 h 1501201"/>
                <a:gd name="csX22" fmla="*/ 1359442 w 1868123"/>
                <a:gd name="csY22" fmla="*/ 0 h 1501201"/>
                <a:gd name="csX23" fmla="*/ 1267848 w 1868123"/>
                <a:gd name="csY23" fmla="*/ 0 h 1501201"/>
                <a:gd name="csX24" fmla="*/ 667773 w 1868123"/>
                <a:gd name="csY24" fmla="*/ 0 h 1501201"/>
                <a:gd name="csX25" fmla="*/ 69336 w 1868123"/>
                <a:gd name="csY25" fmla="*/ 0 h 1501201"/>
                <a:gd name="csX26" fmla="*/ 0 w 1868123"/>
                <a:gd name="csY26" fmla="*/ 69336 h 1501201"/>
                <a:gd name="csX27" fmla="*/ 0 w 1868123"/>
                <a:gd name="csY27" fmla="*/ 1431865 h 1501201"/>
                <a:gd name="csX28" fmla="*/ 69336 w 1868123"/>
                <a:gd name="csY2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702741 w 1868123"/>
                <a:gd name="csY8" fmla="*/ 101705 h 1501201"/>
                <a:gd name="csX9" fmla="*/ 1766418 w 1868123"/>
                <a:gd name="csY9" fmla="*/ 165382 h 1501201"/>
                <a:gd name="csX10" fmla="*/ 1766418 w 1868123"/>
                <a:gd name="csY10" fmla="*/ 1335819 h 1501201"/>
                <a:gd name="csX11" fmla="*/ 1702741 w 1868123"/>
                <a:gd name="csY11" fmla="*/ 1399496 h 1501201"/>
                <a:gd name="csX12" fmla="*/ 165382 w 1868123"/>
                <a:gd name="csY12" fmla="*/ 1399496 h 1501201"/>
                <a:gd name="csX13" fmla="*/ 69336 w 1868123"/>
                <a:gd name="csY13" fmla="*/ 1501201 h 1501201"/>
                <a:gd name="csX14" fmla="*/ 667773 w 1868123"/>
                <a:gd name="csY14" fmla="*/ 1501201 h 1501201"/>
                <a:gd name="csX15" fmla="*/ 1267848 w 1868123"/>
                <a:gd name="csY15" fmla="*/ 1501201 h 1501201"/>
                <a:gd name="csX16" fmla="*/ 1359442 w 1868123"/>
                <a:gd name="csY16" fmla="*/ 1501201 h 1501201"/>
                <a:gd name="csX17" fmla="*/ 1798787 w 1868123"/>
                <a:gd name="csY17" fmla="*/ 1501201 h 1501201"/>
                <a:gd name="csX18" fmla="*/ 1868123 w 1868123"/>
                <a:gd name="csY18" fmla="*/ 1431865 h 1501201"/>
                <a:gd name="csX19" fmla="*/ 1868123 w 1868123"/>
                <a:gd name="csY19" fmla="*/ 69336 h 1501201"/>
                <a:gd name="csX20" fmla="*/ 1798787 w 1868123"/>
                <a:gd name="csY20" fmla="*/ 0 h 1501201"/>
                <a:gd name="csX21" fmla="*/ 1359442 w 1868123"/>
                <a:gd name="csY21" fmla="*/ 0 h 1501201"/>
                <a:gd name="csX22" fmla="*/ 1267848 w 1868123"/>
                <a:gd name="csY22" fmla="*/ 0 h 1501201"/>
                <a:gd name="csX23" fmla="*/ 667773 w 1868123"/>
                <a:gd name="csY23" fmla="*/ 0 h 1501201"/>
                <a:gd name="csX24" fmla="*/ 69336 w 1868123"/>
                <a:gd name="csY24" fmla="*/ 0 h 1501201"/>
                <a:gd name="csX25" fmla="*/ 0 w 1868123"/>
                <a:gd name="csY25" fmla="*/ 69336 h 1501201"/>
                <a:gd name="csX26" fmla="*/ 0 w 1868123"/>
                <a:gd name="csY26" fmla="*/ 1431865 h 1501201"/>
                <a:gd name="csX27" fmla="*/ 69336 w 1868123"/>
                <a:gd name="csY27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702741 w 1868123"/>
                <a:gd name="csY7" fmla="*/ 101705 h 1501201"/>
                <a:gd name="csX8" fmla="*/ 1766418 w 1868123"/>
                <a:gd name="csY8" fmla="*/ 165382 h 1501201"/>
                <a:gd name="csX9" fmla="*/ 1766418 w 1868123"/>
                <a:gd name="csY9" fmla="*/ 1335819 h 1501201"/>
                <a:gd name="csX10" fmla="*/ 1702741 w 1868123"/>
                <a:gd name="csY10" fmla="*/ 1399496 h 1501201"/>
                <a:gd name="csX11" fmla="*/ 165382 w 1868123"/>
                <a:gd name="csY11" fmla="*/ 1399496 h 1501201"/>
                <a:gd name="csX12" fmla="*/ 69336 w 1868123"/>
                <a:gd name="csY12" fmla="*/ 1501201 h 1501201"/>
                <a:gd name="csX13" fmla="*/ 667773 w 1868123"/>
                <a:gd name="csY13" fmla="*/ 1501201 h 1501201"/>
                <a:gd name="csX14" fmla="*/ 1267848 w 1868123"/>
                <a:gd name="csY14" fmla="*/ 1501201 h 1501201"/>
                <a:gd name="csX15" fmla="*/ 1359442 w 1868123"/>
                <a:gd name="csY15" fmla="*/ 1501201 h 1501201"/>
                <a:gd name="csX16" fmla="*/ 1798787 w 1868123"/>
                <a:gd name="csY16" fmla="*/ 1501201 h 1501201"/>
                <a:gd name="csX17" fmla="*/ 1868123 w 1868123"/>
                <a:gd name="csY17" fmla="*/ 1431865 h 1501201"/>
                <a:gd name="csX18" fmla="*/ 1868123 w 1868123"/>
                <a:gd name="csY18" fmla="*/ 69336 h 1501201"/>
                <a:gd name="csX19" fmla="*/ 1798787 w 1868123"/>
                <a:gd name="csY19" fmla="*/ 0 h 1501201"/>
                <a:gd name="csX20" fmla="*/ 1359442 w 1868123"/>
                <a:gd name="csY20" fmla="*/ 0 h 1501201"/>
                <a:gd name="csX21" fmla="*/ 1267848 w 1868123"/>
                <a:gd name="csY21" fmla="*/ 0 h 1501201"/>
                <a:gd name="csX22" fmla="*/ 667773 w 1868123"/>
                <a:gd name="csY22" fmla="*/ 0 h 1501201"/>
                <a:gd name="csX23" fmla="*/ 69336 w 1868123"/>
                <a:gd name="csY23" fmla="*/ 0 h 1501201"/>
                <a:gd name="csX24" fmla="*/ 0 w 1868123"/>
                <a:gd name="csY24" fmla="*/ 69336 h 1501201"/>
                <a:gd name="csX25" fmla="*/ 0 w 1868123"/>
                <a:gd name="csY25" fmla="*/ 1431865 h 1501201"/>
                <a:gd name="csX26" fmla="*/ 69336 w 1868123"/>
                <a:gd name="csY26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702741 w 1868123"/>
                <a:gd name="csY6" fmla="*/ 101705 h 1501201"/>
                <a:gd name="csX7" fmla="*/ 1766418 w 1868123"/>
                <a:gd name="csY7" fmla="*/ 165382 h 1501201"/>
                <a:gd name="csX8" fmla="*/ 1766418 w 1868123"/>
                <a:gd name="csY8" fmla="*/ 1335819 h 1501201"/>
                <a:gd name="csX9" fmla="*/ 1702741 w 1868123"/>
                <a:gd name="csY9" fmla="*/ 1399496 h 1501201"/>
                <a:gd name="csX10" fmla="*/ 165382 w 1868123"/>
                <a:gd name="csY10" fmla="*/ 1399496 h 1501201"/>
                <a:gd name="csX11" fmla="*/ 69336 w 1868123"/>
                <a:gd name="csY11" fmla="*/ 1501201 h 1501201"/>
                <a:gd name="csX12" fmla="*/ 667773 w 1868123"/>
                <a:gd name="csY12" fmla="*/ 1501201 h 1501201"/>
                <a:gd name="csX13" fmla="*/ 1267848 w 1868123"/>
                <a:gd name="csY13" fmla="*/ 1501201 h 1501201"/>
                <a:gd name="csX14" fmla="*/ 1359442 w 1868123"/>
                <a:gd name="csY14" fmla="*/ 1501201 h 1501201"/>
                <a:gd name="csX15" fmla="*/ 1798787 w 1868123"/>
                <a:gd name="csY15" fmla="*/ 1501201 h 1501201"/>
                <a:gd name="csX16" fmla="*/ 1868123 w 1868123"/>
                <a:gd name="csY16" fmla="*/ 1431865 h 1501201"/>
                <a:gd name="csX17" fmla="*/ 1868123 w 1868123"/>
                <a:gd name="csY17" fmla="*/ 69336 h 1501201"/>
                <a:gd name="csX18" fmla="*/ 1798787 w 1868123"/>
                <a:gd name="csY18" fmla="*/ 0 h 1501201"/>
                <a:gd name="csX19" fmla="*/ 1359442 w 1868123"/>
                <a:gd name="csY19" fmla="*/ 0 h 1501201"/>
                <a:gd name="csX20" fmla="*/ 1267848 w 1868123"/>
                <a:gd name="csY20" fmla="*/ 0 h 1501201"/>
                <a:gd name="csX21" fmla="*/ 667773 w 1868123"/>
                <a:gd name="csY21" fmla="*/ 0 h 1501201"/>
                <a:gd name="csX22" fmla="*/ 69336 w 1868123"/>
                <a:gd name="csY22" fmla="*/ 0 h 1501201"/>
                <a:gd name="csX23" fmla="*/ 0 w 1868123"/>
                <a:gd name="csY23" fmla="*/ 69336 h 1501201"/>
                <a:gd name="csX24" fmla="*/ 0 w 1868123"/>
                <a:gd name="csY24" fmla="*/ 1431865 h 1501201"/>
                <a:gd name="csX25" fmla="*/ 69336 w 1868123"/>
                <a:gd name="csY25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702741 w 1868123"/>
                <a:gd name="csY5" fmla="*/ 101705 h 1501201"/>
                <a:gd name="csX6" fmla="*/ 1766418 w 1868123"/>
                <a:gd name="csY6" fmla="*/ 165382 h 1501201"/>
                <a:gd name="csX7" fmla="*/ 1766418 w 1868123"/>
                <a:gd name="csY7" fmla="*/ 1335819 h 1501201"/>
                <a:gd name="csX8" fmla="*/ 1702741 w 1868123"/>
                <a:gd name="csY8" fmla="*/ 1399496 h 1501201"/>
                <a:gd name="csX9" fmla="*/ 165382 w 1868123"/>
                <a:gd name="csY9" fmla="*/ 1399496 h 1501201"/>
                <a:gd name="csX10" fmla="*/ 69336 w 1868123"/>
                <a:gd name="csY10" fmla="*/ 1501201 h 1501201"/>
                <a:gd name="csX11" fmla="*/ 667773 w 1868123"/>
                <a:gd name="csY11" fmla="*/ 1501201 h 1501201"/>
                <a:gd name="csX12" fmla="*/ 1267848 w 1868123"/>
                <a:gd name="csY12" fmla="*/ 1501201 h 1501201"/>
                <a:gd name="csX13" fmla="*/ 1359442 w 1868123"/>
                <a:gd name="csY13" fmla="*/ 1501201 h 1501201"/>
                <a:gd name="csX14" fmla="*/ 1798787 w 1868123"/>
                <a:gd name="csY14" fmla="*/ 1501201 h 1501201"/>
                <a:gd name="csX15" fmla="*/ 1868123 w 1868123"/>
                <a:gd name="csY15" fmla="*/ 1431865 h 1501201"/>
                <a:gd name="csX16" fmla="*/ 1868123 w 1868123"/>
                <a:gd name="csY16" fmla="*/ 69336 h 1501201"/>
                <a:gd name="csX17" fmla="*/ 1798787 w 1868123"/>
                <a:gd name="csY17" fmla="*/ 0 h 1501201"/>
                <a:gd name="csX18" fmla="*/ 1359442 w 1868123"/>
                <a:gd name="csY18" fmla="*/ 0 h 1501201"/>
                <a:gd name="csX19" fmla="*/ 1267848 w 1868123"/>
                <a:gd name="csY19" fmla="*/ 0 h 1501201"/>
                <a:gd name="csX20" fmla="*/ 667773 w 1868123"/>
                <a:gd name="csY20" fmla="*/ 0 h 1501201"/>
                <a:gd name="csX21" fmla="*/ 69336 w 1868123"/>
                <a:gd name="csY21" fmla="*/ 0 h 1501201"/>
                <a:gd name="csX22" fmla="*/ 0 w 1868123"/>
                <a:gd name="csY22" fmla="*/ 69336 h 1501201"/>
                <a:gd name="csX23" fmla="*/ 0 w 1868123"/>
                <a:gd name="csY23" fmla="*/ 1431865 h 1501201"/>
                <a:gd name="csX24" fmla="*/ 69336 w 1868123"/>
                <a:gd name="csY24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67773 w 1868123"/>
                <a:gd name="csY19" fmla="*/ 0 h 1501201"/>
                <a:gd name="csX20" fmla="*/ 69336 w 1868123"/>
                <a:gd name="csY20" fmla="*/ 0 h 1501201"/>
                <a:gd name="csX21" fmla="*/ 0 w 1868123"/>
                <a:gd name="csY21" fmla="*/ 69336 h 1501201"/>
                <a:gd name="csX22" fmla="*/ 0 w 1868123"/>
                <a:gd name="csY22" fmla="*/ 1431865 h 1501201"/>
                <a:gd name="csX23" fmla="*/ 69336 w 1868123"/>
                <a:gd name="csY23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9336 w 1868123"/>
                <a:gd name="csY19" fmla="*/ 0 h 1501201"/>
                <a:gd name="csX20" fmla="*/ 0 w 1868123"/>
                <a:gd name="csY20" fmla="*/ 69336 h 1501201"/>
                <a:gd name="csX21" fmla="*/ 0 w 1868123"/>
                <a:gd name="csY21" fmla="*/ 1431865 h 1501201"/>
                <a:gd name="csX22" fmla="*/ 69336 w 1868123"/>
                <a:gd name="csY2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69336 w 1868123"/>
                <a:gd name="csY18" fmla="*/ 0 h 1501201"/>
                <a:gd name="csX19" fmla="*/ 0 w 1868123"/>
                <a:gd name="csY19" fmla="*/ 69336 h 1501201"/>
                <a:gd name="csX20" fmla="*/ 0 w 1868123"/>
                <a:gd name="csY20" fmla="*/ 1431865 h 1501201"/>
                <a:gd name="csX21" fmla="*/ 69336 w 1868123"/>
                <a:gd name="csY2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69336 w 1868123"/>
                <a:gd name="csY17" fmla="*/ 0 h 1501201"/>
                <a:gd name="csX18" fmla="*/ 0 w 1868123"/>
                <a:gd name="csY18" fmla="*/ 69336 h 1501201"/>
                <a:gd name="csX19" fmla="*/ 0 w 1868123"/>
                <a:gd name="csY19" fmla="*/ 1431865 h 1501201"/>
                <a:gd name="csX20" fmla="*/ 69336 w 1868123"/>
                <a:gd name="csY2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798787 w 1868123"/>
                <a:gd name="csY12" fmla="*/ 1501201 h 1501201"/>
                <a:gd name="csX13" fmla="*/ 1868123 w 1868123"/>
                <a:gd name="csY13" fmla="*/ 1431865 h 1501201"/>
                <a:gd name="csX14" fmla="*/ 1868123 w 1868123"/>
                <a:gd name="csY14" fmla="*/ 69336 h 1501201"/>
                <a:gd name="csX15" fmla="*/ 1798787 w 1868123"/>
                <a:gd name="csY15" fmla="*/ 0 h 1501201"/>
                <a:gd name="csX16" fmla="*/ 69336 w 1868123"/>
                <a:gd name="csY16" fmla="*/ 0 h 1501201"/>
                <a:gd name="csX17" fmla="*/ 0 w 1868123"/>
                <a:gd name="csY17" fmla="*/ 69336 h 1501201"/>
                <a:gd name="csX18" fmla="*/ 0 w 1868123"/>
                <a:gd name="csY18" fmla="*/ 1431865 h 1501201"/>
                <a:gd name="csX19" fmla="*/ 69336 w 1868123"/>
                <a:gd name="csY1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798787 w 1868123"/>
                <a:gd name="csY11" fmla="*/ 1501201 h 1501201"/>
                <a:gd name="csX12" fmla="*/ 1868123 w 1868123"/>
                <a:gd name="csY12" fmla="*/ 1431865 h 1501201"/>
                <a:gd name="csX13" fmla="*/ 1868123 w 1868123"/>
                <a:gd name="csY13" fmla="*/ 69336 h 1501201"/>
                <a:gd name="csX14" fmla="*/ 1798787 w 1868123"/>
                <a:gd name="csY14" fmla="*/ 0 h 1501201"/>
                <a:gd name="csX15" fmla="*/ 69336 w 1868123"/>
                <a:gd name="csY15" fmla="*/ 0 h 1501201"/>
                <a:gd name="csX16" fmla="*/ 0 w 1868123"/>
                <a:gd name="csY16" fmla="*/ 69336 h 1501201"/>
                <a:gd name="csX17" fmla="*/ 0 w 1868123"/>
                <a:gd name="csY17" fmla="*/ 1431865 h 1501201"/>
                <a:gd name="csX18" fmla="*/ 69336 w 1868123"/>
                <a:gd name="csY1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1798787 w 1868123"/>
                <a:gd name="csY10" fmla="*/ 1501201 h 1501201"/>
                <a:gd name="csX11" fmla="*/ 1868123 w 1868123"/>
                <a:gd name="csY11" fmla="*/ 1431865 h 1501201"/>
                <a:gd name="csX12" fmla="*/ 1868123 w 1868123"/>
                <a:gd name="csY12" fmla="*/ 69336 h 1501201"/>
                <a:gd name="csX13" fmla="*/ 1798787 w 1868123"/>
                <a:gd name="csY13" fmla="*/ 0 h 1501201"/>
                <a:gd name="csX14" fmla="*/ 69336 w 1868123"/>
                <a:gd name="csY14" fmla="*/ 0 h 1501201"/>
                <a:gd name="csX15" fmla="*/ 0 w 1868123"/>
                <a:gd name="csY15" fmla="*/ 69336 h 1501201"/>
                <a:gd name="csX16" fmla="*/ 0 w 1868123"/>
                <a:gd name="csY16" fmla="*/ 1431865 h 1501201"/>
                <a:gd name="csX17" fmla="*/ 69336 w 1868123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868123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1702741" y="101705"/>
                  </a:lnTo>
                  <a:cubicBezTo>
                    <a:pt x="1737909" y="101705"/>
                    <a:pt x="1766418" y="130214"/>
                    <a:pt x="1766418" y="165382"/>
                  </a:cubicBezTo>
                  <a:lnTo>
                    <a:pt x="1766418" y="1335819"/>
                  </a:lnTo>
                  <a:cubicBezTo>
                    <a:pt x="1766418" y="1370987"/>
                    <a:pt x="1737909" y="1399496"/>
                    <a:pt x="1702741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798787" y="1501201"/>
                  </a:lnTo>
                  <a:cubicBezTo>
                    <a:pt x="1837080" y="1501201"/>
                    <a:pt x="1868123" y="1470158"/>
                    <a:pt x="1868123" y="1431865"/>
                  </a:cubicBezTo>
                  <a:lnTo>
                    <a:pt x="1868123" y="69336"/>
                  </a:lnTo>
                  <a:cubicBezTo>
                    <a:pt x="1868123" y="31043"/>
                    <a:pt x="1837080" y="0"/>
                    <a:pt x="1798787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603DBB4-5B7F-2455-235E-B226BA2459D4}"/>
              </a:ext>
            </a:extLst>
          </p:cNvPr>
          <p:cNvSpPr/>
          <p:nvPr/>
        </p:nvSpPr>
        <p:spPr>
          <a:xfrm>
            <a:off x="7046539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1F2DE43-C37E-B668-39D0-DB992EC4D51D}"/>
              </a:ext>
            </a:extLst>
          </p:cNvPr>
          <p:cNvSpPr/>
          <p:nvPr/>
        </p:nvSpPr>
        <p:spPr>
          <a:xfrm flipV="1">
            <a:off x="3122542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CCA910C-7395-BD5A-F1E9-8375E0B52D13}"/>
              </a:ext>
            </a:extLst>
          </p:cNvPr>
          <p:cNvSpPr/>
          <p:nvPr/>
        </p:nvSpPr>
        <p:spPr>
          <a:xfrm flipV="1">
            <a:off x="1160544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906837-1153-DD9D-65FE-212805DF62C2}"/>
              </a:ext>
            </a:extLst>
          </p:cNvPr>
          <p:cNvSpPr/>
          <p:nvPr/>
        </p:nvSpPr>
        <p:spPr>
          <a:xfrm flipH="1" flipV="1">
            <a:off x="5084540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B922E4-F015-00EC-6B28-FC9EFDE5903A}"/>
              </a:ext>
            </a:extLst>
          </p:cNvPr>
          <p:cNvSpPr/>
          <p:nvPr/>
        </p:nvSpPr>
        <p:spPr>
          <a:xfrm flipV="1">
            <a:off x="9163334" y="2724217"/>
            <a:ext cx="1868123" cy="1501201"/>
          </a:xfrm>
          <a:custGeom>
            <a:avLst/>
            <a:gdLst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667773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165382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65382 w 1868123"/>
              <a:gd name="csY16" fmla="*/ 1399496 h 1501201"/>
              <a:gd name="csX17" fmla="*/ 69336 w 1868123"/>
              <a:gd name="csY17" fmla="*/ 1501201 h 1501201"/>
              <a:gd name="csX18" fmla="*/ 667773 w 1868123"/>
              <a:gd name="csY18" fmla="*/ 1501201 h 1501201"/>
              <a:gd name="csX19" fmla="*/ 1267848 w 1868123"/>
              <a:gd name="csY19" fmla="*/ 1501201 h 1501201"/>
              <a:gd name="csX20" fmla="*/ 1359442 w 1868123"/>
              <a:gd name="csY20" fmla="*/ 1501201 h 1501201"/>
              <a:gd name="csX21" fmla="*/ 1798787 w 1868123"/>
              <a:gd name="csY21" fmla="*/ 1501201 h 1501201"/>
              <a:gd name="csX22" fmla="*/ 1868123 w 1868123"/>
              <a:gd name="csY22" fmla="*/ 1431865 h 1501201"/>
              <a:gd name="csX23" fmla="*/ 1868123 w 1868123"/>
              <a:gd name="csY23" fmla="*/ 69336 h 1501201"/>
              <a:gd name="csX24" fmla="*/ 1798787 w 1868123"/>
              <a:gd name="csY24" fmla="*/ 0 h 1501201"/>
              <a:gd name="csX25" fmla="*/ 1359442 w 1868123"/>
              <a:gd name="csY25" fmla="*/ 0 h 1501201"/>
              <a:gd name="csX26" fmla="*/ 1267848 w 1868123"/>
              <a:gd name="csY26" fmla="*/ 0 h 1501201"/>
              <a:gd name="csX27" fmla="*/ 667773 w 1868123"/>
              <a:gd name="csY27" fmla="*/ 0 h 1501201"/>
              <a:gd name="csX28" fmla="*/ 69336 w 1868123"/>
              <a:gd name="csY28" fmla="*/ 0 h 1501201"/>
              <a:gd name="csX29" fmla="*/ 0 w 1868123"/>
              <a:gd name="csY29" fmla="*/ 69336 h 1501201"/>
              <a:gd name="csX30" fmla="*/ 0 w 1868123"/>
              <a:gd name="csY30" fmla="*/ 1431865 h 1501201"/>
              <a:gd name="csX31" fmla="*/ 69336 w 1868123"/>
              <a:gd name="csY3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65382 w 1868123"/>
              <a:gd name="csY15" fmla="*/ 1399496 h 1501201"/>
              <a:gd name="csX16" fmla="*/ 69336 w 1868123"/>
              <a:gd name="csY16" fmla="*/ 1501201 h 1501201"/>
              <a:gd name="csX17" fmla="*/ 667773 w 1868123"/>
              <a:gd name="csY17" fmla="*/ 1501201 h 1501201"/>
              <a:gd name="csX18" fmla="*/ 1267848 w 1868123"/>
              <a:gd name="csY18" fmla="*/ 1501201 h 1501201"/>
              <a:gd name="csX19" fmla="*/ 1359442 w 1868123"/>
              <a:gd name="csY19" fmla="*/ 1501201 h 1501201"/>
              <a:gd name="csX20" fmla="*/ 1798787 w 1868123"/>
              <a:gd name="csY20" fmla="*/ 1501201 h 1501201"/>
              <a:gd name="csX21" fmla="*/ 1868123 w 1868123"/>
              <a:gd name="csY21" fmla="*/ 1431865 h 1501201"/>
              <a:gd name="csX22" fmla="*/ 1868123 w 1868123"/>
              <a:gd name="csY22" fmla="*/ 69336 h 1501201"/>
              <a:gd name="csX23" fmla="*/ 1798787 w 1868123"/>
              <a:gd name="csY23" fmla="*/ 0 h 1501201"/>
              <a:gd name="csX24" fmla="*/ 1359442 w 1868123"/>
              <a:gd name="csY24" fmla="*/ 0 h 1501201"/>
              <a:gd name="csX25" fmla="*/ 1267848 w 1868123"/>
              <a:gd name="csY25" fmla="*/ 0 h 1501201"/>
              <a:gd name="csX26" fmla="*/ 667773 w 1868123"/>
              <a:gd name="csY26" fmla="*/ 0 h 1501201"/>
              <a:gd name="csX27" fmla="*/ 69336 w 1868123"/>
              <a:gd name="csY27" fmla="*/ 0 h 1501201"/>
              <a:gd name="csX28" fmla="*/ 0 w 1868123"/>
              <a:gd name="csY28" fmla="*/ 69336 h 1501201"/>
              <a:gd name="csX29" fmla="*/ 0 w 1868123"/>
              <a:gd name="csY29" fmla="*/ 1431865 h 1501201"/>
              <a:gd name="csX30" fmla="*/ 69336 w 1868123"/>
              <a:gd name="csY3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65382 w 1868123"/>
              <a:gd name="csY14" fmla="*/ 1399496 h 1501201"/>
              <a:gd name="csX15" fmla="*/ 69336 w 1868123"/>
              <a:gd name="csY15" fmla="*/ 1501201 h 1501201"/>
              <a:gd name="csX16" fmla="*/ 667773 w 1868123"/>
              <a:gd name="csY16" fmla="*/ 1501201 h 1501201"/>
              <a:gd name="csX17" fmla="*/ 1267848 w 1868123"/>
              <a:gd name="csY17" fmla="*/ 1501201 h 1501201"/>
              <a:gd name="csX18" fmla="*/ 1359442 w 1868123"/>
              <a:gd name="csY18" fmla="*/ 1501201 h 1501201"/>
              <a:gd name="csX19" fmla="*/ 1798787 w 1868123"/>
              <a:gd name="csY19" fmla="*/ 1501201 h 1501201"/>
              <a:gd name="csX20" fmla="*/ 1868123 w 1868123"/>
              <a:gd name="csY20" fmla="*/ 1431865 h 1501201"/>
              <a:gd name="csX21" fmla="*/ 1868123 w 1868123"/>
              <a:gd name="csY21" fmla="*/ 69336 h 1501201"/>
              <a:gd name="csX22" fmla="*/ 1798787 w 1868123"/>
              <a:gd name="csY22" fmla="*/ 0 h 1501201"/>
              <a:gd name="csX23" fmla="*/ 1359442 w 1868123"/>
              <a:gd name="csY23" fmla="*/ 0 h 1501201"/>
              <a:gd name="csX24" fmla="*/ 1267848 w 1868123"/>
              <a:gd name="csY24" fmla="*/ 0 h 1501201"/>
              <a:gd name="csX25" fmla="*/ 667773 w 1868123"/>
              <a:gd name="csY25" fmla="*/ 0 h 1501201"/>
              <a:gd name="csX26" fmla="*/ 69336 w 1868123"/>
              <a:gd name="csY26" fmla="*/ 0 h 1501201"/>
              <a:gd name="csX27" fmla="*/ 0 w 1868123"/>
              <a:gd name="csY27" fmla="*/ 69336 h 1501201"/>
              <a:gd name="csX28" fmla="*/ 0 w 1868123"/>
              <a:gd name="csY28" fmla="*/ 1431865 h 1501201"/>
              <a:gd name="csX29" fmla="*/ 69336 w 1868123"/>
              <a:gd name="csY2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65382 w 1868123"/>
              <a:gd name="csY13" fmla="*/ 1399496 h 1501201"/>
              <a:gd name="csX14" fmla="*/ 69336 w 1868123"/>
              <a:gd name="csY14" fmla="*/ 1501201 h 1501201"/>
              <a:gd name="csX15" fmla="*/ 667773 w 1868123"/>
              <a:gd name="csY15" fmla="*/ 1501201 h 1501201"/>
              <a:gd name="csX16" fmla="*/ 1267848 w 1868123"/>
              <a:gd name="csY16" fmla="*/ 1501201 h 1501201"/>
              <a:gd name="csX17" fmla="*/ 1359442 w 1868123"/>
              <a:gd name="csY17" fmla="*/ 1501201 h 1501201"/>
              <a:gd name="csX18" fmla="*/ 1798787 w 1868123"/>
              <a:gd name="csY18" fmla="*/ 1501201 h 1501201"/>
              <a:gd name="csX19" fmla="*/ 1868123 w 1868123"/>
              <a:gd name="csY19" fmla="*/ 1431865 h 1501201"/>
              <a:gd name="csX20" fmla="*/ 1868123 w 1868123"/>
              <a:gd name="csY20" fmla="*/ 69336 h 1501201"/>
              <a:gd name="csX21" fmla="*/ 1798787 w 1868123"/>
              <a:gd name="csY21" fmla="*/ 0 h 1501201"/>
              <a:gd name="csX22" fmla="*/ 1359442 w 1868123"/>
              <a:gd name="csY22" fmla="*/ 0 h 1501201"/>
              <a:gd name="csX23" fmla="*/ 1267848 w 1868123"/>
              <a:gd name="csY23" fmla="*/ 0 h 1501201"/>
              <a:gd name="csX24" fmla="*/ 667773 w 1868123"/>
              <a:gd name="csY24" fmla="*/ 0 h 1501201"/>
              <a:gd name="csX25" fmla="*/ 69336 w 1868123"/>
              <a:gd name="csY25" fmla="*/ 0 h 1501201"/>
              <a:gd name="csX26" fmla="*/ 0 w 1868123"/>
              <a:gd name="csY26" fmla="*/ 69336 h 1501201"/>
              <a:gd name="csX27" fmla="*/ 0 w 1868123"/>
              <a:gd name="csY27" fmla="*/ 1431865 h 1501201"/>
              <a:gd name="csX28" fmla="*/ 69336 w 1868123"/>
              <a:gd name="csY2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702741 w 1868123"/>
              <a:gd name="csY8" fmla="*/ 101705 h 1501201"/>
              <a:gd name="csX9" fmla="*/ 1766418 w 1868123"/>
              <a:gd name="csY9" fmla="*/ 165382 h 1501201"/>
              <a:gd name="csX10" fmla="*/ 1766418 w 1868123"/>
              <a:gd name="csY10" fmla="*/ 1335819 h 1501201"/>
              <a:gd name="csX11" fmla="*/ 1702741 w 1868123"/>
              <a:gd name="csY11" fmla="*/ 1399496 h 1501201"/>
              <a:gd name="csX12" fmla="*/ 165382 w 1868123"/>
              <a:gd name="csY12" fmla="*/ 1399496 h 1501201"/>
              <a:gd name="csX13" fmla="*/ 69336 w 1868123"/>
              <a:gd name="csY13" fmla="*/ 1501201 h 1501201"/>
              <a:gd name="csX14" fmla="*/ 667773 w 1868123"/>
              <a:gd name="csY14" fmla="*/ 1501201 h 1501201"/>
              <a:gd name="csX15" fmla="*/ 1267848 w 1868123"/>
              <a:gd name="csY15" fmla="*/ 1501201 h 1501201"/>
              <a:gd name="csX16" fmla="*/ 1359442 w 1868123"/>
              <a:gd name="csY16" fmla="*/ 1501201 h 1501201"/>
              <a:gd name="csX17" fmla="*/ 1798787 w 1868123"/>
              <a:gd name="csY17" fmla="*/ 1501201 h 1501201"/>
              <a:gd name="csX18" fmla="*/ 1868123 w 1868123"/>
              <a:gd name="csY18" fmla="*/ 1431865 h 1501201"/>
              <a:gd name="csX19" fmla="*/ 1868123 w 1868123"/>
              <a:gd name="csY19" fmla="*/ 69336 h 1501201"/>
              <a:gd name="csX20" fmla="*/ 1798787 w 1868123"/>
              <a:gd name="csY20" fmla="*/ 0 h 1501201"/>
              <a:gd name="csX21" fmla="*/ 1359442 w 1868123"/>
              <a:gd name="csY21" fmla="*/ 0 h 1501201"/>
              <a:gd name="csX22" fmla="*/ 1267848 w 1868123"/>
              <a:gd name="csY22" fmla="*/ 0 h 1501201"/>
              <a:gd name="csX23" fmla="*/ 667773 w 1868123"/>
              <a:gd name="csY23" fmla="*/ 0 h 1501201"/>
              <a:gd name="csX24" fmla="*/ 69336 w 1868123"/>
              <a:gd name="csY24" fmla="*/ 0 h 1501201"/>
              <a:gd name="csX25" fmla="*/ 0 w 1868123"/>
              <a:gd name="csY25" fmla="*/ 69336 h 1501201"/>
              <a:gd name="csX26" fmla="*/ 0 w 1868123"/>
              <a:gd name="csY26" fmla="*/ 1431865 h 1501201"/>
              <a:gd name="csX27" fmla="*/ 69336 w 1868123"/>
              <a:gd name="csY27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702741 w 1868123"/>
              <a:gd name="csY7" fmla="*/ 101705 h 1501201"/>
              <a:gd name="csX8" fmla="*/ 1766418 w 1868123"/>
              <a:gd name="csY8" fmla="*/ 165382 h 1501201"/>
              <a:gd name="csX9" fmla="*/ 1766418 w 1868123"/>
              <a:gd name="csY9" fmla="*/ 1335819 h 1501201"/>
              <a:gd name="csX10" fmla="*/ 1702741 w 1868123"/>
              <a:gd name="csY10" fmla="*/ 1399496 h 1501201"/>
              <a:gd name="csX11" fmla="*/ 165382 w 1868123"/>
              <a:gd name="csY11" fmla="*/ 1399496 h 1501201"/>
              <a:gd name="csX12" fmla="*/ 69336 w 1868123"/>
              <a:gd name="csY12" fmla="*/ 1501201 h 1501201"/>
              <a:gd name="csX13" fmla="*/ 667773 w 1868123"/>
              <a:gd name="csY13" fmla="*/ 1501201 h 1501201"/>
              <a:gd name="csX14" fmla="*/ 1267848 w 1868123"/>
              <a:gd name="csY14" fmla="*/ 1501201 h 1501201"/>
              <a:gd name="csX15" fmla="*/ 1359442 w 1868123"/>
              <a:gd name="csY15" fmla="*/ 1501201 h 1501201"/>
              <a:gd name="csX16" fmla="*/ 1798787 w 1868123"/>
              <a:gd name="csY16" fmla="*/ 1501201 h 1501201"/>
              <a:gd name="csX17" fmla="*/ 1868123 w 1868123"/>
              <a:gd name="csY17" fmla="*/ 1431865 h 1501201"/>
              <a:gd name="csX18" fmla="*/ 1868123 w 1868123"/>
              <a:gd name="csY18" fmla="*/ 69336 h 1501201"/>
              <a:gd name="csX19" fmla="*/ 1798787 w 1868123"/>
              <a:gd name="csY19" fmla="*/ 0 h 1501201"/>
              <a:gd name="csX20" fmla="*/ 1359442 w 1868123"/>
              <a:gd name="csY20" fmla="*/ 0 h 1501201"/>
              <a:gd name="csX21" fmla="*/ 1267848 w 1868123"/>
              <a:gd name="csY21" fmla="*/ 0 h 1501201"/>
              <a:gd name="csX22" fmla="*/ 667773 w 1868123"/>
              <a:gd name="csY22" fmla="*/ 0 h 1501201"/>
              <a:gd name="csX23" fmla="*/ 69336 w 1868123"/>
              <a:gd name="csY23" fmla="*/ 0 h 1501201"/>
              <a:gd name="csX24" fmla="*/ 0 w 1868123"/>
              <a:gd name="csY24" fmla="*/ 69336 h 1501201"/>
              <a:gd name="csX25" fmla="*/ 0 w 1868123"/>
              <a:gd name="csY25" fmla="*/ 1431865 h 1501201"/>
              <a:gd name="csX26" fmla="*/ 69336 w 1868123"/>
              <a:gd name="csY26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702741 w 1868123"/>
              <a:gd name="csY6" fmla="*/ 101705 h 1501201"/>
              <a:gd name="csX7" fmla="*/ 1766418 w 1868123"/>
              <a:gd name="csY7" fmla="*/ 165382 h 1501201"/>
              <a:gd name="csX8" fmla="*/ 1766418 w 1868123"/>
              <a:gd name="csY8" fmla="*/ 1335819 h 1501201"/>
              <a:gd name="csX9" fmla="*/ 1702741 w 1868123"/>
              <a:gd name="csY9" fmla="*/ 1399496 h 1501201"/>
              <a:gd name="csX10" fmla="*/ 165382 w 1868123"/>
              <a:gd name="csY10" fmla="*/ 1399496 h 1501201"/>
              <a:gd name="csX11" fmla="*/ 69336 w 1868123"/>
              <a:gd name="csY11" fmla="*/ 1501201 h 1501201"/>
              <a:gd name="csX12" fmla="*/ 667773 w 1868123"/>
              <a:gd name="csY12" fmla="*/ 1501201 h 1501201"/>
              <a:gd name="csX13" fmla="*/ 1267848 w 1868123"/>
              <a:gd name="csY13" fmla="*/ 1501201 h 1501201"/>
              <a:gd name="csX14" fmla="*/ 1359442 w 1868123"/>
              <a:gd name="csY14" fmla="*/ 1501201 h 1501201"/>
              <a:gd name="csX15" fmla="*/ 1798787 w 1868123"/>
              <a:gd name="csY15" fmla="*/ 1501201 h 1501201"/>
              <a:gd name="csX16" fmla="*/ 1868123 w 1868123"/>
              <a:gd name="csY16" fmla="*/ 1431865 h 1501201"/>
              <a:gd name="csX17" fmla="*/ 1868123 w 1868123"/>
              <a:gd name="csY17" fmla="*/ 69336 h 1501201"/>
              <a:gd name="csX18" fmla="*/ 1798787 w 1868123"/>
              <a:gd name="csY18" fmla="*/ 0 h 1501201"/>
              <a:gd name="csX19" fmla="*/ 1359442 w 1868123"/>
              <a:gd name="csY19" fmla="*/ 0 h 1501201"/>
              <a:gd name="csX20" fmla="*/ 1267848 w 1868123"/>
              <a:gd name="csY20" fmla="*/ 0 h 1501201"/>
              <a:gd name="csX21" fmla="*/ 667773 w 1868123"/>
              <a:gd name="csY21" fmla="*/ 0 h 1501201"/>
              <a:gd name="csX22" fmla="*/ 69336 w 1868123"/>
              <a:gd name="csY22" fmla="*/ 0 h 1501201"/>
              <a:gd name="csX23" fmla="*/ 0 w 1868123"/>
              <a:gd name="csY23" fmla="*/ 69336 h 1501201"/>
              <a:gd name="csX24" fmla="*/ 0 w 1868123"/>
              <a:gd name="csY24" fmla="*/ 1431865 h 1501201"/>
              <a:gd name="csX25" fmla="*/ 69336 w 1868123"/>
              <a:gd name="csY25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702741 w 1868123"/>
              <a:gd name="csY5" fmla="*/ 101705 h 1501201"/>
              <a:gd name="csX6" fmla="*/ 1766418 w 1868123"/>
              <a:gd name="csY6" fmla="*/ 165382 h 1501201"/>
              <a:gd name="csX7" fmla="*/ 1766418 w 1868123"/>
              <a:gd name="csY7" fmla="*/ 1335819 h 1501201"/>
              <a:gd name="csX8" fmla="*/ 1702741 w 1868123"/>
              <a:gd name="csY8" fmla="*/ 1399496 h 1501201"/>
              <a:gd name="csX9" fmla="*/ 165382 w 1868123"/>
              <a:gd name="csY9" fmla="*/ 1399496 h 1501201"/>
              <a:gd name="csX10" fmla="*/ 69336 w 1868123"/>
              <a:gd name="csY10" fmla="*/ 1501201 h 1501201"/>
              <a:gd name="csX11" fmla="*/ 667773 w 1868123"/>
              <a:gd name="csY11" fmla="*/ 1501201 h 1501201"/>
              <a:gd name="csX12" fmla="*/ 1267848 w 1868123"/>
              <a:gd name="csY12" fmla="*/ 1501201 h 1501201"/>
              <a:gd name="csX13" fmla="*/ 1359442 w 1868123"/>
              <a:gd name="csY13" fmla="*/ 1501201 h 1501201"/>
              <a:gd name="csX14" fmla="*/ 1798787 w 1868123"/>
              <a:gd name="csY14" fmla="*/ 1501201 h 1501201"/>
              <a:gd name="csX15" fmla="*/ 1868123 w 1868123"/>
              <a:gd name="csY15" fmla="*/ 1431865 h 1501201"/>
              <a:gd name="csX16" fmla="*/ 1868123 w 1868123"/>
              <a:gd name="csY16" fmla="*/ 69336 h 1501201"/>
              <a:gd name="csX17" fmla="*/ 1798787 w 1868123"/>
              <a:gd name="csY17" fmla="*/ 0 h 1501201"/>
              <a:gd name="csX18" fmla="*/ 1359442 w 1868123"/>
              <a:gd name="csY18" fmla="*/ 0 h 1501201"/>
              <a:gd name="csX19" fmla="*/ 1267848 w 1868123"/>
              <a:gd name="csY19" fmla="*/ 0 h 1501201"/>
              <a:gd name="csX20" fmla="*/ 667773 w 1868123"/>
              <a:gd name="csY20" fmla="*/ 0 h 1501201"/>
              <a:gd name="csX21" fmla="*/ 69336 w 1868123"/>
              <a:gd name="csY21" fmla="*/ 0 h 1501201"/>
              <a:gd name="csX22" fmla="*/ 0 w 1868123"/>
              <a:gd name="csY22" fmla="*/ 69336 h 1501201"/>
              <a:gd name="csX23" fmla="*/ 0 w 1868123"/>
              <a:gd name="csY23" fmla="*/ 1431865 h 1501201"/>
              <a:gd name="csX24" fmla="*/ 69336 w 1868123"/>
              <a:gd name="csY24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67773 w 1868123"/>
              <a:gd name="csY19" fmla="*/ 0 h 1501201"/>
              <a:gd name="csX20" fmla="*/ 69336 w 1868123"/>
              <a:gd name="csY20" fmla="*/ 0 h 1501201"/>
              <a:gd name="csX21" fmla="*/ 0 w 1868123"/>
              <a:gd name="csY21" fmla="*/ 69336 h 1501201"/>
              <a:gd name="csX22" fmla="*/ 0 w 1868123"/>
              <a:gd name="csY22" fmla="*/ 1431865 h 1501201"/>
              <a:gd name="csX23" fmla="*/ 69336 w 1868123"/>
              <a:gd name="csY23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9336 w 1868123"/>
              <a:gd name="csY19" fmla="*/ 0 h 1501201"/>
              <a:gd name="csX20" fmla="*/ 0 w 1868123"/>
              <a:gd name="csY20" fmla="*/ 69336 h 1501201"/>
              <a:gd name="csX21" fmla="*/ 0 w 1868123"/>
              <a:gd name="csY21" fmla="*/ 1431865 h 1501201"/>
              <a:gd name="csX22" fmla="*/ 69336 w 1868123"/>
              <a:gd name="csY2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69336 w 1868123"/>
              <a:gd name="csY18" fmla="*/ 0 h 1501201"/>
              <a:gd name="csX19" fmla="*/ 0 w 1868123"/>
              <a:gd name="csY19" fmla="*/ 69336 h 1501201"/>
              <a:gd name="csX20" fmla="*/ 0 w 1868123"/>
              <a:gd name="csY20" fmla="*/ 1431865 h 1501201"/>
              <a:gd name="csX21" fmla="*/ 69336 w 1868123"/>
              <a:gd name="csY2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69336 w 1868123"/>
              <a:gd name="csY17" fmla="*/ 0 h 1501201"/>
              <a:gd name="csX18" fmla="*/ 0 w 1868123"/>
              <a:gd name="csY18" fmla="*/ 69336 h 1501201"/>
              <a:gd name="csX19" fmla="*/ 0 w 1868123"/>
              <a:gd name="csY19" fmla="*/ 1431865 h 1501201"/>
              <a:gd name="csX20" fmla="*/ 69336 w 1868123"/>
              <a:gd name="csY2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798787 w 1868123"/>
              <a:gd name="csY12" fmla="*/ 1501201 h 1501201"/>
              <a:gd name="csX13" fmla="*/ 1868123 w 1868123"/>
              <a:gd name="csY13" fmla="*/ 1431865 h 1501201"/>
              <a:gd name="csX14" fmla="*/ 1868123 w 1868123"/>
              <a:gd name="csY14" fmla="*/ 69336 h 1501201"/>
              <a:gd name="csX15" fmla="*/ 1798787 w 1868123"/>
              <a:gd name="csY15" fmla="*/ 0 h 1501201"/>
              <a:gd name="csX16" fmla="*/ 69336 w 1868123"/>
              <a:gd name="csY16" fmla="*/ 0 h 1501201"/>
              <a:gd name="csX17" fmla="*/ 0 w 1868123"/>
              <a:gd name="csY17" fmla="*/ 69336 h 1501201"/>
              <a:gd name="csX18" fmla="*/ 0 w 1868123"/>
              <a:gd name="csY18" fmla="*/ 1431865 h 1501201"/>
              <a:gd name="csX19" fmla="*/ 69336 w 1868123"/>
              <a:gd name="csY1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798787 w 1868123"/>
              <a:gd name="csY11" fmla="*/ 1501201 h 1501201"/>
              <a:gd name="csX12" fmla="*/ 1868123 w 1868123"/>
              <a:gd name="csY12" fmla="*/ 1431865 h 1501201"/>
              <a:gd name="csX13" fmla="*/ 1868123 w 1868123"/>
              <a:gd name="csY13" fmla="*/ 69336 h 1501201"/>
              <a:gd name="csX14" fmla="*/ 1798787 w 1868123"/>
              <a:gd name="csY14" fmla="*/ 0 h 1501201"/>
              <a:gd name="csX15" fmla="*/ 69336 w 1868123"/>
              <a:gd name="csY15" fmla="*/ 0 h 1501201"/>
              <a:gd name="csX16" fmla="*/ 0 w 1868123"/>
              <a:gd name="csY16" fmla="*/ 69336 h 1501201"/>
              <a:gd name="csX17" fmla="*/ 0 w 1868123"/>
              <a:gd name="csY17" fmla="*/ 1431865 h 1501201"/>
              <a:gd name="csX18" fmla="*/ 69336 w 1868123"/>
              <a:gd name="csY1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1798787 w 1868123"/>
              <a:gd name="csY10" fmla="*/ 1501201 h 1501201"/>
              <a:gd name="csX11" fmla="*/ 1868123 w 1868123"/>
              <a:gd name="csY11" fmla="*/ 1431865 h 1501201"/>
              <a:gd name="csX12" fmla="*/ 1868123 w 1868123"/>
              <a:gd name="csY12" fmla="*/ 69336 h 1501201"/>
              <a:gd name="csX13" fmla="*/ 1798787 w 1868123"/>
              <a:gd name="csY13" fmla="*/ 0 h 1501201"/>
              <a:gd name="csX14" fmla="*/ 69336 w 1868123"/>
              <a:gd name="csY14" fmla="*/ 0 h 1501201"/>
              <a:gd name="csX15" fmla="*/ 0 w 1868123"/>
              <a:gd name="csY15" fmla="*/ 69336 h 1501201"/>
              <a:gd name="csX16" fmla="*/ 0 w 1868123"/>
              <a:gd name="csY16" fmla="*/ 1431865 h 1501201"/>
              <a:gd name="csX17" fmla="*/ 69336 w 1868123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868123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B98E254-FC60-2E8D-17B0-04DE0D0A8620}"/>
              </a:ext>
            </a:extLst>
          </p:cNvPr>
          <p:cNvSpPr/>
          <p:nvPr/>
        </p:nvSpPr>
        <p:spPr>
          <a:xfrm rot="1763205" flipV="1">
            <a:off x="9699290" y="3237050"/>
            <a:ext cx="925796" cy="545010"/>
          </a:xfrm>
          <a:custGeom>
            <a:avLst/>
            <a:gdLst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6391 w 925797"/>
              <a:gd name="csY18" fmla="*/ 240137 h 545009"/>
              <a:gd name="csX19" fmla="*/ 613547 w 925797"/>
              <a:gd name="csY19" fmla="*/ 252501 h 545009"/>
              <a:gd name="csX20" fmla="*/ 611370 w 925797"/>
              <a:gd name="csY20" fmla="*/ 257499 h 545009"/>
              <a:gd name="csX21" fmla="*/ 374985 w 925797"/>
              <a:gd name="csY21" fmla="*/ 414669 h 545009"/>
              <a:gd name="csX22" fmla="*/ 142583 w 925797"/>
              <a:gd name="csY22" fmla="*/ 266889 h 545009"/>
              <a:gd name="csX23" fmla="*/ 133962 w 925797"/>
              <a:gd name="csY23" fmla="*/ 240137 h 545009"/>
              <a:gd name="csX24" fmla="*/ 0 w 925797"/>
              <a:gd name="csY24" fmla="*/ 240137 h 545009"/>
              <a:gd name="csX25" fmla="*/ 1001 w 925797"/>
              <a:gd name="csY25" fmla="*/ 249740 h 545009"/>
              <a:gd name="csX26" fmla="*/ 374985 w 925797"/>
              <a:gd name="csY2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3547 w 925797"/>
              <a:gd name="csY18" fmla="*/ 252501 h 545009"/>
              <a:gd name="csX19" fmla="*/ 611370 w 925797"/>
              <a:gd name="csY19" fmla="*/ 257499 h 545009"/>
              <a:gd name="csX20" fmla="*/ 374985 w 925797"/>
              <a:gd name="csY20" fmla="*/ 414669 h 545009"/>
              <a:gd name="csX21" fmla="*/ 142583 w 925797"/>
              <a:gd name="csY21" fmla="*/ 266889 h 545009"/>
              <a:gd name="csX22" fmla="*/ 133962 w 925797"/>
              <a:gd name="csY22" fmla="*/ 240137 h 545009"/>
              <a:gd name="csX23" fmla="*/ 0 w 925797"/>
              <a:gd name="csY23" fmla="*/ 240137 h 545009"/>
              <a:gd name="csX24" fmla="*/ 1001 w 925797"/>
              <a:gd name="csY24" fmla="*/ 249740 h 545009"/>
              <a:gd name="csX25" fmla="*/ 374985 w 925797"/>
              <a:gd name="csY25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3547 w 925797"/>
              <a:gd name="csY17" fmla="*/ 252501 h 545009"/>
              <a:gd name="csX18" fmla="*/ 611370 w 925797"/>
              <a:gd name="csY18" fmla="*/ 257499 h 545009"/>
              <a:gd name="csX19" fmla="*/ 374985 w 925797"/>
              <a:gd name="csY19" fmla="*/ 414669 h 545009"/>
              <a:gd name="csX20" fmla="*/ 142583 w 925797"/>
              <a:gd name="csY20" fmla="*/ 266889 h 545009"/>
              <a:gd name="csX21" fmla="*/ 133962 w 925797"/>
              <a:gd name="csY21" fmla="*/ 240137 h 545009"/>
              <a:gd name="csX22" fmla="*/ 0 w 925797"/>
              <a:gd name="csY22" fmla="*/ 240137 h 545009"/>
              <a:gd name="csX23" fmla="*/ 1001 w 925797"/>
              <a:gd name="csY23" fmla="*/ 249740 h 545009"/>
              <a:gd name="csX24" fmla="*/ 374985 w 925797"/>
              <a:gd name="csY24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1370 w 925797"/>
              <a:gd name="csY17" fmla="*/ 257499 h 545009"/>
              <a:gd name="csX18" fmla="*/ 374985 w 925797"/>
              <a:gd name="csY18" fmla="*/ 414669 h 545009"/>
              <a:gd name="csX19" fmla="*/ 142583 w 925797"/>
              <a:gd name="csY19" fmla="*/ 266889 h 545009"/>
              <a:gd name="csX20" fmla="*/ 133962 w 925797"/>
              <a:gd name="csY20" fmla="*/ 240137 h 545009"/>
              <a:gd name="csX21" fmla="*/ 0 w 925797"/>
              <a:gd name="csY21" fmla="*/ 240137 h 545009"/>
              <a:gd name="csX22" fmla="*/ 1001 w 925797"/>
              <a:gd name="csY22" fmla="*/ 249740 h 545009"/>
              <a:gd name="csX23" fmla="*/ 374985 w 925797"/>
              <a:gd name="csY23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21902 h 545009"/>
              <a:gd name="csX9" fmla="*/ 833633 w 925797"/>
              <a:gd name="csY9" fmla="*/ 305933 h 545009"/>
              <a:gd name="csX10" fmla="*/ 925797 w 925797"/>
              <a:gd name="csY10" fmla="*/ 214019 h 545009"/>
              <a:gd name="csX11" fmla="*/ 730287 w 925797"/>
              <a:gd name="csY11" fmla="*/ 19036 h 545009"/>
              <a:gd name="csX12" fmla="*/ 638123 w 925797"/>
              <a:gd name="csY12" fmla="*/ 19036 h 545009"/>
              <a:gd name="csX13" fmla="*/ 442614 w 925797"/>
              <a:gd name="csY13" fmla="*/ 214019 h 545009"/>
              <a:gd name="csX14" fmla="*/ 534778 w 925797"/>
              <a:gd name="csY14" fmla="*/ 305933 h 545009"/>
              <a:gd name="csX15" fmla="*/ 619035 w 925797"/>
              <a:gd name="csY15" fmla="*/ 221903 h 545009"/>
              <a:gd name="csX16" fmla="*/ 611370 w 925797"/>
              <a:gd name="csY16" fmla="*/ 257499 h 545009"/>
              <a:gd name="csX17" fmla="*/ 374985 w 925797"/>
              <a:gd name="csY17" fmla="*/ 414669 h 545009"/>
              <a:gd name="csX18" fmla="*/ 142583 w 925797"/>
              <a:gd name="csY18" fmla="*/ 266889 h 545009"/>
              <a:gd name="csX19" fmla="*/ 133962 w 925797"/>
              <a:gd name="csY19" fmla="*/ 240137 h 545009"/>
              <a:gd name="csX20" fmla="*/ 0 w 925797"/>
              <a:gd name="csY20" fmla="*/ 240137 h 545009"/>
              <a:gd name="csX21" fmla="*/ 1001 w 925797"/>
              <a:gd name="csY21" fmla="*/ 249740 h 545009"/>
              <a:gd name="csX22" fmla="*/ 374985 w 925797"/>
              <a:gd name="csY22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49375 w 925797"/>
              <a:gd name="csY7" fmla="*/ 221902 h 545009"/>
              <a:gd name="csX8" fmla="*/ 833633 w 925797"/>
              <a:gd name="csY8" fmla="*/ 305933 h 545009"/>
              <a:gd name="csX9" fmla="*/ 925797 w 925797"/>
              <a:gd name="csY9" fmla="*/ 214019 h 545009"/>
              <a:gd name="csX10" fmla="*/ 730287 w 925797"/>
              <a:gd name="csY10" fmla="*/ 19036 h 545009"/>
              <a:gd name="csX11" fmla="*/ 638123 w 925797"/>
              <a:gd name="csY11" fmla="*/ 19036 h 545009"/>
              <a:gd name="csX12" fmla="*/ 442614 w 925797"/>
              <a:gd name="csY12" fmla="*/ 214019 h 545009"/>
              <a:gd name="csX13" fmla="*/ 534778 w 925797"/>
              <a:gd name="csY13" fmla="*/ 305933 h 545009"/>
              <a:gd name="csX14" fmla="*/ 619035 w 925797"/>
              <a:gd name="csY14" fmla="*/ 221903 h 545009"/>
              <a:gd name="csX15" fmla="*/ 611370 w 925797"/>
              <a:gd name="csY15" fmla="*/ 257499 h 545009"/>
              <a:gd name="csX16" fmla="*/ 374985 w 925797"/>
              <a:gd name="csY16" fmla="*/ 414669 h 545009"/>
              <a:gd name="csX17" fmla="*/ 142583 w 925797"/>
              <a:gd name="csY17" fmla="*/ 266889 h 545009"/>
              <a:gd name="csX18" fmla="*/ 133962 w 925797"/>
              <a:gd name="csY18" fmla="*/ 240137 h 545009"/>
              <a:gd name="csX19" fmla="*/ 0 w 925797"/>
              <a:gd name="csY19" fmla="*/ 240137 h 545009"/>
              <a:gd name="csX20" fmla="*/ 1001 w 925797"/>
              <a:gd name="csY20" fmla="*/ 249740 h 545009"/>
              <a:gd name="csX21" fmla="*/ 374985 w 925797"/>
              <a:gd name="csY21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49375 w 925797"/>
              <a:gd name="csY6" fmla="*/ 221902 h 545009"/>
              <a:gd name="csX7" fmla="*/ 833633 w 925797"/>
              <a:gd name="csY7" fmla="*/ 305933 h 545009"/>
              <a:gd name="csX8" fmla="*/ 925797 w 925797"/>
              <a:gd name="csY8" fmla="*/ 214019 h 545009"/>
              <a:gd name="csX9" fmla="*/ 730287 w 925797"/>
              <a:gd name="csY9" fmla="*/ 19036 h 545009"/>
              <a:gd name="csX10" fmla="*/ 638123 w 925797"/>
              <a:gd name="csY10" fmla="*/ 19036 h 545009"/>
              <a:gd name="csX11" fmla="*/ 442614 w 925797"/>
              <a:gd name="csY11" fmla="*/ 214019 h 545009"/>
              <a:gd name="csX12" fmla="*/ 534778 w 925797"/>
              <a:gd name="csY12" fmla="*/ 305933 h 545009"/>
              <a:gd name="csX13" fmla="*/ 619035 w 925797"/>
              <a:gd name="csY13" fmla="*/ 221903 h 545009"/>
              <a:gd name="csX14" fmla="*/ 611370 w 925797"/>
              <a:gd name="csY14" fmla="*/ 257499 h 545009"/>
              <a:gd name="csX15" fmla="*/ 374985 w 925797"/>
              <a:gd name="csY15" fmla="*/ 414669 h 545009"/>
              <a:gd name="csX16" fmla="*/ 142583 w 925797"/>
              <a:gd name="csY16" fmla="*/ 266889 h 545009"/>
              <a:gd name="csX17" fmla="*/ 133962 w 925797"/>
              <a:gd name="csY17" fmla="*/ 240137 h 545009"/>
              <a:gd name="csX18" fmla="*/ 0 w 925797"/>
              <a:gd name="csY18" fmla="*/ 240137 h 545009"/>
              <a:gd name="csX19" fmla="*/ 1001 w 925797"/>
              <a:gd name="csY19" fmla="*/ 249740 h 545009"/>
              <a:gd name="csX20" fmla="*/ 374985 w 925797"/>
              <a:gd name="csY20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21902 h 545009"/>
              <a:gd name="csX6" fmla="*/ 833633 w 925797"/>
              <a:gd name="csY6" fmla="*/ 305933 h 545009"/>
              <a:gd name="csX7" fmla="*/ 925797 w 925797"/>
              <a:gd name="csY7" fmla="*/ 214019 h 545009"/>
              <a:gd name="csX8" fmla="*/ 730287 w 925797"/>
              <a:gd name="csY8" fmla="*/ 19036 h 545009"/>
              <a:gd name="csX9" fmla="*/ 638123 w 925797"/>
              <a:gd name="csY9" fmla="*/ 19036 h 545009"/>
              <a:gd name="csX10" fmla="*/ 442614 w 925797"/>
              <a:gd name="csY10" fmla="*/ 214019 h 545009"/>
              <a:gd name="csX11" fmla="*/ 534778 w 925797"/>
              <a:gd name="csY11" fmla="*/ 305933 h 545009"/>
              <a:gd name="csX12" fmla="*/ 619035 w 925797"/>
              <a:gd name="csY12" fmla="*/ 221903 h 545009"/>
              <a:gd name="csX13" fmla="*/ 611370 w 925797"/>
              <a:gd name="csY13" fmla="*/ 257499 h 545009"/>
              <a:gd name="csX14" fmla="*/ 374985 w 925797"/>
              <a:gd name="csY14" fmla="*/ 414669 h 545009"/>
              <a:gd name="csX15" fmla="*/ 142583 w 925797"/>
              <a:gd name="csY15" fmla="*/ 266889 h 545009"/>
              <a:gd name="csX16" fmla="*/ 133962 w 925797"/>
              <a:gd name="csY16" fmla="*/ 240137 h 545009"/>
              <a:gd name="csX17" fmla="*/ 0 w 925797"/>
              <a:gd name="csY17" fmla="*/ 240137 h 545009"/>
              <a:gd name="csX18" fmla="*/ 1001 w 925797"/>
              <a:gd name="csY18" fmla="*/ 249740 h 545009"/>
              <a:gd name="csX19" fmla="*/ 374985 w 925797"/>
              <a:gd name="csY19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427945 h 545009"/>
              <a:gd name="csX4" fmla="*/ 749375 w 925797"/>
              <a:gd name="csY4" fmla="*/ 221902 h 545009"/>
              <a:gd name="csX5" fmla="*/ 833633 w 925797"/>
              <a:gd name="csY5" fmla="*/ 305933 h 545009"/>
              <a:gd name="csX6" fmla="*/ 925797 w 925797"/>
              <a:gd name="csY6" fmla="*/ 214019 h 545009"/>
              <a:gd name="csX7" fmla="*/ 730287 w 925797"/>
              <a:gd name="csY7" fmla="*/ 19036 h 545009"/>
              <a:gd name="csX8" fmla="*/ 638123 w 925797"/>
              <a:gd name="csY8" fmla="*/ 19036 h 545009"/>
              <a:gd name="csX9" fmla="*/ 442614 w 925797"/>
              <a:gd name="csY9" fmla="*/ 214019 h 545009"/>
              <a:gd name="csX10" fmla="*/ 534778 w 925797"/>
              <a:gd name="csY10" fmla="*/ 305933 h 545009"/>
              <a:gd name="csX11" fmla="*/ 619035 w 925797"/>
              <a:gd name="csY11" fmla="*/ 221903 h 545009"/>
              <a:gd name="csX12" fmla="*/ 611370 w 925797"/>
              <a:gd name="csY12" fmla="*/ 257499 h 545009"/>
              <a:gd name="csX13" fmla="*/ 374985 w 925797"/>
              <a:gd name="csY13" fmla="*/ 414669 h 545009"/>
              <a:gd name="csX14" fmla="*/ 142583 w 925797"/>
              <a:gd name="csY14" fmla="*/ 266889 h 545009"/>
              <a:gd name="csX15" fmla="*/ 133962 w 925797"/>
              <a:gd name="csY15" fmla="*/ 240137 h 545009"/>
              <a:gd name="csX16" fmla="*/ 0 w 925797"/>
              <a:gd name="csY16" fmla="*/ 240137 h 545009"/>
              <a:gd name="csX17" fmla="*/ 1001 w 925797"/>
              <a:gd name="csY17" fmla="*/ 249740 h 545009"/>
              <a:gd name="csX18" fmla="*/ 374985 w 925797"/>
              <a:gd name="csY18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221902 h 545009"/>
              <a:gd name="csX4" fmla="*/ 833633 w 925797"/>
              <a:gd name="csY4" fmla="*/ 305933 h 545009"/>
              <a:gd name="csX5" fmla="*/ 925797 w 925797"/>
              <a:gd name="csY5" fmla="*/ 214019 h 545009"/>
              <a:gd name="csX6" fmla="*/ 730287 w 925797"/>
              <a:gd name="csY6" fmla="*/ 19036 h 545009"/>
              <a:gd name="csX7" fmla="*/ 638123 w 925797"/>
              <a:gd name="csY7" fmla="*/ 19036 h 545009"/>
              <a:gd name="csX8" fmla="*/ 442614 w 925797"/>
              <a:gd name="csY8" fmla="*/ 214019 h 545009"/>
              <a:gd name="csX9" fmla="*/ 534778 w 925797"/>
              <a:gd name="csY9" fmla="*/ 305933 h 545009"/>
              <a:gd name="csX10" fmla="*/ 619035 w 925797"/>
              <a:gd name="csY10" fmla="*/ 221903 h 545009"/>
              <a:gd name="csX11" fmla="*/ 611370 w 925797"/>
              <a:gd name="csY11" fmla="*/ 257499 h 545009"/>
              <a:gd name="csX12" fmla="*/ 374985 w 925797"/>
              <a:gd name="csY12" fmla="*/ 414669 h 545009"/>
              <a:gd name="csX13" fmla="*/ 142583 w 925797"/>
              <a:gd name="csY13" fmla="*/ 266889 h 545009"/>
              <a:gd name="csX14" fmla="*/ 133962 w 925797"/>
              <a:gd name="csY14" fmla="*/ 240137 h 545009"/>
              <a:gd name="csX15" fmla="*/ 0 w 925797"/>
              <a:gd name="csY15" fmla="*/ 240137 h 545009"/>
              <a:gd name="csX16" fmla="*/ 1001 w 925797"/>
              <a:gd name="csY16" fmla="*/ 249740 h 545009"/>
              <a:gd name="csX17" fmla="*/ 374985 w 925797"/>
              <a:gd name="csY17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925797" h="545009">
                <a:moveTo>
                  <a:pt x="374985" y="545009"/>
                </a:moveTo>
                <a:cubicBezTo>
                  <a:pt x="536555" y="545009"/>
                  <a:pt x="676196" y="447293"/>
                  <a:pt x="731597" y="307100"/>
                </a:cubicBezTo>
                <a:cubicBezTo>
                  <a:pt x="742855" y="276923"/>
                  <a:pt x="746116" y="251190"/>
                  <a:pt x="749375" y="221902"/>
                </a:cubicBezTo>
                <a:lnTo>
                  <a:pt x="833633" y="305933"/>
                </a:lnTo>
                <a:lnTo>
                  <a:pt x="925797" y="214019"/>
                </a:lnTo>
                <a:lnTo>
                  <a:pt x="730287" y="19036"/>
                </a:lnTo>
                <a:cubicBezTo>
                  <a:pt x="704838" y="-6345"/>
                  <a:pt x="663572" y="-6345"/>
                  <a:pt x="638123" y="19036"/>
                </a:cubicBezTo>
                <a:lnTo>
                  <a:pt x="442614" y="214019"/>
                </a:lnTo>
                <a:lnTo>
                  <a:pt x="534778" y="305933"/>
                </a:lnTo>
                <a:lnTo>
                  <a:pt x="619035" y="221903"/>
                </a:lnTo>
                <a:lnTo>
                  <a:pt x="611370" y="257499"/>
                </a:lnTo>
                <a:cubicBezTo>
                  <a:pt x="576312" y="348170"/>
                  <a:pt x="484586" y="414669"/>
                  <a:pt x="374985" y="414669"/>
                </a:cubicBezTo>
                <a:cubicBezTo>
                  <a:pt x="268845" y="414669"/>
                  <a:pt x="180248" y="352805"/>
                  <a:pt x="142583" y="266889"/>
                </a:cubicBezTo>
                <a:lnTo>
                  <a:pt x="133962" y="240137"/>
                </a:lnTo>
                <a:lnTo>
                  <a:pt x="0" y="240137"/>
                </a:lnTo>
                <a:lnTo>
                  <a:pt x="1001" y="249740"/>
                </a:lnTo>
                <a:cubicBezTo>
                  <a:pt x="37038" y="419781"/>
                  <a:pt x="192584" y="545009"/>
                  <a:pt x="374985" y="545009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32A388-5EB4-ACEC-1B69-71B4530730BD}"/>
              </a:ext>
            </a:extLst>
          </p:cNvPr>
          <p:cNvSpPr/>
          <p:nvPr/>
        </p:nvSpPr>
        <p:spPr>
          <a:xfrm>
            <a:off x="773851" y="834562"/>
            <a:ext cx="1170597" cy="1170836"/>
          </a:xfrm>
          <a:custGeom>
            <a:avLst/>
            <a:gdLst>
              <a:gd name="csX0" fmla="*/ 403240 w 1170597"/>
              <a:gd name="csY0" fmla="*/ 0 h 1170836"/>
              <a:gd name="csX1" fmla="*/ 806113 w 1170597"/>
              <a:gd name="csY1" fmla="*/ 403132 h 1170836"/>
              <a:gd name="csX2" fmla="*/ 738615 w 1170597"/>
              <a:gd name="csY2" fmla="*/ 626269 h 1170836"/>
              <a:gd name="csX3" fmla="*/ 820150 w 1170597"/>
              <a:gd name="csY3" fmla="*/ 707803 h 1170836"/>
              <a:gd name="csX4" fmla="*/ 821007 w 1170597"/>
              <a:gd name="csY4" fmla="*/ 706946 h 1170836"/>
              <a:gd name="csX5" fmla="*/ 893301 w 1170597"/>
              <a:gd name="csY5" fmla="*/ 706946 h 1170836"/>
              <a:gd name="csX6" fmla="*/ 1155715 w 1170597"/>
              <a:gd name="csY6" fmla="*/ 969359 h 1170836"/>
              <a:gd name="csX7" fmla="*/ 1155715 w 1170597"/>
              <a:gd name="csY7" fmla="*/ 1041654 h 1170836"/>
              <a:gd name="csX8" fmla="*/ 1041415 w 1170597"/>
              <a:gd name="csY8" fmla="*/ 1155954 h 1170836"/>
              <a:gd name="csX9" fmla="*/ 969121 w 1170597"/>
              <a:gd name="csY9" fmla="*/ 1155954 h 1170836"/>
              <a:gd name="csX10" fmla="*/ 707183 w 1170597"/>
              <a:gd name="csY10" fmla="*/ 893064 h 1170836"/>
              <a:gd name="csX11" fmla="*/ 707183 w 1170597"/>
              <a:gd name="csY11" fmla="*/ 820769 h 1170836"/>
              <a:gd name="csX12" fmla="*/ 708040 w 1170597"/>
              <a:gd name="csY12" fmla="*/ 819912 h 1170836"/>
              <a:gd name="csX13" fmla="*/ 626506 w 1170597"/>
              <a:gd name="csY13" fmla="*/ 738378 h 1170836"/>
              <a:gd name="csX14" fmla="*/ 67670 w 1170597"/>
              <a:gd name="csY14" fmla="*/ 626463 h 1170836"/>
              <a:gd name="csX15" fmla="*/ 179585 w 1170597"/>
              <a:gd name="csY15" fmla="*/ 67627 h 1170836"/>
              <a:gd name="csX16" fmla="*/ 403240 w 1170597"/>
              <a:gd name="csY16" fmla="*/ 0 h 1170836"/>
              <a:gd name="csX17" fmla="*/ 403240 w 1170597"/>
              <a:gd name="csY17" fmla="*/ 90488 h 1170836"/>
              <a:gd name="csX18" fmla="*/ 715756 w 1170597"/>
              <a:gd name="csY18" fmla="*/ 403003 h 1170836"/>
              <a:gd name="csX19" fmla="*/ 403240 w 1170597"/>
              <a:gd name="csY19" fmla="*/ 715518 h 1170836"/>
              <a:gd name="csX20" fmla="*/ 90725 w 1170597"/>
              <a:gd name="csY20" fmla="*/ 403003 h 1170836"/>
              <a:gd name="csX21" fmla="*/ 403240 w 1170597"/>
              <a:gd name="csY21" fmla="*/ 90488 h 1170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1170597" h="1170836">
                <a:moveTo>
                  <a:pt x="403240" y="0"/>
                </a:moveTo>
                <a:cubicBezTo>
                  <a:pt x="625813" y="72"/>
                  <a:pt x="806185" y="180560"/>
                  <a:pt x="806113" y="403132"/>
                </a:cubicBezTo>
                <a:cubicBezTo>
                  <a:pt x="806088" y="482537"/>
                  <a:pt x="782606" y="560164"/>
                  <a:pt x="738615" y="626269"/>
                </a:cubicBezTo>
                <a:lnTo>
                  <a:pt x="820150" y="707803"/>
                </a:lnTo>
                <a:lnTo>
                  <a:pt x="821007" y="706946"/>
                </a:lnTo>
                <a:cubicBezTo>
                  <a:pt x="840999" y="687050"/>
                  <a:pt x="873310" y="687050"/>
                  <a:pt x="893301" y="706946"/>
                </a:cubicBezTo>
                <a:lnTo>
                  <a:pt x="1155715" y="969359"/>
                </a:lnTo>
                <a:cubicBezTo>
                  <a:pt x="1175558" y="989373"/>
                  <a:pt x="1175558" y="1021641"/>
                  <a:pt x="1155715" y="1041654"/>
                </a:cubicBezTo>
                <a:lnTo>
                  <a:pt x="1041415" y="1155954"/>
                </a:lnTo>
                <a:cubicBezTo>
                  <a:pt x="1021402" y="1175797"/>
                  <a:pt x="989134" y="1175797"/>
                  <a:pt x="969121" y="1155954"/>
                </a:cubicBezTo>
                <a:lnTo>
                  <a:pt x="707183" y="893064"/>
                </a:lnTo>
                <a:cubicBezTo>
                  <a:pt x="687288" y="873072"/>
                  <a:pt x="687288" y="840761"/>
                  <a:pt x="707183" y="820769"/>
                </a:cubicBezTo>
                <a:lnTo>
                  <a:pt x="708040" y="819912"/>
                </a:lnTo>
                <a:lnTo>
                  <a:pt x="626506" y="738378"/>
                </a:lnTo>
                <a:cubicBezTo>
                  <a:pt x="441284" y="861792"/>
                  <a:pt x="191084" y="811686"/>
                  <a:pt x="67670" y="626463"/>
                </a:cubicBezTo>
                <a:cubicBezTo>
                  <a:pt x="-55743" y="441241"/>
                  <a:pt x="-5638" y="191041"/>
                  <a:pt x="179585" y="67627"/>
                </a:cubicBezTo>
                <a:cubicBezTo>
                  <a:pt x="245823" y="23493"/>
                  <a:pt x="323646" y="-38"/>
                  <a:pt x="403240" y="0"/>
                </a:cubicBezTo>
                <a:close/>
                <a:moveTo>
                  <a:pt x="403240" y="90488"/>
                </a:moveTo>
                <a:cubicBezTo>
                  <a:pt x="575838" y="90488"/>
                  <a:pt x="715756" y="230405"/>
                  <a:pt x="715756" y="403003"/>
                </a:cubicBezTo>
                <a:cubicBezTo>
                  <a:pt x="715756" y="575600"/>
                  <a:pt x="575838" y="715518"/>
                  <a:pt x="403240" y="715518"/>
                </a:cubicBezTo>
                <a:cubicBezTo>
                  <a:pt x="230643" y="715518"/>
                  <a:pt x="90725" y="575600"/>
                  <a:pt x="90725" y="403003"/>
                </a:cubicBezTo>
                <a:cubicBezTo>
                  <a:pt x="90725" y="230405"/>
                  <a:pt x="230643" y="90488"/>
                  <a:pt x="403240" y="904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30E93F6-7774-CA8C-B49B-49565C446543}"/>
              </a:ext>
            </a:extLst>
          </p:cNvPr>
          <p:cNvSpPr/>
          <p:nvPr/>
        </p:nvSpPr>
        <p:spPr>
          <a:xfrm>
            <a:off x="3378296" y="713062"/>
            <a:ext cx="1761906" cy="1501197"/>
          </a:xfrm>
          <a:custGeom>
            <a:avLst/>
            <a:gdLst>
              <a:gd name="csX0" fmla="*/ 1660675 w 1791946"/>
              <a:gd name="csY0" fmla="*/ 759755 h 1526792"/>
              <a:gd name="csX1" fmla="*/ 1719726 w 1791946"/>
              <a:gd name="csY1" fmla="*/ 780087 h 1526792"/>
              <a:gd name="csX2" fmla="*/ 1765551 w 1791946"/>
              <a:gd name="csY2" fmla="*/ 1006369 h 1526792"/>
              <a:gd name="csX3" fmla="*/ 1543534 w 1791946"/>
              <a:gd name="csY3" fmla="*/ 1069710 h 1526792"/>
              <a:gd name="csX4" fmla="*/ 1497710 w 1791946"/>
              <a:gd name="csY4" fmla="*/ 843428 h 1526792"/>
              <a:gd name="csX5" fmla="*/ 1660675 w 1791946"/>
              <a:gd name="csY5" fmla="*/ 759755 h 1526792"/>
              <a:gd name="csX6" fmla="*/ 565777 w 1791946"/>
              <a:gd name="csY6" fmla="*/ 360 h 1526792"/>
              <a:gd name="csX7" fmla="*/ 772189 w 1791946"/>
              <a:gd name="csY7" fmla="*/ 110375 h 1526792"/>
              <a:gd name="csX8" fmla="*/ 779628 w 1791946"/>
              <a:gd name="csY8" fmla="*/ 352565 h 1526792"/>
              <a:gd name="csX9" fmla="*/ 889014 w 1791946"/>
              <a:gd name="csY9" fmla="*/ 482934 h 1526792"/>
              <a:gd name="csX10" fmla="*/ 1008422 w 1791946"/>
              <a:gd name="csY10" fmla="*/ 298098 h 1526792"/>
              <a:gd name="csX11" fmla="*/ 1154967 w 1791946"/>
              <a:gd name="csY11" fmla="*/ 359195 h 1526792"/>
              <a:gd name="csX12" fmla="*/ 1239973 w 1791946"/>
              <a:gd name="csY12" fmla="*/ 507877 h 1526792"/>
              <a:gd name="csX13" fmla="*/ 1418632 w 1791946"/>
              <a:gd name="csY13" fmla="*/ 355141 h 1526792"/>
              <a:gd name="csX14" fmla="*/ 1585853 w 1791946"/>
              <a:gd name="csY14" fmla="*/ 449461 h 1526792"/>
              <a:gd name="csX15" fmla="*/ 1476434 w 1791946"/>
              <a:gd name="csY15" fmla="*/ 606453 h 1526792"/>
              <a:gd name="csX16" fmla="*/ 1216931 w 1791946"/>
              <a:gd name="csY16" fmla="*/ 867794 h 1526792"/>
              <a:gd name="csX17" fmla="*/ 1358619 w 1791946"/>
              <a:gd name="csY17" fmla="*/ 992573 h 1526792"/>
              <a:gd name="csX18" fmla="*/ 1375988 w 1791946"/>
              <a:gd name="csY18" fmla="*/ 1251020 h 1526792"/>
              <a:gd name="csX19" fmla="*/ 1173305 w 1791946"/>
              <a:gd name="csY19" fmla="*/ 1341177 h 1526792"/>
              <a:gd name="csX20" fmla="*/ 985822 w 1791946"/>
              <a:gd name="csY20" fmla="*/ 1187224 h 1526792"/>
              <a:gd name="csX21" fmla="*/ 793386 w 1791946"/>
              <a:gd name="csY21" fmla="*/ 1189871 h 1526792"/>
              <a:gd name="csX22" fmla="*/ 732412 w 1791946"/>
              <a:gd name="csY22" fmla="*/ 1418485 h 1526792"/>
              <a:gd name="csX23" fmla="*/ 450409 w 1791946"/>
              <a:gd name="csY23" fmla="*/ 1453812 h 1526792"/>
              <a:gd name="csX24" fmla="*/ 460479 w 1791946"/>
              <a:gd name="csY24" fmla="*/ 1250037 h 1526792"/>
              <a:gd name="csX25" fmla="*/ 417565 w 1791946"/>
              <a:gd name="csY25" fmla="*/ 1092446 h 1526792"/>
              <a:gd name="csX26" fmla="*/ 250963 w 1791946"/>
              <a:gd name="csY26" fmla="*/ 1185733 h 1526792"/>
              <a:gd name="csX27" fmla="*/ 48148 w 1791946"/>
              <a:gd name="csY27" fmla="*/ 1186981 h 1526792"/>
              <a:gd name="csX28" fmla="*/ 15324 w 1791946"/>
              <a:gd name="csY28" fmla="*/ 1001667 h 1526792"/>
              <a:gd name="csX29" fmla="*/ 244975 w 1791946"/>
              <a:gd name="csY29" fmla="*/ 967362 h 1526792"/>
              <a:gd name="csX30" fmla="*/ 360877 w 1791946"/>
              <a:gd name="csY30" fmla="*/ 882287 h 1526792"/>
              <a:gd name="csX31" fmla="*/ 324376 w 1791946"/>
              <a:gd name="csY31" fmla="*/ 761124 h 1526792"/>
              <a:gd name="csX32" fmla="*/ 143259 w 1791946"/>
              <a:gd name="csY32" fmla="*/ 762812 h 1526792"/>
              <a:gd name="csX33" fmla="*/ 100578 w 1791946"/>
              <a:gd name="csY33" fmla="*/ 609112 h 1526792"/>
              <a:gd name="csX34" fmla="*/ 247873 w 1791946"/>
              <a:gd name="csY34" fmla="*/ 541323 h 1526792"/>
              <a:gd name="csX35" fmla="*/ 332127 w 1791946"/>
              <a:gd name="csY35" fmla="*/ 661000 h 1526792"/>
              <a:gd name="csX36" fmla="*/ 468700 w 1791946"/>
              <a:gd name="csY36" fmla="*/ 593345 h 1526792"/>
              <a:gd name="csX37" fmla="*/ 448908 w 1791946"/>
              <a:gd name="csY37" fmla="*/ 455296 h 1526792"/>
              <a:gd name="csX38" fmla="*/ 335354 w 1791946"/>
              <a:gd name="csY38" fmla="*/ 218690 h 1526792"/>
              <a:gd name="csX39" fmla="*/ 497305 w 1791946"/>
              <a:gd name="csY39" fmla="*/ 17988 h 1526792"/>
              <a:gd name="csX40" fmla="*/ 565777 w 1791946"/>
              <a:gd name="csY40" fmla="*/ 360 h 1526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791946" h="1526792">
                <a:moveTo>
                  <a:pt x="1660675" y="759755"/>
                </a:moveTo>
                <a:cubicBezTo>
                  <a:pt x="1681155" y="762174"/>
                  <a:pt x="1701236" y="768838"/>
                  <a:pt x="1719726" y="780087"/>
                </a:cubicBezTo>
                <a:cubicBezTo>
                  <a:pt x="1793688" y="825081"/>
                  <a:pt x="1814205" y="926391"/>
                  <a:pt x="1765551" y="1006369"/>
                </a:cubicBezTo>
                <a:cubicBezTo>
                  <a:pt x="1716896" y="1086346"/>
                  <a:pt x="1617496" y="1114704"/>
                  <a:pt x="1543534" y="1069710"/>
                </a:cubicBezTo>
                <a:cubicBezTo>
                  <a:pt x="1469572" y="1024715"/>
                  <a:pt x="1449055" y="923405"/>
                  <a:pt x="1497710" y="843428"/>
                </a:cubicBezTo>
                <a:cubicBezTo>
                  <a:pt x="1534200" y="783444"/>
                  <a:pt x="1599235" y="752497"/>
                  <a:pt x="1660675" y="759755"/>
                </a:cubicBezTo>
                <a:close/>
                <a:moveTo>
                  <a:pt x="565777" y="360"/>
                </a:moveTo>
                <a:cubicBezTo>
                  <a:pt x="639273" y="-4032"/>
                  <a:pt x="722900" y="31623"/>
                  <a:pt x="772189" y="110375"/>
                </a:cubicBezTo>
                <a:cubicBezTo>
                  <a:pt x="809116" y="201863"/>
                  <a:pt x="754570" y="234136"/>
                  <a:pt x="779628" y="352565"/>
                </a:cubicBezTo>
                <a:cubicBezTo>
                  <a:pt x="789516" y="419841"/>
                  <a:pt x="796817" y="491328"/>
                  <a:pt x="889014" y="482934"/>
                </a:cubicBezTo>
                <a:cubicBezTo>
                  <a:pt x="969764" y="467248"/>
                  <a:pt x="921857" y="341542"/>
                  <a:pt x="1008422" y="298098"/>
                </a:cubicBezTo>
                <a:cubicBezTo>
                  <a:pt x="1054224" y="253457"/>
                  <a:pt x="1160316" y="283406"/>
                  <a:pt x="1154967" y="359195"/>
                </a:cubicBezTo>
                <a:cubicBezTo>
                  <a:pt x="1134269" y="422036"/>
                  <a:pt x="1161660" y="498739"/>
                  <a:pt x="1239973" y="507877"/>
                </a:cubicBezTo>
                <a:cubicBezTo>
                  <a:pt x="1318687" y="497304"/>
                  <a:pt x="1334636" y="381838"/>
                  <a:pt x="1418632" y="355141"/>
                </a:cubicBezTo>
                <a:cubicBezTo>
                  <a:pt x="1496529" y="350622"/>
                  <a:pt x="1545616" y="352555"/>
                  <a:pt x="1585853" y="449461"/>
                </a:cubicBezTo>
                <a:cubicBezTo>
                  <a:pt x="1592698" y="532386"/>
                  <a:pt x="1523737" y="592938"/>
                  <a:pt x="1476434" y="606453"/>
                </a:cubicBezTo>
                <a:cubicBezTo>
                  <a:pt x="1381977" y="628527"/>
                  <a:pt x="1204322" y="741209"/>
                  <a:pt x="1216931" y="867794"/>
                </a:cubicBezTo>
                <a:cubicBezTo>
                  <a:pt x="1267353" y="964487"/>
                  <a:pt x="1289112" y="957322"/>
                  <a:pt x="1358619" y="992573"/>
                </a:cubicBezTo>
                <a:cubicBezTo>
                  <a:pt x="1426075" y="1050880"/>
                  <a:pt x="1450276" y="1175070"/>
                  <a:pt x="1375988" y="1251020"/>
                </a:cubicBezTo>
                <a:cubicBezTo>
                  <a:pt x="1284775" y="1340460"/>
                  <a:pt x="1243012" y="1354535"/>
                  <a:pt x="1173305" y="1341177"/>
                </a:cubicBezTo>
                <a:cubicBezTo>
                  <a:pt x="1057245" y="1321384"/>
                  <a:pt x="1064703" y="1238183"/>
                  <a:pt x="985822" y="1187224"/>
                </a:cubicBezTo>
                <a:cubicBezTo>
                  <a:pt x="926091" y="1143842"/>
                  <a:pt x="832595" y="1125744"/>
                  <a:pt x="793386" y="1189871"/>
                </a:cubicBezTo>
                <a:cubicBezTo>
                  <a:pt x="754177" y="1253998"/>
                  <a:pt x="763213" y="1356022"/>
                  <a:pt x="732412" y="1418485"/>
                </a:cubicBezTo>
                <a:cubicBezTo>
                  <a:pt x="639066" y="1603677"/>
                  <a:pt x="469512" y="1506532"/>
                  <a:pt x="450409" y="1453812"/>
                </a:cubicBezTo>
                <a:cubicBezTo>
                  <a:pt x="405349" y="1390755"/>
                  <a:pt x="441663" y="1310616"/>
                  <a:pt x="460479" y="1250037"/>
                </a:cubicBezTo>
                <a:cubicBezTo>
                  <a:pt x="512751" y="1167240"/>
                  <a:pt x="480019" y="1116406"/>
                  <a:pt x="417565" y="1092446"/>
                </a:cubicBezTo>
                <a:cubicBezTo>
                  <a:pt x="332474" y="1070405"/>
                  <a:pt x="315596" y="1116518"/>
                  <a:pt x="250963" y="1185733"/>
                </a:cubicBezTo>
                <a:cubicBezTo>
                  <a:pt x="194709" y="1259653"/>
                  <a:pt x="97800" y="1219059"/>
                  <a:pt x="48148" y="1186981"/>
                </a:cubicBezTo>
                <a:cubicBezTo>
                  <a:pt x="-4924" y="1154909"/>
                  <a:pt x="-11338" y="1071473"/>
                  <a:pt x="15324" y="1001667"/>
                </a:cubicBezTo>
                <a:cubicBezTo>
                  <a:pt x="107090" y="862781"/>
                  <a:pt x="186914" y="936949"/>
                  <a:pt x="244975" y="967362"/>
                </a:cubicBezTo>
                <a:cubicBezTo>
                  <a:pt x="277579" y="1006775"/>
                  <a:pt x="345792" y="939617"/>
                  <a:pt x="360877" y="882287"/>
                </a:cubicBezTo>
                <a:cubicBezTo>
                  <a:pt x="384660" y="806549"/>
                  <a:pt x="365344" y="769238"/>
                  <a:pt x="324376" y="761124"/>
                </a:cubicBezTo>
                <a:cubicBezTo>
                  <a:pt x="265469" y="743132"/>
                  <a:pt x="226283" y="822078"/>
                  <a:pt x="143259" y="762812"/>
                </a:cubicBezTo>
                <a:cubicBezTo>
                  <a:pt x="97067" y="731200"/>
                  <a:pt x="93194" y="665409"/>
                  <a:pt x="100578" y="609112"/>
                </a:cubicBezTo>
                <a:cubicBezTo>
                  <a:pt x="158394" y="529157"/>
                  <a:pt x="184116" y="513198"/>
                  <a:pt x="247873" y="541323"/>
                </a:cubicBezTo>
                <a:cubicBezTo>
                  <a:pt x="288371" y="550617"/>
                  <a:pt x="294113" y="606167"/>
                  <a:pt x="332127" y="661000"/>
                </a:cubicBezTo>
                <a:cubicBezTo>
                  <a:pt x="405559" y="666373"/>
                  <a:pt x="450509" y="651034"/>
                  <a:pt x="468700" y="593345"/>
                </a:cubicBezTo>
                <a:cubicBezTo>
                  <a:pt x="493035" y="544256"/>
                  <a:pt x="482374" y="491230"/>
                  <a:pt x="448908" y="455296"/>
                </a:cubicBezTo>
                <a:cubicBezTo>
                  <a:pt x="397944" y="387786"/>
                  <a:pt x="339332" y="355153"/>
                  <a:pt x="335354" y="218690"/>
                </a:cubicBezTo>
                <a:cubicBezTo>
                  <a:pt x="355513" y="138319"/>
                  <a:pt x="414904" y="58990"/>
                  <a:pt x="497305" y="17988"/>
                </a:cubicBezTo>
                <a:cubicBezTo>
                  <a:pt x="517905" y="7738"/>
                  <a:pt x="541278" y="1824"/>
                  <a:pt x="565777" y="3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4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0562" y="332597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6359" y="332597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4256" y="332597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37940" y="332597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5941" y="332597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5990" y="332597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6814" y="332597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16286" y="332597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30237" y="332597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92765" y="332597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957" y="332597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32052" y="332597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88459" y="332597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651</TotalTime>
  <Words>14</Words>
  <Application>Microsoft Office PowerPoint</Application>
  <PresentationFormat>Widescreen</PresentationFormat>
  <Paragraphs>11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32</cp:revision>
  <dcterms:created xsi:type="dcterms:W3CDTF">2026-02-24T23:11:14Z</dcterms:created>
  <dcterms:modified xsi:type="dcterms:W3CDTF">2026-06-04T13:48:05Z</dcterms:modified>
</cp:coreProperties>
</file>