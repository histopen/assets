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66" d="100"/>
          <a:sy n="66" d="100"/>
        </p:scale>
        <p:origin x="2496" y="13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2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1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23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svg"/><Relationship Id="rId3" Type="http://schemas.openxmlformats.org/officeDocument/2006/relationships/image" Target="../media/image25.svg"/><Relationship Id="rId7" Type="http://schemas.openxmlformats.org/officeDocument/2006/relationships/image" Target="../media/image15.svg"/><Relationship Id="rId12" Type="http://schemas.openxmlformats.org/officeDocument/2006/relationships/image" Target="../media/image33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11" Type="http://schemas.openxmlformats.org/officeDocument/2006/relationships/image" Target="../media/image32.svg"/><Relationship Id="rId5" Type="http://schemas.openxmlformats.org/officeDocument/2006/relationships/image" Target="../media/image27.svg"/><Relationship Id="rId10" Type="http://schemas.openxmlformats.org/officeDocument/2006/relationships/image" Target="../media/image31.svg"/><Relationship Id="rId4" Type="http://schemas.openxmlformats.org/officeDocument/2006/relationships/image" Target="../media/image26.svg"/><Relationship Id="rId9" Type="http://schemas.openxmlformats.org/officeDocument/2006/relationships/image" Target="../media/image30.svg"/><Relationship Id="rId1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131592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61560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E13B530-3731-6134-B3F4-FEE5EA68548A}"/>
              </a:ext>
            </a:extLst>
          </p:cNvPr>
          <p:cNvGrpSpPr/>
          <p:nvPr/>
        </p:nvGrpSpPr>
        <p:grpSpPr>
          <a:xfrm>
            <a:off x="6637835" y="2292972"/>
            <a:ext cx="1300454" cy="1501200"/>
            <a:chOff x="7568654" y="2292972"/>
            <a:chExt cx="1300454" cy="1501200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5202DEE6-46B5-1A3F-5ED1-DE476D12C716}"/>
                </a:ext>
              </a:extLst>
            </p:cNvPr>
            <p:cNvSpPr/>
            <p:nvPr/>
          </p:nvSpPr>
          <p:spPr>
            <a:xfrm>
              <a:off x="7868308" y="22929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7714D1D-0B0B-8ECC-6B61-98DB02D0A5ED}"/>
                </a:ext>
              </a:extLst>
            </p:cNvPr>
            <p:cNvSpPr/>
            <p:nvPr/>
          </p:nvSpPr>
          <p:spPr>
            <a:xfrm>
              <a:off x="7967468" y="23931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01B3D6A-B8D2-B228-EAC8-C3244FA466A2}"/>
                </a:ext>
              </a:extLst>
            </p:cNvPr>
            <p:cNvSpPr/>
            <p:nvPr/>
          </p:nvSpPr>
          <p:spPr>
            <a:xfrm>
              <a:off x="7568654" y="24945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0E6BF5B-7FFA-9C74-8D53-525F6219D06C}"/>
                </a:ext>
              </a:extLst>
            </p:cNvPr>
            <p:cNvSpPr/>
            <p:nvPr/>
          </p:nvSpPr>
          <p:spPr>
            <a:xfrm>
              <a:off x="7667814" y="25947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5565816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263146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8072058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5DFA75-46A7-958F-3D79-82C543F26C96}"/>
              </a:ext>
            </a:extLst>
          </p:cNvPr>
          <p:cNvGrpSpPr/>
          <p:nvPr/>
        </p:nvGrpSpPr>
        <p:grpSpPr>
          <a:xfrm>
            <a:off x="9506284" y="2292972"/>
            <a:ext cx="1300454" cy="1501200"/>
            <a:chOff x="10813794" y="2292972"/>
            <a:chExt cx="1300454" cy="1501200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3AEC0D9-5828-2FB8-20C5-2FD660C59D61}"/>
                </a:ext>
              </a:extLst>
            </p:cNvPr>
            <p:cNvSpPr/>
            <p:nvPr/>
          </p:nvSpPr>
          <p:spPr>
            <a:xfrm>
              <a:off x="11119882" y="2292972"/>
              <a:ext cx="994366" cy="1299600"/>
            </a:xfrm>
            <a:custGeom>
              <a:avLst/>
              <a:gdLst>
                <a:gd name="csX0" fmla="*/ 142715 w 994366"/>
                <a:gd name="csY0" fmla="*/ 0 h 1299600"/>
                <a:gd name="csX1" fmla="*/ 845217 w 994366"/>
                <a:gd name="csY1" fmla="*/ 0 h 1299600"/>
                <a:gd name="csX2" fmla="*/ 994366 w 994366"/>
                <a:gd name="csY2" fmla="*/ 149149 h 1299600"/>
                <a:gd name="csX3" fmla="*/ 994366 w 994366"/>
                <a:gd name="csY3" fmla="*/ 1150451 h 1299600"/>
                <a:gd name="csX4" fmla="*/ 845217 w 994366"/>
                <a:gd name="csY4" fmla="*/ 1299600 h 1299600"/>
                <a:gd name="csX5" fmla="*/ 794960 w 994366"/>
                <a:gd name="csY5" fmla="*/ 1299600 h 1299600"/>
                <a:gd name="csX6" fmla="*/ 794960 w 994366"/>
                <a:gd name="csY6" fmla="*/ 358731 h 1299600"/>
                <a:gd name="csX7" fmla="*/ 553509 w 994366"/>
                <a:gd name="csY7" fmla="*/ 117280 h 1299600"/>
                <a:gd name="csX8" fmla="*/ 0 w 994366"/>
                <a:gd name="csY8" fmla="*/ 117280 h 1299600"/>
                <a:gd name="csX9" fmla="*/ 5287 w 994366"/>
                <a:gd name="csY9" fmla="*/ 91094 h 1299600"/>
                <a:gd name="csX10" fmla="*/ 142715 w 994366"/>
                <a:gd name="csY10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94366" h="1299600">
                  <a:moveTo>
                    <a:pt x="142715" y="0"/>
                  </a:moveTo>
                  <a:lnTo>
                    <a:pt x="845217" y="0"/>
                  </a:lnTo>
                  <a:cubicBezTo>
                    <a:pt x="927590" y="0"/>
                    <a:pt x="994366" y="66776"/>
                    <a:pt x="994366" y="149149"/>
                  </a:cubicBezTo>
                  <a:lnTo>
                    <a:pt x="994366" y="1150451"/>
                  </a:lnTo>
                  <a:cubicBezTo>
                    <a:pt x="994366" y="1232824"/>
                    <a:pt x="927590" y="1299600"/>
                    <a:pt x="845217" y="1299600"/>
                  </a:cubicBezTo>
                  <a:lnTo>
                    <a:pt x="794960" y="1299600"/>
                  </a:lnTo>
                  <a:lnTo>
                    <a:pt x="794960" y="358731"/>
                  </a:lnTo>
                  <a:cubicBezTo>
                    <a:pt x="794960" y="225381"/>
                    <a:pt x="686859" y="117280"/>
                    <a:pt x="553509" y="117280"/>
                  </a:cubicBezTo>
                  <a:lnTo>
                    <a:pt x="0" y="117280"/>
                  </a:lnTo>
                  <a:lnTo>
                    <a:pt x="5287" y="91094"/>
                  </a:lnTo>
                  <a:cubicBezTo>
                    <a:pt x="27929" y="37562"/>
                    <a:pt x="80936" y="0"/>
                    <a:pt x="142715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C5C0DA1-8418-655B-6EC4-DEA43D3E1E22}"/>
                </a:ext>
              </a:extLst>
            </p:cNvPr>
            <p:cNvSpPr/>
            <p:nvPr/>
          </p:nvSpPr>
          <p:spPr>
            <a:xfrm>
              <a:off x="10813794" y="2494572"/>
              <a:ext cx="1000800" cy="1299600"/>
            </a:xfrm>
            <a:custGeom>
              <a:avLst/>
              <a:gdLst>
                <a:gd name="csX0" fmla="*/ 149050 w 1000800"/>
                <a:gd name="csY0" fmla="*/ 100221 h 1299600"/>
                <a:gd name="csX1" fmla="*/ 99160 w 1000800"/>
                <a:gd name="csY1" fmla="*/ 150111 h 1299600"/>
                <a:gd name="csX2" fmla="*/ 99160 w 1000800"/>
                <a:gd name="csY2" fmla="*/ 1149707 h 1299600"/>
                <a:gd name="csX3" fmla="*/ 149050 w 1000800"/>
                <a:gd name="csY3" fmla="*/ 1199597 h 1299600"/>
                <a:gd name="csX4" fmla="*/ 851751 w 1000800"/>
                <a:gd name="csY4" fmla="*/ 1199597 h 1299600"/>
                <a:gd name="csX5" fmla="*/ 901641 w 1000800"/>
                <a:gd name="csY5" fmla="*/ 1149707 h 1299600"/>
                <a:gd name="csX6" fmla="*/ 901641 w 1000800"/>
                <a:gd name="csY6" fmla="*/ 150111 h 1299600"/>
                <a:gd name="csX7" fmla="*/ 851751 w 1000800"/>
                <a:gd name="csY7" fmla="*/ 100221 h 1299600"/>
                <a:gd name="csX8" fmla="*/ 149149 w 1000800"/>
                <a:gd name="csY8" fmla="*/ 0 h 1299600"/>
                <a:gd name="csX9" fmla="*/ 851651 w 1000800"/>
                <a:gd name="csY9" fmla="*/ 0 h 1299600"/>
                <a:gd name="csX10" fmla="*/ 1000800 w 1000800"/>
                <a:gd name="csY10" fmla="*/ 149149 h 1299600"/>
                <a:gd name="csX11" fmla="*/ 1000800 w 1000800"/>
                <a:gd name="csY11" fmla="*/ 1150451 h 1299600"/>
                <a:gd name="csX12" fmla="*/ 851651 w 1000800"/>
                <a:gd name="csY12" fmla="*/ 1299600 h 1299600"/>
                <a:gd name="csX13" fmla="*/ 149149 w 1000800"/>
                <a:gd name="csY13" fmla="*/ 1299600 h 1299600"/>
                <a:gd name="csX14" fmla="*/ 0 w 1000800"/>
                <a:gd name="csY14" fmla="*/ 1150451 h 1299600"/>
                <a:gd name="csX15" fmla="*/ 0 w 1000800"/>
                <a:gd name="csY15" fmla="*/ 149149 h 1299600"/>
                <a:gd name="csX16" fmla="*/ 149149 w 1000800"/>
                <a:gd name="csY16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000800" h="1299600">
                  <a:moveTo>
                    <a:pt x="149050" y="100221"/>
                  </a:moveTo>
                  <a:cubicBezTo>
                    <a:pt x="121497" y="100221"/>
                    <a:pt x="99160" y="122558"/>
                    <a:pt x="99160" y="150111"/>
                  </a:cubicBezTo>
                  <a:lnTo>
                    <a:pt x="99160" y="1149707"/>
                  </a:lnTo>
                  <a:cubicBezTo>
                    <a:pt x="99160" y="1177260"/>
                    <a:pt x="121497" y="1199597"/>
                    <a:pt x="149050" y="1199597"/>
                  </a:cubicBezTo>
                  <a:lnTo>
                    <a:pt x="851751" y="1199597"/>
                  </a:lnTo>
                  <a:cubicBezTo>
                    <a:pt x="879304" y="1199597"/>
                    <a:pt x="901641" y="1177260"/>
                    <a:pt x="901641" y="1149707"/>
                  </a:cubicBezTo>
                  <a:lnTo>
                    <a:pt x="901641" y="150111"/>
                  </a:lnTo>
                  <a:cubicBezTo>
                    <a:pt x="901641" y="122558"/>
                    <a:pt x="879304" y="100221"/>
                    <a:pt x="851751" y="100221"/>
                  </a:cubicBezTo>
                  <a:close/>
                  <a:moveTo>
                    <a:pt x="149149" y="0"/>
                  </a:moveTo>
                  <a:lnTo>
                    <a:pt x="851651" y="0"/>
                  </a:lnTo>
                  <a:cubicBezTo>
                    <a:pt x="934024" y="0"/>
                    <a:pt x="1000800" y="66776"/>
                    <a:pt x="1000800" y="149149"/>
                  </a:cubicBezTo>
                  <a:lnTo>
                    <a:pt x="1000800" y="1150451"/>
                  </a:lnTo>
                  <a:cubicBezTo>
                    <a:pt x="1000800" y="1232824"/>
                    <a:pt x="934024" y="1299600"/>
                    <a:pt x="851651" y="1299600"/>
                  </a:cubicBezTo>
                  <a:lnTo>
                    <a:pt x="149149" y="1299600"/>
                  </a:lnTo>
                  <a:cubicBezTo>
                    <a:pt x="66776" y="1299600"/>
                    <a:pt x="0" y="1232824"/>
                    <a:pt x="0" y="1150451"/>
                  </a:cubicBezTo>
                  <a:lnTo>
                    <a:pt x="0" y="149149"/>
                  </a:lnTo>
                  <a:cubicBezTo>
                    <a:pt x="0" y="66776"/>
                    <a:pt x="66776" y="0"/>
                    <a:pt x="149149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2697369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A5332B49-81DA-2D0E-EB26-DDE65500F3B0}"/>
              </a:ext>
            </a:extLst>
          </p:cNvPr>
          <p:cNvSpPr/>
          <p:nvPr/>
        </p:nvSpPr>
        <p:spPr>
          <a:xfrm>
            <a:off x="6572738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6630DA6B-E113-196F-F9F4-583640753620}"/>
              </a:ext>
            </a:extLst>
          </p:cNvPr>
          <p:cNvSpPr/>
          <p:nvPr/>
        </p:nvSpPr>
        <p:spPr>
          <a:xfrm flipH="1">
            <a:off x="8444713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22B8D03-523A-206C-4090-293FFD3FC430}"/>
              </a:ext>
            </a:extLst>
          </p:cNvPr>
          <p:cNvGrpSpPr/>
          <p:nvPr/>
        </p:nvGrpSpPr>
        <p:grpSpPr>
          <a:xfrm>
            <a:off x="8652288" y="31075"/>
            <a:ext cx="1219200" cy="1712897"/>
            <a:chOff x="10901363" y="2178066"/>
            <a:chExt cx="1219200" cy="1712897"/>
          </a:xfrm>
        </p:grpSpPr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4FA0619-A15E-477C-BFD5-492E1982DB01}"/>
                </a:ext>
              </a:extLst>
            </p:cNvPr>
            <p:cNvSpPr/>
            <p:nvPr/>
          </p:nvSpPr>
          <p:spPr>
            <a:xfrm>
              <a:off x="10901363" y="2609225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04A51BA-368F-3272-032F-8AA91956FDB7}"/>
                </a:ext>
              </a:extLst>
            </p:cNvPr>
            <p:cNvSpPr/>
            <p:nvPr/>
          </p:nvSpPr>
          <p:spPr>
            <a:xfrm>
              <a:off x="10901363" y="2803272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E0E10C4-66DD-0E0E-EA81-B1B801B9CE6A}"/>
                </a:ext>
              </a:extLst>
            </p:cNvPr>
            <p:cNvSpPr/>
            <p:nvPr/>
          </p:nvSpPr>
          <p:spPr>
            <a:xfrm>
              <a:off x="10901363" y="2997319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46B9479-1B37-447A-CB51-38540F70FEAD}"/>
                </a:ext>
              </a:extLst>
            </p:cNvPr>
            <p:cNvSpPr/>
            <p:nvPr/>
          </p:nvSpPr>
          <p:spPr>
            <a:xfrm>
              <a:off x="10901363" y="3191366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8C4343A-56A1-DDDC-3BFA-BF686C93B9A3}"/>
                </a:ext>
              </a:extLst>
            </p:cNvPr>
            <p:cNvSpPr/>
            <p:nvPr/>
          </p:nvSpPr>
          <p:spPr>
            <a:xfrm>
              <a:off x="10901363" y="3385251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9C522BE-A2B3-BADB-45F7-59B99D3D2C95}"/>
                </a:ext>
              </a:extLst>
            </p:cNvPr>
            <p:cNvSpPr/>
            <p:nvPr/>
          </p:nvSpPr>
          <p:spPr>
            <a:xfrm>
              <a:off x="10901363" y="3579298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FF00A8E-E518-CD95-09A7-B7731EEFB93E}"/>
                </a:ext>
              </a:extLst>
            </p:cNvPr>
            <p:cNvSpPr/>
            <p:nvPr/>
          </p:nvSpPr>
          <p:spPr>
            <a:xfrm rot="16200000">
              <a:off x="10382142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C49330-D19A-2395-F62C-C6C398152B29}"/>
                </a:ext>
              </a:extLst>
            </p:cNvPr>
            <p:cNvSpPr/>
            <p:nvPr/>
          </p:nvSpPr>
          <p:spPr>
            <a:xfrm rot="16200000">
              <a:off x="10576189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C930B3B-0FD6-46F4-5249-98D2CA09B60F}"/>
                </a:ext>
              </a:extLst>
            </p:cNvPr>
            <p:cNvSpPr/>
            <p:nvPr/>
          </p:nvSpPr>
          <p:spPr>
            <a:xfrm rot="16200000">
              <a:off x="10770236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8737D3F-B870-B98A-A807-42CB8DAE0F77}"/>
                </a:ext>
              </a:extLst>
            </p:cNvPr>
            <p:cNvSpPr/>
            <p:nvPr/>
          </p:nvSpPr>
          <p:spPr>
            <a:xfrm rot="16200000">
              <a:off x="10964283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547180-156E-7F8A-372F-13C18EE81F00}"/>
              </a:ext>
            </a:extLst>
          </p:cNvPr>
          <p:cNvSpPr/>
          <p:nvPr/>
        </p:nvSpPr>
        <p:spPr>
          <a:xfrm>
            <a:off x="11029260" y="2292972"/>
            <a:ext cx="1300454" cy="1501200"/>
          </a:xfrm>
          <a:custGeom>
            <a:avLst/>
            <a:gdLst>
              <a:gd name="csX0" fmla="*/ 647535 w 1300454"/>
              <a:gd name="csY0" fmla="*/ 1401197 h 1501200"/>
              <a:gd name="csX1" fmla="*/ 741361 w 1300454"/>
              <a:gd name="csY1" fmla="*/ 1401197 h 1501200"/>
              <a:gd name="csX2" fmla="*/ 741361 w 1300454"/>
              <a:gd name="csY2" fmla="*/ 1501200 h 1501200"/>
              <a:gd name="csX3" fmla="*/ 647535 w 1300454"/>
              <a:gd name="csY3" fmla="*/ 1501200 h 1501200"/>
              <a:gd name="csX4" fmla="*/ 453488 w 1300454"/>
              <a:gd name="csY4" fmla="*/ 1401197 h 1501200"/>
              <a:gd name="csX5" fmla="*/ 547314 w 1300454"/>
              <a:gd name="csY5" fmla="*/ 1401197 h 1501200"/>
              <a:gd name="csX6" fmla="*/ 547314 w 1300454"/>
              <a:gd name="csY6" fmla="*/ 1501200 h 1501200"/>
              <a:gd name="csX7" fmla="*/ 453488 w 1300454"/>
              <a:gd name="csY7" fmla="*/ 1501200 h 1501200"/>
              <a:gd name="csX8" fmla="*/ 259441 w 1300454"/>
              <a:gd name="csY8" fmla="*/ 1401197 h 1501200"/>
              <a:gd name="csX9" fmla="*/ 353267 w 1300454"/>
              <a:gd name="csY9" fmla="*/ 1401197 h 1501200"/>
              <a:gd name="csX10" fmla="*/ 353267 w 1300454"/>
              <a:gd name="csY10" fmla="*/ 1501200 h 1501200"/>
              <a:gd name="csX11" fmla="*/ 259441 w 1300454"/>
              <a:gd name="csY11" fmla="*/ 1501200 h 1501200"/>
              <a:gd name="csX12" fmla="*/ 887054 w 1300454"/>
              <a:gd name="csY12" fmla="*/ 1386547 h 1501200"/>
              <a:gd name="csX13" fmla="*/ 993836 w 1300454"/>
              <a:gd name="csY13" fmla="*/ 1386547 h 1501200"/>
              <a:gd name="csX14" fmla="*/ 989079 w 1300454"/>
              <a:gd name="csY14" fmla="*/ 1410107 h 1501200"/>
              <a:gd name="csX15" fmla="*/ 851651 w 1300454"/>
              <a:gd name="csY15" fmla="*/ 1501200 h 1501200"/>
              <a:gd name="csX16" fmla="*/ 841582 w 1300454"/>
              <a:gd name="csY16" fmla="*/ 1501200 h 1501200"/>
              <a:gd name="csX17" fmla="*/ 841582 w 1300454"/>
              <a:gd name="csY17" fmla="*/ 1401197 h 1501200"/>
              <a:gd name="csX18" fmla="*/ 851751 w 1300454"/>
              <a:gd name="csY18" fmla="*/ 1401197 h 1501200"/>
              <a:gd name="csX19" fmla="*/ 887028 w 1300454"/>
              <a:gd name="csY19" fmla="*/ 1386584 h 1501200"/>
              <a:gd name="csX20" fmla="*/ 6964 w 1300454"/>
              <a:gd name="csY20" fmla="*/ 1386547 h 1501200"/>
              <a:gd name="csX21" fmla="*/ 113747 w 1300454"/>
              <a:gd name="csY21" fmla="*/ 1386547 h 1501200"/>
              <a:gd name="csX22" fmla="*/ 113773 w 1300454"/>
              <a:gd name="csY22" fmla="*/ 1386584 h 1501200"/>
              <a:gd name="csX23" fmla="*/ 149050 w 1300454"/>
              <a:gd name="csY23" fmla="*/ 1401197 h 1501200"/>
              <a:gd name="csX24" fmla="*/ 159220 w 1300454"/>
              <a:gd name="csY24" fmla="*/ 1401197 h 1501200"/>
              <a:gd name="csX25" fmla="*/ 159220 w 1300454"/>
              <a:gd name="csY25" fmla="*/ 1501200 h 1501200"/>
              <a:gd name="csX26" fmla="*/ 149149 w 1300454"/>
              <a:gd name="csY26" fmla="*/ 1501200 h 1501200"/>
              <a:gd name="csX27" fmla="*/ 11721 w 1300454"/>
              <a:gd name="csY27" fmla="*/ 1410107 h 1501200"/>
              <a:gd name="csX28" fmla="*/ 0 w 1300454"/>
              <a:gd name="csY28" fmla="*/ 1192500 h 1501200"/>
              <a:gd name="csX29" fmla="*/ 99160 w 1300454"/>
              <a:gd name="csY29" fmla="*/ 1192500 h 1501200"/>
              <a:gd name="csX30" fmla="*/ 99160 w 1300454"/>
              <a:gd name="csY30" fmla="*/ 1286326 h 1501200"/>
              <a:gd name="csX31" fmla="*/ 0 w 1300454"/>
              <a:gd name="csY31" fmla="*/ 1286326 h 1501200"/>
              <a:gd name="csX32" fmla="*/ 0 w 1300454"/>
              <a:gd name="csY32" fmla="*/ 998615 h 1501200"/>
              <a:gd name="csX33" fmla="*/ 99160 w 1300454"/>
              <a:gd name="csY33" fmla="*/ 998615 h 1501200"/>
              <a:gd name="csX34" fmla="*/ 99160 w 1300454"/>
              <a:gd name="csY34" fmla="*/ 1092279 h 1501200"/>
              <a:gd name="csX35" fmla="*/ 0 w 1300454"/>
              <a:gd name="csY35" fmla="*/ 1092279 h 1501200"/>
              <a:gd name="csX36" fmla="*/ 0 w 1300454"/>
              <a:gd name="csY36" fmla="*/ 804568 h 1501200"/>
              <a:gd name="csX37" fmla="*/ 99160 w 1300454"/>
              <a:gd name="csY37" fmla="*/ 804568 h 1501200"/>
              <a:gd name="csX38" fmla="*/ 99160 w 1300454"/>
              <a:gd name="csY38" fmla="*/ 898394 h 1501200"/>
              <a:gd name="csX39" fmla="*/ 0 w 1300454"/>
              <a:gd name="csY39" fmla="*/ 898394 h 1501200"/>
              <a:gd name="csX40" fmla="*/ 0 w 1300454"/>
              <a:gd name="csY40" fmla="*/ 610521 h 1501200"/>
              <a:gd name="csX41" fmla="*/ 99160 w 1300454"/>
              <a:gd name="csY41" fmla="*/ 610521 h 1501200"/>
              <a:gd name="csX42" fmla="*/ 99160 w 1300454"/>
              <a:gd name="csY42" fmla="*/ 704347 h 1501200"/>
              <a:gd name="csX43" fmla="*/ 0 w 1300454"/>
              <a:gd name="csY43" fmla="*/ 704347 h 1501200"/>
              <a:gd name="csX44" fmla="*/ 0 w 1300454"/>
              <a:gd name="csY44" fmla="*/ 416474 h 1501200"/>
              <a:gd name="csX45" fmla="*/ 99160 w 1300454"/>
              <a:gd name="csY45" fmla="*/ 416474 h 1501200"/>
              <a:gd name="csX46" fmla="*/ 99160 w 1300454"/>
              <a:gd name="csY46" fmla="*/ 510300 h 1501200"/>
              <a:gd name="csX47" fmla="*/ 0 w 1300454"/>
              <a:gd name="csY47" fmla="*/ 510300 h 1501200"/>
              <a:gd name="csX48" fmla="*/ 989074 w 1300454"/>
              <a:gd name="csY48" fmla="*/ 292686 h 1501200"/>
              <a:gd name="csX49" fmla="*/ 989079 w 1300454"/>
              <a:gd name="csY49" fmla="*/ 292694 h 1501200"/>
              <a:gd name="csX50" fmla="*/ 991046 w 1300454"/>
              <a:gd name="csY50" fmla="*/ 302434 h 1501200"/>
              <a:gd name="csX51" fmla="*/ 989079 w 1300454"/>
              <a:gd name="csY51" fmla="*/ 292694 h 1501200"/>
              <a:gd name="csX52" fmla="*/ 949245 w 1300454"/>
              <a:gd name="csY52" fmla="*/ 239978 h 1501200"/>
              <a:gd name="csX53" fmla="*/ 960327 w 1300454"/>
              <a:gd name="csY53" fmla="*/ 250048 h 1501200"/>
              <a:gd name="csX54" fmla="*/ 957115 w 1300454"/>
              <a:gd name="csY54" fmla="*/ 245285 h 1501200"/>
              <a:gd name="csX55" fmla="*/ 904068 w 1300454"/>
              <a:gd name="csY55" fmla="*/ 212183 h 1501200"/>
              <a:gd name="csX56" fmla="*/ 917832 w 1300454"/>
              <a:gd name="csY56" fmla="*/ 218800 h 1501200"/>
              <a:gd name="csX57" fmla="*/ 909707 w 1300454"/>
              <a:gd name="csY57" fmla="*/ 213321 h 1501200"/>
              <a:gd name="csX58" fmla="*/ 149149 w 1300454"/>
              <a:gd name="csY58" fmla="*/ 201600 h 1501200"/>
              <a:gd name="csX59" fmla="*/ 159220 w 1300454"/>
              <a:gd name="csY59" fmla="*/ 201600 h 1501200"/>
              <a:gd name="csX60" fmla="*/ 159220 w 1300454"/>
              <a:gd name="csY60" fmla="*/ 301821 h 1501200"/>
              <a:gd name="csX61" fmla="*/ 149050 w 1300454"/>
              <a:gd name="csY61" fmla="*/ 301821 h 1501200"/>
              <a:gd name="csX62" fmla="*/ 114209 w 1300454"/>
              <a:gd name="csY62" fmla="*/ 316253 h 1501200"/>
              <a:gd name="csX63" fmla="*/ 6964 w 1300454"/>
              <a:gd name="csY63" fmla="*/ 316253 h 1501200"/>
              <a:gd name="csX64" fmla="*/ 11721 w 1300454"/>
              <a:gd name="csY64" fmla="*/ 292694 h 1501200"/>
              <a:gd name="csX65" fmla="*/ 149149 w 1300454"/>
              <a:gd name="csY65" fmla="*/ 201600 h 1501200"/>
              <a:gd name="csX66" fmla="*/ 448803 w 1300454"/>
              <a:gd name="csY66" fmla="*/ 0 h 1501200"/>
              <a:gd name="csX67" fmla="*/ 1151305 w 1300454"/>
              <a:gd name="csY67" fmla="*/ 0 h 1501200"/>
              <a:gd name="csX68" fmla="*/ 1300454 w 1300454"/>
              <a:gd name="csY68" fmla="*/ 149149 h 1501200"/>
              <a:gd name="csX69" fmla="*/ 1300454 w 1300454"/>
              <a:gd name="csY69" fmla="*/ 1150451 h 1501200"/>
              <a:gd name="csX70" fmla="*/ 1151305 w 1300454"/>
              <a:gd name="csY70" fmla="*/ 1299600 h 1501200"/>
              <a:gd name="csX71" fmla="*/ 1000800 w 1300454"/>
              <a:gd name="csY71" fmla="*/ 1299600 h 1501200"/>
              <a:gd name="csX72" fmla="*/ 1000800 w 1300454"/>
              <a:gd name="csY72" fmla="*/ 1286326 h 1501200"/>
              <a:gd name="csX73" fmla="*/ 901641 w 1300454"/>
              <a:gd name="csY73" fmla="*/ 1286326 h 1501200"/>
              <a:gd name="csX74" fmla="*/ 901641 w 1300454"/>
              <a:gd name="csY74" fmla="*/ 1192500 h 1501200"/>
              <a:gd name="csX75" fmla="*/ 1000800 w 1300454"/>
              <a:gd name="csY75" fmla="*/ 1192500 h 1501200"/>
              <a:gd name="csX76" fmla="*/ 1000800 w 1300454"/>
              <a:gd name="csY76" fmla="*/ 1092279 h 1501200"/>
              <a:gd name="csX77" fmla="*/ 901641 w 1300454"/>
              <a:gd name="csY77" fmla="*/ 1092279 h 1501200"/>
              <a:gd name="csX78" fmla="*/ 901641 w 1300454"/>
              <a:gd name="csY78" fmla="*/ 998615 h 1501200"/>
              <a:gd name="csX79" fmla="*/ 1000800 w 1300454"/>
              <a:gd name="csY79" fmla="*/ 998615 h 1501200"/>
              <a:gd name="csX80" fmla="*/ 1000800 w 1300454"/>
              <a:gd name="csY80" fmla="*/ 898394 h 1501200"/>
              <a:gd name="csX81" fmla="*/ 901641 w 1300454"/>
              <a:gd name="csY81" fmla="*/ 898394 h 1501200"/>
              <a:gd name="csX82" fmla="*/ 901641 w 1300454"/>
              <a:gd name="csY82" fmla="*/ 804568 h 1501200"/>
              <a:gd name="csX83" fmla="*/ 1000800 w 1300454"/>
              <a:gd name="csY83" fmla="*/ 804568 h 1501200"/>
              <a:gd name="csX84" fmla="*/ 1000800 w 1300454"/>
              <a:gd name="csY84" fmla="*/ 704347 h 1501200"/>
              <a:gd name="csX85" fmla="*/ 901641 w 1300454"/>
              <a:gd name="csY85" fmla="*/ 704347 h 1501200"/>
              <a:gd name="csX86" fmla="*/ 901641 w 1300454"/>
              <a:gd name="csY86" fmla="*/ 610521 h 1501200"/>
              <a:gd name="csX87" fmla="*/ 1000800 w 1300454"/>
              <a:gd name="csY87" fmla="*/ 610521 h 1501200"/>
              <a:gd name="csX88" fmla="*/ 1000800 w 1300454"/>
              <a:gd name="csY88" fmla="*/ 510300 h 1501200"/>
              <a:gd name="csX89" fmla="*/ 901641 w 1300454"/>
              <a:gd name="csY89" fmla="*/ 510300 h 1501200"/>
              <a:gd name="csX90" fmla="*/ 901641 w 1300454"/>
              <a:gd name="csY90" fmla="*/ 416474 h 1501200"/>
              <a:gd name="csX91" fmla="*/ 1000800 w 1300454"/>
              <a:gd name="csY91" fmla="*/ 416474 h 1501200"/>
              <a:gd name="csX92" fmla="*/ 1000800 w 1300454"/>
              <a:gd name="csY92" fmla="*/ 350749 h 1501200"/>
              <a:gd name="csX93" fmla="*/ 993836 w 1300454"/>
              <a:gd name="csY93" fmla="*/ 316253 h 1501200"/>
              <a:gd name="csX94" fmla="*/ 886592 w 1300454"/>
              <a:gd name="csY94" fmla="*/ 316253 h 1501200"/>
              <a:gd name="csX95" fmla="*/ 851751 w 1300454"/>
              <a:gd name="csY95" fmla="*/ 301821 h 1501200"/>
              <a:gd name="csX96" fmla="*/ 841582 w 1300454"/>
              <a:gd name="csY96" fmla="*/ 301821 h 1501200"/>
              <a:gd name="csX97" fmla="*/ 841582 w 1300454"/>
              <a:gd name="csY97" fmla="*/ 201600 h 1501200"/>
              <a:gd name="csX98" fmla="*/ 741361 w 1300454"/>
              <a:gd name="csY98" fmla="*/ 201600 h 1501200"/>
              <a:gd name="csX99" fmla="*/ 741361 w 1300454"/>
              <a:gd name="csY99" fmla="*/ 301821 h 1501200"/>
              <a:gd name="csX100" fmla="*/ 647535 w 1300454"/>
              <a:gd name="csY100" fmla="*/ 301821 h 1501200"/>
              <a:gd name="csX101" fmla="*/ 647535 w 1300454"/>
              <a:gd name="csY101" fmla="*/ 201600 h 1501200"/>
              <a:gd name="csX102" fmla="*/ 547314 w 1300454"/>
              <a:gd name="csY102" fmla="*/ 201600 h 1501200"/>
              <a:gd name="csX103" fmla="*/ 547314 w 1300454"/>
              <a:gd name="csY103" fmla="*/ 301821 h 1501200"/>
              <a:gd name="csX104" fmla="*/ 453488 w 1300454"/>
              <a:gd name="csY104" fmla="*/ 301821 h 1501200"/>
              <a:gd name="csX105" fmla="*/ 453488 w 1300454"/>
              <a:gd name="csY105" fmla="*/ 201600 h 1501200"/>
              <a:gd name="csX106" fmla="*/ 353267 w 1300454"/>
              <a:gd name="csY106" fmla="*/ 201600 h 1501200"/>
              <a:gd name="csX107" fmla="*/ 353267 w 1300454"/>
              <a:gd name="csY107" fmla="*/ 301821 h 1501200"/>
              <a:gd name="csX108" fmla="*/ 259441 w 1300454"/>
              <a:gd name="csY108" fmla="*/ 301821 h 1501200"/>
              <a:gd name="csX109" fmla="*/ 259441 w 1300454"/>
              <a:gd name="csY109" fmla="*/ 201600 h 1501200"/>
              <a:gd name="csX110" fmla="*/ 299654 w 1300454"/>
              <a:gd name="csY110" fmla="*/ 201600 h 1501200"/>
              <a:gd name="csX111" fmla="*/ 299654 w 1300454"/>
              <a:gd name="csY111" fmla="*/ 149149 h 1501200"/>
              <a:gd name="csX112" fmla="*/ 448803 w 1300454"/>
              <a:gd name="csY11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</a:cxnLst>
            <a:rect l="l" t="t" r="r" b="b"/>
            <a:pathLst>
              <a:path w="1300454" h="1501200">
                <a:moveTo>
                  <a:pt x="647535" y="1401197"/>
                </a:moveTo>
                <a:lnTo>
                  <a:pt x="741361" y="1401197"/>
                </a:lnTo>
                <a:lnTo>
                  <a:pt x="741361" y="1501200"/>
                </a:lnTo>
                <a:lnTo>
                  <a:pt x="647535" y="1501200"/>
                </a:lnTo>
                <a:close/>
                <a:moveTo>
                  <a:pt x="453488" y="1401197"/>
                </a:moveTo>
                <a:lnTo>
                  <a:pt x="547314" y="1401197"/>
                </a:lnTo>
                <a:lnTo>
                  <a:pt x="547314" y="1501200"/>
                </a:lnTo>
                <a:lnTo>
                  <a:pt x="453488" y="1501200"/>
                </a:lnTo>
                <a:close/>
                <a:moveTo>
                  <a:pt x="259441" y="1401197"/>
                </a:moveTo>
                <a:lnTo>
                  <a:pt x="353267" y="1401197"/>
                </a:lnTo>
                <a:lnTo>
                  <a:pt x="353267" y="1501200"/>
                </a:lnTo>
                <a:lnTo>
                  <a:pt x="259441" y="1501200"/>
                </a:lnTo>
                <a:close/>
                <a:moveTo>
                  <a:pt x="887054" y="1386547"/>
                </a:moveTo>
                <a:lnTo>
                  <a:pt x="993836" y="1386547"/>
                </a:lnTo>
                <a:lnTo>
                  <a:pt x="989079" y="1410107"/>
                </a:lnTo>
                <a:cubicBezTo>
                  <a:pt x="966437" y="1463639"/>
                  <a:pt x="913431" y="1501200"/>
                  <a:pt x="851651" y="1501200"/>
                </a:cubicBezTo>
                <a:lnTo>
                  <a:pt x="841582" y="1501200"/>
                </a:lnTo>
                <a:lnTo>
                  <a:pt x="841582" y="1401197"/>
                </a:lnTo>
                <a:lnTo>
                  <a:pt x="851751" y="1401197"/>
                </a:lnTo>
                <a:cubicBezTo>
                  <a:pt x="865528" y="1401197"/>
                  <a:pt x="878000" y="1395613"/>
                  <a:pt x="887028" y="1386584"/>
                </a:cubicBezTo>
                <a:close/>
                <a:moveTo>
                  <a:pt x="6964" y="1386547"/>
                </a:moveTo>
                <a:lnTo>
                  <a:pt x="113747" y="1386547"/>
                </a:lnTo>
                <a:lnTo>
                  <a:pt x="113773" y="1386584"/>
                </a:lnTo>
                <a:cubicBezTo>
                  <a:pt x="122801" y="1395613"/>
                  <a:pt x="135274" y="1401197"/>
                  <a:pt x="149050" y="1401197"/>
                </a:cubicBezTo>
                <a:lnTo>
                  <a:pt x="159220" y="1401197"/>
                </a:lnTo>
                <a:lnTo>
                  <a:pt x="159220" y="1501200"/>
                </a:lnTo>
                <a:lnTo>
                  <a:pt x="149149" y="1501200"/>
                </a:lnTo>
                <a:cubicBezTo>
                  <a:pt x="87369" y="1501200"/>
                  <a:pt x="34363" y="1463639"/>
                  <a:pt x="11721" y="1410107"/>
                </a:cubicBezTo>
                <a:close/>
                <a:moveTo>
                  <a:pt x="0" y="1192500"/>
                </a:moveTo>
                <a:lnTo>
                  <a:pt x="99160" y="1192500"/>
                </a:lnTo>
                <a:lnTo>
                  <a:pt x="99160" y="1286326"/>
                </a:lnTo>
                <a:lnTo>
                  <a:pt x="0" y="1286326"/>
                </a:lnTo>
                <a:close/>
                <a:moveTo>
                  <a:pt x="0" y="998615"/>
                </a:moveTo>
                <a:lnTo>
                  <a:pt x="99160" y="998615"/>
                </a:lnTo>
                <a:lnTo>
                  <a:pt x="99160" y="1092279"/>
                </a:lnTo>
                <a:lnTo>
                  <a:pt x="0" y="1092279"/>
                </a:lnTo>
                <a:close/>
                <a:moveTo>
                  <a:pt x="0" y="804568"/>
                </a:moveTo>
                <a:lnTo>
                  <a:pt x="99160" y="804568"/>
                </a:lnTo>
                <a:lnTo>
                  <a:pt x="99160" y="898394"/>
                </a:lnTo>
                <a:lnTo>
                  <a:pt x="0" y="898394"/>
                </a:lnTo>
                <a:close/>
                <a:moveTo>
                  <a:pt x="0" y="610521"/>
                </a:moveTo>
                <a:lnTo>
                  <a:pt x="99160" y="610521"/>
                </a:lnTo>
                <a:lnTo>
                  <a:pt x="99160" y="704347"/>
                </a:lnTo>
                <a:lnTo>
                  <a:pt x="0" y="704347"/>
                </a:lnTo>
                <a:close/>
                <a:moveTo>
                  <a:pt x="0" y="416474"/>
                </a:moveTo>
                <a:lnTo>
                  <a:pt x="99160" y="416474"/>
                </a:lnTo>
                <a:lnTo>
                  <a:pt x="99160" y="510300"/>
                </a:lnTo>
                <a:lnTo>
                  <a:pt x="0" y="510300"/>
                </a:lnTo>
                <a:close/>
                <a:moveTo>
                  <a:pt x="989074" y="292686"/>
                </a:moveTo>
                <a:lnTo>
                  <a:pt x="989079" y="292694"/>
                </a:lnTo>
                <a:lnTo>
                  <a:pt x="991046" y="302434"/>
                </a:lnTo>
                <a:lnTo>
                  <a:pt x="989079" y="292694"/>
                </a:lnTo>
                <a:close/>
                <a:moveTo>
                  <a:pt x="949245" y="239978"/>
                </a:moveTo>
                <a:lnTo>
                  <a:pt x="960327" y="250048"/>
                </a:lnTo>
                <a:lnTo>
                  <a:pt x="957115" y="245285"/>
                </a:lnTo>
                <a:close/>
                <a:moveTo>
                  <a:pt x="904068" y="212183"/>
                </a:moveTo>
                <a:lnTo>
                  <a:pt x="917832" y="218800"/>
                </a:lnTo>
                <a:lnTo>
                  <a:pt x="909707" y="213321"/>
                </a:lnTo>
                <a:close/>
                <a:moveTo>
                  <a:pt x="149149" y="201600"/>
                </a:moveTo>
                <a:lnTo>
                  <a:pt x="159220" y="201600"/>
                </a:lnTo>
                <a:lnTo>
                  <a:pt x="159220" y="301821"/>
                </a:lnTo>
                <a:lnTo>
                  <a:pt x="149050" y="301821"/>
                </a:lnTo>
                <a:lnTo>
                  <a:pt x="114209" y="316253"/>
                </a:lnTo>
                <a:lnTo>
                  <a:pt x="6964" y="316253"/>
                </a:lnTo>
                <a:lnTo>
                  <a:pt x="11721" y="292694"/>
                </a:lnTo>
                <a:cubicBezTo>
                  <a:pt x="34363" y="239162"/>
                  <a:pt x="87369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286326"/>
                </a:lnTo>
                <a:lnTo>
                  <a:pt x="901641" y="1286326"/>
                </a:lnTo>
                <a:lnTo>
                  <a:pt x="901641" y="1192500"/>
                </a:lnTo>
                <a:lnTo>
                  <a:pt x="1000800" y="1192500"/>
                </a:lnTo>
                <a:lnTo>
                  <a:pt x="1000800" y="1092279"/>
                </a:lnTo>
                <a:lnTo>
                  <a:pt x="901641" y="1092279"/>
                </a:lnTo>
                <a:lnTo>
                  <a:pt x="901641" y="998615"/>
                </a:lnTo>
                <a:lnTo>
                  <a:pt x="1000800" y="998615"/>
                </a:lnTo>
                <a:lnTo>
                  <a:pt x="1000800" y="898394"/>
                </a:lnTo>
                <a:lnTo>
                  <a:pt x="901641" y="898394"/>
                </a:lnTo>
                <a:lnTo>
                  <a:pt x="901641" y="804568"/>
                </a:lnTo>
                <a:lnTo>
                  <a:pt x="1000800" y="804568"/>
                </a:lnTo>
                <a:lnTo>
                  <a:pt x="1000800" y="704347"/>
                </a:lnTo>
                <a:lnTo>
                  <a:pt x="901641" y="704347"/>
                </a:lnTo>
                <a:lnTo>
                  <a:pt x="901641" y="610521"/>
                </a:lnTo>
                <a:lnTo>
                  <a:pt x="1000800" y="610521"/>
                </a:lnTo>
                <a:lnTo>
                  <a:pt x="1000800" y="510300"/>
                </a:lnTo>
                <a:lnTo>
                  <a:pt x="901641" y="510300"/>
                </a:lnTo>
                <a:lnTo>
                  <a:pt x="901641" y="416474"/>
                </a:lnTo>
                <a:lnTo>
                  <a:pt x="1000800" y="416474"/>
                </a:lnTo>
                <a:lnTo>
                  <a:pt x="1000800" y="350749"/>
                </a:lnTo>
                <a:lnTo>
                  <a:pt x="993836" y="316253"/>
                </a:lnTo>
                <a:lnTo>
                  <a:pt x="886592" y="316253"/>
                </a:lnTo>
                <a:lnTo>
                  <a:pt x="851751" y="301821"/>
                </a:lnTo>
                <a:lnTo>
                  <a:pt x="841582" y="301821"/>
                </a:lnTo>
                <a:lnTo>
                  <a:pt x="841582" y="201600"/>
                </a:lnTo>
                <a:lnTo>
                  <a:pt x="741361" y="201600"/>
                </a:lnTo>
                <a:lnTo>
                  <a:pt x="741361" y="301821"/>
                </a:lnTo>
                <a:lnTo>
                  <a:pt x="647535" y="301821"/>
                </a:lnTo>
                <a:lnTo>
                  <a:pt x="647535" y="201600"/>
                </a:lnTo>
                <a:lnTo>
                  <a:pt x="547314" y="201600"/>
                </a:lnTo>
                <a:lnTo>
                  <a:pt x="547314" y="301821"/>
                </a:lnTo>
                <a:lnTo>
                  <a:pt x="453488" y="301821"/>
                </a:lnTo>
                <a:lnTo>
                  <a:pt x="453488" y="201600"/>
                </a:lnTo>
                <a:lnTo>
                  <a:pt x="353267" y="201600"/>
                </a:lnTo>
                <a:lnTo>
                  <a:pt x="353267" y="301821"/>
                </a:lnTo>
                <a:lnTo>
                  <a:pt x="259441" y="301821"/>
                </a:lnTo>
                <a:lnTo>
                  <a:pt x="259441" y="201600"/>
                </a:ln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34711BF-5681-7B9C-8991-778CFAB7D7A9}"/>
              </a:ext>
            </a:extLst>
          </p:cNvPr>
          <p:cNvGrpSpPr/>
          <p:nvPr/>
        </p:nvGrpSpPr>
        <p:grpSpPr>
          <a:xfrm>
            <a:off x="2735311" y="713062"/>
            <a:ext cx="6721378" cy="1501200"/>
            <a:chOff x="2352628" y="713062"/>
            <a:chExt cx="6721378" cy="1501200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488E39B-5FB0-375E-D1A0-F5B1B0B0C225}"/>
                </a:ext>
              </a:extLst>
            </p:cNvPr>
            <p:cNvSpPr/>
            <p:nvPr/>
          </p:nvSpPr>
          <p:spPr>
            <a:xfrm>
              <a:off x="5757699" y="713062"/>
              <a:ext cx="1501200" cy="1501200"/>
            </a:xfrm>
            <a:custGeom>
              <a:avLst/>
              <a:gdLst>
                <a:gd name="csX0" fmla="*/ 364722 w 1501200"/>
                <a:gd name="csY0" fmla="*/ 128718 h 1501200"/>
                <a:gd name="csX1" fmla="*/ 128718 w 1501200"/>
                <a:gd name="csY1" fmla="*/ 364722 h 1501200"/>
                <a:gd name="csX2" fmla="*/ 128718 w 1501200"/>
                <a:gd name="csY2" fmla="*/ 1136478 h 1501200"/>
                <a:gd name="csX3" fmla="*/ 364722 w 1501200"/>
                <a:gd name="csY3" fmla="*/ 1372482 h 1501200"/>
                <a:gd name="csX4" fmla="*/ 1136478 w 1501200"/>
                <a:gd name="csY4" fmla="*/ 1372482 h 1501200"/>
                <a:gd name="csX5" fmla="*/ 1372482 w 1501200"/>
                <a:gd name="csY5" fmla="*/ 1136478 h 1501200"/>
                <a:gd name="csX6" fmla="*/ 1372482 w 1501200"/>
                <a:gd name="csY6" fmla="*/ 364722 h 1501200"/>
                <a:gd name="csX7" fmla="*/ 1136478 w 1501200"/>
                <a:gd name="csY7" fmla="*/ 128718 h 1501200"/>
                <a:gd name="csX8" fmla="*/ 388315 w 1501200"/>
                <a:gd name="csY8" fmla="*/ 0 h 1501200"/>
                <a:gd name="csX9" fmla="*/ 1112885 w 1501200"/>
                <a:gd name="csY9" fmla="*/ 0 h 1501200"/>
                <a:gd name="csX10" fmla="*/ 1501200 w 1501200"/>
                <a:gd name="csY10" fmla="*/ 388315 h 1501200"/>
                <a:gd name="csX11" fmla="*/ 1501200 w 1501200"/>
                <a:gd name="csY11" fmla="*/ 1112885 h 1501200"/>
                <a:gd name="csX12" fmla="*/ 1112885 w 1501200"/>
                <a:gd name="csY12" fmla="*/ 1501200 h 1501200"/>
                <a:gd name="csX13" fmla="*/ 388315 w 1501200"/>
                <a:gd name="csY13" fmla="*/ 1501200 h 1501200"/>
                <a:gd name="csX14" fmla="*/ 0 w 1501200"/>
                <a:gd name="csY14" fmla="*/ 1112885 h 1501200"/>
                <a:gd name="csX15" fmla="*/ 0 w 1501200"/>
                <a:gd name="csY15" fmla="*/ 388315 h 1501200"/>
                <a:gd name="csX16" fmla="*/ 388315 w 1501200"/>
                <a:gd name="csY16" fmla="*/ 0 h 150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01200" h="1501200">
                  <a:moveTo>
                    <a:pt x="364722" y="128718"/>
                  </a:moveTo>
                  <a:cubicBezTo>
                    <a:pt x="234381" y="128718"/>
                    <a:pt x="128718" y="234381"/>
                    <a:pt x="128718" y="364722"/>
                  </a:cubicBezTo>
                  <a:lnTo>
                    <a:pt x="128718" y="1136478"/>
                  </a:lnTo>
                  <a:cubicBezTo>
                    <a:pt x="128718" y="1266819"/>
                    <a:pt x="234381" y="1372482"/>
                    <a:pt x="364722" y="1372482"/>
                  </a:cubicBezTo>
                  <a:lnTo>
                    <a:pt x="1136478" y="1372482"/>
                  </a:lnTo>
                  <a:cubicBezTo>
                    <a:pt x="1266819" y="1372482"/>
                    <a:pt x="1372482" y="1266819"/>
                    <a:pt x="1372482" y="1136478"/>
                  </a:cubicBezTo>
                  <a:lnTo>
                    <a:pt x="1372482" y="364722"/>
                  </a:lnTo>
                  <a:cubicBezTo>
                    <a:pt x="1372482" y="234381"/>
                    <a:pt x="1266819" y="128718"/>
                    <a:pt x="1136478" y="128718"/>
                  </a:cubicBezTo>
                  <a:close/>
                  <a:moveTo>
                    <a:pt x="388315" y="0"/>
                  </a:moveTo>
                  <a:lnTo>
                    <a:pt x="1112885" y="0"/>
                  </a:lnTo>
                  <a:cubicBezTo>
                    <a:pt x="1327345" y="0"/>
                    <a:pt x="1501200" y="173855"/>
                    <a:pt x="1501200" y="388315"/>
                  </a:cubicBezTo>
                  <a:lnTo>
                    <a:pt x="1501200" y="1112885"/>
                  </a:lnTo>
                  <a:cubicBezTo>
                    <a:pt x="1501200" y="1327345"/>
                    <a:pt x="1327345" y="1501200"/>
                    <a:pt x="1112885" y="1501200"/>
                  </a:cubicBezTo>
                  <a:lnTo>
                    <a:pt x="388315" y="1501200"/>
                  </a:lnTo>
                  <a:cubicBezTo>
                    <a:pt x="173855" y="1501200"/>
                    <a:pt x="0" y="1327345"/>
                    <a:pt x="0" y="1112885"/>
                  </a:cubicBezTo>
                  <a:lnTo>
                    <a:pt x="0" y="388315"/>
                  </a:lnTo>
                  <a:cubicBezTo>
                    <a:pt x="0" y="173855"/>
                    <a:pt x="173855" y="0"/>
                    <a:pt x="38831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F824F3E-F600-C178-72FA-02EAA25E1518}"/>
                </a:ext>
              </a:extLst>
            </p:cNvPr>
            <p:cNvSpPr/>
            <p:nvPr/>
          </p:nvSpPr>
          <p:spPr>
            <a:xfrm>
              <a:off x="7572806" y="713062"/>
              <a:ext cx="1501200" cy="1501200"/>
            </a:xfrm>
            <a:custGeom>
              <a:avLst/>
              <a:gdLst>
                <a:gd name="csX0" fmla="*/ 364722 w 1501200"/>
                <a:gd name="csY0" fmla="*/ 128718 h 1501200"/>
                <a:gd name="csX1" fmla="*/ 128718 w 1501200"/>
                <a:gd name="csY1" fmla="*/ 364722 h 1501200"/>
                <a:gd name="csX2" fmla="*/ 128718 w 1501200"/>
                <a:gd name="csY2" fmla="*/ 1136478 h 1501200"/>
                <a:gd name="csX3" fmla="*/ 364722 w 1501200"/>
                <a:gd name="csY3" fmla="*/ 1372482 h 1501200"/>
                <a:gd name="csX4" fmla="*/ 1136478 w 1501200"/>
                <a:gd name="csY4" fmla="*/ 1372482 h 1501200"/>
                <a:gd name="csX5" fmla="*/ 1372482 w 1501200"/>
                <a:gd name="csY5" fmla="*/ 1136478 h 1501200"/>
                <a:gd name="csX6" fmla="*/ 1372482 w 1501200"/>
                <a:gd name="csY6" fmla="*/ 364722 h 1501200"/>
                <a:gd name="csX7" fmla="*/ 1136478 w 1501200"/>
                <a:gd name="csY7" fmla="*/ 128718 h 1501200"/>
                <a:gd name="csX8" fmla="*/ 388315 w 1501200"/>
                <a:gd name="csY8" fmla="*/ 0 h 1501200"/>
                <a:gd name="csX9" fmla="*/ 1112885 w 1501200"/>
                <a:gd name="csY9" fmla="*/ 0 h 1501200"/>
                <a:gd name="csX10" fmla="*/ 1501200 w 1501200"/>
                <a:gd name="csY10" fmla="*/ 388315 h 1501200"/>
                <a:gd name="csX11" fmla="*/ 1501200 w 1501200"/>
                <a:gd name="csY11" fmla="*/ 1112885 h 1501200"/>
                <a:gd name="csX12" fmla="*/ 1112885 w 1501200"/>
                <a:gd name="csY12" fmla="*/ 1501200 h 1501200"/>
                <a:gd name="csX13" fmla="*/ 388315 w 1501200"/>
                <a:gd name="csY13" fmla="*/ 1501200 h 1501200"/>
                <a:gd name="csX14" fmla="*/ 0 w 1501200"/>
                <a:gd name="csY14" fmla="*/ 1112885 h 1501200"/>
                <a:gd name="csX15" fmla="*/ 0 w 1501200"/>
                <a:gd name="csY15" fmla="*/ 388315 h 1501200"/>
                <a:gd name="csX16" fmla="*/ 388315 w 1501200"/>
                <a:gd name="csY16" fmla="*/ 0 h 150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01200" h="1501200">
                  <a:moveTo>
                    <a:pt x="364722" y="128718"/>
                  </a:moveTo>
                  <a:cubicBezTo>
                    <a:pt x="234381" y="128718"/>
                    <a:pt x="128718" y="234381"/>
                    <a:pt x="128718" y="364722"/>
                  </a:cubicBezTo>
                  <a:lnTo>
                    <a:pt x="128718" y="1136478"/>
                  </a:lnTo>
                  <a:cubicBezTo>
                    <a:pt x="128718" y="1266819"/>
                    <a:pt x="234381" y="1372482"/>
                    <a:pt x="364722" y="1372482"/>
                  </a:cubicBezTo>
                  <a:lnTo>
                    <a:pt x="1136478" y="1372482"/>
                  </a:lnTo>
                  <a:cubicBezTo>
                    <a:pt x="1266819" y="1372482"/>
                    <a:pt x="1372482" y="1266819"/>
                    <a:pt x="1372482" y="1136478"/>
                  </a:cubicBezTo>
                  <a:lnTo>
                    <a:pt x="1372482" y="364722"/>
                  </a:lnTo>
                  <a:cubicBezTo>
                    <a:pt x="1372482" y="234381"/>
                    <a:pt x="1266819" y="128718"/>
                    <a:pt x="1136478" y="128718"/>
                  </a:cubicBezTo>
                  <a:close/>
                  <a:moveTo>
                    <a:pt x="388315" y="0"/>
                  </a:moveTo>
                  <a:lnTo>
                    <a:pt x="1112885" y="0"/>
                  </a:lnTo>
                  <a:cubicBezTo>
                    <a:pt x="1327345" y="0"/>
                    <a:pt x="1501200" y="173855"/>
                    <a:pt x="1501200" y="388315"/>
                  </a:cubicBezTo>
                  <a:lnTo>
                    <a:pt x="1501200" y="1112885"/>
                  </a:lnTo>
                  <a:cubicBezTo>
                    <a:pt x="1501200" y="1327345"/>
                    <a:pt x="1327345" y="1501200"/>
                    <a:pt x="1112885" y="1501200"/>
                  </a:cubicBezTo>
                  <a:lnTo>
                    <a:pt x="388315" y="1501200"/>
                  </a:lnTo>
                  <a:cubicBezTo>
                    <a:pt x="173855" y="1501200"/>
                    <a:pt x="0" y="1327345"/>
                    <a:pt x="0" y="1112885"/>
                  </a:cubicBezTo>
                  <a:lnTo>
                    <a:pt x="0" y="388315"/>
                  </a:lnTo>
                  <a:cubicBezTo>
                    <a:pt x="0" y="173855"/>
                    <a:pt x="173855" y="0"/>
                    <a:pt x="38831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679DAB4-22EB-2FBC-2CFC-BB2B752CC48F}"/>
                </a:ext>
              </a:extLst>
            </p:cNvPr>
            <p:cNvSpPr/>
            <p:nvPr/>
          </p:nvSpPr>
          <p:spPr>
            <a:xfrm flipH="1" flipV="1">
              <a:off x="7948106" y="1463662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125100 w 375300"/>
                <a:gd name="csY1" fmla="*/ 62550 h 375300"/>
                <a:gd name="csX2" fmla="*/ 125100 w 375300"/>
                <a:gd name="csY2" fmla="*/ 161742 h 375300"/>
                <a:gd name="csX3" fmla="*/ 268520 w 375300"/>
                <a:gd name="csY3" fmla="*/ 18321 h 375300"/>
                <a:gd name="csX4" fmla="*/ 356979 w 375300"/>
                <a:gd name="csY4" fmla="*/ 18321 h 375300"/>
                <a:gd name="csX5" fmla="*/ 356979 w 375300"/>
                <a:gd name="csY5" fmla="*/ 106779 h 375300"/>
                <a:gd name="csX6" fmla="*/ 213559 w 375300"/>
                <a:gd name="csY6" fmla="*/ 250200 h 375300"/>
                <a:gd name="csX7" fmla="*/ 312750 w 375300"/>
                <a:gd name="csY7" fmla="*/ 250200 h 375300"/>
                <a:gd name="csX8" fmla="*/ 375300 w 375300"/>
                <a:gd name="csY8" fmla="*/ 312750 h 375300"/>
                <a:gd name="csX9" fmla="*/ 312750 w 375300"/>
                <a:gd name="csY9" fmla="*/ 375300 h 375300"/>
                <a:gd name="csX10" fmla="*/ 62550 w 375300"/>
                <a:gd name="csY10" fmla="*/ 375300 h 375300"/>
                <a:gd name="csX11" fmla="*/ 18320 w 375300"/>
                <a:gd name="csY11" fmla="*/ 356979 h 375300"/>
                <a:gd name="csX12" fmla="*/ 0 w 375300"/>
                <a:gd name="csY12" fmla="*/ 312750 h 375300"/>
                <a:gd name="csX13" fmla="*/ 0 w 375300"/>
                <a:gd name="csY13" fmla="*/ 62550 h 375300"/>
                <a:gd name="csX14" fmla="*/ 62550 w 375300"/>
                <a:gd name="csY14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cubicBezTo>
                    <a:pt x="97096" y="0"/>
                    <a:pt x="125100" y="28004"/>
                    <a:pt x="125100" y="62550"/>
                  </a:cubicBezTo>
                  <a:lnTo>
                    <a:pt x="125100" y="161742"/>
                  </a:lnTo>
                  <a:lnTo>
                    <a:pt x="268520" y="18321"/>
                  </a:lnTo>
                  <a:cubicBezTo>
                    <a:pt x="292948" y="-6105"/>
                    <a:pt x="332553" y="-6105"/>
                    <a:pt x="356979" y="18321"/>
                  </a:cubicBezTo>
                  <a:cubicBezTo>
                    <a:pt x="381405" y="42747"/>
                    <a:pt x="381405" y="82353"/>
                    <a:pt x="356979" y="106779"/>
                  </a:cubicBezTo>
                  <a:lnTo>
                    <a:pt x="213559" y="250200"/>
                  </a:lnTo>
                  <a:lnTo>
                    <a:pt x="312750" y="250200"/>
                  </a:lnTo>
                  <a:cubicBezTo>
                    <a:pt x="347296" y="250200"/>
                    <a:pt x="375300" y="278204"/>
                    <a:pt x="375300" y="312750"/>
                  </a:cubicBezTo>
                  <a:cubicBezTo>
                    <a:pt x="375300" y="347296"/>
                    <a:pt x="347296" y="375300"/>
                    <a:pt x="312750" y="375300"/>
                  </a:cubicBezTo>
                  <a:lnTo>
                    <a:pt x="62550" y="375300"/>
                  </a:lnTo>
                  <a:cubicBezTo>
                    <a:pt x="45960" y="375300"/>
                    <a:pt x="30051" y="368707"/>
                    <a:pt x="18320" y="356979"/>
                  </a:cubicBezTo>
                  <a:cubicBezTo>
                    <a:pt x="6590" y="345251"/>
                    <a:pt x="0" y="329338"/>
                    <a:pt x="0" y="312750"/>
                  </a:cubicBezTo>
                  <a:lnTo>
                    <a:pt x="0" y="62550"/>
                  </a:lnTo>
                  <a:cubicBezTo>
                    <a:pt x="0" y="28004"/>
                    <a:pt x="28005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9D62348-6A3C-B71F-D0B7-A7689CBC967C}"/>
                </a:ext>
              </a:extLst>
            </p:cNvPr>
            <p:cNvSpPr/>
            <p:nvPr/>
          </p:nvSpPr>
          <p:spPr>
            <a:xfrm flipH="1" flipV="1">
              <a:off x="8323406" y="1088362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0E0D305-D7D8-21C4-46CC-04CD8240D096}"/>
                </a:ext>
              </a:extLst>
            </p:cNvPr>
            <p:cNvSpPr/>
            <p:nvPr/>
          </p:nvSpPr>
          <p:spPr>
            <a:xfrm>
              <a:off x="5963016" y="1633647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125100 w 375300"/>
                <a:gd name="csY1" fmla="*/ 62550 h 375300"/>
                <a:gd name="csX2" fmla="*/ 125100 w 375300"/>
                <a:gd name="csY2" fmla="*/ 161742 h 375300"/>
                <a:gd name="csX3" fmla="*/ 268520 w 375300"/>
                <a:gd name="csY3" fmla="*/ 18321 h 375300"/>
                <a:gd name="csX4" fmla="*/ 356979 w 375300"/>
                <a:gd name="csY4" fmla="*/ 18321 h 375300"/>
                <a:gd name="csX5" fmla="*/ 356979 w 375300"/>
                <a:gd name="csY5" fmla="*/ 106779 h 375300"/>
                <a:gd name="csX6" fmla="*/ 213559 w 375300"/>
                <a:gd name="csY6" fmla="*/ 250200 h 375300"/>
                <a:gd name="csX7" fmla="*/ 312750 w 375300"/>
                <a:gd name="csY7" fmla="*/ 250200 h 375300"/>
                <a:gd name="csX8" fmla="*/ 375300 w 375300"/>
                <a:gd name="csY8" fmla="*/ 312750 h 375300"/>
                <a:gd name="csX9" fmla="*/ 312750 w 375300"/>
                <a:gd name="csY9" fmla="*/ 375300 h 375300"/>
                <a:gd name="csX10" fmla="*/ 62550 w 375300"/>
                <a:gd name="csY10" fmla="*/ 375300 h 375300"/>
                <a:gd name="csX11" fmla="*/ 18320 w 375300"/>
                <a:gd name="csY11" fmla="*/ 356979 h 375300"/>
                <a:gd name="csX12" fmla="*/ 0 w 375300"/>
                <a:gd name="csY12" fmla="*/ 312750 h 375300"/>
                <a:gd name="csX13" fmla="*/ 0 w 375300"/>
                <a:gd name="csY13" fmla="*/ 62550 h 375300"/>
                <a:gd name="csX14" fmla="*/ 62550 w 375300"/>
                <a:gd name="csY14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cubicBezTo>
                    <a:pt x="97096" y="0"/>
                    <a:pt x="125100" y="28004"/>
                    <a:pt x="125100" y="62550"/>
                  </a:cubicBezTo>
                  <a:lnTo>
                    <a:pt x="125100" y="161742"/>
                  </a:lnTo>
                  <a:lnTo>
                    <a:pt x="268520" y="18321"/>
                  </a:lnTo>
                  <a:cubicBezTo>
                    <a:pt x="292948" y="-6105"/>
                    <a:pt x="332553" y="-6105"/>
                    <a:pt x="356979" y="18321"/>
                  </a:cubicBezTo>
                  <a:cubicBezTo>
                    <a:pt x="381405" y="42747"/>
                    <a:pt x="381405" y="82353"/>
                    <a:pt x="356979" y="106779"/>
                  </a:cubicBezTo>
                  <a:lnTo>
                    <a:pt x="213559" y="250200"/>
                  </a:lnTo>
                  <a:lnTo>
                    <a:pt x="312750" y="250200"/>
                  </a:lnTo>
                  <a:cubicBezTo>
                    <a:pt x="347296" y="250200"/>
                    <a:pt x="375300" y="278204"/>
                    <a:pt x="375300" y="312750"/>
                  </a:cubicBezTo>
                  <a:cubicBezTo>
                    <a:pt x="375300" y="347296"/>
                    <a:pt x="347296" y="375300"/>
                    <a:pt x="312750" y="375300"/>
                  </a:cubicBezTo>
                  <a:lnTo>
                    <a:pt x="62550" y="375300"/>
                  </a:lnTo>
                  <a:cubicBezTo>
                    <a:pt x="45960" y="375300"/>
                    <a:pt x="30051" y="368707"/>
                    <a:pt x="18320" y="356979"/>
                  </a:cubicBezTo>
                  <a:cubicBezTo>
                    <a:pt x="6590" y="345251"/>
                    <a:pt x="0" y="329338"/>
                    <a:pt x="0" y="312750"/>
                  </a:cubicBezTo>
                  <a:lnTo>
                    <a:pt x="0" y="62550"/>
                  </a:lnTo>
                  <a:cubicBezTo>
                    <a:pt x="0" y="28004"/>
                    <a:pt x="28005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952547F-9D33-6E9D-7497-BA69F800B495}"/>
                </a:ext>
              </a:extLst>
            </p:cNvPr>
            <p:cNvSpPr/>
            <p:nvPr/>
          </p:nvSpPr>
          <p:spPr>
            <a:xfrm>
              <a:off x="6678286" y="918377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B20A9D2-09F8-1826-5EC1-CEFA68B2F4C8}"/>
                </a:ext>
              </a:extLst>
            </p:cNvPr>
            <p:cNvGrpSpPr/>
            <p:nvPr/>
          </p:nvGrpSpPr>
          <p:grpSpPr>
            <a:xfrm>
              <a:off x="2352628" y="713062"/>
              <a:ext cx="2962440" cy="1501199"/>
              <a:chOff x="5643562" y="3199729"/>
              <a:chExt cx="904875" cy="458540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8FB3DCA9-97C1-7B67-DF7E-7FFB662B2E59}"/>
                  </a:ext>
                </a:extLst>
              </p:cNvPr>
              <p:cNvSpPr/>
              <p:nvPr/>
            </p:nvSpPr>
            <p:spPr>
              <a:xfrm>
                <a:off x="6089930" y="3199746"/>
                <a:ext cx="458507" cy="458507"/>
              </a:xfrm>
              <a:custGeom>
                <a:avLst/>
                <a:gdLst>
                  <a:gd name="csX0" fmla="*/ 452360 w 458507"/>
                  <a:gd name="csY0" fmla="*/ 244118 h 458507"/>
                  <a:gd name="csX1" fmla="*/ 244118 w 458507"/>
                  <a:gd name="csY1" fmla="*/ 452360 h 458507"/>
                  <a:gd name="csX2" fmla="*/ 214389 w 458507"/>
                  <a:gd name="csY2" fmla="*/ 452360 h 458507"/>
                  <a:gd name="csX3" fmla="*/ 6148 w 458507"/>
                  <a:gd name="csY3" fmla="*/ 244118 h 458507"/>
                  <a:gd name="csX4" fmla="*/ 6148 w 458507"/>
                  <a:gd name="csY4" fmla="*/ 214389 h 458507"/>
                  <a:gd name="csX5" fmla="*/ 214389 w 458507"/>
                  <a:gd name="csY5" fmla="*/ 6147 h 458507"/>
                  <a:gd name="csX6" fmla="*/ 244118 w 458507"/>
                  <a:gd name="csY6" fmla="*/ 6147 h 458507"/>
                  <a:gd name="csX7" fmla="*/ 452360 w 458507"/>
                  <a:gd name="csY7" fmla="*/ 214389 h 458507"/>
                  <a:gd name="csX8" fmla="*/ 452360 w 458507"/>
                  <a:gd name="csY8" fmla="*/ 244118 h 4585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58507" h="458507">
                    <a:moveTo>
                      <a:pt x="452360" y="244118"/>
                    </a:moveTo>
                    <a:lnTo>
                      <a:pt x="244118" y="452360"/>
                    </a:lnTo>
                    <a:cubicBezTo>
                      <a:pt x="235922" y="460556"/>
                      <a:pt x="222586" y="460556"/>
                      <a:pt x="214389" y="452360"/>
                    </a:cubicBezTo>
                    <a:lnTo>
                      <a:pt x="6148" y="244118"/>
                    </a:lnTo>
                    <a:cubicBezTo>
                      <a:pt x="-2049" y="235922"/>
                      <a:pt x="-2049" y="222586"/>
                      <a:pt x="6148" y="214389"/>
                    </a:cubicBezTo>
                    <a:lnTo>
                      <a:pt x="214389" y="6147"/>
                    </a:lnTo>
                    <a:cubicBezTo>
                      <a:pt x="222586" y="-2049"/>
                      <a:pt x="235922" y="-2049"/>
                      <a:pt x="244118" y="6147"/>
                    </a:cubicBezTo>
                    <a:lnTo>
                      <a:pt x="452360" y="214389"/>
                    </a:lnTo>
                    <a:cubicBezTo>
                      <a:pt x="460556" y="222586"/>
                      <a:pt x="460556" y="235922"/>
                      <a:pt x="452360" y="24411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B5FF091A-D82C-3031-4129-2EDB41B66220}"/>
                  </a:ext>
                </a:extLst>
              </p:cNvPr>
              <p:cNvSpPr/>
              <p:nvPr/>
            </p:nvSpPr>
            <p:spPr>
              <a:xfrm>
                <a:off x="5866787" y="3199729"/>
                <a:ext cx="318581" cy="458540"/>
              </a:xfrm>
              <a:custGeom>
                <a:avLst/>
                <a:gdLst>
                  <a:gd name="csX0" fmla="*/ 184669 w 318581"/>
                  <a:gd name="csY0" fmla="*/ 244098 h 458540"/>
                  <a:gd name="csX1" fmla="*/ 318581 w 318581"/>
                  <a:gd name="csY1" fmla="*/ 378010 h 458540"/>
                  <a:gd name="csX2" fmla="*/ 244098 w 318581"/>
                  <a:gd name="csY2" fmla="*/ 452381 h 458540"/>
                  <a:gd name="csX3" fmla="*/ 214327 w 318581"/>
                  <a:gd name="csY3" fmla="*/ 452381 h 458540"/>
                  <a:gd name="csX4" fmla="*/ 6159 w 318581"/>
                  <a:gd name="csY4" fmla="*/ 244098 h 458540"/>
                  <a:gd name="csX5" fmla="*/ 6159 w 318581"/>
                  <a:gd name="csY5" fmla="*/ 214442 h 458540"/>
                  <a:gd name="csX6" fmla="*/ 214327 w 318581"/>
                  <a:gd name="csY6" fmla="*/ 6160 h 458540"/>
                  <a:gd name="csX7" fmla="*/ 244098 w 318581"/>
                  <a:gd name="csY7" fmla="*/ 6160 h 458540"/>
                  <a:gd name="csX8" fmla="*/ 318581 w 318581"/>
                  <a:gd name="csY8" fmla="*/ 80644 h 458540"/>
                  <a:gd name="csX9" fmla="*/ 184669 w 318581"/>
                  <a:gd name="csY9" fmla="*/ 214442 h 458540"/>
                  <a:gd name="csX10" fmla="*/ 184669 w 318581"/>
                  <a:gd name="csY10" fmla="*/ 244098 h 458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18581" h="458540">
                    <a:moveTo>
                      <a:pt x="184669" y="244098"/>
                    </a:moveTo>
                    <a:lnTo>
                      <a:pt x="318581" y="378010"/>
                    </a:lnTo>
                    <a:lnTo>
                      <a:pt x="244098" y="452381"/>
                    </a:lnTo>
                    <a:cubicBezTo>
                      <a:pt x="235884" y="460594"/>
                      <a:pt x="222540" y="460594"/>
                      <a:pt x="214327" y="452381"/>
                    </a:cubicBezTo>
                    <a:lnTo>
                      <a:pt x="6159" y="244098"/>
                    </a:lnTo>
                    <a:cubicBezTo>
                      <a:pt x="-2053" y="235886"/>
                      <a:pt x="-2053" y="222654"/>
                      <a:pt x="6159" y="214442"/>
                    </a:cubicBezTo>
                    <a:lnTo>
                      <a:pt x="214327" y="6160"/>
                    </a:lnTo>
                    <a:cubicBezTo>
                      <a:pt x="222540" y="-2053"/>
                      <a:pt x="235884" y="-2053"/>
                      <a:pt x="244098" y="6160"/>
                    </a:cubicBezTo>
                    <a:lnTo>
                      <a:pt x="318581" y="80644"/>
                    </a:lnTo>
                    <a:lnTo>
                      <a:pt x="184669" y="214442"/>
                    </a:lnTo>
                    <a:cubicBezTo>
                      <a:pt x="176457" y="222654"/>
                      <a:pt x="176457" y="235886"/>
                      <a:pt x="184669" y="2440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69122843-D9E5-C879-0C5E-0067314F1FE0}"/>
                  </a:ext>
                </a:extLst>
              </p:cNvPr>
              <p:cNvSpPr/>
              <p:nvPr/>
            </p:nvSpPr>
            <p:spPr>
              <a:xfrm>
                <a:off x="5643562" y="3199729"/>
                <a:ext cx="318582" cy="458540"/>
              </a:xfrm>
              <a:custGeom>
                <a:avLst/>
                <a:gdLst>
                  <a:gd name="csX0" fmla="*/ 184671 w 318582"/>
                  <a:gd name="csY0" fmla="*/ 244098 h 458540"/>
                  <a:gd name="csX1" fmla="*/ 318582 w 318582"/>
                  <a:gd name="csY1" fmla="*/ 378010 h 458540"/>
                  <a:gd name="csX2" fmla="*/ 244099 w 318582"/>
                  <a:gd name="csY2" fmla="*/ 452381 h 458540"/>
                  <a:gd name="csX3" fmla="*/ 214441 w 318582"/>
                  <a:gd name="csY3" fmla="*/ 452381 h 458540"/>
                  <a:gd name="csX4" fmla="*/ 6159 w 318582"/>
                  <a:gd name="csY4" fmla="*/ 244098 h 458540"/>
                  <a:gd name="csX5" fmla="*/ 6159 w 318582"/>
                  <a:gd name="csY5" fmla="*/ 214442 h 458540"/>
                  <a:gd name="csX6" fmla="*/ 214441 w 318582"/>
                  <a:gd name="csY6" fmla="*/ 6160 h 458540"/>
                  <a:gd name="csX7" fmla="*/ 244099 w 318582"/>
                  <a:gd name="csY7" fmla="*/ 6160 h 458540"/>
                  <a:gd name="csX8" fmla="*/ 318582 w 318582"/>
                  <a:gd name="csY8" fmla="*/ 80644 h 458540"/>
                  <a:gd name="csX9" fmla="*/ 184671 w 318582"/>
                  <a:gd name="csY9" fmla="*/ 214442 h 458540"/>
                  <a:gd name="csX10" fmla="*/ 184671 w 318582"/>
                  <a:gd name="csY10" fmla="*/ 244098 h 458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18582" h="458540">
                    <a:moveTo>
                      <a:pt x="184671" y="244098"/>
                    </a:moveTo>
                    <a:lnTo>
                      <a:pt x="318582" y="378010"/>
                    </a:lnTo>
                    <a:lnTo>
                      <a:pt x="244099" y="452381"/>
                    </a:lnTo>
                    <a:cubicBezTo>
                      <a:pt x="236000" y="460594"/>
                      <a:pt x="222654" y="460594"/>
                      <a:pt x="214441" y="452381"/>
                    </a:cubicBezTo>
                    <a:lnTo>
                      <a:pt x="6159" y="244098"/>
                    </a:lnTo>
                    <a:cubicBezTo>
                      <a:pt x="-2053" y="235886"/>
                      <a:pt x="-2053" y="222654"/>
                      <a:pt x="6159" y="214442"/>
                    </a:cubicBezTo>
                    <a:lnTo>
                      <a:pt x="214441" y="6160"/>
                    </a:lnTo>
                    <a:cubicBezTo>
                      <a:pt x="222654" y="-2053"/>
                      <a:pt x="236000" y="-2053"/>
                      <a:pt x="244099" y="6160"/>
                    </a:cubicBezTo>
                    <a:lnTo>
                      <a:pt x="318582" y="80644"/>
                    </a:lnTo>
                    <a:lnTo>
                      <a:pt x="184671" y="214442"/>
                    </a:lnTo>
                    <a:cubicBezTo>
                      <a:pt x="176458" y="222654"/>
                      <a:pt x="176458" y="235886"/>
                      <a:pt x="184671" y="2440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669059-7241-0F92-5E5B-6361055BFEF9}"/>
              </a:ext>
            </a:extLst>
          </p:cNvPr>
          <p:cNvGrpSpPr/>
          <p:nvPr/>
        </p:nvGrpSpPr>
        <p:grpSpPr>
          <a:xfrm>
            <a:off x="1250836" y="4643145"/>
            <a:ext cx="9690328" cy="1501794"/>
            <a:chOff x="489832" y="4643145"/>
            <a:chExt cx="9690328" cy="1501794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BF73B3A-9A2D-B872-771E-5EAE9A4EEF3B}"/>
                </a:ext>
              </a:extLst>
            </p:cNvPr>
            <p:cNvSpPr/>
            <p:nvPr/>
          </p:nvSpPr>
          <p:spPr>
            <a:xfrm flipV="1">
              <a:off x="489832" y="4643146"/>
              <a:ext cx="1101792" cy="1501201"/>
            </a:xfrm>
            <a:custGeom>
              <a:avLst/>
              <a:gdLst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817139 h 1501201"/>
                <a:gd name="csX3" fmla="*/ 101705 w 1101792"/>
                <a:gd name="csY3" fmla="*/ 684062 h 1501201"/>
                <a:gd name="csX4" fmla="*/ 101705 w 1101792"/>
                <a:gd name="csY4" fmla="*/ 165382 h 1501201"/>
                <a:gd name="csX5" fmla="*/ 165382 w 1101792"/>
                <a:gd name="csY5" fmla="*/ 101705 h 1501201"/>
                <a:gd name="csX6" fmla="*/ 936410 w 1101792"/>
                <a:gd name="csY6" fmla="*/ 101705 h 1501201"/>
                <a:gd name="csX7" fmla="*/ 1000087 w 1101792"/>
                <a:gd name="csY7" fmla="*/ 165382 h 1501201"/>
                <a:gd name="csX8" fmla="*/ 1000087 w 1101792"/>
                <a:gd name="csY8" fmla="*/ 684062 h 1501201"/>
                <a:gd name="csX9" fmla="*/ 1000087 w 1101792"/>
                <a:gd name="csY9" fmla="*/ 817139 h 1501201"/>
                <a:gd name="csX10" fmla="*/ 1000087 w 1101792"/>
                <a:gd name="csY10" fmla="*/ 1335819 h 1501201"/>
                <a:gd name="csX11" fmla="*/ 936410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684062 h 1501201"/>
                <a:gd name="csX3" fmla="*/ 101705 w 1101792"/>
                <a:gd name="csY3" fmla="*/ 165382 h 1501201"/>
                <a:gd name="csX4" fmla="*/ 165382 w 1101792"/>
                <a:gd name="csY4" fmla="*/ 101705 h 1501201"/>
                <a:gd name="csX5" fmla="*/ 936410 w 1101792"/>
                <a:gd name="csY5" fmla="*/ 101705 h 1501201"/>
                <a:gd name="csX6" fmla="*/ 1000087 w 1101792"/>
                <a:gd name="csY6" fmla="*/ 165382 h 1501201"/>
                <a:gd name="csX7" fmla="*/ 1000087 w 1101792"/>
                <a:gd name="csY7" fmla="*/ 684062 h 1501201"/>
                <a:gd name="csX8" fmla="*/ 1000087 w 1101792"/>
                <a:gd name="csY8" fmla="*/ 817139 h 1501201"/>
                <a:gd name="csX9" fmla="*/ 1000087 w 1101792"/>
                <a:gd name="csY9" fmla="*/ 1335819 h 1501201"/>
                <a:gd name="csX10" fmla="*/ 936410 w 1101792"/>
                <a:gd name="csY10" fmla="*/ 1399496 h 1501201"/>
                <a:gd name="csX11" fmla="*/ 165382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684062 h 1501201"/>
                <a:gd name="csX7" fmla="*/ 1000087 w 1101792"/>
                <a:gd name="csY7" fmla="*/ 817139 h 1501201"/>
                <a:gd name="csX8" fmla="*/ 1000087 w 1101792"/>
                <a:gd name="csY8" fmla="*/ 1335819 h 1501201"/>
                <a:gd name="csX9" fmla="*/ 936410 w 1101792"/>
                <a:gd name="csY9" fmla="*/ 1399496 h 1501201"/>
                <a:gd name="csX10" fmla="*/ 165382 w 1101792"/>
                <a:gd name="csY10" fmla="*/ 1399496 h 1501201"/>
                <a:gd name="csX11" fmla="*/ 69336 w 1101792"/>
                <a:gd name="csY11" fmla="*/ 1501201 h 1501201"/>
                <a:gd name="csX12" fmla="*/ 1032456 w 1101792"/>
                <a:gd name="csY12" fmla="*/ 1501201 h 1501201"/>
                <a:gd name="csX13" fmla="*/ 1101792 w 1101792"/>
                <a:gd name="csY13" fmla="*/ 1431865 h 1501201"/>
                <a:gd name="csX14" fmla="*/ 1101792 w 1101792"/>
                <a:gd name="csY14" fmla="*/ 817139 h 1501201"/>
                <a:gd name="csX15" fmla="*/ 1101792 w 1101792"/>
                <a:gd name="csY15" fmla="*/ 684062 h 1501201"/>
                <a:gd name="csX16" fmla="*/ 1101792 w 1101792"/>
                <a:gd name="csY16" fmla="*/ 69336 h 1501201"/>
                <a:gd name="csX17" fmla="*/ 1032456 w 1101792"/>
                <a:gd name="csY17" fmla="*/ 0 h 1501201"/>
                <a:gd name="csX18" fmla="*/ 69336 w 1101792"/>
                <a:gd name="csY18" fmla="*/ 0 h 1501201"/>
                <a:gd name="csX19" fmla="*/ 0 w 1101792"/>
                <a:gd name="csY19" fmla="*/ 69336 h 1501201"/>
                <a:gd name="csX20" fmla="*/ 0 w 1101792"/>
                <a:gd name="csY20" fmla="*/ 684062 h 1501201"/>
                <a:gd name="csX21" fmla="*/ 0 w 1101792"/>
                <a:gd name="csY21" fmla="*/ 817139 h 1501201"/>
                <a:gd name="csX22" fmla="*/ 0 w 1101792"/>
                <a:gd name="csY22" fmla="*/ 1431865 h 1501201"/>
                <a:gd name="csX23" fmla="*/ 69336 w 1101792"/>
                <a:gd name="csY23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817139 h 1501201"/>
                <a:gd name="csX7" fmla="*/ 1000087 w 1101792"/>
                <a:gd name="csY7" fmla="*/ 1335819 h 1501201"/>
                <a:gd name="csX8" fmla="*/ 936410 w 1101792"/>
                <a:gd name="csY8" fmla="*/ 1399496 h 1501201"/>
                <a:gd name="csX9" fmla="*/ 165382 w 1101792"/>
                <a:gd name="csY9" fmla="*/ 1399496 h 1501201"/>
                <a:gd name="csX10" fmla="*/ 69336 w 1101792"/>
                <a:gd name="csY10" fmla="*/ 1501201 h 1501201"/>
                <a:gd name="csX11" fmla="*/ 1032456 w 1101792"/>
                <a:gd name="csY11" fmla="*/ 1501201 h 1501201"/>
                <a:gd name="csX12" fmla="*/ 1101792 w 1101792"/>
                <a:gd name="csY12" fmla="*/ 1431865 h 1501201"/>
                <a:gd name="csX13" fmla="*/ 1101792 w 1101792"/>
                <a:gd name="csY13" fmla="*/ 817139 h 1501201"/>
                <a:gd name="csX14" fmla="*/ 1101792 w 1101792"/>
                <a:gd name="csY14" fmla="*/ 684062 h 1501201"/>
                <a:gd name="csX15" fmla="*/ 1101792 w 1101792"/>
                <a:gd name="csY15" fmla="*/ 69336 h 1501201"/>
                <a:gd name="csX16" fmla="*/ 1032456 w 1101792"/>
                <a:gd name="csY16" fmla="*/ 0 h 1501201"/>
                <a:gd name="csX17" fmla="*/ 69336 w 1101792"/>
                <a:gd name="csY17" fmla="*/ 0 h 1501201"/>
                <a:gd name="csX18" fmla="*/ 0 w 1101792"/>
                <a:gd name="csY18" fmla="*/ 69336 h 1501201"/>
                <a:gd name="csX19" fmla="*/ 0 w 1101792"/>
                <a:gd name="csY19" fmla="*/ 684062 h 1501201"/>
                <a:gd name="csX20" fmla="*/ 0 w 1101792"/>
                <a:gd name="csY20" fmla="*/ 817139 h 1501201"/>
                <a:gd name="csX21" fmla="*/ 0 w 1101792"/>
                <a:gd name="csY21" fmla="*/ 1431865 h 1501201"/>
                <a:gd name="csX22" fmla="*/ 69336 w 1101792"/>
                <a:gd name="csY22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84062 h 1501201"/>
                <a:gd name="csX14" fmla="*/ 1101792 w 1101792"/>
                <a:gd name="csY14" fmla="*/ 69336 h 1501201"/>
                <a:gd name="csX15" fmla="*/ 1032456 w 1101792"/>
                <a:gd name="csY15" fmla="*/ 0 h 1501201"/>
                <a:gd name="csX16" fmla="*/ 69336 w 1101792"/>
                <a:gd name="csY16" fmla="*/ 0 h 1501201"/>
                <a:gd name="csX17" fmla="*/ 0 w 1101792"/>
                <a:gd name="csY17" fmla="*/ 69336 h 1501201"/>
                <a:gd name="csX18" fmla="*/ 0 w 1101792"/>
                <a:gd name="csY18" fmla="*/ 684062 h 1501201"/>
                <a:gd name="csX19" fmla="*/ 0 w 1101792"/>
                <a:gd name="csY19" fmla="*/ 817139 h 1501201"/>
                <a:gd name="csX20" fmla="*/ 0 w 1101792"/>
                <a:gd name="csY20" fmla="*/ 1431865 h 1501201"/>
                <a:gd name="csX21" fmla="*/ 69336 w 1101792"/>
                <a:gd name="csY21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9336 h 1501201"/>
                <a:gd name="csX14" fmla="*/ 1032456 w 1101792"/>
                <a:gd name="csY14" fmla="*/ 0 h 1501201"/>
                <a:gd name="csX15" fmla="*/ 69336 w 1101792"/>
                <a:gd name="csY15" fmla="*/ 0 h 1501201"/>
                <a:gd name="csX16" fmla="*/ 0 w 1101792"/>
                <a:gd name="csY16" fmla="*/ 69336 h 1501201"/>
                <a:gd name="csX17" fmla="*/ 0 w 1101792"/>
                <a:gd name="csY17" fmla="*/ 684062 h 1501201"/>
                <a:gd name="csX18" fmla="*/ 0 w 1101792"/>
                <a:gd name="csY18" fmla="*/ 817139 h 1501201"/>
                <a:gd name="csX19" fmla="*/ 0 w 1101792"/>
                <a:gd name="csY19" fmla="*/ 1431865 h 1501201"/>
                <a:gd name="csX20" fmla="*/ 69336 w 1101792"/>
                <a:gd name="csY20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817139 h 1501201"/>
                <a:gd name="csX18" fmla="*/ 0 w 1101792"/>
                <a:gd name="csY18" fmla="*/ 1431865 h 1501201"/>
                <a:gd name="csX19" fmla="*/ 69336 w 1101792"/>
                <a:gd name="csY19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1431865 h 1501201"/>
                <a:gd name="csX18" fmla="*/ 69336 w 1101792"/>
                <a:gd name="csY18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1431865 h 1501201"/>
                <a:gd name="csX17" fmla="*/ 69336 w 1101792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101792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936410" y="101705"/>
                  </a:lnTo>
                  <a:cubicBezTo>
                    <a:pt x="971578" y="101705"/>
                    <a:pt x="1000087" y="130214"/>
                    <a:pt x="1000087" y="165382"/>
                  </a:cubicBezTo>
                  <a:lnTo>
                    <a:pt x="1000087" y="1335819"/>
                  </a:lnTo>
                  <a:cubicBezTo>
                    <a:pt x="1000087" y="1370987"/>
                    <a:pt x="971578" y="1399496"/>
                    <a:pt x="936410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032456" y="1501201"/>
                  </a:lnTo>
                  <a:cubicBezTo>
                    <a:pt x="1070749" y="1501201"/>
                    <a:pt x="1101792" y="1470158"/>
                    <a:pt x="1101792" y="1431865"/>
                  </a:cubicBezTo>
                  <a:lnTo>
                    <a:pt x="1101792" y="69336"/>
                  </a:lnTo>
                  <a:cubicBezTo>
                    <a:pt x="1101792" y="31043"/>
                    <a:pt x="1070749" y="0"/>
                    <a:pt x="1032456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35BCCE-790E-71A7-E46A-3B8CC0049B5A}"/>
                </a:ext>
              </a:extLst>
            </p:cNvPr>
            <p:cNvSpPr/>
            <p:nvPr/>
          </p:nvSpPr>
          <p:spPr>
            <a:xfrm>
              <a:off x="3849362" y="4643737"/>
              <a:ext cx="2962440" cy="1501201"/>
            </a:xfrm>
            <a:custGeom>
              <a:avLst/>
              <a:gdLst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575299 w 2962440"/>
                <a:gd name="csY5" fmla="*/ 1394368 h 1501201"/>
                <a:gd name="csX6" fmla="*/ 605497 w 2962440"/>
                <a:gd name="csY6" fmla="*/ 1399496 h 1501201"/>
                <a:gd name="csX7" fmla="*/ 861858 w 2962440"/>
                <a:gd name="csY7" fmla="*/ 1399496 h 1501201"/>
                <a:gd name="csX8" fmla="*/ 2163120 w 2962440"/>
                <a:gd name="csY8" fmla="*/ 1399496 h 1501201"/>
                <a:gd name="csX9" fmla="*/ 2339299 w 2962440"/>
                <a:gd name="csY9" fmla="*/ 1399496 h 1501201"/>
                <a:gd name="csX10" fmla="*/ 2797058 w 2962440"/>
                <a:gd name="csY10" fmla="*/ 1399496 h 1501201"/>
                <a:gd name="csX11" fmla="*/ 2860735 w 2962440"/>
                <a:gd name="csY11" fmla="*/ 1335819 h 1501201"/>
                <a:gd name="csX12" fmla="*/ 2860735 w 2962440"/>
                <a:gd name="csY12" fmla="*/ 165382 h 1501201"/>
                <a:gd name="csX13" fmla="*/ 2797058 w 2962440"/>
                <a:gd name="csY13" fmla="*/ 101705 h 1501201"/>
                <a:gd name="csX14" fmla="*/ 2339299 w 2962440"/>
                <a:gd name="csY14" fmla="*/ 101705 h 1501201"/>
                <a:gd name="csX15" fmla="*/ 2163120 w 2962440"/>
                <a:gd name="csY15" fmla="*/ 101705 h 1501201"/>
                <a:gd name="csX16" fmla="*/ 861858 w 2962440"/>
                <a:gd name="csY16" fmla="*/ 101705 h 1501201"/>
                <a:gd name="csX17" fmla="*/ 605497 w 2962440"/>
                <a:gd name="csY17" fmla="*/ 101705 h 1501201"/>
                <a:gd name="csX18" fmla="*/ 575299 w 2962440"/>
                <a:gd name="csY18" fmla="*/ 106833 h 1501201"/>
                <a:gd name="csX19" fmla="*/ 575299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605497 w 2962440"/>
                <a:gd name="csY5" fmla="*/ 1399496 h 1501201"/>
                <a:gd name="csX6" fmla="*/ 861858 w 2962440"/>
                <a:gd name="csY6" fmla="*/ 1399496 h 1501201"/>
                <a:gd name="csX7" fmla="*/ 2163120 w 2962440"/>
                <a:gd name="csY7" fmla="*/ 1399496 h 1501201"/>
                <a:gd name="csX8" fmla="*/ 2339299 w 2962440"/>
                <a:gd name="csY8" fmla="*/ 1399496 h 1501201"/>
                <a:gd name="csX9" fmla="*/ 2797058 w 2962440"/>
                <a:gd name="csY9" fmla="*/ 1399496 h 1501201"/>
                <a:gd name="csX10" fmla="*/ 2860735 w 2962440"/>
                <a:gd name="csY10" fmla="*/ 1335819 h 1501201"/>
                <a:gd name="csX11" fmla="*/ 2860735 w 2962440"/>
                <a:gd name="csY11" fmla="*/ 165382 h 1501201"/>
                <a:gd name="csX12" fmla="*/ 2797058 w 2962440"/>
                <a:gd name="csY12" fmla="*/ 101705 h 1501201"/>
                <a:gd name="csX13" fmla="*/ 2339299 w 2962440"/>
                <a:gd name="csY13" fmla="*/ 101705 h 1501201"/>
                <a:gd name="csX14" fmla="*/ 2163120 w 2962440"/>
                <a:gd name="csY14" fmla="*/ 101705 h 1501201"/>
                <a:gd name="csX15" fmla="*/ 861858 w 2962440"/>
                <a:gd name="csY15" fmla="*/ 101705 h 1501201"/>
                <a:gd name="csX16" fmla="*/ 605497 w 2962440"/>
                <a:gd name="csY16" fmla="*/ 101705 h 1501201"/>
                <a:gd name="csX17" fmla="*/ 575299 w 2962440"/>
                <a:gd name="csY17" fmla="*/ 106833 h 1501201"/>
                <a:gd name="csX18" fmla="*/ 575299 w 2962440"/>
                <a:gd name="csY18" fmla="*/ 101705 h 1501201"/>
                <a:gd name="csX19" fmla="*/ 165382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861858 w 2962440"/>
                <a:gd name="csY5" fmla="*/ 1399496 h 1501201"/>
                <a:gd name="csX6" fmla="*/ 2163120 w 2962440"/>
                <a:gd name="csY6" fmla="*/ 1399496 h 1501201"/>
                <a:gd name="csX7" fmla="*/ 2339299 w 2962440"/>
                <a:gd name="csY7" fmla="*/ 1399496 h 1501201"/>
                <a:gd name="csX8" fmla="*/ 2797058 w 2962440"/>
                <a:gd name="csY8" fmla="*/ 1399496 h 1501201"/>
                <a:gd name="csX9" fmla="*/ 2860735 w 2962440"/>
                <a:gd name="csY9" fmla="*/ 1335819 h 1501201"/>
                <a:gd name="csX10" fmla="*/ 2860735 w 2962440"/>
                <a:gd name="csY10" fmla="*/ 165382 h 1501201"/>
                <a:gd name="csX11" fmla="*/ 2797058 w 2962440"/>
                <a:gd name="csY11" fmla="*/ 101705 h 1501201"/>
                <a:gd name="csX12" fmla="*/ 2339299 w 2962440"/>
                <a:gd name="csY12" fmla="*/ 101705 h 1501201"/>
                <a:gd name="csX13" fmla="*/ 2163120 w 2962440"/>
                <a:gd name="csY13" fmla="*/ 101705 h 1501201"/>
                <a:gd name="csX14" fmla="*/ 861858 w 2962440"/>
                <a:gd name="csY14" fmla="*/ 101705 h 1501201"/>
                <a:gd name="csX15" fmla="*/ 605497 w 2962440"/>
                <a:gd name="csY15" fmla="*/ 101705 h 1501201"/>
                <a:gd name="csX16" fmla="*/ 575299 w 2962440"/>
                <a:gd name="csY16" fmla="*/ 106833 h 1501201"/>
                <a:gd name="csX17" fmla="*/ 575299 w 2962440"/>
                <a:gd name="csY17" fmla="*/ 101705 h 1501201"/>
                <a:gd name="csX18" fmla="*/ 165382 w 2962440"/>
                <a:gd name="csY18" fmla="*/ 101705 h 1501201"/>
                <a:gd name="csX19" fmla="*/ 69336 w 2962440"/>
                <a:gd name="csY19" fmla="*/ 0 h 1501201"/>
                <a:gd name="csX20" fmla="*/ 575299 w 2962440"/>
                <a:gd name="csY20" fmla="*/ 0 h 1501201"/>
                <a:gd name="csX21" fmla="*/ 861858 w 2962440"/>
                <a:gd name="csY21" fmla="*/ 0 h 1501201"/>
                <a:gd name="csX22" fmla="*/ 2163120 w 2962440"/>
                <a:gd name="csY22" fmla="*/ 0 h 1501201"/>
                <a:gd name="csX23" fmla="*/ 2339299 w 2962440"/>
                <a:gd name="csY23" fmla="*/ 0 h 1501201"/>
                <a:gd name="csX24" fmla="*/ 2893104 w 2962440"/>
                <a:gd name="csY24" fmla="*/ 0 h 1501201"/>
                <a:gd name="csX25" fmla="*/ 2962440 w 2962440"/>
                <a:gd name="csY25" fmla="*/ 69336 h 1501201"/>
                <a:gd name="csX26" fmla="*/ 2962440 w 2962440"/>
                <a:gd name="csY26" fmla="*/ 1431865 h 1501201"/>
                <a:gd name="csX27" fmla="*/ 2893104 w 2962440"/>
                <a:gd name="csY27" fmla="*/ 1501201 h 1501201"/>
                <a:gd name="csX28" fmla="*/ 2339299 w 2962440"/>
                <a:gd name="csY28" fmla="*/ 1501201 h 1501201"/>
                <a:gd name="csX29" fmla="*/ 2163120 w 2962440"/>
                <a:gd name="csY29" fmla="*/ 1501201 h 1501201"/>
                <a:gd name="csX30" fmla="*/ 861858 w 2962440"/>
                <a:gd name="csY30" fmla="*/ 1501201 h 1501201"/>
                <a:gd name="csX31" fmla="*/ 575299 w 2962440"/>
                <a:gd name="csY31" fmla="*/ 1501201 h 1501201"/>
                <a:gd name="csX32" fmla="*/ 69336 w 2962440"/>
                <a:gd name="csY32" fmla="*/ 1501201 h 1501201"/>
                <a:gd name="csX33" fmla="*/ 0 w 2962440"/>
                <a:gd name="csY33" fmla="*/ 1431865 h 1501201"/>
                <a:gd name="csX34" fmla="*/ 0 w 2962440"/>
                <a:gd name="csY34" fmla="*/ 69336 h 1501201"/>
                <a:gd name="csX35" fmla="*/ 69336 w 2962440"/>
                <a:gd name="csY3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861858 w 2962440"/>
                <a:gd name="csY4" fmla="*/ 1399496 h 1501201"/>
                <a:gd name="csX5" fmla="*/ 2163120 w 2962440"/>
                <a:gd name="csY5" fmla="*/ 1399496 h 1501201"/>
                <a:gd name="csX6" fmla="*/ 2339299 w 2962440"/>
                <a:gd name="csY6" fmla="*/ 1399496 h 1501201"/>
                <a:gd name="csX7" fmla="*/ 2797058 w 2962440"/>
                <a:gd name="csY7" fmla="*/ 1399496 h 1501201"/>
                <a:gd name="csX8" fmla="*/ 2860735 w 2962440"/>
                <a:gd name="csY8" fmla="*/ 1335819 h 1501201"/>
                <a:gd name="csX9" fmla="*/ 2860735 w 2962440"/>
                <a:gd name="csY9" fmla="*/ 165382 h 1501201"/>
                <a:gd name="csX10" fmla="*/ 2797058 w 2962440"/>
                <a:gd name="csY10" fmla="*/ 101705 h 1501201"/>
                <a:gd name="csX11" fmla="*/ 2339299 w 2962440"/>
                <a:gd name="csY11" fmla="*/ 101705 h 1501201"/>
                <a:gd name="csX12" fmla="*/ 2163120 w 2962440"/>
                <a:gd name="csY12" fmla="*/ 101705 h 1501201"/>
                <a:gd name="csX13" fmla="*/ 861858 w 2962440"/>
                <a:gd name="csY13" fmla="*/ 101705 h 1501201"/>
                <a:gd name="csX14" fmla="*/ 605497 w 2962440"/>
                <a:gd name="csY14" fmla="*/ 101705 h 1501201"/>
                <a:gd name="csX15" fmla="*/ 575299 w 2962440"/>
                <a:gd name="csY15" fmla="*/ 106833 h 1501201"/>
                <a:gd name="csX16" fmla="*/ 575299 w 2962440"/>
                <a:gd name="csY16" fmla="*/ 101705 h 1501201"/>
                <a:gd name="csX17" fmla="*/ 165382 w 2962440"/>
                <a:gd name="csY17" fmla="*/ 101705 h 1501201"/>
                <a:gd name="csX18" fmla="*/ 69336 w 2962440"/>
                <a:gd name="csY18" fmla="*/ 0 h 1501201"/>
                <a:gd name="csX19" fmla="*/ 575299 w 2962440"/>
                <a:gd name="csY19" fmla="*/ 0 h 1501201"/>
                <a:gd name="csX20" fmla="*/ 861858 w 2962440"/>
                <a:gd name="csY20" fmla="*/ 0 h 1501201"/>
                <a:gd name="csX21" fmla="*/ 2163120 w 2962440"/>
                <a:gd name="csY21" fmla="*/ 0 h 1501201"/>
                <a:gd name="csX22" fmla="*/ 2339299 w 2962440"/>
                <a:gd name="csY22" fmla="*/ 0 h 1501201"/>
                <a:gd name="csX23" fmla="*/ 2893104 w 2962440"/>
                <a:gd name="csY23" fmla="*/ 0 h 1501201"/>
                <a:gd name="csX24" fmla="*/ 2962440 w 2962440"/>
                <a:gd name="csY24" fmla="*/ 69336 h 1501201"/>
                <a:gd name="csX25" fmla="*/ 2962440 w 2962440"/>
                <a:gd name="csY25" fmla="*/ 1431865 h 1501201"/>
                <a:gd name="csX26" fmla="*/ 2893104 w 2962440"/>
                <a:gd name="csY26" fmla="*/ 1501201 h 1501201"/>
                <a:gd name="csX27" fmla="*/ 2339299 w 2962440"/>
                <a:gd name="csY27" fmla="*/ 1501201 h 1501201"/>
                <a:gd name="csX28" fmla="*/ 2163120 w 2962440"/>
                <a:gd name="csY28" fmla="*/ 1501201 h 1501201"/>
                <a:gd name="csX29" fmla="*/ 861858 w 2962440"/>
                <a:gd name="csY29" fmla="*/ 1501201 h 1501201"/>
                <a:gd name="csX30" fmla="*/ 575299 w 2962440"/>
                <a:gd name="csY30" fmla="*/ 1501201 h 1501201"/>
                <a:gd name="csX31" fmla="*/ 69336 w 2962440"/>
                <a:gd name="csY31" fmla="*/ 1501201 h 1501201"/>
                <a:gd name="csX32" fmla="*/ 0 w 2962440"/>
                <a:gd name="csY32" fmla="*/ 1431865 h 1501201"/>
                <a:gd name="csX33" fmla="*/ 0 w 2962440"/>
                <a:gd name="csY33" fmla="*/ 69336 h 1501201"/>
                <a:gd name="csX34" fmla="*/ 69336 w 2962440"/>
                <a:gd name="csY3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163120 w 2962440"/>
                <a:gd name="csY4" fmla="*/ 1399496 h 1501201"/>
                <a:gd name="csX5" fmla="*/ 2339299 w 2962440"/>
                <a:gd name="csY5" fmla="*/ 1399496 h 1501201"/>
                <a:gd name="csX6" fmla="*/ 2797058 w 2962440"/>
                <a:gd name="csY6" fmla="*/ 1399496 h 1501201"/>
                <a:gd name="csX7" fmla="*/ 2860735 w 2962440"/>
                <a:gd name="csY7" fmla="*/ 1335819 h 1501201"/>
                <a:gd name="csX8" fmla="*/ 2860735 w 2962440"/>
                <a:gd name="csY8" fmla="*/ 165382 h 1501201"/>
                <a:gd name="csX9" fmla="*/ 2797058 w 2962440"/>
                <a:gd name="csY9" fmla="*/ 101705 h 1501201"/>
                <a:gd name="csX10" fmla="*/ 2339299 w 2962440"/>
                <a:gd name="csY10" fmla="*/ 101705 h 1501201"/>
                <a:gd name="csX11" fmla="*/ 2163120 w 2962440"/>
                <a:gd name="csY11" fmla="*/ 101705 h 1501201"/>
                <a:gd name="csX12" fmla="*/ 861858 w 2962440"/>
                <a:gd name="csY12" fmla="*/ 101705 h 1501201"/>
                <a:gd name="csX13" fmla="*/ 605497 w 2962440"/>
                <a:gd name="csY13" fmla="*/ 101705 h 1501201"/>
                <a:gd name="csX14" fmla="*/ 575299 w 2962440"/>
                <a:gd name="csY14" fmla="*/ 106833 h 1501201"/>
                <a:gd name="csX15" fmla="*/ 575299 w 2962440"/>
                <a:gd name="csY15" fmla="*/ 101705 h 1501201"/>
                <a:gd name="csX16" fmla="*/ 165382 w 2962440"/>
                <a:gd name="csY16" fmla="*/ 101705 h 1501201"/>
                <a:gd name="csX17" fmla="*/ 69336 w 2962440"/>
                <a:gd name="csY17" fmla="*/ 0 h 1501201"/>
                <a:gd name="csX18" fmla="*/ 575299 w 2962440"/>
                <a:gd name="csY18" fmla="*/ 0 h 1501201"/>
                <a:gd name="csX19" fmla="*/ 861858 w 2962440"/>
                <a:gd name="csY19" fmla="*/ 0 h 1501201"/>
                <a:gd name="csX20" fmla="*/ 2163120 w 2962440"/>
                <a:gd name="csY20" fmla="*/ 0 h 1501201"/>
                <a:gd name="csX21" fmla="*/ 2339299 w 2962440"/>
                <a:gd name="csY21" fmla="*/ 0 h 1501201"/>
                <a:gd name="csX22" fmla="*/ 2893104 w 2962440"/>
                <a:gd name="csY22" fmla="*/ 0 h 1501201"/>
                <a:gd name="csX23" fmla="*/ 2962440 w 2962440"/>
                <a:gd name="csY23" fmla="*/ 69336 h 1501201"/>
                <a:gd name="csX24" fmla="*/ 2962440 w 2962440"/>
                <a:gd name="csY24" fmla="*/ 1431865 h 1501201"/>
                <a:gd name="csX25" fmla="*/ 2893104 w 2962440"/>
                <a:gd name="csY25" fmla="*/ 1501201 h 1501201"/>
                <a:gd name="csX26" fmla="*/ 2339299 w 2962440"/>
                <a:gd name="csY26" fmla="*/ 1501201 h 1501201"/>
                <a:gd name="csX27" fmla="*/ 2163120 w 2962440"/>
                <a:gd name="csY27" fmla="*/ 1501201 h 1501201"/>
                <a:gd name="csX28" fmla="*/ 861858 w 2962440"/>
                <a:gd name="csY28" fmla="*/ 1501201 h 1501201"/>
                <a:gd name="csX29" fmla="*/ 575299 w 2962440"/>
                <a:gd name="csY29" fmla="*/ 1501201 h 1501201"/>
                <a:gd name="csX30" fmla="*/ 69336 w 2962440"/>
                <a:gd name="csY30" fmla="*/ 1501201 h 1501201"/>
                <a:gd name="csX31" fmla="*/ 0 w 2962440"/>
                <a:gd name="csY31" fmla="*/ 1431865 h 1501201"/>
                <a:gd name="csX32" fmla="*/ 0 w 2962440"/>
                <a:gd name="csY32" fmla="*/ 69336 h 1501201"/>
                <a:gd name="csX33" fmla="*/ 69336 w 2962440"/>
                <a:gd name="csY3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339299 w 2962440"/>
                <a:gd name="csY4" fmla="*/ 1399496 h 1501201"/>
                <a:gd name="csX5" fmla="*/ 2797058 w 2962440"/>
                <a:gd name="csY5" fmla="*/ 1399496 h 1501201"/>
                <a:gd name="csX6" fmla="*/ 2860735 w 2962440"/>
                <a:gd name="csY6" fmla="*/ 1335819 h 1501201"/>
                <a:gd name="csX7" fmla="*/ 2860735 w 2962440"/>
                <a:gd name="csY7" fmla="*/ 165382 h 1501201"/>
                <a:gd name="csX8" fmla="*/ 2797058 w 2962440"/>
                <a:gd name="csY8" fmla="*/ 101705 h 1501201"/>
                <a:gd name="csX9" fmla="*/ 2339299 w 2962440"/>
                <a:gd name="csY9" fmla="*/ 101705 h 1501201"/>
                <a:gd name="csX10" fmla="*/ 2163120 w 2962440"/>
                <a:gd name="csY10" fmla="*/ 101705 h 1501201"/>
                <a:gd name="csX11" fmla="*/ 861858 w 2962440"/>
                <a:gd name="csY11" fmla="*/ 101705 h 1501201"/>
                <a:gd name="csX12" fmla="*/ 605497 w 2962440"/>
                <a:gd name="csY12" fmla="*/ 101705 h 1501201"/>
                <a:gd name="csX13" fmla="*/ 575299 w 2962440"/>
                <a:gd name="csY13" fmla="*/ 106833 h 1501201"/>
                <a:gd name="csX14" fmla="*/ 575299 w 2962440"/>
                <a:gd name="csY14" fmla="*/ 101705 h 1501201"/>
                <a:gd name="csX15" fmla="*/ 165382 w 2962440"/>
                <a:gd name="csY15" fmla="*/ 101705 h 1501201"/>
                <a:gd name="csX16" fmla="*/ 69336 w 2962440"/>
                <a:gd name="csY16" fmla="*/ 0 h 1501201"/>
                <a:gd name="csX17" fmla="*/ 575299 w 2962440"/>
                <a:gd name="csY17" fmla="*/ 0 h 1501201"/>
                <a:gd name="csX18" fmla="*/ 861858 w 2962440"/>
                <a:gd name="csY18" fmla="*/ 0 h 1501201"/>
                <a:gd name="csX19" fmla="*/ 2163120 w 2962440"/>
                <a:gd name="csY19" fmla="*/ 0 h 1501201"/>
                <a:gd name="csX20" fmla="*/ 2339299 w 2962440"/>
                <a:gd name="csY20" fmla="*/ 0 h 1501201"/>
                <a:gd name="csX21" fmla="*/ 2893104 w 2962440"/>
                <a:gd name="csY21" fmla="*/ 0 h 1501201"/>
                <a:gd name="csX22" fmla="*/ 2962440 w 2962440"/>
                <a:gd name="csY22" fmla="*/ 69336 h 1501201"/>
                <a:gd name="csX23" fmla="*/ 2962440 w 2962440"/>
                <a:gd name="csY23" fmla="*/ 1431865 h 1501201"/>
                <a:gd name="csX24" fmla="*/ 2893104 w 2962440"/>
                <a:gd name="csY24" fmla="*/ 1501201 h 1501201"/>
                <a:gd name="csX25" fmla="*/ 2339299 w 2962440"/>
                <a:gd name="csY25" fmla="*/ 1501201 h 1501201"/>
                <a:gd name="csX26" fmla="*/ 2163120 w 2962440"/>
                <a:gd name="csY26" fmla="*/ 1501201 h 1501201"/>
                <a:gd name="csX27" fmla="*/ 861858 w 2962440"/>
                <a:gd name="csY27" fmla="*/ 1501201 h 1501201"/>
                <a:gd name="csX28" fmla="*/ 575299 w 2962440"/>
                <a:gd name="csY28" fmla="*/ 1501201 h 1501201"/>
                <a:gd name="csX29" fmla="*/ 69336 w 2962440"/>
                <a:gd name="csY29" fmla="*/ 1501201 h 1501201"/>
                <a:gd name="csX30" fmla="*/ 0 w 2962440"/>
                <a:gd name="csY30" fmla="*/ 1431865 h 1501201"/>
                <a:gd name="csX31" fmla="*/ 0 w 2962440"/>
                <a:gd name="csY31" fmla="*/ 69336 h 1501201"/>
                <a:gd name="csX32" fmla="*/ 69336 w 2962440"/>
                <a:gd name="csY3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339299 w 2962440"/>
                <a:gd name="csY8" fmla="*/ 101705 h 1501201"/>
                <a:gd name="csX9" fmla="*/ 2163120 w 2962440"/>
                <a:gd name="csY9" fmla="*/ 101705 h 1501201"/>
                <a:gd name="csX10" fmla="*/ 861858 w 2962440"/>
                <a:gd name="csY10" fmla="*/ 101705 h 1501201"/>
                <a:gd name="csX11" fmla="*/ 605497 w 2962440"/>
                <a:gd name="csY11" fmla="*/ 101705 h 1501201"/>
                <a:gd name="csX12" fmla="*/ 575299 w 2962440"/>
                <a:gd name="csY12" fmla="*/ 106833 h 1501201"/>
                <a:gd name="csX13" fmla="*/ 575299 w 2962440"/>
                <a:gd name="csY13" fmla="*/ 101705 h 1501201"/>
                <a:gd name="csX14" fmla="*/ 165382 w 2962440"/>
                <a:gd name="csY14" fmla="*/ 101705 h 1501201"/>
                <a:gd name="csX15" fmla="*/ 69336 w 2962440"/>
                <a:gd name="csY15" fmla="*/ 0 h 1501201"/>
                <a:gd name="csX16" fmla="*/ 575299 w 2962440"/>
                <a:gd name="csY16" fmla="*/ 0 h 1501201"/>
                <a:gd name="csX17" fmla="*/ 861858 w 2962440"/>
                <a:gd name="csY17" fmla="*/ 0 h 1501201"/>
                <a:gd name="csX18" fmla="*/ 2163120 w 2962440"/>
                <a:gd name="csY18" fmla="*/ 0 h 1501201"/>
                <a:gd name="csX19" fmla="*/ 2339299 w 2962440"/>
                <a:gd name="csY19" fmla="*/ 0 h 1501201"/>
                <a:gd name="csX20" fmla="*/ 2893104 w 2962440"/>
                <a:gd name="csY20" fmla="*/ 0 h 1501201"/>
                <a:gd name="csX21" fmla="*/ 2962440 w 2962440"/>
                <a:gd name="csY21" fmla="*/ 69336 h 1501201"/>
                <a:gd name="csX22" fmla="*/ 2962440 w 2962440"/>
                <a:gd name="csY22" fmla="*/ 1431865 h 1501201"/>
                <a:gd name="csX23" fmla="*/ 2893104 w 2962440"/>
                <a:gd name="csY23" fmla="*/ 1501201 h 1501201"/>
                <a:gd name="csX24" fmla="*/ 2339299 w 2962440"/>
                <a:gd name="csY24" fmla="*/ 1501201 h 1501201"/>
                <a:gd name="csX25" fmla="*/ 2163120 w 2962440"/>
                <a:gd name="csY25" fmla="*/ 1501201 h 1501201"/>
                <a:gd name="csX26" fmla="*/ 861858 w 2962440"/>
                <a:gd name="csY26" fmla="*/ 1501201 h 1501201"/>
                <a:gd name="csX27" fmla="*/ 575299 w 2962440"/>
                <a:gd name="csY27" fmla="*/ 1501201 h 1501201"/>
                <a:gd name="csX28" fmla="*/ 69336 w 2962440"/>
                <a:gd name="csY28" fmla="*/ 1501201 h 1501201"/>
                <a:gd name="csX29" fmla="*/ 0 w 2962440"/>
                <a:gd name="csY29" fmla="*/ 1431865 h 1501201"/>
                <a:gd name="csX30" fmla="*/ 0 w 2962440"/>
                <a:gd name="csY30" fmla="*/ 69336 h 1501201"/>
                <a:gd name="csX31" fmla="*/ 69336 w 2962440"/>
                <a:gd name="csY3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163120 w 2962440"/>
                <a:gd name="csY8" fmla="*/ 101705 h 1501201"/>
                <a:gd name="csX9" fmla="*/ 861858 w 2962440"/>
                <a:gd name="csY9" fmla="*/ 101705 h 1501201"/>
                <a:gd name="csX10" fmla="*/ 605497 w 2962440"/>
                <a:gd name="csY10" fmla="*/ 101705 h 1501201"/>
                <a:gd name="csX11" fmla="*/ 575299 w 2962440"/>
                <a:gd name="csY11" fmla="*/ 106833 h 1501201"/>
                <a:gd name="csX12" fmla="*/ 575299 w 2962440"/>
                <a:gd name="csY12" fmla="*/ 101705 h 1501201"/>
                <a:gd name="csX13" fmla="*/ 165382 w 2962440"/>
                <a:gd name="csY13" fmla="*/ 101705 h 1501201"/>
                <a:gd name="csX14" fmla="*/ 69336 w 2962440"/>
                <a:gd name="csY14" fmla="*/ 0 h 1501201"/>
                <a:gd name="csX15" fmla="*/ 575299 w 2962440"/>
                <a:gd name="csY15" fmla="*/ 0 h 1501201"/>
                <a:gd name="csX16" fmla="*/ 861858 w 2962440"/>
                <a:gd name="csY16" fmla="*/ 0 h 1501201"/>
                <a:gd name="csX17" fmla="*/ 2163120 w 2962440"/>
                <a:gd name="csY17" fmla="*/ 0 h 1501201"/>
                <a:gd name="csX18" fmla="*/ 2339299 w 2962440"/>
                <a:gd name="csY18" fmla="*/ 0 h 1501201"/>
                <a:gd name="csX19" fmla="*/ 2893104 w 2962440"/>
                <a:gd name="csY19" fmla="*/ 0 h 1501201"/>
                <a:gd name="csX20" fmla="*/ 2962440 w 2962440"/>
                <a:gd name="csY20" fmla="*/ 69336 h 1501201"/>
                <a:gd name="csX21" fmla="*/ 2962440 w 2962440"/>
                <a:gd name="csY21" fmla="*/ 1431865 h 1501201"/>
                <a:gd name="csX22" fmla="*/ 2893104 w 2962440"/>
                <a:gd name="csY22" fmla="*/ 1501201 h 1501201"/>
                <a:gd name="csX23" fmla="*/ 2339299 w 2962440"/>
                <a:gd name="csY23" fmla="*/ 1501201 h 1501201"/>
                <a:gd name="csX24" fmla="*/ 2163120 w 2962440"/>
                <a:gd name="csY24" fmla="*/ 1501201 h 1501201"/>
                <a:gd name="csX25" fmla="*/ 861858 w 2962440"/>
                <a:gd name="csY25" fmla="*/ 1501201 h 1501201"/>
                <a:gd name="csX26" fmla="*/ 575299 w 2962440"/>
                <a:gd name="csY26" fmla="*/ 1501201 h 1501201"/>
                <a:gd name="csX27" fmla="*/ 69336 w 2962440"/>
                <a:gd name="csY27" fmla="*/ 1501201 h 1501201"/>
                <a:gd name="csX28" fmla="*/ 0 w 2962440"/>
                <a:gd name="csY28" fmla="*/ 1431865 h 1501201"/>
                <a:gd name="csX29" fmla="*/ 0 w 2962440"/>
                <a:gd name="csY29" fmla="*/ 69336 h 1501201"/>
                <a:gd name="csX30" fmla="*/ 69336 w 2962440"/>
                <a:gd name="csY3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861858 w 2962440"/>
                <a:gd name="csY8" fmla="*/ 101705 h 1501201"/>
                <a:gd name="csX9" fmla="*/ 605497 w 2962440"/>
                <a:gd name="csY9" fmla="*/ 101705 h 1501201"/>
                <a:gd name="csX10" fmla="*/ 575299 w 2962440"/>
                <a:gd name="csY10" fmla="*/ 106833 h 1501201"/>
                <a:gd name="csX11" fmla="*/ 575299 w 2962440"/>
                <a:gd name="csY11" fmla="*/ 101705 h 1501201"/>
                <a:gd name="csX12" fmla="*/ 165382 w 2962440"/>
                <a:gd name="csY12" fmla="*/ 101705 h 1501201"/>
                <a:gd name="csX13" fmla="*/ 69336 w 2962440"/>
                <a:gd name="csY13" fmla="*/ 0 h 1501201"/>
                <a:gd name="csX14" fmla="*/ 575299 w 2962440"/>
                <a:gd name="csY14" fmla="*/ 0 h 1501201"/>
                <a:gd name="csX15" fmla="*/ 861858 w 2962440"/>
                <a:gd name="csY15" fmla="*/ 0 h 1501201"/>
                <a:gd name="csX16" fmla="*/ 2163120 w 2962440"/>
                <a:gd name="csY16" fmla="*/ 0 h 1501201"/>
                <a:gd name="csX17" fmla="*/ 2339299 w 2962440"/>
                <a:gd name="csY17" fmla="*/ 0 h 1501201"/>
                <a:gd name="csX18" fmla="*/ 2893104 w 2962440"/>
                <a:gd name="csY18" fmla="*/ 0 h 1501201"/>
                <a:gd name="csX19" fmla="*/ 2962440 w 2962440"/>
                <a:gd name="csY19" fmla="*/ 69336 h 1501201"/>
                <a:gd name="csX20" fmla="*/ 2962440 w 2962440"/>
                <a:gd name="csY20" fmla="*/ 1431865 h 1501201"/>
                <a:gd name="csX21" fmla="*/ 2893104 w 2962440"/>
                <a:gd name="csY21" fmla="*/ 1501201 h 1501201"/>
                <a:gd name="csX22" fmla="*/ 2339299 w 2962440"/>
                <a:gd name="csY22" fmla="*/ 1501201 h 1501201"/>
                <a:gd name="csX23" fmla="*/ 2163120 w 2962440"/>
                <a:gd name="csY23" fmla="*/ 1501201 h 1501201"/>
                <a:gd name="csX24" fmla="*/ 861858 w 2962440"/>
                <a:gd name="csY24" fmla="*/ 1501201 h 1501201"/>
                <a:gd name="csX25" fmla="*/ 575299 w 2962440"/>
                <a:gd name="csY25" fmla="*/ 1501201 h 1501201"/>
                <a:gd name="csX26" fmla="*/ 69336 w 2962440"/>
                <a:gd name="csY26" fmla="*/ 1501201 h 1501201"/>
                <a:gd name="csX27" fmla="*/ 0 w 2962440"/>
                <a:gd name="csY27" fmla="*/ 1431865 h 1501201"/>
                <a:gd name="csX28" fmla="*/ 0 w 2962440"/>
                <a:gd name="csY28" fmla="*/ 69336 h 1501201"/>
                <a:gd name="csX29" fmla="*/ 69336 w 2962440"/>
                <a:gd name="csY2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605497 w 2962440"/>
                <a:gd name="csY8" fmla="*/ 101705 h 1501201"/>
                <a:gd name="csX9" fmla="*/ 575299 w 2962440"/>
                <a:gd name="csY9" fmla="*/ 106833 h 1501201"/>
                <a:gd name="csX10" fmla="*/ 575299 w 2962440"/>
                <a:gd name="csY10" fmla="*/ 101705 h 1501201"/>
                <a:gd name="csX11" fmla="*/ 165382 w 2962440"/>
                <a:gd name="csY11" fmla="*/ 101705 h 1501201"/>
                <a:gd name="csX12" fmla="*/ 69336 w 2962440"/>
                <a:gd name="csY12" fmla="*/ 0 h 1501201"/>
                <a:gd name="csX13" fmla="*/ 575299 w 2962440"/>
                <a:gd name="csY13" fmla="*/ 0 h 1501201"/>
                <a:gd name="csX14" fmla="*/ 861858 w 2962440"/>
                <a:gd name="csY14" fmla="*/ 0 h 1501201"/>
                <a:gd name="csX15" fmla="*/ 2163120 w 2962440"/>
                <a:gd name="csY15" fmla="*/ 0 h 1501201"/>
                <a:gd name="csX16" fmla="*/ 2339299 w 2962440"/>
                <a:gd name="csY16" fmla="*/ 0 h 1501201"/>
                <a:gd name="csX17" fmla="*/ 2893104 w 2962440"/>
                <a:gd name="csY17" fmla="*/ 0 h 1501201"/>
                <a:gd name="csX18" fmla="*/ 2962440 w 2962440"/>
                <a:gd name="csY18" fmla="*/ 69336 h 1501201"/>
                <a:gd name="csX19" fmla="*/ 2962440 w 2962440"/>
                <a:gd name="csY19" fmla="*/ 1431865 h 1501201"/>
                <a:gd name="csX20" fmla="*/ 2893104 w 2962440"/>
                <a:gd name="csY20" fmla="*/ 1501201 h 1501201"/>
                <a:gd name="csX21" fmla="*/ 2339299 w 2962440"/>
                <a:gd name="csY21" fmla="*/ 1501201 h 1501201"/>
                <a:gd name="csX22" fmla="*/ 2163120 w 2962440"/>
                <a:gd name="csY22" fmla="*/ 1501201 h 1501201"/>
                <a:gd name="csX23" fmla="*/ 861858 w 2962440"/>
                <a:gd name="csY23" fmla="*/ 1501201 h 1501201"/>
                <a:gd name="csX24" fmla="*/ 575299 w 2962440"/>
                <a:gd name="csY24" fmla="*/ 1501201 h 1501201"/>
                <a:gd name="csX25" fmla="*/ 69336 w 2962440"/>
                <a:gd name="csY25" fmla="*/ 1501201 h 1501201"/>
                <a:gd name="csX26" fmla="*/ 0 w 2962440"/>
                <a:gd name="csY26" fmla="*/ 1431865 h 1501201"/>
                <a:gd name="csX27" fmla="*/ 0 w 2962440"/>
                <a:gd name="csY27" fmla="*/ 69336 h 1501201"/>
                <a:gd name="csX28" fmla="*/ 69336 w 2962440"/>
                <a:gd name="csY2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575299 w 2962440"/>
                <a:gd name="csY9" fmla="*/ 101705 h 1501201"/>
                <a:gd name="csX10" fmla="*/ 165382 w 2962440"/>
                <a:gd name="csY10" fmla="*/ 101705 h 1501201"/>
                <a:gd name="csX11" fmla="*/ 69336 w 2962440"/>
                <a:gd name="csY11" fmla="*/ 0 h 1501201"/>
                <a:gd name="csX12" fmla="*/ 575299 w 2962440"/>
                <a:gd name="csY12" fmla="*/ 0 h 1501201"/>
                <a:gd name="csX13" fmla="*/ 861858 w 2962440"/>
                <a:gd name="csY13" fmla="*/ 0 h 1501201"/>
                <a:gd name="csX14" fmla="*/ 2163120 w 2962440"/>
                <a:gd name="csY14" fmla="*/ 0 h 1501201"/>
                <a:gd name="csX15" fmla="*/ 2339299 w 2962440"/>
                <a:gd name="csY15" fmla="*/ 0 h 1501201"/>
                <a:gd name="csX16" fmla="*/ 2893104 w 2962440"/>
                <a:gd name="csY16" fmla="*/ 0 h 1501201"/>
                <a:gd name="csX17" fmla="*/ 2962440 w 2962440"/>
                <a:gd name="csY17" fmla="*/ 69336 h 1501201"/>
                <a:gd name="csX18" fmla="*/ 2962440 w 2962440"/>
                <a:gd name="csY18" fmla="*/ 1431865 h 1501201"/>
                <a:gd name="csX19" fmla="*/ 2893104 w 2962440"/>
                <a:gd name="csY19" fmla="*/ 1501201 h 1501201"/>
                <a:gd name="csX20" fmla="*/ 2339299 w 2962440"/>
                <a:gd name="csY20" fmla="*/ 1501201 h 1501201"/>
                <a:gd name="csX21" fmla="*/ 2163120 w 2962440"/>
                <a:gd name="csY21" fmla="*/ 1501201 h 1501201"/>
                <a:gd name="csX22" fmla="*/ 861858 w 2962440"/>
                <a:gd name="csY22" fmla="*/ 1501201 h 1501201"/>
                <a:gd name="csX23" fmla="*/ 575299 w 2962440"/>
                <a:gd name="csY23" fmla="*/ 1501201 h 1501201"/>
                <a:gd name="csX24" fmla="*/ 69336 w 2962440"/>
                <a:gd name="csY24" fmla="*/ 1501201 h 1501201"/>
                <a:gd name="csX25" fmla="*/ 0 w 2962440"/>
                <a:gd name="csY25" fmla="*/ 1431865 h 1501201"/>
                <a:gd name="csX26" fmla="*/ 0 w 2962440"/>
                <a:gd name="csY26" fmla="*/ 69336 h 1501201"/>
                <a:gd name="csX27" fmla="*/ 69336 w 2962440"/>
                <a:gd name="csY27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165382 w 2962440"/>
                <a:gd name="csY9" fmla="*/ 101705 h 1501201"/>
                <a:gd name="csX10" fmla="*/ 69336 w 2962440"/>
                <a:gd name="csY10" fmla="*/ 0 h 1501201"/>
                <a:gd name="csX11" fmla="*/ 575299 w 2962440"/>
                <a:gd name="csY11" fmla="*/ 0 h 1501201"/>
                <a:gd name="csX12" fmla="*/ 861858 w 2962440"/>
                <a:gd name="csY12" fmla="*/ 0 h 1501201"/>
                <a:gd name="csX13" fmla="*/ 2163120 w 2962440"/>
                <a:gd name="csY13" fmla="*/ 0 h 1501201"/>
                <a:gd name="csX14" fmla="*/ 2339299 w 2962440"/>
                <a:gd name="csY14" fmla="*/ 0 h 1501201"/>
                <a:gd name="csX15" fmla="*/ 2893104 w 2962440"/>
                <a:gd name="csY15" fmla="*/ 0 h 1501201"/>
                <a:gd name="csX16" fmla="*/ 2962440 w 2962440"/>
                <a:gd name="csY16" fmla="*/ 69336 h 1501201"/>
                <a:gd name="csX17" fmla="*/ 2962440 w 2962440"/>
                <a:gd name="csY17" fmla="*/ 1431865 h 1501201"/>
                <a:gd name="csX18" fmla="*/ 2893104 w 2962440"/>
                <a:gd name="csY18" fmla="*/ 1501201 h 1501201"/>
                <a:gd name="csX19" fmla="*/ 2339299 w 2962440"/>
                <a:gd name="csY19" fmla="*/ 1501201 h 1501201"/>
                <a:gd name="csX20" fmla="*/ 2163120 w 2962440"/>
                <a:gd name="csY20" fmla="*/ 1501201 h 1501201"/>
                <a:gd name="csX21" fmla="*/ 861858 w 2962440"/>
                <a:gd name="csY21" fmla="*/ 1501201 h 1501201"/>
                <a:gd name="csX22" fmla="*/ 575299 w 2962440"/>
                <a:gd name="csY22" fmla="*/ 1501201 h 1501201"/>
                <a:gd name="csX23" fmla="*/ 69336 w 2962440"/>
                <a:gd name="csY23" fmla="*/ 1501201 h 1501201"/>
                <a:gd name="csX24" fmla="*/ 0 w 2962440"/>
                <a:gd name="csY24" fmla="*/ 1431865 h 1501201"/>
                <a:gd name="csX25" fmla="*/ 0 w 2962440"/>
                <a:gd name="csY25" fmla="*/ 69336 h 1501201"/>
                <a:gd name="csX26" fmla="*/ 69336 w 2962440"/>
                <a:gd name="csY2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575299 w 2962440"/>
                <a:gd name="csY10" fmla="*/ 0 h 1501201"/>
                <a:gd name="csX11" fmla="*/ 861858 w 2962440"/>
                <a:gd name="csY11" fmla="*/ 0 h 1501201"/>
                <a:gd name="csX12" fmla="*/ 2163120 w 2962440"/>
                <a:gd name="csY12" fmla="*/ 0 h 1501201"/>
                <a:gd name="csX13" fmla="*/ 2339299 w 2962440"/>
                <a:gd name="csY13" fmla="*/ 0 h 1501201"/>
                <a:gd name="csX14" fmla="*/ 2893104 w 2962440"/>
                <a:gd name="csY14" fmla="*/ 0 h 1501201"/>
                <a:gd name="csX15" fmla="*/ 2962440 w 2962440"/>
                <a:gd name="csY15" fmla="*/ 69336 h 1501201"/>
                <a:gd name="csX16" fmla="*/ 2962440 w 2962440"/>
                <a:gd name="csY16" fmla="*/ 1431865 h 1501201"/>
                <a:gd name="csX17" fmla="*/ 2893104 w 2962440"/>
                <a:gd name="csY17" fmla="*/ 1501201 h 1501201"/>
                <a:gd name="csX18" fmla="*/ 2339299 w 2962440"/>
                <a:gd name="csY18" fmla="*/ 1501201 h 1501201"/>
                <a:gd name="csX19" fmla="*/ 2163120 w 2962440"/>
                <a:gd name="csY19" fmla="*/ 1501201 h 1501201"/>
                <a:gd name="csX20" fmla="*/ 861858 w 2962440"/>
                <a:gd name="csY20" fmla="*/ 1501201 h 1501201"/>
                <a:gd name="csX21" fmla="*/ 575299 w 2962440"/>
                <a:gd name="csY21" fmla="*/ 1501201 h 1501201"/>
                <a:gd name="csX22" fmla="*/ 69336 w 2962440"/>
                <a:gd name="csY22" fmla="*/ 1501201 h 1501201"/>
                <a:gd name="csX23" fmla="*/ 0 w 2962440"/>
                <a:gd name="csY23" fmla="*/ 1431865 h 1501201"/>
                <a:gd name="csX24" fmla="*/ 0 w 2962440"/>
                <a:gd name="csY24" fmla="*/ 69336 h 1501201"/>
                <a:gd name="csX25" fmla="*/ 69336 w 2962440"/>
                <a:gd name="csY2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861858 w 2962440"/>
                <a:gd name="csY10" fmla="*/ 0 h 1501201"/>
                <a:gd name="csX11" fmla="*/ 2163120 w 2962440"/>
                <a:gd name="csY11" fmla="*/ 0 h 1501201"/>
                <a:gd name="csX12" fmla="*/ 2339299 w 2962440"/>
                <a:gd name="csY12" fmla="*/ 0 h 1501201"/>
                <a:gd name="csX13" fmla="*/ 2893104 w 2962440"/>
                <a:gd name="csY13" fmla="*/ 0 h 1501201"/>
                <a:gd name="csX14" fmla="*/ 2962440 w 2962440"/>
                <a:gd name="csY14" fmla="*/ 69336 h 1501201"/>
                <a:gd name="csX15" fmla="*/ 2962440 w 2962440"/>
                <a:gd name="csY15" fmla="*/ 1431865 h 1501201"/>
                <a:gd name="csX16" fmla="*/ 2893104 w 2962440"/>
                <a:gd name="csY16" fmla="*/ 1501201 h 1501201"/>
                <a:gd name="csX17" fmla="*/ 2339299 w 2962440"/>
                <a:gd name="csY17" fmla="*/ 1501201 h 1501201"/>
                <a:gd name="csX18" fmla="*/ 2163120 w 2962440"/>
                <a:gd name="csY18" fmla="*/ 1501201 h 1501201"/>
                <a:gd name="csX19" fmla="*/ 861858 w 2962440"/>
                <a:gd name="csY19" fmla="*/ 1501201 h 1501201"/>
                <a:gd name="csX20" fmla="*/ 575299 w 2962440"/>
                <a:gd name="csY20" fmla="*/ 1501201 h 1501201"/>
                <a:gd name="csX21" fmla="*/ 69336 w 2962440"/>
                <a:gd name="csY21" fmla="*/ 1501201 h 1501201"/>
                <a:gd name="csX22" fmla="*/ 0 w 2962440"/>
                <a:gd name="csY22" fmla="*/ 1431865 h 1501201"/>
                <a:gd name="csX23" fmla="*/ 0 w 2962440"/>
                <a:gd name="csY23" fmla="*/ 69336 h 1501201"/>
                <a:gd name="csX24" fmla="*/ 69336 w 2962440"/>
                <a:gd name="csY2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163120 w 2962440"/>
                <a:gd name="csY10" fmla="*/ 0 h 1501201"/>
                <a:gd name="csX11" fmla="*/ 2339299 w 2962440"/>
                <a:gd name="csY11" fmla="*/ 0 h 1501201"/>
                <a:gd name="csX12" fmla="*/ 2893104 w 2962440"/>
                <a:gd name="csY12" fmla="*/ 0 h 1501201"/>
                <a:gd name="csX13" fmla="*/ 2962440 w 2962440"/>
                <a:gd name="csY13" fmla="*/ 69336 h 1501201"/>
                <a:gd name="csX14" fmla="*/ 2962440 w 2962440"/>
                <a:gd name="csY14" fmla="*/ 1431865 h 1501201"/>
                <a:gd name="csX15" fmla="*/ 2893104 w 2962440"/>
                <a:gd name="csY15" fmla="*/ 1501201 h 1501201"/>
                <a:gd name="csX16" fmla="*/ 2339299 w 2962440"/>
                <a:gd name="csY16" fmla="*/ 1501201 h 1501201"/>
                <a:gd name="csX17" fmla="*/ 2163120 w 2962440"/>
                <a:gd name="csY17" fmla="*/ 1501201 h 1501201"/>
                <a:gd name="csX18" fmla="*/ 861858 w 2962440"/>
                <a:gd name="csY18" fmla="*/ 1501201 h 1501201"/>
                <a:gd name="csX19" fmla="*/ 575299 w 2962440"/>
                <a:gd name="csY19" fmla="*/ 1501201 h 1501201"/>
                <a:gd name="csX20" fmla="*/ 69336 w 2962440"/>
                <a:gd name="csY20" fmla="*/ 1501201 h 1501201"/>
                <a:gd name="csX21" fmla="*/ 0 w 2962440"/>
                <a:gd name="csY21" fmla="*/ 1431865 h 1501201"/>
                <a:gd name="csX22" fmla="*/ 0 w 2962440"/>
                <a:gd name="csY22" fmla="*/ 69336 h 1501201"/>
                <a:gd name="csX23" fmla="*/ 69336 w 2962440"/>
                <a:gd name="csY2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339299 w 2962440"/>
                <a:gd name="csY10" fmla="*/ 0 h 1501201"/>
                <a:gd name="csX11" fmla="*/ 2893104 w 2962440"/>
                <a:gd name="csY11" fmla="*/ 0 h 1501201"/>
                <a:gd name="csX12" fmla="*/ 2962440 w 2962440"/>
                <a:gd name="csY12" fmla="*/ 69336 h 1501201"/>
                <a:gd name="csX13" fmla="*/ 2962440 w 2962440"/>
                <a:gd name="csY13" fmla="*/ 1431865 h 1501201"/>
                <a:gd name="csX14" fmla="*/ 2893104 w 2962440"/>
                <a:gd name="csY14" fmla="*/ 1501201 h 1501201"/>
                <a:gd name="csX15" fmla="*/ 2339299 w 2962440"/>
                <a:gd name="csY15" fmla="*/ 1501201 h 1501201"/>
                <a:gd name="csX16" fmla="*/ 2163120 w 2962440"/>
                <a:gd name="csY16" fmla="*/ 1501201 h 1501201"/>
                <a:gd name="csX17" fmla="*/ 861858 w 2962440"/>
                <a:gd name="csY17" fmla="*/ 1501201 h 1501201"/>
                <a:gd name="csX18" fmla="*/ 575299 w 2962440"/>
                <a:gd name="csY18" fmla="*/ 1501201 h 1501201"/>
                <a:gd name="csX19" fmla="*/ 69336 w 2962440"/>
                <a:gd name="csY19" fmla="*/ 1501201 h 1501201"/>
                <a:gd name="csX20" fmla="*/ 0 w 2962440"/>
                <a:gd name="csY20" fmla="*/ 1431865 h 1501201"/>
                <a:gd name="csX21" fmla="*/ 0 w 2962440"/>
                <a:gd name="csY21" fmla="*/ 69336 h 1501201"/>
                <a:gd name="csX22" fmla="*/ 69336 w 2962440"/>
                <a:gd name="csY2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339299 w 2962440"/>
                <a:gd name="csY14" fmla="*/ 1501201 h 1501201"/>
                <a:gd name="csX15" fmla="*/ 2163120 w 2962440"/>
                <a:gd name="csY15" fmla="*/ 1501201 h 1501201"/>
                <a:gd name="csX16" fmla="*/ 861858 w 2962440"/>
                <a:gd name="csY16" fmla="*/ 1501201 h 1501201"/>
                <a:gd name="csX17" fmla="*/ 575299 w 2962440"/>
                <a:gd name="csY17" fmla="*/ 1501201 h 1501201"/>
                <a:gd name="csX18" fmla="*/ 69336 w 2962440"/>
                <a:gd name="csY18" fmla="*/ 1501201 h 1501201"/>
                <a:gd name="csX19" fmla="*/ 0 w 2962440"/>
                <a:gd name="csY19" fmla="*/ 1431865 h 1501201"/>
                <a:gd name="csX20" fmla="*/ 0 w 2962440"/>
                <a:gd name="csY20" fmla="*/ 69336 h 1501201"/>
                <a:gd name="csX21" fmla="*/ 69336 w 2962440"/>
                <a:gd name="csY2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163120 w 2962440"/>
                <a:gd name="csY14" fmla="*/ 1501201 h 1501201"/>
                <a:gd name="csX15" fmla="*/ 861858 w 2962440"/>
                <a:gd name="csY15" fmla="*/ 1501201 h 1501201"/>
                <a:gd name="csX16" fmla="*/ 575299 w 2962440"/>
                <a:gd name="csY16" fmla="*/ 1501201 h 1501201"/>
                <a:gd name="csX17" fmla="*/ 69336 w 2962440"/>
                <a:gd name="csY17" fmla="*/ 1501201 h 1501201"/>
                <a:gd name="csX18" fmla="*/ 0 w 2962440"/>
                <a:gd name="csY18" fmla="*/ 1431865 h 1501201"/>
                <a:gd name="csX19" fmla="*/ 0 w 2962440"/>
                <a:gd name="csY19" fmla="*/ 69336 h 1501201"/>
                <a:gd name="csX20" fmla="*/ 69336 w 2962440"/>
                <a:gd name="csY2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861858 w 2962440"/>
                <a:gd name="csY14" fmla="*/ 1501201 h 1501201"/>
                <a:gd name="csX15" fmla="*/ 575299 w 2962440"/>
                <a:gd name="csY15" fmla="*/ 1501201 h 1501201"/>
                <a:gd name="csX16" fmla="*/ 69336 w 2962440"/>
                <a:gd name="csY16" fmla="*/ 1501201 h 1501201"/>
                <a:gd name="csX17" fmla="*/ 0 w 2962440"/>
                <a:gd name="csY17" fmla="*/ 1431865 h 1501201"/>
                <a:gd name="csX18" fmla="*/ 0 w 2962440"/>
                <a:gd name="csY18" fmla="*/ 69336 h 1501201"/>
                <a:gd name="csX19" fmla="*/ 69336 w 2962440"/>
                <a:gd name="csY1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575299 w 2962440"/>
                <a:gd name="csY14" fmla="*/ 1501201 h 1501201"/>
                <a:gd name="csX15" fmla="*/ 69336 w 2962440"/>
                <a:gd name="csY15" fmla="*/ 1501201 h 1501201"/>
                <a:gd name="csX16" fmla="*/ 0 w 2962440"/>
                <a:gd name="csY16" fmla="*/ 1431865 h 1501201"/>
                <a:gd name="csX17" fmla="*/ 0 w 2962440"/>
                <a:gd name="csY17" fmla="*/ 69336 h 1501201"/>
                <a:gd name="csX18" fmla="*/ 69336 w 2962440"/>
                <a:gd name="csY1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69336 w 2962440"/>
                <a:gd name="csY14" fmla="*/ 1501201 h 1501201"/>
                <a:gd name="csX15" fmla="*/ 0 w 2962440"/>
                <a:gd name="csY15" fmla="*/ 1431865 h 1501201"/>
                <a:gd name="csX16" fmla="*/ 0 w 2962440"/>
                <a:gd name="csY16" fmla="*/ 69336 h 1501201"/>
                <a:gd name="csX17" fmla="*/ 69336 w 2962440"/>
                <a:gd name="csY17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962440" h="1501201">
                  <a:moveTo>
                    <a:pt x="165382" y="101705"/>
                  </a:moveTo>
                  <a:cubicBezTo>
                    <a:pt x="130214" y="101705"/>
                    <a:pt x="101705" y="130214"/>
                    <a:pt x="101705" y="165382"/>
                  </a:cubicBezTo>
                  <a:lnTo>
                    <a:pt x="101705" y="1335819"/>
                  </a:lnTo>
                  <a:cubicBezTo>
                    <a:pt x="101705" y="1370987"/>
                    <a:pt x="130214" y="1399496"/>
                    <a:pt x="165382" y="1399496"/>
                  </a:cubicBezTo>
                  <a:lnTo>
                    <a:pt x="2797058" y="1399496"/>
                  </a:lnTo>
                  <a:cubicBezTo>
                    <a:pt x="2832226" y="1399496"/>
                    <a:pt x="2860735" y="1370987"/>
                    <a:pt x="2860735" y="1335819"/>
                  </a:cubicBezTo>
                  <a:lnTo>
                    <a:pt x="2860735" y="165382"/>
                  </a:lnTo>
                  <a:cubicBezTo>
                    <a:pt x="2860735" y="130214"/>
                    <a:pt x="2832226" y="101705"/>
                    <a:pt x="2797058" y="101705"/>
                  </a:cubicBezTo>
                  <a:lnTo>
                    <a:pt x="165382" y="101705"/>
                  </a:lnTo>
                  <a:close/>
                  <a:moveTo>
                    <a:pt x="69336" y="0"/>
                  </a:moveTo>
                  <a:lnTo>
                    <a:pt x="2893104" y="0"/>
                  </a:lnTo>
                  <a:cubicBezTo>
                    <a:pt x="2931397" y="0"/>
                    <a:pt x="2962440" y="31043"/>
                    <a:pt x="2962440" y="69336"/>
                  </a:cubicBezTo>
                  <a:lnTo>
                    <a:pt x="2962440" y="1431865"/>
                  </a:lnTo>
                  <a:cubicBezTo>
                    <a:pt x="2962440" y="1470158"/>
                    <a:pt x="2931397" y="1501201"/>
                    <a:pt x="2893104" y="1501201"/>
                  </a:cubicBezTo>
                  <a:lnTo>
                    <a:pt x="69336" y="1501201"/>
                  </a:lnTo>
                  <a:cubicBezTo>
                    <a:pt x="31043" y="1501201"/>
                    <a:pt x="0" y="1470158"/>
                    <a:pt x="0" y="1431865"/>
                  </a:cubicBezTo>
                  <a:lnTo>
                    <a:pt x="0" y="69336"/>
                  </a:lnTo>
                  <a:cubicBezTo>
                    <a:pt x="0" y="31043"/>
                    <a:pt x="31043" y="0"/>
                    <a:pt x="6933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5451AF8-0D65-A525-4682-B58772A058D3}"/>
                </a:ext>
              </a:extLst>
            </p:cNvPr>
            <p:cNvSpPr/>
            <p:nvPr/>
          </p:nvSpPr>
          <p:spPr>
            <a:xfrm flipV="1">
              <a:off x="8746421" y="4643738"/>
              <a:ext cx="1433739" cy="1501201"/>
            </a:xfrm>
            <a:custGeom>
              <a:avLst/>
              <a:gdLst>
                <a:gd name="csX0" fmla="*/ 651700 w 1433739"/>
                <a:gd name="csY0" fmla="*/ 1084065 h 1501201"/>
                <a:gd name="csX1" fmla="*/ 782040 w 1433739"/>
                <a:gd name="csY1" fmla="*/ 1084065 h 1501201"/>
                <a:gd name="csX2" fmla="*/ 782040 w 1433739"/>
                <a:gd name="csY2" fmla="*/ 221902 h 1501201"/>
                <a:gd name="csX3" fmla="*/ 866298 w 1433739"/>
                <a:gd name="csY3" fmla="*/ 305933 h 1501201"/>
                <a:gd name="csX4" fmla="*/ 958462 w 1433739"/>
                <a:gd name="csY4" fmla="*/ 214019 h 1501201"/>
                <a:gd name="csX5" fmla="*/ 762952 w 1433739"/>
                <a:gd name="csY5" fmla="*/ 19036 h 1501201"/>
                <a:gd name="csX6" fmla="*/ 670788 w 1433739"/>
                <a:gd name="csY6" fmla="*/ 19036 h 1501201"/>
                <a:gd name="csX7" fmla="*/ 475279 w 1433739"/>
                <a:gd name="csY7" fmla="*/ 214019 h 1501201"/>
                <a:gd name="csX8" fmla="*/ 567443 w 1433739"/>
                <a:gd name="csY8" fmla="*/ 305933 h 1501201"/>
                <a:gd name="csX9" fmla="*/ 651700 w 1433739"/>
                <a:gd name="csY9" fmla="*/ 221903 h 1501201"/>
                <a:gd name="csX10" fmla="*/ 655773 w 1433739"/>
                <a:gd name="csY10" fmla="*/ 1501201 h 1501201"/>
                <a:gd name="csX11" fmla="*/ 1034984 w 1433739"/>
                <a:gd name="csY11" fmla="*/ 1288886 h 1501201"/>
                <a:gd name="csX12" fmla="*/ 1063086 w 1433739"/>
                <a:gd name="csY12" fmla="*/ 1289970 h 1501201"/>
                <a:gd name="csX13" fmla="*/ 1433739 w 1433739"/>
                <a:gd name="csY13" fmla="*/ 908129 h 1501201"/>
                <a:gd name="csX14" fmla="*/ 1195830 w 1433739"/>
                <a:gd name="csY14" fmla="*/ 551518 h 1501201"/>
                <a:gd name="csX15" fmla="*/ 1083451 w 1433739"/>
                <a:gd name="csY15" fmla="*/ 526288 h 1501201"/>
                <a:gd name="csX16" fmla="*/ 920287 w 1433739"/>
                <a:gd name="csY16" fmla="*/ 526288 h 1501201"/>
                <a:gd name="csX17" fmla="*/ 920287 w 1433739"/>
                <a:gd name="csY17" fmla="*/ 656276 h 1501201"/>
                <a:gd name="csX18" fmla="*/ 1083451 w 1433739"/>
                <a:gd name="csY18" fmla="*/ 656277 h 1501201"/>
                <a:gd name="csX19" fmla="*/ 1141231 w 1433739"/>
                <a:gd name="csY19" fmla="*/ 669568 h 1501201"/>
                <a:gd name="csX20" fmla="*/ 1146229 w 1433739"/>
                <a:gd name="csY20" fmla="*/ 671745 h 1501201"/>
                <a:gd name="csX21" fmla="*/ 1303399 w 1433739"/>
                <a:gd name="csY21" fmla="*/ 908129 h 1501201"/>
                <a:gd name="csX22" fmla="*/ 1063086 w 1433739"/>
                <a:gd name="csY22" fmla="*/ 1159982 h 1501201"/>
                <a:gd name="csX23" fmla="*/ 1013954 w 1433739"/>
                <a:gd name="csY23" fmla="*/ 1154725 h 1501201"/>
                <a:gd name="csX24" fmla="*/ 941654 w 1433739"/>
                <a:gd name="csY24" fmla="*/ 1189407 h 1501201"/>
                <a:gd name="csX25" fmla="*/ 655773 w 1433739"/>
                <a:gd name="csY25" fmla="*/ 1371213 h 1501201"/>
                <a:gd name="csX26" fmla="*/ 333996 w 1433739"/>
                <a:gd name="csY26" fmla="*/ 1034868 h 1501201"/>
                <a:gd name="csX27" fmla="*/ 334442 w 1433739"/>
                <a:gd name="csY27" fmla="*/ 1016981 h 1501201"/>
                <a:gd name="csX28" fmla="*/ 316568 w 1433739"/>
                <a:gd name="csY28" fmla="*/ 968944 h 1501201"/>
                <a:gd name="csX29" fmla="*/ 269352 w 1433739"/>
                <a:gd name="csY29" fmla="*/ 948750 h 1501201"/>
                <a:gd name="csX30" fmla="*/ 268826 w 1433739"/>
                <a:gd name="csY30" fmla="*/ 948750 h 1501201"/>
                <a:gd name="csX31" fmla="*/ 130340 w 1433739"/>
                <a:gd name="csY31" fmla="*/ 802514 h 1501201"/>
                <a:gd name="csX32" fmla="*/ 268826 w 1433739"/>
                <a:gd name="csY32" fmla="*/ 656277 h 1501201"/>
                <a:gd name="csX33" fmla="*/ 513452 w 1433739"/>
                <a:gd name="csY33" fmla="*/ 656276 h 1501201"/>
                <a:gd name="csX34" fmla="*/ 513452 w 1433739"/>
                <a:gd name="csY34" fmla="*/ 526288 h 1501201"/>
                <a:gd name="csX35" fmla="*/ 268826 w 1433739"/>
                <a:gd name="csY35" fmla="*/ 526288 h 1501201"/>
                <a:gd name="csX36" fmla="*/ 0 w 1433739"/>
                <a:gd name="csY36" fmla="*/ 802514 h 1501201"/>
                <a:gd name="csX37" fmla="*/ 204998 w 1433739"/>
                <a:gd name="csY37" fmla="*/ 1070962 h 1501201"/>
                <a:gd name="csX38" fmla="*/ 655773 w 1433739"/>
                <a:gd name="csY38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433739" h="1501201">
                  <a:moveTo>
                    <a:pt x="651700" y="1084065"/>
                  </a:moveTo>
                  <a:lnTo>
                    <a:pt x="782040" y="1084065"/>
                  </a:lnTo>
                  <a:lnTo>
                    <a:pt x="782040" y="221902"/>
                  </a:lnTo>
                  <a:lnTo>
                    <a:pt x="866298" y="305933"/>
                  </a:lnTo>
                  <a:lnTo>
                    <a:pt x="958462" y="214019"/>
                  </a:lnTo>
                  <a:lnTo>
                    <a:pt x="762952" y="19036"/>
                  </a:lnTo>
                  <a:cubicBezTo>
                    <a:pt x="737503" y="-6345"/>
                    <a:pt x="696237" y="-6345"/>
                    <a:pt x="670788" y="19036"/>
                  </a:cubicBezTo>
                  <a:lnTo>
                    <a:pt x="475279" y="214019"/>
                  </a:lnTo>
                  <a:lnTo>
                    <a:pt x="567443" y="305933"/>
                  </a:lnTo>
                  <a:lnTo>
                    <a:pt x="651700" y="221903"/>
                  </a:lnTo>
                  <a:close/>
                  <a:moveTo>
                    <a:pt x="655773" y="1501201"/>
                  </a:moveTo>
                  <a:cubicBezTo>
                    <a:pt x="815538" y="1501201"/>
                    <a:pt x="954812" y="1415933"/>
                    <a:pt x="1034984" y="1288886"/>
                  </a:cubicBezTo>
                  <a:cubicBezTo>
                    <a:pt x="1044264" y="1289605"/>
                    <a:pt x="1053642" y="1289970"/>
                    <a:pt x="1063086" y="1289970"/>
                  </a:cubicBezTo>
                  <a:cubicBezTo>
                    <a:pt x="1270175" y="1289970"/>
                    <a:pt x="1433739" y="1116587"/>
                    <a:pt x="1433739" y="908129"/>
                  </a:cubicBezTo>
                  <a:cubicBezTo>
                    <a:pt x="1433739" y="746560"/>
                    <a:pt x="1336023" y="606919"/>
                    <a:pt x="1195830" y="551518"/>
                  </a:cubicBezTo>
                  <a:cubicBezTo>
                    <a:pt x="1161616" y="535329"/>
                    <a:pt x="1123505" y="526288"/>
                    <a:pt x="1083451" y="526288"/>
                  </a:cubicBezTo>
                  <a:lnTo>
                    <a:pt x="920287" y="526288"/>
                  </a:lnTo>
                  <a:lnTo>
                    <a:pt x="920287" y="656276"/>
                  </a:lnTo>
                  <a:lnTo>
                    <a:pt x="1083451" y="656277"/>
                  </a:lnTo>
                  <a:cubicBezTo>
                    <a:pt x="1104142" y="656277"/>
                    <a:pt x="1123654" y="661027"/>
                    <a:pt x="1141231" y="669568"/>
                  </a:cubicBezTo>
                  <a:cubicBezTo>
                    <a:pt x="1142860" y="670361"/>
                    <a:pt x="1144528" y="671089"/>
                    <a:pt x="1146229" y="671745"/>
                  </a:cubicBezTo>
                  <a:cubicBezTo>
                    <a:pt x="1236900" y="706803"/>
                    <a:pt x="1303399" y="798529"/>
                    <a:pt x="1303399" y="908129"/>
                  </a:cubicBezTo>
                  <a:cubicBezTo>
                    <a:pt x="1303399" y="1049649"/>
                    <a:pt x="1193418" y="1159982"/>
                    <a:pt x="1063086" y="1159982"/>
                  </a:cubicBezTo>
                  <a:cubicBezTo>
                    <a:pt x="1046187" y="1159982"/>
                    <a:pt x="1029764" y="1158164"/>
                    <a:pt x="1013954" y="1154725"/>
                  </a:cubicBezTo>
                  <a:cubicBezTo>
                    <a:pt x="984731" y="1148368"/>
                    <a:pt x="954917" y="1162669"/>
                    <a:pt x="941654" y="1189407"/>
                  </a:cubicBezTo>
                  <a:cubicBezTo>
                    <a:pt x="887550" y="1298479"/>
                    <a:pt x="779068" y="1371213"/>
                    <a:pt x="655773" y="1371213"/>
                  </a:cubicBezTo>
                  <a:cubicBezTo>
                    <a:pt x="480446" y="1371213"/>
                    <a:pt x="333996" y="1223052"/>
                    <a:pt x="333996" y="1034868"/>
                  </a:cubicBezTo>
                  <a:cubicBezTo>
                    <a:pt x="333996" y="1028862"/>
                    <a:pt x="334145" y="1022898"/>
                    <a:pt x="334442" y="1016981"/>
                  </a:cubicBezTo>
                  <a:cubicBezTo>
                    <a:pt x="335331" y="999204"/>
                    <a:pt x="328870" y="981841"/>
                    <a:pt x="316568" y="968944"/>
                  </a:cubicBezTo>
                  <a:cubicBezTo>
                    <a:pt x="304267" y="956049"/>
                    <a:pt x="287200" y="948750"/>
                    <a:pt x="269352" y="948750"/>
                  </a:cubicBezTo>
                  <a:lnTo>
                    <a:pt x="268826" y="948750"/>
                  </a:lnTo>
                  <a:cubicBezTo>
                    <a:pt x="194728" y="948750"/>
                    <a:pt x="130340" y="885706"/>
                    <a:pt x="130340" y="802514"/>
                  </a:cubicBezTo>
                  <a:cubicBezTo>
                    <a:pt x="130340" y="719320"/>
                    <a:pt x="194728" y="656277"/>
                    <a:pt x="268826" y="656277"/>
                  </a:cubicBezTo>
                  <a:lnTo>
                    <a:pt x="513452" y="656276"/>
                  </a:lnTo>
                  <a:lnTo>
                    <a:pt x="513452" y="526288"/>
                  </a:lnTo>
                  <a:lnTo>
                    <a:pt x="268826" y="526288"/>
                  </a:lnTo>
                  <a:cubicBezTo>
                    <a:pt x="117971" y="526288"/>
                    <a:pt x="0" y="652383"/>
                    <a:pt x="0" y="802514"/>
                  </a:cubicBezTo>
                  <a:cubicBezTo>
                    <a:pt x="0" y="930681"/>
                    <a:pt x="85980" y="1041331"/>
                    <a:pt x="204998" y="1070962"/>
                  </a:cubicBezTo>
                  <a:cubicBezTo>
                    <a:pt x="222807" y="1309609"/>
                    <a:pt x="415683" y="1501201"/>
                    <a:pt x="655773" y="1501201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ED30121-02D2-249A-42A8-26CFD9F316A8}"/>
                </a:ext>
              </a:extLst>
            </p:cNvPr>
            <p:cNvSpPr/>
            <p:nvPr/>
          </p:nvSpPr>
          <p:spPr>
            <a:xfrm>
              <a:off x="7103358" y="4643738"/>
              <a:ext cx="1433739" cy="1501201"/>
            </a:xfrm>
            <a:custGeom>
              <a:avLst/>
              <a:gdLst>
                <a:gd name="csX0" fmla="*/ 716870 w 1433739"/>
                <a:gd name="csY0" fmla="*/ 417137 h 1501201"/>
                <a:gd name="csX1" fmla="*/ 762952 w 1433739"/>
                <a:gd name="csY1" fmla="*/ 436173 h 1501201"/>
                <a:gd name="csX2" fmla="*/ 958462 w 1433739"/>
                <a:gd name="csY2" fmla="*/ 631156 h 1501201"/>
                <a:gd name="csX3" fmla="*/ 866298 w 1433739"/>
                <a:gd name="csY3" fmla="*/ 723070 h 1501201"/>
                <a:gd name="csX4" fmla="*/ 782040 w 1433739"/>
                <a:gd name="csY4" fmla="*/ 639040 h 1501201"/>
                <a:gd name="csX5" fmla="*/ 782040 w 1433739"/>
                <a:gd name="csY5" fmla="*/ 1501201 h 1501201"/>
                <a:gd name="csX6" fmla="*/ 651700 w 1433739"/>
                <a:gd name="csY6" fmla="*/ 1501201 h 1501201"/>
                <a:gd name="csX7" fmla="*/ 651700 w 1433739"/>
                <a:gd name="csY7" fmla="*/ 639040 h 1501201"/>
                <a:gd name="csX8" fmla="*/ 567443 w 1433739"/>
                <a:gd name="csY8" fmla="*/ 723070 h 1501201"/>
                <a:gd name="csX9" fmla="*/ 475279 w 1433739"/>
                <a:gd name="csY9" fmla="*/ 631156 h 1501201"/>
                <a:gd name="csX10" fmla="*/ 670788 w 1433739"/>
                <a:gd name="csY10" fmla="*/ 436173 h 1501201"/>
                <a:gd name="csX11" fmla="*/ 716870 w 1433739"/>
                <a:gd name="csY11" fmla="*/ 417137 h 1501201"/>
                <a:gd name="csX12" fmla="*/ 655773 w 1433739"/>
                <a:gd name="csY12" fmla="*/ 0 h 1501201"/>
                <a:gd name="csX13" fmla="*/ 1034984 w 1433739"/>
                <a:gd name="csY13" fmla="*/ 212315 h 1501201"/>
                <a:gd name="csX14" fmla="*/ 1063086 w 1433739"/>
                <a:gd name="csY14" fmla="*/ 211231 h 1501201"/>
                <a:gd name="csX15" fmla="*/ 1433739 w 1433739"/>
                <a:gd name="csY15" fmla="*/ 593072 h 1501201"/>
                <a:gd name="csX16" fmla="*/ 1195830 w 1433739"/>
                <a:gd name="csY16" fmla="*/ 949683 h 1501201"/>
                <a:gd name="csX17" fmla="*/ 1083451 w 1433739"/>
                <a:gd name="csY17" fmla="*/ 974913 h 1501201"/>
                <a:gd name="csX18" fmla="*/ 920287 w 1433739"/>
                <a:gd name="csY18" fmla="*/ 974913 h 1501201"/>
                <a:gd name="csX19" fmla="*/ 920287 w 1433739"/>
                <a:gd name="csY19" fmla="*/ 844925 h 1501201"/>
                <a:gd name="csX20" fmla="*/ 1083451 w 1433739"/>
                <a:gd name="csY20" fmla="*/ 844924 h 1501201"/>
                <a:gd name="csX21" fmla="*/ 1141231 w 1433739"/>
                <a:gd name="csY21" fmla="*/ 831633 h 1501201"/>
                <a:gd name="csX22" fmla="*/ 1146229 w 1433739"/>
                <a:gd name="csY22" fmla="*/ 829456 h 1501201"/>
                <a:gd name="csX23" fmla="*/ 1303399 w 1433739"/>
                <a:gd name="csY23" fmla="*/ 593072 h 1501201"/>
                <a:gd name="csX24" fmla="*/ 1063086 w 1433739"/>
                <a:gd name="csY24" fmla="*/ 341219 h 1501201"/>
                <a:gd name="csX25" fmla="*/ 1013954 w 1433739"/>
                <a:gd name="csY25" fmla="*/ 346476 h 1501201"/>
                <a:gd name="csX26" fmla="*/ 941654 w 1433739"/>
                <a:gd name="csY26" fmla="*/ 311794 h 1501201"/>
                <a:gd name="csX27" fmla="*/ 655773 w 1433739"/>
                <a:gd name="csY27" fmla="*/ 129988 h 1501201"/>
                <a:gd name="csX28" fmla="*/ 333996 w 1433739"/>
                <a:gd name="csY28" fmla="*/ 466333 h 1501201"/>
                <a:gd name="csX29" fmla="*/ 334442 w 1433739"/>
                <a:gd name="csY29" fmla="*/ 484220 h 1501201"/>
                <a:gd name="csX30" fmla="*/ 316568 w 1433739"/>
                <a:gd name="csY30" fmla="*/ 532257 h 1501201"/>
                <a:gd name="csX31" fmla="*/ 269352 w 1433739"/>
                <a:gd name="csY31" fmla="*/ 552451 h 1501201"/>
                <a:gd name="csX32" fmla="*/ 268826 w 1433739"/>
                <a:gd name="csY32" fmla="*/ 552451 h 1501201"/>
                <a:gd name="csX33" fmla="*/ 130340 w 1433739"/>
                <a:gd name="csY33" fmla="*/ 698687 h 1501201"/>
                <a:gd name="csX34" fmla="*/ 268826 w 1433739"/>
                <a:gd name="csY34" fmla="*/ 844924 h 1501201"/>
                <a:gd name="csX35" fmla="*/ 513452 w 1433739"/>
                <a:gd name="csY35" fmla="*/ 844925 h 1501201"/>
                <a:gd name="csX36" fmla="*/ 513452 w 1433739"/>
                <a:gd name="csY36" fmla="*/ 974913 h 1501201"/>
                <a:gd name="csX37" fmla="*/ 268826 w 1433739"/>
                <a:gd name="csY37" fmla="*/ 974913 h 1501201"/>
                <a:gd name="csX38" fmla="*/ 0 w 1433739"/>
                <a:gd name="csY38" fmla="*/ 698687 h 1501201"/>
                <a:gd name="csX39" fmla="*/ 204998 w 1433739"/>
                <a:gd name="csY39" fmla="*/ 430239 h 1501201"/>
                <a:gd name="csX40" fmla="*/ 655773 w 1433739"/>
                <a:gd name="csY40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1433739" h="1501201">
                  <a:moveTo>
                    <a:pt x="716870" y="417137"/>
                  </a:moveTo>
                  <a:cubicBezTo>
                    <a:pt x="733549" y="417137"/>
                    <a:pt x="750227" y="423483"/>
                    <a:pt x="762952" y="436173"/>
                  </a:cubicBezTo>
                  <a:lnTo>
                    <a:pt x="958462" y="631156"/>
                  </a:lnTo>
                  <a:lnTo>
                    <a:pt x="866298" y="723070"/>
                  </a:lnTo>
                  <a:lnTo>
                    <a:pt x="782040" y="639040"/>
                  </a:lnTo>
                  <a:lnTo>
                    <a:pt x="782040" y="1501201"/>
                  </a:lnTo>
                  <a:lnTo>
                    <a:pt x="651700" y="1501201"/>
                  </a:lnTo>
                  <a:lnTo>
                    <a:pt x="651700" y="639040"/>
                  </a:lnTo>
                  <a:lnTo>
                    <a:pt x="567443" y="723070"/>
                  </a:lnTo>
                  <a:lnTo>
                    <a:pt x="475279" y="631156"/>
                  </a:lnTo>
                  <a:lnTo>
                    <a:pt x="670788" y="436173"/>
                  </a:lnTo>
                  <a:cubicBezTo>
                    <a:pt x="683513" y="423483"/>
                    <a:pt x="700192" y="417137"/>
                    <a:pt x="716870" y="417137"/>
                  </a:cubicBezTo>
                  <a:close/>
                  <a:moveTo>
                    <a:pt x="655773" y="0"/>
                  </a:moveTo>
                  <a:cubicBezTo>
                    <a:pt x="815538" y="0"/>
                    <a:pt x="954812" y="85268"/>
                    <a:pt x="1034984" y="212315"/>
                  </a:cubicBezTo>
                  <a:cubicBezTo>
                    <a:pt x="1044264" y="211596"/>
                    <a:pt x="1053642" y="211231"/>
                    <a:pt x="1063086" y="211231"/>
                  </a:cubicBezTo>
                  <a:cubicBezTo>
                    <a:pt x="1270175" y="211231"/>
                    <a:pt x="1433739" y="384614"/>
                    <a:pt x="1433739" y="593072"/>
                  </a:cubicBezTo>
                  <a:cubicBezTo>
                    <a:pt x="1433739" y="754641"/>
                    <a:pt x="1336023" y="894282"/>
                    <a:pt x="1195830" y="949683"/>
                  </a:cubicBezTo>
                  <a:cubicBezTo>
                    <a:pt x="1161616" y="965872"/>
                    <a:pt x="1123505" y="974913"/>
                    <a:pt x="1083451" y="974913"/>
                  </a:cubicBezTo>
                  <a:lnTo>
                    <a:pt x="920287" y="974913"/>
                  </a:lnTo>
                  <a:lnTo>
                    <a:pt x="920287" y="844925"/>
                  </a:lnTo>
                  <a:lnTo>
                    <a:pt x="1083451" y="844924"/>
                  </a:lnTo>
                  <a:cubicBezTo>
                    <a:pt x="1104142" y="844924"/>
                    <a:pt x="1123654" y="840174"/>
                    <a:pt x="1141231" y="831633"/>
                  </a:cubicBezTo>
                  <a:cubicBezTo>
                    <a:pt x="1142860" y="830840"/>
                    <a:pt x="1144528" y="830112"/>
                    <a:pt x="1146229" y="829456"/>
                  </a:cubicBezTo>
                  <a:cubicBezTo>
                    <a:pt x="1236900" y="794398"/>
                    <a:pt x="1303399" y="702672"/>
                    <a:pt x="1303399" y="593072"/>
                  </a:cubicBezTo>
                  <a:cubicBezTo>
                    <a:pt x="1303399" y="451552"/>
                    <a:pt x="1193418" y="341219"/>
                    <a:pt x="1063086" y="341219"/>
                  </a:cubicBezTo>
                  <a:cubicBezTo>
                    <a:pt x="1046187" y="341219"/>
                    <a:pt x="1029764" y="343037"/>
                    <a:pt x="1013954" y="346476"/>
                  </a:cubicBezTo>
                  <a:cubicBezTo>
                    <a:pt x="984731" y="352833"/>
                    <a:pt x="954917" y="338532"/>
                    <a:pt x="941654" y="311794"/>
                  </a:cubicBezTo>
                  <a:cubicBezTo>
                    <a:pt x="887550" y="202722"/>
                    <a:pt x="779068" y="129988"/>
                    <a:pt x="655773" y="129988"/>
                  </a:cubicBezTo>
                  <a:cubicBezTo>
                    <a:pt x="480446" y="129988"/>
                    <a:pt x="333996" y="278149"/>
                    <a:pt x="333996" y="466333"/>
                  </a:cubicBezTo>
                  <a:cubicBezTo>
                    <a:pt x="333996" y="472339"/>
                    <a:pt x="334145" y="478303"/>
                    <a:pt x="334442" y="484220"/>
                  </a:cubicBezTo>
                  <a:cubicBezTo>
                    <a:pt x="335331" y="501997"/>
                    <a:pt x="328870" y="519360"/>
                    <a:pt x="316568" y="532257"/>
                  </a:cubicBezTo>
                  <a:cubicBezTo>
                    <a:pt x="304267" y="545152"/>
                    <a:pt x="287200" y="552451"/>
                    <a:pt x="269352" y="552451"/>
                  </a:cubicBezTo>
                  <a:lnTo>
                    <a:pt x="268826" y="552451"/>
                  </a:lnTo>
                  <a:cubicBezTo>
                    <a:pt x="194728" y="552451"/>
                    <a:pt x="130340" y="615495"/>
                    <a:pt x="130340" y="698687"/>
                  </a:cubicBezTo>
                  <a:cubicBezTo>
                    <a:pt x="130340" y="781881"/>
                    <a:pt x="194728" y="844924"/>
                    <a:pt x="268826" y="844924"/>
                  </a:cubicBezTo>
                  <a:lnTo>
                    <a:pt x="513452" y="844925"/>
                  </a:lnTo>
                  <a:lnTo>
                    <a:pt x="513452" y="974913"/>
                  </a:lnTo>
                  <a:lnTo>
                    <a:pt x="268826" y="974913"/>
                  </a:lnTo>
                  <a:cubicBezTo>
                    <a:pt x="117971" y="974913"/>
                    <a:pt x="0" y="848818"/>
                    <a:pt x="0" y="698687"/>
                  </a:cubicBezTo>
                  <a:cubicBezTo>
                    <a:pt x="0" y="570520"/>
                    <a:pt x="85980" y="459870"/>
                    <a:pt x="204998" y="430239"/>
                  </a:cubicBezTo>
                  <a:cubicBezTo>
                    <a:pt x="222807" y="191592"/>
                    <a:pt x="415683" y="0"/>
                    <a:pt x="655773" y="0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5612ED2-3631-BA3C-62B9-2745FDF703D2}"/>
                </a:ext>
              </a:extLst>
            </p:cNvPr>
            <p:cNvSpPr/>
            <p:nvPr/>
          </p:nvSpPr>
          <p:spPr>
            <a:xfrm flipV="1">
              <a:off x="1786431" y="4643145"/>
              <a:ext cx="1868123" cy="1501201"/>
            </a:xfrm>
            <a:custGeom>
              <a:avLst/>
              <a:gdLst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667773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165382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65382 w 1868123"/>
                <a:gd name="csY16" fmla="*/ 1399496 h 1501201"/>
                <a:gd name="csX17" fmla="*/ 69336 w 1868123"/>
                <a:gd name="csY17" fmla="*/ 1501201 h 1501201"/>
                <a:gd name="csX18" fmla="*/ 667773 w 1868123"/>
                <a:gd name="csY18" fmla="*/ 1501201 h 1501201"/>
                <a:gd name="csX19" fmla="*/ 1267848 w 1868123"/>
                <a:gd name="csY19" fmla="*/ 1501201 h 1501201"/>
                <a:gd name="csX20" fmla="*/ 1359442 w 1868123"/>
                <a:gd name="csY20" fmla="*/ 1501201 h 1501201"/>
                <a:gd name="csX21" fmla="*/ 1798787 w 1868123"/>
                <a:gd name="csY21" fmla="*/ 1501201 h 1501201"/>
                <a:gd name="csX22" fmla="*/ 1868123 w 1868123"/>
                <a:gd name="csY22" fmla="*/ 1431865 h 1501201"/>
                <a:gd name="csX23" fmla="*/ 1868123 w 1868123"/>
                <a:gd name="csY23" fmla="*/ 69336 h 1501201"/>
                <a:gd name="csX24" fmla="*/ 1798787 w 1868123"/>
                <a:gd name="csY24" fmla="*/ 0 h 1501201"/>
                <a:gd name="csX25" fmla="*/ 1359442 w 1868123"/>
                <a:gd name="csY25" fmla="*/ 0 h 1501201"/>
                <a:gd name="csX26" fmla="*/ 1267848 w 1868123"/>
                <a:gd name="csY26" fmla="*/ 0 h 1501201"/>
                <a:gd name="csX27" fmla="*/ 667773 w 1868123"/>
                <a:gd name="csY27" fmla="*/ 0 h 1501201"/>
                <a:gd name="csX28" fmla="*/ 69336 w 1868123"/>
                <a:gd name="csY28" fmla="*/ 0 h 1501201"/>
                <a:gd name="csX29" fmla="*/ 0 w 1868123"/>
                <a:gd name="csY29" fmla="*/ 69336 h 1501201"/>
                <a:gd name="csX30" fmla="*/ 0 w 1868123"/>
                <a:gd name="csY30" fmla="*/ 1431865 h 1501201"/>
                <a:gd name="csX31" fmla="*/ 69336 w 1868123"/>
                <a:gd name="csY3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65382 w 1868123"/>
                <a:gd name="csY15" fmla="*/ 1399496 h 1501201"/>
                <a:gd name="csX16" fmla="*/ 69336 w 1868123"/>
                <a:gd name="csY16" fmla="*/ 1501201 h 1501201"/>
                <a:gd name="csX17" fmla="*/ 667773 w 1868123"/>
                <a:gd name="csY17" fmla="*/ 1501201 h 1501201"/>
                <a:gd name="csX18" fmla="*/ 1267848 w 1868123"/>
                <a:gd name="csY18" fmla="*/ 1501201 h 1501201"/>
                <a:gd name="csX19" fmla="*/ 1359442 w 1868123"/>
                <a:gd name="csY19" fmla="*/ 1501201 h 1501201"/>
                <a:gd name="csX20" fmla="*/ 1798787 w 1868123"/>
                <a:gd name="csY20" fmla="*/ 1501201 h 1501201"/>
                <a:gd name="csX21" fmla="*/ 1868123 w 1868123"/>
                <a:gd name="csY21" fmla="*/ 1431865 h 1501201"/>
                <a:gd name="csX22" fmla="*/ 1868123 w 1868123"/>
                <a:gd name="csY22" fmla="*/ 69336 h 1501201"/>
                <a:gd name="csX23" fmla="*/ 1798787 w 1868123"/>
                <a:gd name="csY23" fmla="*/ 0 h 1501201"/>
                <a:gd name="csX24" fmla="*/ 1359442 w 1868123"/>
                <a:gd name="csY24" fmla="*/ 0 h 1501201"/>
                <a:gd name="csX25" fmla="*/ 1267848 w 1868123"/>
                <a:gd name="csY25" fmla="*/ 0 h 1501201"/>
                <a:gd name="csX26" fmla="*/ 667773 w 1868123"/>
                <a:gd name="csY26" fmla="*/ 0 h 1501201"/>
                <a:gd name="csX27" fmla="*/ 69336 w 1868123"/>
                <a:gd name="csY27" fmla="*/ 0 h 1501201"/>
                <a:gd name="csX28" fmla="*/ 0 w 1868123"/>
                <a:gd name="csY28" fmla="*/ 69336 h 1501201"/>
                <a:gd name="csX29" fmla="*/ 0 w 1868123"/>
                <a:gd name="csY29" fmla="*/ 1431865 h 1501201"/>
                <a:gd name="csX30" fmla="*/ 69336 w 1868123"/>
                <a:gd name="csY3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65382 w 1868123"/>
                <a:gd name="csY14" fmla="*/ 1399496 h 1501201"/>
                <a:gd name="csX15" fmla="*/ 69336 w 1868123"/>
                <a:gd name="csY15" fmla="*/ 1501201 h 1501201"/>
                <a:gd name="csX16" fmla="*/ 667773 w 1868123"/>
                <a:gd name="csY16" fmla="*/ 1501201 h 1501201"/>
                <a:gd name="csX17" fmla="*/ 1267848 w 1868123"/>
                <a:gd name="csY17" fmla="*/ 1501201 h 1501201"/>
                <a:gd name="csX18" fmla="*/ 1359442 w 1868123"/>
                <a:gd name="csY18" fmla="*/ 1501201 h 1501201"/>
                <a:gd name="csX19" fmla="*/ 1798787 w 1868123"/>
                <a:gd name="csY19" fmla="*/ 1501201 h 1501201"/>
                <a:gd name="csX20" fmla="*/ 1868123 w 1868123"/>
                <a:gd name="csY20" fmla="*/ 1431865 h 1501201"/>
                <a:gd name="csX21" fmla="*/ 1868123 w 1868123"/>
                <a:gd name="csY21" fmla="*/ 69336 h 1501201"/>
                <a:gd name="csX22" fmla="*/ 1798787 w 1868123"/>
                <a:gd name="csY22" fmla="*/ 0 h 1501201"/>
                <a:gd name="csX23" fmla="*/ 1359442 w 1868123"/>
                <a:gd name="csY23" fmla="*/ 0 h 1501201"/>
                <a:gd name="csX24" fmla="*/ 1267848 w 1868123"/>
                <a:gd name="csY24" fmla="*/ 0 h 1501201"/>
                <a:gd name="csX25" fmla="*/ 667773 w 1868123"/>
                <a:gd name="csY25" fmla="*/ 0 h 1501201"/>
                <a:gd name="csX26" fmla="*/ 69336 w 1868123"/>
                <a:gd name="csY26" fmla="*/ 0 h 1501201"/>
                <a:gd name="csX27" fmla="*/ 0 w 1868123"/>
                <a:gd name="csY27" fmla="*/ 69336 h 1501201"/>
                <a:gd name="csX28" fmla="*/ 0 w 1868123"/>
                <a:gd name="csY28" fmla="*/ 1431865 h 1501201"/>
                <a:gd name="csX29" fmla="*/ 69336 w 1868123"/>
                <a:gd name="csY2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65382 w 1868123"/>
                <a:gd name="csY13" fmla="*/ 1399496 h 1501201"/>
                <a:gd name="csX14" fmla="*/ 69336 w 1868123"/>
                <a:gd name="csY14" fmla="*/ 1501201 h 1501201"/>
                <a:gd name="csX15" fmla="*/ 667773 w 1868123"/>
                <a:gd name="csY15" fmla="*/ 1501201 h 1501201"/>
                <a:gd name="csX16" fmla="*/ 1267848 w 1868123"/>
                <a:gd name="csY16" fmla="*/ 1501201 h 1501201"/>
                <a:gd name="csX17" fmla="*/ 1359442 w 1868123"/>
                <a:gd name="csY17" fmla="*/ 1501201 h 1501201"/>
                <a:gd name="csX18" fmla="*/ 1798787 w 1868123"/>
                <a:gd name="csY18" fmla="*/ 1501201 h 1501201"/>
                <a:gd name="csX19" fmla="*/ 1868123 w 1868123"/>
                <a:gd name="csY19" fmla="*/ 1431865 h 1501201"/>
                <a:gd name="csX20" fmla="*/ 1868123 w 1868123"/>
                <a:gd name="csY20" fmla="*/ 69336 h 1501201"/>
                <a:gd name="csX21" fmla="*/ 1798787 w 1868123"/>
                <a:gd name="csY21" fmla="*/ 0 h 1501201"/>
                <a:gd name="csX22" fmla="*/ 1359442 w 1868123"/>
                <a:gd name="csY22" fmla="*/ 0 h 1501201"/>
                <a:gd name="csX23" fmla="*/ 1267848 w 1868123"/>
                <a:gd name="csY23" fmla="*/ 0 h 1501201"/>
                <a:gd name="csX24" fmla="*/ 667773 w 1868123"/>
                <a:gd name="csY24" fmla="*/ 0 h 1501201"/>
                <a:gd name="csX25" fmla="*/ 69336 w 1868123"/>
                <a:gd name="csY25" fmla="*/ 0 h 1501201"/>
                <a:gd name="csX26" fmla="*/ 0 w 1868123"/>
                <a:gd name="csY26" fmla="*/ 69336 h 1501201"/>
                <a:gd name="csX27" fmla="*/ 0 w 1868123"/>
                <a:gd name="csY27" fmla="*/ 1431865 h 1501201"/>
                <a:gd name="csX28" fmla="*/ 69336 w 1868123"/>
                <a:gd name="csY2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702741 w 1868123"/>
                <a:gd name="csY8" fmla="*/ 101705 h 1501201"/>
                <a:gd name="csX9" fmla="*/ 1766418 w 1868123"/>
                <a:gd name="csY9" fmla="*/ 165382 h 1501201"/>
                <a:gd name="csX10" fmla="*/ 1766418 w 1868123"/>
                <a:gd name="csY10" fmla="*/ 1335819 h 1501201"/>
                <a:gd name="csX11" fmla="*/ 1702741 w 1868123"/>
                <a:gd name="csY11" fmla="*/ 1399496 h 1501201"/>
                <a:gd name="csX12" fmla="*/ 165382 w 1868123"/>
                <a:gd name="csY12" fmla="*/ 1399496 h 1501201"/>
                <a:gd name="csX13" fmla="*/ 69336 w 1868123"/>
                <a:gd name="csY13" fmla="*/ 1501201 h 1501201"/>
                <a:gd name="csX14" fmla="*/ 667773 w 1868123"/>
                <a:gd name="csY14" fmla="*/ 1501201 h 1501201"/>
                <a:gd name="csX15" fmla="*/ 1267848 w 1868123"/>
                <a:gd name="csY15" fmla="*/ 1501201 h 1501201"/>
                <a:gd name="csX16" fmla="*/ 1359442 w 1868123"/>
                <a:gd name="csY16" fmla="*/ 1501201 h 1501201"/>
                <a:gd name="csX17" fmla="*/ 1798787 w 1868123"/>
                <a:gd name="csY17" fmla="*/ 1501201 h 1501201"/>
                <a:gd name="csX18" fmla="*/ 1868123 w 1868123"/>
                <a:gd name="csY18" fmla="*/ 1431865 h 1501201"/>
                <a:gd name="csX19" fmla="*/ 1868123 w 1868123"/>
                <a:gd name="csY19" fmla="*/ 69336 h 1501201"/>
                <a:gd name="csX20" fmla="*/ 1798787 w 1868123"/>
                <a:gd name="csY20" fmla="*/ 0 h 1501201"/>
                <a:gd name="csX21" fmla="*/ 1359442 w 1868123"/>
                <a:gd name="csY21" fmla="*/ 0 h 1501201"/>
                <a:gd name="csX22" fmla="*/ 1267848 w 1868123"/>
                <a:gd name="csY22" fmla="*/ 0 h 1501201"/>
                <a:gd name="csX23" fmla="*/ 667773 w 1868123"/>
                <a:gd name="csY23" fmla="*/ 0 h 1501201"/>
                <a:gd name="csX24" fmla="*/ 69336 w 1868123"/>
                <a:gd name="csY24" fmla="*/ 0 h 1501201"/>
                <a:gd name="csX25" fmla="*/ 0 w 1868123"/>
                <a:gd name="csY25" fmla="*/ 69336 h 1501201"/>
                <a:gd name="csX26" fmla="*/ 0 w 1868123"/>
                <a:gd name="csY26" fmla="*/ 1431865 h 1501201"/>
                <a:gd name="csX27" fmla="*/ 69336 w 1868123"/>
                <a:gd name="csY27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702741 w 1868123"/>
                <a:gd name="csY7" fmla="*/ 101705 h 1501201"/>
                <a:gd name="csX8" fmla="*/ 1766418 w 1868123"/>
                <a:gd name="csY8" fmla="*/ 165382 h 1501201"/>
                <a:gd name="csX9" fmla="*/ 1766418 w 1868123"/>
                <a:gd name="csY9" fmla="*/ 1335819 h 1501201"/>
                <a:gd name="csX10" fmla="*/ 1702741 w 1868123"/>
                <a:gd name="csY10" fmla="*/ 1399496 h 1501201"/>
                <a:gd name="csX11" fmla="*/ 165382 w 1868123"/>
                <a:gd name="csY11" fmla="*/ 1399496 h 1501201"/>
                <a:gd name="csX12" fmla="*/ 69336 w 1868123"/>
                <a:gd name="csY12" fmla="*/ 1501201 h 1501201"/>
                <a:gd name="csX13" fmla="*/ 667773 w 1868123"/>
                <a:gd name="csY13" fmla="*/ 1501201 h 1501201"/>
                <a:gd name="csX14" fmla="*/ 1267848 w 1868123"/>
                <a:gd name="csY14" fmla="*/ 1501201 h 1501201"/>
                <a:gd name="csX15" fmla="*/ 1359442 w 1868123"/>
                <a:gd name="csY15" fmla="*/ 1501201 h 1501201"/>
                <a:gd name="csX16" fmla="*/ 1798787 w 1868123"/>
                <a:gd name="csY16" fmla="*/ 1501201 h 1501201"/>
                <a:gd name="csX17" fmla="*/ 1868123 w 1868123"/>
                <a:gd name="csY17" fmla="*/ 1431865 h 1501201"/>
                <a:gd name="csX18" fmla="*/ 1868123 w 1868123"/>
                <a:gd name="csY18" fmla="*/ 69336 h 1501201"/>
                <a:gd name="csX19" fmla="*/ 1798787 w 1868123"/>
                <a:gd name="csY19" fmla="*/ 0 h 1501201"/>
                <a:gd name="csX20" fmla="*/ 1359442 w 1868123"/>
                <a:gd name="csY20" fmla="*/ 0 h 1501201"/>
                <a:gd name="csX21" fmla="*/ 1267848 w 1868123"/>
                <a:gd name="csY21" fmla="*/ 0 h 1501201"/>
                <a:gd name="csX22" fmla="*/ 667773 w 1868123"/>
                <a:gd name="csY22" fmla="*/ 0 h 1501201"/>
                <a:gd name="csX23" fmla="*/ 69336 w 1868123"/>
                <a:gd name="csY23" fmla="*/ 0 h 1501201"/>
                <a:gd name="csX24" fmla="*/ 0 w 1868123"/>
                <a:gd name="csY24" fmla="*/ 69336 h 1501201"/>
                <a:gd name="csX25" fmla="*/ 0 w 1868123"/>
                <a:gd name="csY25" fmla="*/ 1431865 h 1501201"/>
                <a:gd name="csX26" fmla="*/ 69336 w 1868123"/>
                <a:gd name="csY26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702741 w 1868123"/>
                <a:gd name="csY6" fmla="*/ 101705 h 1501201"/>
                <a:gd name="csX7" fmla="*/ 1766418 w 1868123"/>
                <a:gd name="csY7" fmla="*/ 165382 h 1501201"/>
                <a:gd name="csX8" fmla="*/ 1766418 w 1868123"/>
                <a:gd name="csY8" fmla="*/ 1335819 h 1501201"/>
                <a:gd name="csX9" fmla="*/ 1702741 w 1868123"/>
                <a:gd name="csY9" fmla="*/ 1399496 h 1501201"/>
                <a:gd name="csX10" fmla="*/ 165382 w 1868123"/>
                <a:gd name="csY10" fmla="*/ 1399496 h 1501201"/>
                <a:gd name="csX11" fmla="*/ 69336 w 1868123"/>
                <a:gd name="csY11" fmla="*/ 1501201 h 1501201"/>
                <a:gd name="csX12" fmla="*/ 667773 w 1868123"/>
                <a:gd name="csY12" fmla="*/ 1501201 h 1501201"/>
                <a:gd name="csX13" fmla="*/ 1267848 w 1868123"/>
                <a:gd name="csY13" fmla="*/ 1501201 h 1501201"/>
                <a:gd name="csX14" fmla="*/ 1359442 w 1868123"/>
                <a:gd name="csY14" fmla="*/ 1501201 h 1501201"/>
                <a:gd name="csX15" fmla="*/ 1798787 w 1868123"/>
                <a:gd name="csY15" fmla="*/ 1501201 h 1501201"/>
                <a:gd name="csX16" fmla="*/ 1868123 w 1868123"/>
                <a:gd name="csY16" fmla="*/ 1431865 h 1501201"/>
                <a:gd name="csX17" fmla="*/ 1868123 w 1868123"/>
                <a:gd name="csY17" fmla="*/ 69336 h 1501201"/>
                <a:gd name="csX18" fmla="*/ 1798787 w 1868123"/>
                <a:gd name="csY18" fmla="*/ 0 h 1501201"/>
                <a:gd name="csX19" fmla="*/ 1359442 w 1868123"/>
                <a:gd name="csY19" fmla="*/ 0 h 1501201"/>
                <a:gd name="csX20" fmla="*/ 1267848 w 1868123"/>
                <a:gd name="csY20" fmla="*/ 0 h 1501201"/>
                <a:gd name="csX21" fmla="*/ 667773 w 1868123"/>
                <a:gd name="csY21" fmla="*/ 0 h 1501201"/>
                <a:gd name="csX22" fmla="*/ 69336 w 1868123"/>
                <a:gd name="csY22" fmla="*/ 0 h 1501201"/>
                <a:gd name="csX23" fmla="*/ 0 w 1868123"/>
                <a:gd name="csY23" fmla="*/ 69336 h 1501201"/>
                <a:gd name="csX24" fmla="*/ 0 w 1868123"/>
                <a:gd name="csY24" fmla="*/ 1431865 h 1501201"/>
                <a:gd name="csX25" fmla="*/ 69336 w 1868123"/>
                <a:gd name="csY25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702741 w 1868123"/>
                <a:gd name="csY5" fmla="*/ 101705 h 1501201"/>
                <a:gd name="csX6" fmla="*/ 1766418 w 1868123"/>
                <a:gd name="csY6" fmla="*/ 165382 h 1501201"/>
                <a:gd name="csX7" fmla="*/ 1766418 w 1868123"/>
                <a:gd name="csY7" fmla="*/ 1335819 h 1501201"/>
                <a:gd name="csX8" fmla="*/ 1702741 w 1868123"/>
                <a:gd name="csY8" fmla="*/ 1399496 h 1501201"/>
                <a:gd name="csX9" fmla="*/ 165382 w 1868123"/>
                <a:gd name="csY9" fmla="*/ 1399496 h 1501201"/>
                <a:gd name="csX10" fmla="*/ 69336 w 1868123"/>
                <a:gd name="csY10" fmla="*/ 1501201 h 1501201"/>
                <a:gd name="csX11" fmla="*/ 667773 w 1868123"/>
                <a:gd name="csY11" fmla="*/ 1501201 h 1501201"/>
                <a:gd name="csX12" fmla="*/ 1267848 w 1868123"/>
                <a:gd name="csY12" fmla="*/ 1501201 h 1501201"/>
                <a:gd name="csX13" fmla="*/ 1359442 w 1868123"/>
                <a:gd name="csY13" fmla="*/ 1501201 h 1501201"/>
                <a:gd name="csX14" fmla="*/ 1798787 w 1868123"/>
                <a:gd name="csY14" fmla="*/ 1501201 h 1501201"/>
                <a:gd name="csX15" fmla="*/ 1868123 w 1868123"/>
                <a:gd name="csY15" fmla="*/ 1431865 h 1501201"/>
                <a:gd name="csX16" fmla="*/ 1868123 w 1868123"/>
                <a:gd name="csY16" fmla="*/ 69336 h 1501201"/>
                <a:gd name="csX17" fmla="*/ 1798787 w 1868123"/>
                <a:gd name="csY17" fmla="*/ 0 h 1501201"/>
                <a:gd name="csX18" fmla="*/ 1359442 w 1868123"/>
                <a:gd name="csY18" fmla="*/ 0 h 1501201"/>
                <a:gd name="csX19" fmla="*/ 1267848 w 1868123"/>
                <a:gd name="csY19" fmla="*/ 0 h 1501201"/>
                <a:gd name="csX20" fmla="*/ 667773 w 1868123"/>
                <a:gd name="csY20" fmla="*/ 0 h 1501201"/>
                <a:gd name="csX21" fmla="*/ 69336 w 1868123"/>
                <a:gd name="csY21" fmla="*/ 0 h 1501201"/>
                <a:gd name="csX22" fmla="*/ 0 w 1868123"/>
                <a:gd name="csY22" fmla="*/ 69336 h 1501201"/>
                <a:gd name="csX23" fmla="*/ 0 w 1868123"/>
                <a:gd name="csY23" fmla="*/ 1431865 h 1501201"/>
                <a:gd name="csX24" fmla="*/ 69336 w 1868123"/>
                <a:gd name="csY24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67773 w 1868123"/>
                <a:gd name="csY19" fmla="*/ 0 h 1501201"/>
                <a:gd name="csX20" fmla="*/ 69336 w 1868123"/>
                <a:gd name="csY20" fmla="*/ 0 h 1501201"/>
                <a:gd name="csX21" fmla="*/ 0 w 1868123"/>
                <a:gd name="csY21" fmla="*/ 69336 h 1501201"/>
                <a:gd name="csX22" fmla="*/ 0 w 1868123"/>
                <a:gd name="csY22" fmla="*/ 1431865 h 1501201"/>
                <a:gd name="csX23" fmla="*/ 69336 w 1868123"/>
                <a:gd name="csY23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9336 w 1868123"/>
                <a:gd name="csY19" fmla="*/ 0 h 1501201"/>
                <a:gd name="csX20" fmla="*/ 0 w 1868123"/>
                <a:gd name="csY20" fmla="*/ 69336 h 1501201"/>
                <a:gd name="csX21" fmla="*/ 0 w 1868123"/>
                <a:gd name="csY21" fmla="*/ 1431865 h 1501201"/>
                <a:gd name="csX22" fmla="*/ 69336 w 1868123"/>
                <a:gd name="csY2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69336 w 1868123"/>
                <a:gd name="csY18" fmla="*/ 0 h 1501201"/>
                <a:gd name="csX19" fmla="*/ 0 w 1868123"/>
                <a:gd name="csY19" fmla="*/ 69336 h 1501201"/>
                <a:gd name="csX20" fmla="*/ 0 w 1868123"/>
                <a:gd name="csY20" fmla="*/ 1431865 h 1501201"/>
                <a:gd name="csX21" fmla="*/ 69336 w 1868123"/>
                <a:gd name="csY2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69336 w 1868123"/>
                <a:gd name="csY17" fmla="*/ 0 h 1501201"/>
                <a:gd name="csX18" fmla="*/ 0 w 1868123"/>
                <a:gd name="csY18" fmla="*/ 69336 h 1501201"/>
                <a:gd name="csX19" fmla="*/ 0 w 1868123"/>
                <a:gd name="csY19" fmla="*/ 1431865 h 1501201"/>
                <a:gd name="csX20" fmla="*/ 69336 w 1868123"/>
                <a:gd name="csY2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798787 w 1868123"/>
                <a:gd name="csY12" fmla="*/ 1501201 h 1501201"/>
                <a:gd name="csX13" fmla="*/ 1868123 w 1868123"/>
                <a:gd name="csY13" fmla="*/ 1431865 h 1501201"/>
                <a:gd name="csX14" fmla="*/ 1868123 w 1868123"/>
                <a:gd name="csY14" fmla="*/ 69336 h 1501201"/>
                <a:gd name="csX15" fmla="*/ 1798787 w 1868123"/>
                <a:gd name="csY15" fmla="*/ 0 h 1501201"/>
                <a:gd name="csX16" fmla="*/ 69336 w 1868123"/>
                <a:gd name="csY16" fmla="*/ 0 h 1501201"/>
                <a:gd name="csX17" fmla="*/ 0 w 1868123"/>
                <a:gd name="csY17" fmla="*/ 69336 h 1501201"/>
                <a:gd name="csX18" fmla="*/ 0 w 1868123"/>
                <a:gd name="csY18" fmla="*/ 1431865 h 1501201"/>
                <a:gd name="csX19" fmla="*/ 69336 w 1868123"/>
                <a:gd name="csY1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798787 w 1868123"/>
                <a:gd name="csY11" fmla="*/ 1501201 h 1501201"/>
                <a:gd name="csX12" fmla="*/ 1868123 w 1868123"/>
                <a:gd name="csY12" fmla="*/ 1431865 h 1501201"/>
                <a:gd name="csX13" fmla="*/ 1868123 w 1868123"/>
                <a:gd name="csY13" fmla="*/ 69336 h 1501201"/>
                <a:gd name="csX14" fmla="*/ 1798787 w 1868123"/>
                <a:gd name="csY14" fmla="*/ 0 h 1501201"/>
                <a:gd name="csX15" fmla="*/ 69336 w 1868123"/>
                <a:gd name="csY15" fmla="*/ 0 h 1501201"/>
                <a:gd name="csX16" fmla="*/ 0 w 1868123"/>
                <a:gd name="csY16" fmla="*/ 69336 h 1501201"/>
                <a:gd name="csX17" fmla="*/ 0 w 1868123"/>
                <a:gd name="csY17" fmla="*/ 1431865 h 1501201"/>
                <a:gd name="csX18" fmla="*/ 69336 w 1868123"/>
                <a:gd name="csY1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1798787 w 1868123"/>
                <a:gd name="csY10" fmla="*/ 1501201 h 1501201"/>
                <a:gd name="csX11" fmla="*/ 1868123 w 1868123"/>
                <a:gd name="csY11" fmla="*/ 1431865 h 1501201"/>
                <a:gd name="csX12" fmla="*/ 1868123 w 1868123"/>
                <a:gd name="csY12" fmla="*/ 69336 h 1501201"/>
                <a:gd name="csX13" fmla="*/ 1798787 w 1868123"/>
                <a:gd name="csY13" fmla="*/ 0 h 1501201"/>
                <a:gd name="csX14" fmla="*/ 69336 w 1868123"/>
                <a:gd name="csY14" fmla="*/ 0 h 1501201"/>
                <a:gd name="csX15" fmla="*/ 0 w 1868123"/>
                <a:gd name="csY15" fmla="*/ 69336 h 1501201"/>
                <a:gd name="csX16" fmla="*/ 0 w 1868123"/>
                <a:gd name="csY16" fmla="*/ 1431865 h 1501201"/>
                <a:gd name="csX17" fmla="*/ 69336 w 1868123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868123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1702741" y="101705"/>
                  </a:lnTo>
                  <a:cubicBezTo>
                    <a:pt x="1737909" y="101705"/>
                    <a:pt x="1766418" y="130214"/>
                    <a:pt x="1766418" y="165382"/>
                  </a:cubicBezTo>
                  <a:lnTo>
                    <a:pt x="1766418" y="1335819"/>
                  </a:lnTo>
                  <a:cubicBezTo>
                    <a:pt x="1766418" y="1370987"/>
                    <a:pt x="1737909" y="1399496"/>
                    <a:pt x="1702741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798787" y="1501201"/>
                  </a:lnTo>
                  <a:cubicBezTo>
                    <a:pt x="1837080" y="1501201"/>
                    <a:pt x="1868123" y="1470158"/>
                    <a:pt x="1868123" y="1431865"/>
                  </a:cubicBezTo>
                  <a:lnTo>
                    <a:pt x="1868123" y="69336"/>
                  </a:lnTo>
                  <a:cubicBezTo>
                    <a:pt x="1868123" y="31043"/>
                    <a:pt x="1837080" y="0"/>
                    <a:pt x="1798787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603DBB4-5B7F-2455-235E-B226BA2459D4}"/>
              </a:ext>
            </a:extLst>
          </p:cNvPr>
          <p:cNvSpPr/>
          <p:nvPr/>
        </p:nvSpPr>
        <p:spPr>
          <a:xfrm>
            <a:off x="7046539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1F2DE43-C37E-B668-39D0-DB992EC4D51D}"/>
              </a:ext>
            </a:extLst>
          </p:cNvPr>
          <p:cNvSpPr/>
          <p:nvPr/>
        </p:nvSpPr>
        <p:spPr>
          <a:xfrm flipV="1">
            <a:off x="3122542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CCA910C-7395-BD5A-F1E9-8375E0B52D13}"/>
              </a:ext>
            </a:extLst>
          </p:cNvPr>
          <p:cNvSpPr/>
          <p:nvPr/>
        </p:nvSpPr>
        <p:spPr>
          <a:xfrm flipV="1">
            <a:off x="1160544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906837-1153-DD9D-65FE-212805DF62C2}"/>
              </a:ext>
            </a:extLst>
          </p:cNvPr>
          <p:cNvSpPr/>
          <p:nvPr/>
        </p:nvSpPr>
        <p:spPr>
          <a:xfrm flipH="1" flipV="1">
            <a:off x="5084540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B922E4-F015-00EC-6B28-FC9EFDE5903A}"/>
              </a:ext>
            </a:extLst>
          </p:cNvPr>
          <p:cNvSpPr/>
          <p:nvPr/>
        </p:nvSpPr>
        <p:spPr>
          <a:xfrm flipV="1">
            <a:off x="9163334" y="2724217"/>
            <a:ext cx="1868123" cy="1501201"/>
          </a:xfrm>
          <a:custGeom>
            <a:avLst/>
            <a:gdLst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667773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165382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65382 w 1868123"/>
              <a:gd name="csY16" fmla="*/ 1399496 h 1501201"/>
              <a:gd name="csX17" fmla="*/ 69336 w 1868123"/>
              <a:gd name="csY17" fmla="*/ 1501201 h 1501201"/>
              <a:gd name="csX18" fmla="*/ 667773 w 1868123"/>
              <a:gd name="csY18" fmla="*/ 1501201 h 1501201"/>
              <a:gd name="csX19" fmla="*/ 1267848 w 1868123"/>
              <a:gd name="csY19" fmla="*/ 1501201 h 1501201"/>
              <a:gd name="csX20" fmla="*/ 1359442 w 1868123"/>
              <a:gd name="csY20" fmla="*/ 1501201 h 1501201"/>
              <a:gd name="csX21" fmla="*/ 1798787 w 1868123"/>
              <a:gd name="csY21" fmla="*/ 1501201 h 1501201"/>
              <a:gd name="csX22" fmla="*/ 1868123 w 1868123"/>
              <a:gd name="csY22" fmla="*/ 1431865 h 1501201"/>
              <a:gd name="csX23" fmla="*/ 1868123 w 1868123"/>
              <a:gd name="csY23" fmla="*/ 69336 h 1501201"/>
              <a:gd name="csX24" fmla="*/ 1798787 w 1868123"/>
              <a:gd name="csY24" fmla="*/ 0 h 1501201"/>
              <a:gd name="csX25" fmla="*/ 1359442 w 1868123"/>
              <a:gd name="csY25" fmla="*/ 0 h 1501201"/>
              <a:gd name="csX26" fmla="*/ 1267848 w 1868123"/>
              <a:gd name="csY26" fmla="*/ 0 h 1501201"/>
              <a:gd name="csX27" fmla="*/ 667773 w 1868123"/>
              <a:gd name="csY27" fmla="*/ 0 h 1501201"/>
              <a:gd name="csX28" fmla="*/ 69336 w 1868123"/>
              <a:gd name="csY28" fmla="*/ 0 h 1501201"/>
              <a:gd name="csX29" fmla="*/ 0 w 1868123"/>
              <a:gd name="csY29" fmla="*/ 69336 h 1501201"/>
              <a:gd name="csX30" fmla="*/ 0 w 1868123"/>
              <a:gd name="csY30" fmla="*/ 1431865 h 1501201"/>
              <a:gd name="csX31" fmla="*/ 69336 w 1868123"/>
              <a:gd name="csY3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65382 w 1868123"/>
              <a:gd name="csY15" fmla="*/ 1399496 h 1501201"/>
              <a:gd name="csX16" fmla="*/ 69336 w 1868123"/>
              <a:gd name="csY16" fmla="*/ 1501201 h 1501201"/>
              <a:gd name="csX17" fmla="*/ 667773 w 1868123"/>
              <a:gd name="csY17" fmla="*/ 1501201 h 1501201"/>
              <a:gd name="csX18" fmla="*/ 1267848 w 1868123"/>
              <a:gd name="csY18" fmla="*/ 1501201 h 1501201"/>
              <a:gd name="csX19" fmla="*/ 1359442 w 1868123"/>
              <a:gd name="csY19" fmla="*/ 1501201 h 1501201"/>
              <a:gd name="csX20" fmla="*/ 1798787 w 1868123"/>
              <a:gd name="csY20" fmla="*/ 1501201 h 1501201"/>
              <a:gd name="csX21" fmla="*/ 1868123 w 1868123"/>
              <a:gd name="csY21" fmla="*/ 1431865 h 1501201"/>
              <a:gd name="csX22" fmla="*/ 1868123 w 1868123"/>
              <a:gd name="csY22" fmla="*/ 69336 h 1501201"/>
              <a:gd name="csX23" fmla="*/ 1798787 w 1868123"/>
              <a:gd name="csY23" fmla="*/ 0 h 1501201"/>
              <a:gd name="csX24" fmla="*/ 1359442 w 1868123"/>
              <a:gd name="csY24" fmla="*/ 0 h 1501201"/>
              <a:gd name="csX25" fmla="*/ 1267848 w 1868123"/>
              <a:gd name="csY25" fmla="*/ 0 h 1501201"/>
              <a:gd name="csX26" fmla="*/ 667773 w 1868123"/>
              <a:gd name="csY26" fmla="*/ 0 h 1501201"/>
              <a:gd name="csX27" fmla="*/ 69336 w 1868123"/>
              <a:gd name="csY27" fmla="*/ 0 h 1501201"/>
              <a:gd name="csX28" fmla="*/ 0 w 1868123"/>
              <a:gd name="csY28" fmla="*/ 69336 h 1501201"/>
              <a:gd name="csX29" fmla="*/ 0 w 1868123"/>
              <a:gd name="csY29" fmla="*/ 1431865 h 1501201"/>
              <a:gd name="csX30" fmla="*/ 69336 w 1868123"/>
              <a:gd name="csY3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65382 w 1868123"/>
              <a:gd name="csY14" fmla="*/ 1399496 h 1501201"/>
              <a:gd name="csX15" fmla="*/ 69336 w 1868123"/>
              <a:gd name="csY15" fmla="*/ 1501201 h 1501201"/>
              <a:gd name="csX16" fmla="*/ 667773 w 1868123"/>
              <a:gd name="csY16" fmla="*/ 1501201 h 1501201"/>
              <a:gd name="csX17" fmla="*/ 1267848 w 1868123"/>
              <a:gd name="csY17" fmla="*/ 1501201 h 1501201"/>
              <a:gd name="csX18" fmla="*/ 1359442 w 1868123"/>
              <a:gd name="csY18" fmla="*/ 1501201 h 1501201"/>
              <a:gd name="csX19" fmla="*/ 1798787 w 1868123"/>
              <a:gd name="csY19" fmla="*/ 1501201 h 1501201"/>
              <a:gd name="csX20" fmla="*/ 1868123 w 1868123"/>
              <a:gd name="csY20" fmla="*/ 1431865 h 1501201"/>
              <a:gd name="csX21" fmla="*/ 1868123 w 1868123"/>
              <a:gd name="csY21" fmla="*/ 69336 h 1501201"/>
              <a:gd name="csX22" fmla="*/ 1798787 w 1868123"/>
              <a:gd name="csY22" fmla="*/ 0 h 1501201"/>
              <a:gd name="csX23" fmla="*/ 1359442 w 1868123"/>
              <a:gd name="csY23" fmla="*/ 0 h 1501201"/>
              <a:gd name="csX24" fmla="*/ 1267848 w 1868123"/>
              <a:gd name="csY24" fmla="*/ 0 h 1501201"/>
              <a:gd name="csX25" fmla="*/ 667773 w 1868123"/>
              <a:gd name="csY25" fmla="*/ 0 h 1501201"/>
              <a:gd name="csX26" fmla="*/ 69336 w 1868123"/>
              <a:gd name="csY26" fmla="*/ 0 h 1501201"/>
              <a:gd name="csX27" fmla="*/ 0 w 1868123"/>
              <a:gd name="csY27" fmla="*/ 69336 h 1501201"/>
              <a:gd name="csX28" fmla="*/ 0 w 1868123"/>
              <a:gd name="csY28" fmla="*/ 1431865 h 1501201"/>
              <a:gd name="csX29" fmla="*/ 69336 w 1868123"/>
              <a:gd name="csY2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65382 w 1868123"/>
              <a:gd name="csY13" fmla="*/ 1399496 h 1501201"/>
              <a:gd name="csX14" fmla="*/ 69336 w 1868123"/>
              <a:gd name="csY14" fmla="*/ 1501201 h 1501201"/>
              <a:gd name="csX15" fmla="*/ 667773 w 1868123"/>
              <a:gd name="csY15" fmla="*/ 1501201 h 1501201"/>
              <a:gd name="csX16" fmla="*/ 1267848 w 1868123"/>
              <a:gd name="csY16" fmla="*/ 1501201 h 1501201"/>
              <a:gd name="csX17" fmla="*/ 1359442 w 1868123"/>
              <a:gd name="csY17" fmla="*/ 1501201 h 1501201"/>
              <a:gd name="csX18" fmla="*/ 1798787 w 1868123"/>
              <a:gd name="csY18" fmla="*/ 1501201 h 1501201"/>
              <a:gd name="csX19" fmla="*/ 1868123 w 1868123"/>
              <a:gd name="csY19" fmla="*/ 1431865 h 1501201"/>
              <a:gd name="csX20" fmla="*/ 1868123 w 1868123"/>
              <a:gd name="csY20" fmla="*/ 69336 h 1501201"/>
              <a:gd name="csX21" fmla="*/ 1798787 w 1868123"/>
              <a:gd name="csY21" fmla="*/ 0 h 1501201"/>
              <a:gd name="csX22" fmla="*/ 1359442 w 1868123"/>
              <a:gd name="csY22" fmla="*/ 0 h 1501201"/>
              <a:gd name="csX23" fmla="*/ 1267848 w 1868123"/>
              <a:gd name="csY23" fmla="*/ 0 h 1501201"/>
              <a:gd name="csX24" fmla="*/ 667773 w 1868123"/>
              <a:gd name="csY24" fmla="*/ 0 h 1501201"/>
              <a:gd name="csX25" fmla="*/ 69336 w 1868123"/>
              <a:gd name="csY25" fmla="*/ 0 h 1501201"/>
              <a:gd name="csX26" fmla="*/ 0 w 1868123"/>
              <a:gd name="csY26" fmla="*/ 69336 h 1501201"/>
              <a:gd name="csX27" fmla="*/ 0 w 1868123"/>
              <a:gd name="csY27" fmla="*/ 1431865 h 1501201"/>
              <a:gd name="csX28" fmla="*/ 69336 w 1868123"/>
              <a:gd name="csY2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702741 w 1868123"/>
              <a:gd name="csY8" fmla="*/ 101705 h 1501201"/>
              <a:gd name="csX9" fmla="*/ 1766418 w 1868123"/>
              <a:gd name="csY9" fmla="*/ 165382 h 1501201"/>
              <a:gd name="csX10" fmla="*/ 1766418 w 1868123"/>
              <a:gd name="csY10" fmla="*/ 1335819 h 1501201"/>
              <a:gd name="csX11" fmla="*/ 1702741 w 1868123"/>
              <a:gd name="csY11" fmla="*/ 1399496 h 1501201"/>
              <a:gd name="csX12" fmla="*/ 165382 w 1868123"/>
              <a:gd name="csY12" fmla="*/ 1399496 h 1501201"/>
              <a:gd name="csX13" fmla="*/ 69336 w 1868123"/>
              <a:gd name="csY13" fmla="*/ 1501201 h 1501201"/>
              <a:gd name="csX14" fmla="*/ 667773 w 1868123"/>
              <a:gd name="csY14" fmla="*/ 1501201 h 1501201"/>
              <a:gd name="csX15" fmla="*/ 1267848 w 1868123"/>
              <a:gd name="csY15" fmla="*/ 1501201 h 1501201"/>
              <a:gd name="csX16" fmla="*/ 1359442 w 1868123"/>
              <a:gd name="csY16" fmla="*/ 1501201 h 1501201"/>
              <a:gd name="csX17" fmla="*/ 1798787 w 1868123"/>
              <a:gd name="csY17" fmla="*/ 1501201 h 1501201"/>
              <a:gd name="csX18" fmla="*/ 1868123 w 1868123"/>
              <a:gd name="csY18" fmla="*/ 1431865 h 1501201"/>
              <a:gd name="csX19" fmla="*/ 1868123 w 1868123"/>
              <a:gd name="csY19" fmla="*/ 69336 h 1501201"/>
              <a:gd name="csX20" fmla="*/ 1798787 w 1868123"/>
              <a:gd name="csY20" fmla="*/ 0 h 1501201"/>
              <a:gd name="csX21" fmla="*/ 1359442 w 1868123"/>
              <a:gd name="csY21" fmla="*/ 0 h 1501201"/>
              <a:gd name="csX22" fmla="*/ 1267848 w 1868123"/>
              <a:gd name="csY22" fmla="*/ 0 h 1501201"/>
              <a:gd name="csX23" fmla="*/ 667773 w 1868123"/>
              <a:gd name="csY23" fmla="*/ 0 h 1501201"/>
              <a:gd name="csX24" fmla="*/ 69336 w 1868123"/>
              <a:gd name="csY24" fmla="*/ 0 h 1501201"/>
              <a:gd name="csX25" fmla="*/ 0 w 1868123"/>
              <a:gd name="csY25" fmla="*/ 69336 h 1501201"/>
              <a:gd name="csX26" fmla="*/ 0 w 1868123"/>
              <a:gd name="csY26" fmla="*/ 1431865 h 1501201"/>
              <a:gd name="csX27" fmla="*/ 69336 w 1868123"/>
              <a:gd name="csY27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702741 w 1868123"/>
              <a:gd name="csY7" fmla="*/ 101705 h 1501201"/>
              <a:gd name="csX8" fmla="*/ 1766418 w 1868123"/>
              <a:gd name="csY8" fmla="*/ 165382 h 1501201"/>
              <a:gd name="csX9" fmla="*/ 1766418 w 1868123"/>
              <a:gd name="csY9" fmla="*/ 1335819 h 1501201"/>
              <a:gd name="csX10" fmla="*/ 1702741 w 1868123"/>
              <a:gd name="csY10" fmla="*/ 1399496 h 1501201"/>
              <a:gd name="csX11" fmla="*/ 165382 w 1868123"/>
              <a:gd name="csY11" fmla="*/ 1399496 h 1501201"/>
              <a:gd name="csX12" fmla="*/ 69336 w 1868123"/>
              <a:gd name="csY12" fmla="*/ 1501201 h 1501201"/>
              <a:gd name="csX13" fmla="*/ 667773 w 1868123"/>
              <a:gd name="csY13" fmla="*/ 1501201 h 1501201"/>
              <a:gd name="csX14" fmla="*/ 1267848 w 1868123"/>
              <a:gd name="csY14" fmla="*/ 1501201 h 1501201"/>
              <a:gd name="csX15" fmla="*/ 1359442 w 1868123"/>
              <a:gd name="csY15" fmla="*/ 1501201 h 1501201"/>
              <a:gd name="csX16" fmla="*/ 1798787 w 1868123"/>
              <a:gd name="csY16" fmla="*/ 1501201 h 1501201"/>
              <a:gd name="csX17" fmla="*/ 1868123 w 1868123"/>
              <a:gd name="csY17" fmla="*/ 1431865 h 1501201"/>
              <a:gd name="csX18" fmla="*/ 1868123 w 1868123"/>
              <a:gd name="csY18" fmla="*/ 69336 h 1501201"/>
              <a:gd name="csX19" fmla="*/ 1798787 w 1868123"/>
              <a:gd name="csY19" fmla="*/ 0 h 1501201"/>
              <a:gd name="csX20" fmla="*/ 1359442 w 1868123"/>
              <a:gd name="csY20" fmla="*/ 0 h 1501201"/>
              <a:gd name="csX21" fmla="*/ 1267848 w 1868123"/>
              <a:gd name="csY21" fmla="*/ 0 h 1501201"/>
              <a:gd name="csX22" fmla="*/ 667773 w 1868123"/>
              <a:gd name="csY22" fmla="*/ 0 h 1501201"/>
              <a:gd name="csX23" fmla="*/ 69336 w 1868123"/>
              <a:gd name="csY23" fmla="*/ 0 h 1501201"/>
              <a:gd name="csX24" fmla="*/ 0 w 1868123"/>
              <a:gd name="csY24" fmla="*/ 69336 h 1501201"/>
              <a:gd name="csX25" fmla="*/ 0 w 1868123"/>
              <a:gd name="csY25" fmla="*/ 1431865 h 1501201"/>
              <a:gd name="csX26" fmla="*/ 69336 w 1868123"/>
              <a:gd name="csY26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702741 w 1868123"/>
              <a:gd name="csY6" fmla="*/ 101705 h 1501201"/>
              <a:gd name="csX7" fmla="*/ 1766418 w 1868123"/>
              <a:gd name="csY7" fmla="*/ 165382 h 1501201"/>
              <a:gd name="csX8" fmla="*/ 1766418 w 1868123"/>
              <a:gd name="csY8" fmla="*/ 1335819 h 1501201"/>
              <a:gd name="csX9" fmla="*/ 1702741 w 1868123"/>
              <a:gd name="csY9" fmla="*/ 1399496 h 1501201"/>
              <a:gd name="csX10" fmla="*/ 165382 w 1868123"/>
              <a:gd name="csY10" fmla="*/ 1399496 h 1501201"/>
              <a:gd name="csX11" fmla="*/ 69336 w 1868123"/>
              <a:gd name="csY11" fmla="*/ 1501201 h 1501201"/>
              <a:gd name="csX12" fmla="*/ 667773 w 1868123"/>
              <a:gd name="csY12" fmla="*/ 1501201 h 1501201"/>
              <a:gd name="csX13" fmla="*/ 1267848 w 1868123"/>
              <a:gd name="csY13" fmla="*/ 1501201 h 1501201"/>
              <a:gd name="csX14" fmla="*/ 1359442 w 1868123"/>
              <a:gd name="csY14" fmla="*/ 1501201 h 1501201"/>
              <a:gd name="csX15" fmla="*/ 1798787 w 1868123"/>
              <a:gd name="csY15" fmla="*/ 1501201 h 1501201"/>
              <a:gd name="csX16" fmla="*/ 1868123 w 1868123"/>
              <a:gd name="csY16" fmla="*/ 1431865 h 1501201"/>
              <a:gd name="csX17" fmla="*/ 1868123 w 1868123"/>
              <a:gd name="csY17" fmla="*/ 69336 h 1501201"/>
              <a:gd name="csX18" fmla="*/ 1798787 w 1868123"/>
              <a:gd name="csY18" fmla="*/ 0 h 1501201"/>
              <a:gd name="csX19" fmla="*/ 1359442 w 1868123"/>
              <a:gd name="csY19" fmla="*/ 0 h 1501201"/>
              <a:gd name="csX20" fmla="*/ 1267848 w 1868123"/>
              <a:gd name="csY20" fmla="*/ 0 h 1501201"/>
              <a:gd name="csX21" fmla="*/ 667773 w 1868123"/>
              <a:gd name="csY21" fmla="*/ 0 h 1501201"/>
              <a:gd name="csX22" fmla="*/ 69336 w 1868123"/>
              <a:gd name="csY22" fmla="*/ 0 h 1501201"/>
              <a:gd name="csX23" fmla="*/ 0 w 1868123"/>
              <a:gd name="csY23" fmla="*/ 69336 h 1501201"/>
              <a:gd name="csX24" fmla="*/ 0 w 1868123"/>
              <a:gd name="csY24" fmla="*/ 1431865 h 1501201"/>
              <a:gd name="csX25" fmla="*/ 69336 w 1868123"/>
              <a:gd name="csY25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702741 w 1868123"/>
              <a:gd name="csY5" fmla="*/ 101705 h 1501201"/>
              <a:gd name="csX6" fmla="*/ 1766418 w 1868123"/>
              <a:gd name="csY6" fmla="*/ 165382 h 1501201"/>
              <a:gd name="csX7" fmla="*/ 1766418 w 1868123"/>
              <a:gd name="csY7" fmla="*/ 1335819 h 1501201"/>
              <a:gd name="csX8" fmla="*/ 1702741 w 1868123"/>
              <a:gd name="csY8" fmla="*/ 1399496 h 1501201"/>
              <a:gd name="csX9" fmla="*/ 165382 w 1868123"/>
              <a:gd name="csY9" fmla="*/ 1399496 h 1501201"/>
              <a:gd name="csX10" fmla="*/ 69336 w 1868123"/>
              <a:gd name="csY10" fmla="*/ 1501201 h 1501201"/>
              <a:gd name="csX11" fmla="*/ 667773 w 1868123"/>
              <a:gd name="csY11" fmla="*/ 1501201 h 1501201"/>
              <a:gd name="csX12" fmla="*/ 1267848 w 1868123"/>
              <a:gd name="csY12" fmla="*/ 1501201 h 1501201"/>
              <a:gd name="csX13" fmla="*/ 1359442 w 1868123"/>
              <a:gd name="csY13" fmla="*/ 1501201 h 1501201"/>
              <a:gd name="csX14" fmla="*/ 1798787 w 1868123"/>
              <a:gd name="csY14" fmla="*/ 1501201 h 1501201"/>
              <a:gd name="csX15" fmla="*/ 1868123 w 1868123"/>
              <a:gd name="csY15" fmla="*/ 1431865 h 1501201"/>
              <a:gd name="csX16" fmla="*/ 1868123 w 1868123"/>
              <a:gd name="csY16" fmla="*/ 69336 h 1501201"/>
              <a:gd name="csX17" fmla="*/ 1798787 w 1868123"/>
              <a:gd name="csY17" fmla="*/ 0 h 1501201"/>
              <a:gd name="csX18" fmla="*/ 1359442 w 1868123"/>
              <a:gd name="csY18" fmla="*/ 0 h 1501201"/>
              <a:gd name="csX19" fmla="*/ 1267848 w 1868123"/>
              <a:gd name="csY19" fmla="*/ 0 h 1501201"/>
              <a:gd name="csX20" fmla="*/ 667773 w 1868123"/>
              <a:gd name="csY20" fmla="*/ 0 h 1501201"/>
              <a:gd name="csX21" fmla="*/ 69336 w 1868123"/>
              <a:gd name="csY21" fmla="*/ 0 h 1501201"/>
              <a:gd name="csX22" fmla="*/ 0 w 1868123"/>
              <a:gd name="csY22" fmla="*/ 69336 h 1501201"/>
              <a:gd name="csX23" fmla="*/ 0 w 1868123"/>
              <a:gd name="csY23" fmla="*/ 1431865 h 1501201"/>
              <a:gd name="csX24" fmla="*/ 69336 w 1868123"/>
              <a:gd name="csY24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67773 w 1868123"/>
              <a:gd name="csY19" fmla="*/ 0 h 1501201"/>
              <a:gd name="csX20" fmla="*/ 69336 w 1868123"/>
              <a:gd name="csY20" fmla="*/ 0 h 1501201"/>
              <a:gd name="csX21" fmla="*/ 0 w 1868123"/>
              <a:gd name="csY21" fmla="*/ 69336 h 1501201"/>
              <a:gd name="csX22" fmla="*/ 0 w 1868123"/>
              <a:gd name="csY22" fmla="*/ 1431865 h 1501201"/>
              <a:gd name="csX23" fmla="*/ 69336 w 1868123"/>
              <a:gd name="csY23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9336 w 1868123"/>
              <a:gd name="csY19" fmla="*/ 0 h 1501201"/>
              <a:gd name="csX20" fmla="*/ 0 w 1868123"/>
              <a:gd name="csY20" fmla="*/ 69336 h 1501201"/>
              <a:gd name="csX21" fmla="*/ 0 w 1868123"/>
              <a:gd name="csY21" fmla="*/ 1431865 h 1501201"/>
              <a:gd name="csX22" fmla="*/ 69336 w 1868123"/>
              <a:gd name="csY2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69336 w 1868123"/>
              <a:gd name="csY18" fmla="*/ 0 h 1501201"/>
              <a:gd name="csX19" fmla="*/ 0 w 1868123"/>
              <a:gd name="csY19" fmla="*/ 69336 h 1501201"/>
              <a:gd name="csX20" fmla="*/ 0 w 1868123"/>
              <a:gd name="csY20" fmla="*/ 1431865 h 1501201"/>
              <a:gd name="csX21" fmla="*/ 69336 w 1868123"/>
              <a:gd name="csY2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69336 w 1868123"/>
              <a:gd name="csY17" fmla="*/ 0 h 1501201"/>
              <a:gd name="csX18" fmla="*/ 0 w 1868123"/>
              <a:gd name="csY18" fmla="*/ 69336 h 1501201"/>
              <a:gd name="csX19" fmla="*/ 0 w 1868123"/>
              <a:gd name="csY19" fmla="*/ 1431865 h 1501201"/>
              <a:gd name="csX20" fmla="*/ 69336 w 1868123"/>
              <a:gd name="csY2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798787 w 1868123"/>
              <a:gd name="csY12" fmla="*/ 1501201 h 1501201"/>
              <a:gd name="csX13" fmla="*/ 1868123 w 1868123"/>
              <a:gd name="csY13" fmla="*/ 1431865 h 1501201"/>
              <a:gd name="csX14" fmla="*/ 1868123 w 1868123"/>
              <a:gd name="csY14" fmla="*/ 69336 h 1501201"/>
              <a:gd name="csX15" fmla="*/ 1798787 w 1868123"/>
              <a:gd name="csY15" fmla="*/ 0 h 1501201"/>
              <a:gd name="csX16" fmla="*/ 69336 w 1868123"/>
              <a:gd name="csY16" fmla="*/ 0 h 1501201"/>
              <a:gd name="csX17" fmla="*/ 0 w 1868123"/>
              <a:gd name="csY17" fmla="*/ 69336 h 1501201"/>
              <a:gd name="csX18" fmla="*/ 0 w 1868123"/>
              <a:gd name="csY18" fmla="*/ 1431865 h 1501201"/>
              <a:gd name="csX19" fmla="*/ 69336 w 1868123"/>
              <a:gd name="csY1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798787 w 1868123"/>
              <a:gd name="csY11" fmla="*/ 1501201 h 1501201"/>
              <a:gd name="csX12" fmla="*/ 1868123 w 1868123"/>
              <a:gd name="csY12" fmla="*/ 1431865 h 1501201"/>
              <a:gd name="csX13" fmla="*/ 1868123 w 1868123"/>
              <a:gd name="csY13" fmla="*/ 69336 h 1501201"/>
              <a:gd name="csX14" fmla="*/ 1798787 w 1868123"/>
              <a:gd name="csY14" fmla="*/ 0 h 1501201"/>
              <a:gd name="csX15" fmla="*/ 69336 w 1868123"/>
              <a:gd name="csY15" fmla="*/ 0 h 1501201"/>
              <a:gd name="csX16" fmla="*/ 0 w 1868123"/>
              <a:gd name="csY16" fmla="*/ 69336 h 1501201"/>
              <a:gd name="csX17" fmla="*/ 0 w 1868123"/>
              <a:gd name="csY17" fmla="*/ 1431865 h 1501201"/>
              <a:gd name="csX18" fmla="*/ 69336 w 1868123"/>
              <a:gd name="csY1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1798787 w 1868123"/>
              <a:gd name="csY10" fmla="*/ 1501201 h 1501201"/>
              <a:gd name="csX11" fmla="*/ 1868123 w 1868123"/>
              <a:gd name="csY11" fmla="*/ 1431865 h 1501201"/>
              <a:gd name="csX12" fmla="*/ 1868123 w 1868123"/>
              <a:gd name="csY12" fmla="*/ 69336 h 1501201"/>
              <a:gd name="csX13" fmla="*/ 1798787 w 1868123"/>
              <a:gd name="csY13" fmla="*/ 0 h 1501201"/>
              <a:gd name="csX14" fmla="*/ 69336 w 1868123"/>
              <a:gd name="csY14" fmla="*/ 0 h 1501201"/>
              <a:gd name="csX15" fmla="*/ 0 w 1868123"/>
              <a:gd name="csY15" fmla="*/ 69336 h 1501201"/>
              <a:gd name="csX16" fmla="*/ 0 w 1868123"/>
              <a:gd name="csY16" fmla="*/ 1431865 h 1501201"/>
              <a:gd name="csX17" fmla="*/ 69336 w 1868123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868123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B98E254-FC60-2E8D-17B0-04DE0D0A8620}"/>
              </a:ext>
            </a:extLst>
          </p:cNvPr>
          <p:cNvSpPr/>
          <p:nvPr/>
        </p:nvSpPr>
        <p:spPr>
          <a:xfrm rot="1763205" flipV="1">
            <a:off x="9699290" y="3237050"/>
            <a:ext cx="925796" cy="545010"/>
          </a:xfrm>
          <a:custGeom>
            <a:avLst/>
            <a:gdLst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6391 w 925797"/>
              <a:gd name="csY18" fmla="*/ 240137 h 545009"/>
              <a:gd name="csX19" fmla="*/ 613547 w 925797"/>
              <a:gd name="csY19" fmla="*/ 252501 h 545009"/>
              <a:gd name="csX20" fmla="*/ 611370 w 925797"/>
              <a:gd name="csY20" fmla="*/ 257499 h 545009"/>
              <a:gd name="csX21" fmla="*/ 374985 w 925797"/>
              <a:gd name="csY21" fmla="*/ 414669 h 545009"/>
              <a:gd name="csX22" fmla="*/ 142583 w 925797"/>
              <a:gd name="csY22" fmla="*/ 266889 h 545009"/>
              <a:gd name="csX23" fmla="*/ 133962 w 925797"/>
              <a:gd name="csY23" fmla="*/ 240137 h 545009"/>
              <a:gd name="csX24" fmla="*/ 0 w 925797"/>
              <a:gd name="csY24" fmla="*/ 240137 h 545009"/>
              <a:gd name="csX25" fmla="*/ 1001 w 925797"/>
              <a:gd name="csY25" fmla="*/ 249740 h 545009"/>
              <a:gd name="csX26" fmla="*/ 374985 w 925797"/>
              <a:gd name="csY2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3547 w 925797"/>
              <a:gd name="csY18" fmla="*/ 252501 h 545009"/>
              <a:gd name="csX19" fmla="*/ 611370 w 925797"/>
              <a:gd name="csY19" fmla="*/ 257499 h 545009"/>
              <a:gd name="csX20" fmla="*/ 374985 w 925797"/>
              <a:gd name="csY20" fmla="*/ 414669 h 545009"/>
              <a:gd name="csX21" fmla="*/ 142583 w 925797"/>
              <a:gd name="csY21" fmla="*/ 266889 h 545009"/>
              <a:gd name="csX22" fmla="*/ 133962 w 925797"/>
              <a:gd name="csY22" fmla="*/ 240137 h 545009"/>
              <a:gd name="csX23" fmla="*/ 0 w 925797"/>
              <a:gd name="csY23" fmla="*/ 240137 h 545009"/>
              <a:gd name="csX24" fmla="*/ 1001 w 925797"/>
              <a:gd name="csY24" fmla="*/ 249740 h 545009"/>
              <a:gd name="csX25" fmla="*/ 374985 w 925797"/>
              <a:gd name="csY25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3547 w 925797"/>
              <a:gd name="csY17" fmla="*/ 252501 h 545009"/>
              <a:gd name="csX18" fmla="*/ 611370 w 925797"/>
              <a:gd name="csY18" fmla="*/ 257499 h 545009"/>
              <a:gd name="csX19" fmla="*/ 374985 w 925797"/>
              <a:gd name="csY19" fmla="*/ 414669 h 545009"/>
              <a:gd name="csX20" fmla="*/ 142583 w 925797"/>
              <a:gd name="csY20" fmla="*/ 266889 h 545009"/>
              <a:gd name="csX21" fmla="*/ 133962 w 925797"/>
              <a:gd name="csY21" fmla="*/ 240137 h 545009"/>
              <a:gd name="csX22" fmla="*/ 0 w 925797"/>
              <a:gd name="csY22" fmla="*/ 240137 h 545009"/>
              <a:gd name="csX23" fmla="*/ 1001 w 925797"/>
              <a:gd name="csY23" fmla="*/ 249740 h 545009"/>
              <a:gd name="csX24" fmla="*/ 374985 w 925797"/>
              <a:gd name="csY24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1370 w 925797"/>
              <a:gd name="csY17" fmla="*/ 257499 h 545009"/>
              <a:gd name="csX18" fmla="*/ 374985 w 925797"/>
              <a:gd name="csY18" fmla="*/ 414669 h 545009"/>
              <a:gd name="csX19" fmla="*/ 142583 w 925797"/>
              <a:gd name="csY19" fmla="*/ 266889 h 545009"/>
              <a:gd name="csX20" fmla="*/ 133962 w 925797"/>
              <a:gd name="csY20" fmla="*/ 240137 h 545009"/>
              <a:gd name="csX21" fmla="*/ 0 w 925797"/>
              <a:gd name="csY21" fmla="*/ 240137 h 545009"/>
              <a:gd name="csX22" fmla="*/ 1001 w 925797"/>
              <a:gd name="csY22" fmla="*/ 249740 h 545009"/>
              <a:gd name="csX23" fmla="*/ 374985 w 925797"/>
              <a:gd name="csY23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21902 h 545009"/>
              <a:gd name="csX9" fmla="*/ 833633 w 925797"/>
              <a:gd name="csY9" fmla="*/ 305933 h 545009"/>
              <a:gd name="csX10" fmla="*/ 925797 w 925797"/>
              <a:gd name="csY10" fmla="*/ 214019 h 545009"/>
              <a:gd name="csX11" fmla="*/ 730287 w 925797"/>
              <a:gd name="csY11" fmla="*/ 19036 h 545009"/>
              <a:gd name="csX12" fmla="*/ 638123 w 925797"/>
              <a:gd name="csY12" fmla="*/ 19036 h 545009"/>
              <a:gd name="csX13" fmla="*/ 442614 w 925797"/>
              <a:gd name="csY13" fmla="*/ 214019 h 545009"/>
              <a:gd name="csX14" fmla="*/ 534778 w 925797"/>
              <a:gd name="csY14" fmla="*/ 305933 h 545009"/>
              <a:gd name="csX15" fmla="*/ 619035 w 925797"/>
              <a:gd name="csY15" fmla="*/ 221903 h 545009"/>
              <a:gd name="csX16" fmla="*/ 611370 w 925797"/>
              <a:gd name="csY16" fmla="*/ 257499 h 545009"/>
              <a:gd name="csX17" fmla="*/ 374985 w 925797"/>
              <a:gd name="csY17" fmla="*/ 414669 h 545009"/>
              <a:gd name="csX18" fmla="*/ 142583 w 925797"/>
              <a:gd name="csY18" fmla="*/ 266889 h 545009"/>
              <a:gd name="csX19" fmla="*/ 133962 w 925797"/>
              <a:gd name="csY19" fmla="*/ 240137 h 545009"/>
              <a:gd name="csX20" fmla="*/ 0 w 925797"/>
              <a:gd name="csY20" fmla="*/ 240137 h 545009"/>
              <a:gd name="csX21" fmla="*/ 1001 w 925797"/>
              <a:gd name="csY21" fmla="*/ 249740 h 545009"/>
              <a:gd name="csX22" fmla="*/ 374985 w 925797"/>
              <a:gd name="csY22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49375 w 925797"/>
              <a:gd name="csY7" fmla="*/ 221902 h 545009"/>
              <a:gd name="csX8" fmla="*/ 833633 w 925797"/>
              <a:gd name="csY8" fmla="*/ 305933 h 545009"/>
              <a:gd name="csX9" fmla="*/ 925797 w 925797"/>
              <a:gd name="csY9" fmla="*/ 214019 h 545009"/>
              <a:gd name="csX10" fmla="*/ 730287 w 925797"/>
              <a:gd name="csY10" fmla="*/ 19036 h 545009"/>
              <a:gd name="csX11" fmla="*/ 638123 w 925797"/>
              <a:gd name="csY11" fmla="*/ 19036 h 545009"/>
              <a:gd name="csX12" fmla="*/ 442614 w 925797"/>
              <a:gd name="csY12" fmla="*/ 214019 h 545009"/>
              <a:gd name="csX13" fmla="*/ 534778 w 925797"/>
              <a:gd name="csY13" fmla="*/ 305933 h 545009"/>
              <a:gd name="csX14" fmla="*/ 619035 w 925797"/>
              <a:gd name="csY14" fmla="*/ 221903 h 545009"/>
              <a:gd name="csX15" fmla="*/ 611370 w 925797"/>
              <a:gd name="csY15" fmla="*/ 257499 h 545009"/>
              <a:gd name="csX16" fmla="*/ 374985 w 925797"/>
              <a:gd name="csY16" fmla="*/ 414669 h 545009"/>
              <a:gd name="csX17" fmla="*/ 142583 w 925797"/>
              <a:gd name="csY17" fmla="*/ 266889 h 545009"/>
              <a:gd name="csX18" fmla="*/ 133962 w 925797"/>
              <a:gd name="csY18" fmla="*/ 240137 h 545009"/>
              <a:gd name="csX19" fmla="*/ 0 w 925797"/>
              <a:gd name="csY19" fmla="*/ 240137 h 545009"/>
              <a:gd name="csX20" fmla="*/ 1001 w 925797"/>
              <a:gd name="csY20" fmla="*/ 249740 h 545009"/>
              <a:gd name="csX21" fmla="*/ 374985 w 925797"/>
              <a:gd name="csY21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49375 w 925797"/>
              <a:gd name="csY6" fmla="*/ 221902 h 545009"/>
              <a:gd name="csX7" fmla="*/ 833633 w 925797"/>
              <a:gd name="csY7" fmla="*/ 305933 h 545009"/>
              <a:gd name="csX8" fmla="*/ 925797 w 925797"/>
              <a:gd name="csY8" fmla="*/ 214019 h 545009"/>
              <a:gd name="csX9" fmla="*/ 730287 w 925797"/>
              <a:gd name="csY9" fmla="*/ 19036 h 545009"/>
              <a:gd name="csX10" fmla="*/ 638123 w 925797"/>
              <a:gd name="csY10" fmla="*/ 19036 h 545009"/>
              <a:gd name="csX11" fmla="*/ 442614 w 925797"/>
              <a:gd name="csY11" fmla="*/ 214019 h 545009"/>
              <a:gd name="csX12" fmla="*/ 534778 w 925797"/>
              <a:gd name="csY12" fmla="*/ 305933 h 545009"/>
              <a:gd name="csX13" fmla="*/ 619035 w 925797"/>
              <a:gd name="csY13" fmla="*/ 221903 h 545009"/>
              <a:gd name="csX14" fmla="*/ 611370 w 925797"/>
              <a:gd name="csY14" fmla="*/ 257499 h 545009"/>
              <a:gd name="csX15" fmla="*/ 374985 w 925797"/>
              <a:gd name="csY15" fmla="*/ 414669 h 545009"/>
              <a:gd name="csX16" fmla="*/ 142583 w 925797"/>
              <a:gd name="csY16" fmla="*/ 266889 h 545009"/>
              <a:gd name="csX17" fmla="*/ 133962 w 925797"/>
              <a:gd name="csY17" fmla="*/ 240137 h 545009"/>
              <a:gd name="csX18" fmla="*/ 0 w 925797"/>
              <a:gd name="csY18" fmla="*/ 240137 h 545009"/>
              <a:gd name="csX19" fmla="*/ 1001 w 925797"/>
              <a:gd name="csY19" fmla="*/ 249740 h 545009"/>
              <a:gd name="csX20" fmla="*/ 374985 w 925797"/>
              <a:gd name="csY20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21902 h 545009"/>
              <a:gd name="csX6" fmla="*/ 833633 w 925797"/>
              <a:gd name="csY6" fmla="*/ 305933 h 545009"/>
              <a:gd name="csX7" fmla="*/ 925797 w 925797"/>
              <a:gd name="csY7" fmla="*/ 214019 h 545009"/>
              <a:gd name="csX8" fmla="*/ 730287 w 925797"/>
              <a:gd name="csY8" fmla="*/ 19036 h 545009"/>
              <a:gd name="csX9" fmla="*/ 638123 w 925797"/>
              <a:gd name="csY9" fmla="*/ 19036 h 545009"/>
              <a:gd name="csX10" fmla="*/ 442614 w 925797"/>
              <a:gd name="csY10" fmla="*/ 214019 h 545009"/>
              <a:gd name="csX11" fmla="*/ 534778 w 925797"/>
              <a:gd name="csY11" fmla="*/ 305933 h 545009"/>
              <a:gd name="csX12" fmla="*/ 619035 w 925797"/>
              <a:gd name="csY12" fmla="*/ 221903 h 545009"/>
              <a:gd name="csX13" fmla="*/ 611370 w 925797"/>
              <a:gd name="csY13" fmla="*/ 257499 h 545009"/>
              <a:gd name="csX14" fmla="*/ 374985 w 925797"/>
              <a:gd name="csY14" fmla="*/ 414669 h 545009"/>
              <a:gd name="csX15" fmla="*/ 142583 w 925797"/>
              <a:gd name="csY15" fmla="*/ 266889 h 545009"/>
              <a:gd name="csX16" fmla="*/ 133962 w 925797"/>
              <a:gd name="csY16" fmla="*/ 240137 h 545009"/>
              <a:gd name="csX17" fmla="*/ 0 w 925797"/>
              <a:gd name="csY17" fmla="*/ 240137 h 545009"/>
              <a:gd name="csX18" fmla="*/ 1001 w 925797"/>
              <a:gd name="csY18" fmla="*/ 249740 h 545009"/>
              <a:gd name="csX19" fmla="*/ 374985 w 925797"/>
              <a:gd name="csY19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427945 h 545009"/>
              <a:gd name="csX4" fmla="*/ 749375 w 925797"/>
              <a:gd name="csY4" fmla="*/ 221902 h 545009"/>
              <a:gd name="csX5" fmla="*/ 833633 w 925797"/>
              <a:gd name="csY5" fmla="*/ 305933 h 545009"/>
              <a:gd name="csX6" fmla="*/ 925797 w 925797"/>
              <a:gd name="csY6" fmla="*/ 214019 h 545009"/>
              <a:gd name="csX7" fmla="*/ 730287 w 925797"/>
              <a:gd name="csY7" fmla="*/ 19036 h 545009"/>
              <a:gd name="csX8" fmla="*/ 638123 w 925797"/>
              <a:gd name="csY8" fmla="*/ 19036 h 545009"/>
              <a:gd name="csX9" fmla="*/ 442614 w 925797"/>
              <a:gd name="csY9" fmla="*/ 214019 h 545009"/>
              <a:gd name="csX10" fmla="*/ 534778 w 925797"/>
              <a:gd name="csY10" fmla="*/ 305933 h 545009"/>
              <a:gd name="csX11" fmla="*/ 619035 w 925797"/>
              <a:gd name="csY11" fmla="*/ 221903 h 545009"/>
              <a:gd name="csX12" fmla="*/ 611370 w 925797"/>
              <a:gd name="csY12" fmla="*/ 257499 h 545009"/>
              <a:gd name="csX13" fmla="*/ 374985 w 925797"/>
              <a:gd name="csY13" fmla="*/ 414669 h 545009"/>
              <a:gd name="csX14" fmla="*/ 142583 w 925797"/>
              <a:gd name="csY14" fmla="*/ 266889 h 545009"/>
              <a:gd name="csX15" fmla="*/ 133962 w 925797"/>
              <a:gd name="csY15" fmla="*/ 240137 h 545009"/>
              <a:gd name="csX16" fmla="*/ 0 w 925797"/>
              <a:gd name="csY16" fmla="*/ 240137 h 545009"/>
              <a:gd name="csX17" fmla="*/ 1001 w 925797"/>
              <a:gd name="csY17" fmla="*/ 249740 h 545009"/>
              <a:gd name="csX18" fmla="*/ 374985 w 925797"/>
              <a:gd name="csY18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221902 h 545009"/>
              <a:gd name="csX4" fmla="*/ 833633 w 925797"/>
              <a:gd name="csY4" fmla="*/ 305933 h 545009"/>
              <a:gd name="csX5" fmla="*/ 925797 w 925797"/>
              <a:gd name="csY5" fmla="*/ 214019 h 545009"/>
              <a:gd name="csX6" fmla="*/ 730287 w 925797"/>
              <a:gd name="csY6" fmla="*/ 19036 h 545009"/>
              <a:gd name="csX7" fmla="*/ 638123 w 925797"/>
              <a:gd name="csY7" fmla="*/ 19036 h 545009"/>
              <a:gd name="csX8" fmla="*/ 442614 w 925797"/>
              <a:gd name="csY8" fmla="*/ 214019 h 545009"/>
              <a:gd name="csX9" fmla="*/ 534778 w 925797"/>
              <a:gd name="csY9" fmla="*/ 305933 h 545009"/>
              <a:gd name="csX10" fmla="*/ 619035 w 925797"/>
              <a:gd name="csY10" fmla="*/ 221903 h 545009"/>
              <a:gd name="csX11" fmla="*/ 611370 w 925797"/>
              <a:gd name="csY11" fmla="*/ 257499 h 545009"/>
              <a:gd name="csX12" fmla="*/ 374985 w 925797"/>
              <a:gd name="csY12" fmla="*/ 414669 h 545009"/>
              <a:gd name="csX13" fmla="*/ 142583 w 925797"/>
              <a:gd name="csY13" fmla="*/ 266889 h 545009"/>
              <a:gd name="csX14" fmla="*/ 133962 w 925797"/>
              <a:gd name="csY14" fmla="*/ 240137 h 545009"/>
              <a:gd name="csX15" fmla="*/ 0 w 925797"/>
              <a:gd name="csY15" fmla="*/ 240137 h 545009"/>
              <a:gd name="csX16" fmla="*/ 1001 w 925797"/>
              <a:gd name="csY16" fmla="*/ 249740 h 545009"/>
              <a:gd name="csX17" fmla="*/ 374985 w 925797"/>
              <a:gd name="csY17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925797" h="545009">
                <a:moveTo>
                  <a:pt x="374985" y="545009"/>
                </a:moveTo>
                <a:cubicBezTo>
                  <a:pt x="536555" y="545009"/>
                  <a:pt x="676196" y="447293"/>
                  <a:pt x="731597" y="307100"/>
                </a:cubicBezTo>
                <a:cubicBezTo>
                  <a:pt x="742855" y="276923"/>
                  <a:pt x="746116" y="251190"/>
                  <a:pt x="749375" y="221902"/>
                </a:cubicBezTo>
                <a:lnTo>
                  <a:pt x="833633" y="305933"/>
                </a:lnTo>
                <a:lnTo>
                  <a:pt x="925797" y="214019"/>
                </a:lnTo>
                <a:lnTo>
                  <a:pt x="730287" y="19036"/>
                </a:lnTo>
                <a:cubicBezTo>
                  <a:pt x="704838" y="-6345"/>
                  <a:pt x="663572" y="-6345"/>
                  <a:pt x="638123" y="19036"/>
                </a:cubicBezTo>
                <a:lnTo>
                  <a:pt x="442614" y="214019"/>
                </a:lnTo>
                <a:lnTo>
                  <a:pt x="534778" y="305933"/>
                </a:lnTo>
                <a:lnTo>
                  <a:pt x="619035" y="221903"/>
                </a:lnTo>
                <a:lnTo>
                  <a:pt x="611370" y="257499"/>
                </a:lnTo>
                <a:cubicBezTo>
                  <a:pt x="576312" y="348170"/>
                  <a:pt x="484586" y="414669"/>
                  <a:pt x="374985" y="414669"/>
                </a:cubicBezTo>
                <a:cubicBezTo>
                  <a:pt x="268845" y="414669"/>
                  <a:pt x="180248" y="352805"/>
                  <a:pt x="142583" y="266889"/>
                </a:cubicBezTo>
                <a:lnTo>
                  <a:pt x="133962" y="240137"/>
                </a:lnTo>
                <a:lnTo>
                  <a:pt x="0" y="240137"/>
                </a:lnTo>
                <a:lnTo>
                  <a:pt x="1001" y="249740"/>
                </a:lnTo>
                <a:cubicBezTo>
                  <a:pt x="37038" y="419781"/>
                  <a:pt x="192584" y="545009"/>
                  <a:pt x="374985" y="545009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0562" y="332597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6359" y="332597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4256" y="332597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37940" y="332597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5941" y="332597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5990" y="332597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6814" y="332597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16286" y="332597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30237" y="332597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92765" y="332597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957" y="332597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32052" y="332597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88459" y="332597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592</TotalTime>
  <Words>14</Words>
  <Application>Microsoft Office PowerPoint</Application>
  <PresentationFormat>Widescreen</PresentationFormat>
  <Paragraphs>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29</cp:revision>
  <dcterms:created xsi:type="dcterms:W3CDTF">2026-02-24T23:11:14Z</dcterms:created>
  <dcterms:modified xsi:type="dcterms:W3CDTF">2026-05-24T08:54:13Z</dcterms:modified>
</cp:coreProperties>
</file>