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3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/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/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186</TotalTime>
  <Words>14</Words>
  <Application>Microsoft Office PowerPoint</Application>
  <PresentationFormat>Widescreen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5" baseType="lpstr"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13</cp:revision>
  <dcterms:created xsi:type="dcterms:W3CDTF">2026-02-24T23:11:14Z</dcterms:created>
  <dcterms:modified xsi:type="dcterms:W3CDTF">2026-03-10T10:06:03Z</dcterms:modified>
</cp:coreProperties>
</file>