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A8F0"/>
    <a:srgbClr val="ECC31D"/>
    <a:srgbClr val="E94B3A"/>
    <a:srgbClr val="36E67F"/>
    <a:srgbClr val="C775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2C13025-5D67-6C8B-54DE-83B2023BAE11}"/>
              </a:ext>
            </a:extLst>
          </p:cNvPr>
          <p:cNvSpPr/>
          <p:nvPr/>
        </p:nvSpPr>
        <p:spPr>
          <a:xfrm>
            <a:off x="1528959" y="867631"/>
            <a:ext cx="937260" cy="652166"/>
          </a:xfrm>
          <a:prstGeom prst="roundRect">
            <a:avLst/>
          </a:prstGeom>
          <a:solidFill>
            <a:srgbClr val="C775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52EF61E-B836-2759-45C5-72267A0CF283}"/>
              </a:ext>
            </a:extLst>
          </p:cNvPr>
          <p:cNvSpPr/>
          <p:nvPr/>
        </p:nvSpPr>
        <p:spPr>
          <a:xfrm>
            <a:off x="7421444" y="86763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ECC3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BB5A4F-F999-516C-69E5-2D27239483B8}"/>
              </a:ext>
            </a:extLst>
          </p:cNvPr>
          <p:cNvSpPr/>
          <p:nvPr/>
        </p:nvSpPr>
        <p:spPr>
          <a:xfrm>
            <a:off x="5958835" y="867632"/>
            <a:ext cx="937260" cy="652165"/>
          </a:xfrm>
          <a:prstGeom prst="rect">
            <a:avLst/>
          </a:prstGeom>
          <a:solidFill>
            <a:srgbClr val="36E6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2E213A89-99A8-A872-0282-9D1A8FF97292}"/>
              </a:ext>
            </a:extLst>
          </p:cNvPr>
          <p:cNvSpPr/>
          <p:nvPr/>
        </p:nvSpPr>
        <p:spPr>
          <a:xfrm rot="16200000" flipH="1">
            <a:off x="4921949" y="7250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E94B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6B87F79-2AD4-F7CE-83A6-69F0513E9B18}"/>
              </a:ext>
            </a:extLst>
          </p:cNvPr>
          <p:cNvSpPr/>
          <p:nvPr/>
        </p:nvSpPr>
        <p:spPr>
          <a:xfrm>
            <a:off x="3603083" y="86763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3BA8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094784" y="179529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1844342" y="179529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290248" y="1795299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3930488" y="179529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7757048" y="1795299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1528959" y="2440132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421444" y="24401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4D4FE2-C49A-ACF6-691E-6898E3D2089D}"/>
              </a:ext>
            </a:extLst>
          </p:cNvPr>
          <p:cNvSpPr/>
          <p:nvPr/>
        </p:nvSpPr>
        <p:spPr>
          <a:xfrm>
            <a:off x="5958835" y="2440133"/>
            <a:ext cx="937260" cy="6521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4921949" y="2297586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603083" y="24401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26</TotalTime>
  <Words>5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</cp:revision>
  <dcterms:created xsi:type="dcterms:W3CDTF">2026-02-24T23:11:14Z</dcterms:created>
  <dcterms:modified xsi:type="dcterms:W3CDTF">2026-02-25T09:48:06Z</dcterms:modified>
</cp:coreProperties>
</file>