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DEDA1"/>
    <a:srgbClr val="36E67F"/>
    <a:srgbClr val="C775E7"/>
    <a:srgbClr val="3BA8F0"/>
    <a:srgbClr val="ECC31D"/>
    <a:srgbClr val="E94B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4BD6A4C-1DF2-97B0-CDDE-ED2A12EB5A2D}"/>
              </a:ext>
            </a:extLst>
          </p:cNvPr>
          <p:cNvSpPr/>
          <p:nvPr/>
        </p:nvSpPr>
        <p:spPr>
          <a:xfrm>
            <a:off x="2546329" y="4351605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9750E4F2-092D-D55C-C68A-477569CD3EDD}"/>
              </a:ext>
            </a:extLst>
          </p:cNvPr>
          <p:cNvSpPr/>
          <p:nvPr/>
        </p:nvSpPr>
        <p:spPr>
          <a:xfrm>
            <a:off x="7698281" y="4351606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ECC31D"/>
          </a:solidFill>
          <a:ln w="317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371E4BC-2DC4-9584-3E97-146A28B7BF4D}"/>
              </a:ext>
            </a:extLst>
          </p:cNvPr>
          <p:cNvSpPr/>
          <p:nvPr/>
        </p:nvSpPr>
        <p:spPr>
          <a:xfrm rot="16200000" flipH="1">
            <a:off x="5198786" y="4209059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E94B3A"/>
          </a:solidFill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0A94A3C3-53FE-2FEC-298B-03D9F582B428}"/>
              </a:ext>
            </a:extLst>
          </p:cNvPr>
          <p:cNvSpPr/>
          <p:nvPr/>
        </p:nvSpPr>
        <p:spPr>
          <a:xfrm>
            <a:off x="3879920" y="4351606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3BA8F0"/>
          </a:solidFill>
          <a:ln w="31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E1F0008-F991-AD16-8A3D-DA5DD5F510EE}"/>
              </a:ext>
            </a:extLst>
          </p:cNvPr>
          <p:cNvSpPr/>
          <p:nvPr/>
        </p:nvSpPr>
        <p:spPr>
          <a:xfrm>
            <a:off x="6235672" y="4351606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9392FCD-1BF2-D49D-59C8-CF3D31931DF8}"/>
              </a:ext>
            </a:extLst>
          </p:cNvPr>
          <p:cNvSpPr/>
          <p:nvPr/>
        </p:nvSpPr>
        <p:spPr>
          <a:xfrm>
            <a:off x="2546329" y="4351605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9BCAF1F1-9E2A-5A10-5A33-DE1FCE7BF266}"/>
              </a:ext>
            </a:extLst>
          </p:cNvPr>
          <p:cNvSpPr/>
          <p:nvPr/>
        </p:nvSpPr>
        <p:spPr>
          <a:xfrm>
            <a:off x="7698281" y="4351606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8FE09A29-1662-8CD5-0334-02F4A401BD08}"/>
              </a:ext>
            </a:extLst>
          </p:cNvPr>
          <p:cNvSpPr/>
          <p:nvPr/>
        </p:nvSpPr>
        <p:spPr>
          <a:xfrm rot="16200000" flipH="1">
            <a:off x="5198786" y="4209059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9ABB434-3C06-ED09-B083-3E5B8DA11418}"/>
              </a:ext>
            </a:extLst>
          </p:cNvPr>
          <p:cNvSpPr/>
          <p:nvPr/>
        </p:nvSpPr>
        <p:spPr>
          <a:xfrm>
            <a:off x="3879920" y="4351606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9F143377-1F13-7440-784E-D6B996921272}"/>
              </a:ext>
            </a:extLst>
          </p:cNvPr>
          <p:cNvSpPr/>
          <p:nvPr/>
        </p:nvSpPr>
        <p:spPr>
          <a:xfrm>
            <a:off x="6235672" y="4351606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7556BA3-B4F7-C145-8E04-7821A3972EFE}"/>
              </a:ext>
            </a:extLst>
          </p:cNvPr>
          <p:cNvSpPr/>
          <p:nvPr/>
        </p:nvSpPr>
        <p:spPr>
          <a:xfrm>
            <a:off x="2539535" y="4351605"/>
            <a:ext cx="937260" cy="652166"/>
          </a:xfrm>
          <a:prstGeom prst="roundRect">
            <a:avLst/>
          </a:prstGeom>
          <a:gradFill flip="none" rotWithShape="1">
            <a:gsLst>
              <a:gs pos="78000">
                <a:schemeClr val="bg1">
                  <a:alpha val="0"/>
                </a:schemeClr>
              </a:gs>
              <a:gs pos="0">
                <a:srgbClr val="7030A0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C283FF18-3963-DCCC-A7FA-A8FC208C87AE}"/>
              </a:ext>
            </a:extLst>
          </p:cNvPr>
          <p:cNvSpPr/>
          <p:nvPr/>
        </p:nvSpPr>
        <p:spPr>
          <a:xfrm>
            <a:off x="7698281" y="4351606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76000">
                <a:schemeClr val="bg1">
                  <a:alpha val="0"/>
                </a:schemeClr>
              </a:gs>
              <a:gs pos="24000">
                <a:srgbClr val="FFC000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86095542-DB0B-13A3-41B4-1E9C805B1DE8}"/>
              </a:ext>
            </a:extLst>
          </p:cNvPr>
          <p:cNvSpPr/>
          <p:nvPr/>
        </p:nvSpPr>
        <p:spPr>
          <a:xfrm rot="16200000" flipV="1">
            <a:off x="5198786" y="4209059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81000">
                <a:schemeClr val="bg1">
                  <a:alpha val="0"/>
                </a:schemeClr>
              </a:gs>
              <a:gs pos="0">
                <a:srgbClr val="FF0000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FCE63B5-CC96-2583-618E-6957E064CBFA}"/>
              </a:ext>
            </a:extLst>
          </p:cNvPr>
          <p:cNvSpPr/>
          <p:nvPr/>
        </p:nvSpPr>
        <p:spPr>
          <a:xfrm>
            <a:off x="3879920" y="4351606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69000">
                <a:schemeClr val="bg1">
                  <a:alpha val="0"/>
                </a:schemeClr>
              </a:gs>
              <a:gs pos="0">
                <a:srgbClr val="0070C0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0" name="Freeform: Shape 49">
            <a:extLst>
              <a:ext uri="{FF2B5EF4-FFF2-40B4-BE49-F238E27FC236}">
                <a16:creationId xmlns:a16="http://schemas.microsoft.com/office/drawing/2014/main" id="{615C66A9-F525-F4F5-91FA-E8615F062D6F}"/>
              </a:ext>
            </a:extLst>
          </p:cNvPr>
          <p:cNvSpPr/>
          <p:nvPr/>
        </p:nvSpPr>
        <p:spPr>
          <a:xfrm>
            <a:off x="6235672" y="4351606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3000">
                <a:schemeClr val="bg1">
                  <a:alpha val="0"/>
                </a:schemeClr>
              </a:gs>
              <a:gs pos="0">
                <a:srgbClr val="00B050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81</TotalTime>
  <Words>5</Words>
  <Application>Microsoft Office PowerPoint</Application>
  <PresentationFormat>Widescreen</PresentationFormat>
  <Paragraphs>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4</cp:revision>
  <dcterms:created xsi:type="dcterms:W3CDTF">2026-02-24T23:11:14Z</dcterms:created>
  <dcterms:modified xsi:type="dcterms:W3CDTF">2026-03-02T22:29:09Z</dcterms:modified>
</cp:coreProperties>
</file>