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5C"/>
    <a:srgbClr val="F86042"/>
    <a:srgbClr val="FF4747"/>
    <a:srgbClr val="229BEE"/>
    <a:srgbClr val="3BA8F0"/>
    <a:srgbClr val="C269E5"/>
    <a:srgbClr val="C775E7"/>
    <a:srgbClr val="FBA305"/>
    <a:srgbClr val="F74B29"/>
    <a:srgbClr val="F3D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3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59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1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17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2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78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4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28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6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01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gradFill flip="none" rotWithShape="1">
          <a:gsLst>
            <a:gs pos="0">
              <a:schemeClr val="bg1">
                <a:lumMod val="50000"/>
              </a:schemeClr>
            </a:gs>
            <a:gs pos="97000">
              <a:schemeClr val="tx1">
                <a:lumMod val="75000"/>
                <a:lumOff val="2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9DB6F-C86C-300D-D2D5-E920132438A1}"/>
              </a:ext>
            </a:extLst>
          </p:cNvPr>
          <p:cNvSpPr txBox="1"/>
          <p:nvPr userDrawn="1"/>
        </p:nvSpPr>
        <p:spPr>
          <a:xfrm>
            <a:off x="2967318" y="995082"/>
            <a:ext cx="5371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Modifier le template dans </a:t>
            </a:r>
            <a:r>
              <a:rPr lang="en-US" dirty="0" err="1"/>
              <a:t>ce</a:t>
            </a:r>
            <a:r>
              <a:rPr lang="en-US" dirty="0"/>
              <a:t> dossier:</a:t>
            </a:r>
          </a:p>
          <a:p>
            <a:endParaRPr lang="en-US" dirty="0"/>
          </a:p>
          <a:p>
            <a:r>
              <a:rPr lang="en-US" dirty="0"/>
              <a:t>C:\Users\pierr\AppData\Roaming\Microsoft\Templates</a:t>
            </a:r>
          </a:p>
        </p:txBody>
      </p:sp>
    </p:spTree>
    <p:extLst>
      <p:ext uri="{BB962C8B-B14F-4D97-AF65-F5344CB8AC3E}">
        <p14:creationId xmlns:p14="http://schemas.microsoft.com/office/powerpoint/2010/main" val="153982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35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E7B2A0B-8E46-5B14-ABBD-C5A6ABCE9635}"/>
              </a:ext>
            </a:extLst>
          </p:cNvPr>
          <p:cNvGrpSpPr/>
          <p:nvPr/>
        </p:nvGrpSpPr>
        <p:grpSpPr>
          <a:xfrm>
            <a:off x="3731686" y="79873"/>
            <a:ext cx="4708840" cy="369332"/>
            <a:chOff x="487789" y="165598"/>
            <a:chExt cx="4708840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97A0BF1-A07E-C291-06DB-390F9668E87D}"/>
                </a:ext>
              </a:extLst>
            </p:cNvPr>
            <p:cNvSpPr txBox="1"/>
            <p:nvPr/>
          </p:nvSpPr>
          <p:spPr>
            <a:xfrm>
              <a:off x="487789" y="16559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6FE4204-BEDE-AB1A-FDC6-CE2BC2D0C466}"/>
                </a:ext>
              </a:extLst>
            </p:cNvPr>
            <p:cNvSpPr txBox="1"/>
            <p:nvPr/>
          </p:nvSpPr>
          <p:spPr>
            <a:xfrm>
              <a:off x="4935019" y="16559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758F67-FC8D-E4E6-B3F8-C0E6FDBC9C48}"/>
                </a:ext>
              </a:extLst>
            </p:cNvPr>
            <p:cNvSpPr txBox="1"/>
            <p:nvPr/>
          </p:nvSpPr>
          <p:spPr>
            <a:xfrm>
              <a:off x="3824399" y="16559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D6A337-A633-B877-B90D-71E3502CAC70}"/>
                </a:ext>
              </a:extLst>
            </p:cNvPr>
            <p:cNvSpPr txBox="1"/>
            <p:nvPr/>
          </p:nvSpPr>
          <p:spPr>
            <a:xfrm>
              <a:off x="1606671" y="165598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B02AB71-560D-B89E-5DE4-34FAB3B4358B}"/>
                </a:ext>
              </a:extLst>
            </p:cNvPr>
            <p:cNvSpPr txBox="1"/>
            <p:nvPr/>
          </p:nvSpPr>
          <p:spPr>
            <a:xfrm>
              <a:off x="2701509" y="16559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A2FF7DB0-CB97-70D1-934C-873635A6D180}"/>
              </a:ext>
            </a:extLst>
          </p:cNvPr>
          <p:cNvGrpSpPr/>
          <p:nvPr/>
        </p:nvGrpSpPr>
        <p:grpSpPr>
          <a:xfrm>
            <a:off x="3325000" y="5917455"/>
            <a:ext cx="5542000" cy="779228"/>
            <a:chOff x="81103" y="6003180"/>
            <a:chExt cx="5542000" cy="77922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C258499-7BFA-B668-638C-EF67C217B11B}"/>
                </a:ext>
              </a:extLst>
            </p:cNvPr>
            <p:cNvSpPr/>
            <p:nvPr/>
          </p:nvSpPr>
          <p:spPr>
            <a:xfrm>
              <a:off x="81103" y="6003180"/>
              <a:ext cx="1119866" cy="77922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6E2E98-8500-C887-096F-88AC402AC551}"/>
                </a:ext>
              </a:extLst>
            </p:cNvPr>
            <p:cNvSpPr/>
            <p:nvPr/>
          </p:nvSpPr>
          <p:spPr>
            <a:xfrm>
              <a:off x="4508545" y="6003183"/>
              <a:ext cx="1114558" cy="779224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A0BF110-1D3A-A1BE-7C60-69C6793DB6E7}"/>
                </a:ext>
              </a:extLst>
            </p:cNvPr>
            <p:cNvSpPr/>
            <p:nvPr/>
          </p:nvSpPr>
          <p:spPr>
            <a:xfrm>
              <a:off x="3401683" y="6003183"/>
              <a:ext cx="1119866" cy="779224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9B2D5B-76F2-6081-B812-1673044E4E65}"/>
                </a:ext>
              </a:extLst>
            </p:cNvPr>
            <p:cNvSpPr/>
            <p:nvPr/>
          </p:nvSpPr>
          <p:spPr>
            <a:xfrm>
              <a:off x="1187963" y="6003182"/>
              <a:ext cx="1119866" cy="77922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DBA04C-4415-6DCC-31D0-1F5B0CBE4CEC}"/>
                </a:ext>
              </a:extLst>
            </p:cNvPr>
            <p:cNvSpPr/>
            <p:nvPr/>
          </p:nvSpPr>
          <p:spPr>
            <a:xfrm rot="16200000" flipH="1">
              <a:off x="2465144" y="5832861"/>
              <a:ext cx="779224" cy="1119866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5420188E-E1B5-15B7-2696-CE106AE6FB20}"/>
              </a:ext>
            </a:extLst>
          </p:cNvPr>
          <p:cNvGrpSpPr/>
          <p:nvPr/>
        </p:nvGrpSpPr>
        <p:grpSpPr>
          <a:xfrm>
            <a:off x="3416303" y="504932"/>
            <a:ext cx="5359827" cy="652166"/>
            <a:chOff x="172406" y="590657"/>
            <a:chExt cx="5359827" cy="652166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D918A5B-26F9-FECE-9F35-ACD138E793B7}"/>
                </a:ext>
              </a:extLst>
            </p:cNvPr>
            <p:cNvSpPr/>
            <p:nvPr/>
          </p:nvSpPr>
          <p:spPr>
            <a:xfrm>
              <a:off x="172406" y="590657"/>
              <a:ext cx="937260" cy="652166"/>
            </a:xfrm>
            <a:prstGeom prst="roundRect">
              <a:avLst/>
            </a:prstGeom>
            <a:solidFill>
              <a:srgbClr val="C775E7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3356123-EF77-05C1-9FB9-FBBBCDC59944}"/>
                </a:ext>
              </a:extLst>
            </p:cNvPr>
            <p:cNvSpPr/>
            <p:nvPr/>
          </p:nvSpPr>
          <p:spPr>
            <a:xfrm>
              <a:off x="4599415" y="59065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solidFill>
              <a:srgbClr val="F3DB4B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1522247-39E1-0236-035B-92292FC34695}"/>
                </a:ext>
              </a:extLst>
            </p:cNvPr>
            <p:cNvSpPr/>
            <p:nvPr/>
          </p:nvSpPr>
          <p:spPr>
            <a:xfrm>
              <a:off x="3492986" y="59065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solidFill>
              <a:srgbClr val="36E67F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F50C49-06DF-2E1E-0A79-45B0D2B6A06A}"/>
                </a:ext>
              </a:extLst>
            </p:cNvPr>
            <p:cNvSpPr/>
            <p:nvPr/>
          </p:nvSpPr>
          <p:spPr>
            <a:xfrm>
              <a:off x="1279266" y="59065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solidFill>
              <a:srgbClr val="3BA8F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140ADF6-FE78-3E11-CF9E-1E928B2E7AEE}"/>
                </a:ext>
              </a:extLst>
            </p:cNvPr>
            <p:cNvSpPr/>
            <p:nvPr/>
          </p:nvSpPr>
          <p:spPr>
            <a:xfrm rot="16200000" flipH="1">
              <a:off x="2528674" y="448110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solidFill>
              <a:srgbClr val="F8604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36FE9D68-BA4D-6DB3-5A06-0678AC7BD17B}"/>
              </a:ext>
            </a:extLst>
          </p:cNvPr>
          <p:cNvGrpSpPr/>
          <p:nvPr/>
        </p:nvGrpSpPr>
        <p:grpSpPr>
          <a:xfrm>
            <a:off x="3416303" y="1212825"/>
            <a:ext cx="5359827" cy="652166"/>
            <a:chOff x="172406" y="2006443"/>
            <a:chExt cx="5359827" cy="65216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7AF6779-4F34-5962-5E22-E7DABD566F5D}"/>
                </a:ext>
              </a:extLst>
            </p:cNvPr>
            <p:cNvSpPr/>
            <p:nvPr/>
          </p:nvSpPr>
          <p:spPr>
            <a:xfrm>
              <a:off x="172406" y="2006443"/>
              <a:ext cx="937260" cy="652166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8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38BF728-E7E6-8421-8840-6E3ECD9A75DD}"/>
                </a:ext>
              </a:extLst>
            </p:cNvPr>
            <p:cNvSpPr/>
            <p:nvPr/>
          </p:nvSpPr>
          <p:spPr>
            <a:xfrm>
              <a:off x="4599415" y="2006444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2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C539027-E51B-BF43-E640-102FDFA8D418}"/>
                </a:ext>
              </a:extLst>
            </p:cNvPr>
            <p:cNvSpPr/>
            <p:nvPr/>
          </p:nvSpPr>
          <p:spPr>
            <a:xfrm>
              <a:off x="3492986" y="2006444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1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163783E-ABBA-32CC-CDE3-A5BD115DA911}"/>
                </a:ext>
              </a:extLst>
            </p:cNvPr>
            <p:cNvSpPr/>
            <p:nvPr/>
          </p:nvSpPr>
          <p:spPr>
            <a:xfrm>
              <a:off x="1279266" y="2006444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40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3960F27-E2A1-DEAE-24C4-DEF281EA1B1B}"/>
                </a:ext>
              </a:extLst>
            </p:cNvPr>
            <p:cNvSpPr/>
            <p:nvPr/>
          </p:nvSpPr>
          <p:spPr>
            <a:xfrm rot="16200000" flipH="1">
              <a:off x="2528674" y="1863896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5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D43E7B1-04F5-DD56-A3A7-44836E849CA9}"/>
              </a:ext>
            </a:extLst>
          </p:cNvPr>
          <p:cNvGrpSpPr/>
          <p:nvPr/>
        </p:nvGrpSpPr>
        <p:grpSpPr>
          <a:xfrm>
            <a:off x="3409509" y="1920718"/>
            <a:ext cx="5366621" cy="652166"/>
            <a:chOff x="165612" y="1298550"/>
            <a:chExt cx="5366621" cy="652166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3E6B6F7E-A514-E5E8-31C1-DF5093167C09}"/>
                </a:ext>
              </a:extLst>
            </p:cNvPr>
            <p:cNvSpPr/>
            <p:nvPr/>
          </p:nvSpPr>
          <p:spPr>
            <a:xfrm>
              <a:off x="165612" y="1298550"/>
              <a:ext cx="937260" cy="652166"/>
            </a:xfrm>
            <a:prstGeom prst="roundRect">
              <a:avLst/>
            </a:prstGeom>
            <a:gradFill flip="none" rotWithShape="1">
              <a:gsLst>
                <a:gs pos="36000">
                  <a:srgbClr val="C775E7">
                    <a:alpha val="0"/>
                  </a:srgbClr>
                </a:gs>
                <a:gs pos="100000">
                  <a:srgbClr val="C269E5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B0B0D2A-022E-8F5E-8411-714433AD4B8F}"/>
                </a:ext>
              </a:extLst>
            </p:cNvPr>
            <p:cNvSpPr/>
            <p:nvPr/>
          </p:nvSpPr>
          <p:spPr>
            <a:xfrm>
              <a:off x="4599415" y="1298551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35000">
                  <a:srgbClr val="FFC000">
                    <a:alpha val="0"/>
                  </a:srgbClr>
                </a:gs>
                <a:gs pos="100000">
                  <a:srgbClr val="FFC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B97C30A-AA16-3450-7EA7-DC6675872577}"/>
                </a:ext>
              </a:extLst>
            </p:cNvPr>
            <p:cNvSpPr/>
            <p:nvPr/>
          </p:nvSpPr>
          <p:spPr>
            <a:xfrm>
              <a:off x="3492986" y="1298551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41000">
                  <a:srgbClr val="00CC5C">
                    <a:alpha val="0"/>
                  </a:srgbClr>
                </a:gs>
                <a:gs pos="100000">
                  <a:srgbClr val="00CC5C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64584AC-A76D-2A91-4EE9-E4EC8579A03C}"/>
                </a:ext>
              </a:extLst>
            </p:cNvPr>
            <p:cNvSpPr/>
            <p:nvPr/>
          </p:nvSpPr>
          <p:spPr>
            <a:xfrm>
              <a:off x="1279266" y="1298551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229BEE">
                    <a:alpha val="0"/>
                  </a:srgbClr>
                </a:gs>
                <a:gs pos="100000">
                  <a:srgbClr val="229BEE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BFC28F2-7FCE-1D1F-214C-9AAE3371FC83}"/>
                </a:ext>
              </a:extLst>
            </p:cNvPr>
            <p:cNvSpPr/>
            <p:nvPr/>
          </p:nvSpPr>
          <p:spPr>
            <a:xfrm rot="16200000" flipV="1">
              <a:off x="2528674" y="1156004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41000">
                  <a:srgbClr val="FF4747">
                    <a:alpha val="0"/>
                  </a:srgbClr>
                </a:gs>
                <a:gs pos="100000">
                  <a:srgbClr val="FF4747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60F01C77-54CA-92D8-3381-5289EF316187}"/>
              </a:ext>
            </a:extLst>
          </p:cNvPr>
          <p:cNvSpPr/>
          <p:nvPr/>
        </p:nvSpPr>
        <p:spPr>
          <a:xfrm>
            <a:off x="3416303" y="2628611"/>
            <a:ext cx="937260" cy="652166"/>
          </a:xfrm>
          <a:prstGeom prst="roundRect">
            <a:avLst/>
          </a:prstGeom>
          <a:gradFill flip="none" rotWithShape="1">
            <a:gsLst>
              <a:gs pos="100000">
                <a:srgbClr val="00B0F0">
                  <a:alpha val="34000"/>
                </a:srgbClr>
              </a:gs>
              <a:gs pos="56000">
                <a:srgbClr val="00B0F0">
                  <a:alpha val="0"/>
                </a:srgb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05948047-C4B8-D6B9-DD83-C0F046BCE0AF}"/>
              </a:ext>
            </a:extLst>
          </p:cNvPr>
          <p:cNvSpPr/>
          <p:nvPr/>
        </p:nvSpPr>
        <p:spPr>
          <a:xfrm>
            <a:off x="7843312" y="2628612"/>
            <a:ext cx="932818" cy="652165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gradFill flip="none" rotWithShape="1">
            <a:gsLst>
              <a:gs pos="95000">
                <a:srgbClr val="F74B29">
                  <a:alpha val="25000"/>
                </a:srgbClr>
              </a:gs>
              <a:gs pos="52000">
                <a:srgbClr val="F74B29">
                  <a:alpha val="0"/>
                </a:srgb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1149BC05-3D9A-33F0-793C-B70D4FABA8CE}"/>
              </a:ext>
            </a:extLst>
          </p:cNvPr>
          <p:cNvSpPr/>
          <p:nvPr/>
        </p:nvSpPr>
        <p:spPr>
          <a:xfrm>
            <a:off x="6736883" y="2628612"/>
            <a:ext cx="937260" cy="652165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gradFill flip="none" rotWithShape="1">
            <a:gsLst>
              <a:gs pos="87000">
                <a:srgbClr val="00B0F0">
                  <a:alpha val="34000"/>
                </a:srgbClr>
              </a:gs>
              <a:gs pos="56000">
                <a:srgbClr val="00B0F0">
                  <a:alpha val="0"/>
                </a:srgb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2F462E7A-4D7E-FA9D-59EB-E3678288C5BE}"/>
              </a:ext>
            </a:extLst>
          </p:cNvPr>
          <p:cNvSpPr/>
          <p:nvPr/>
        </p:nvSpPr>
        <p:spPr>
          <a:xfrm>
            <a:off x="4523163" y="2628612"/>
            <a:ext cx="937260" cy="65216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0070C0">
                  <a:alpha val="67000"/>
                </a:srgbClr>
              </a:gs>
              <a:gs pos="56000">
                <a:srgbClr val="0070C0">
                  <a:alpha val="0"/>
                </a:srgb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D5CD0701-60E1-9FE1-480F-EE450A4A51A9}"/>
              </a:ext>
            </a:extLst>
          </p:cNvPr>
          <p:cNvSpPr/>
          <p:nvPr/>
        </p:nvSpPr>
        <p:spPr>
          <a:xfrm rot="16200000" flipH="1">
            <a:off x="5772571" y="2486065"/>
            <a:ext cx="652164" cy="937260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gradFill flip="none" rotWithShape="1">
            <a:gsLst>
              <a:gs pos="100000">
                <a:srgbClr val="C00000">
                  <a:alpha val="52000"/>
                </a:srgbClr>
              </a:gs>
              <a:gs pos="56000">
                <a:srgbClr val="C00000">
                  <a:alpha val="0"/>
                </a:srgb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663EDC-C74B-C560-C66F-213B956273D9}"/>
              </a:ext>
            </a:extLst>
          </p:cNvPr>
          <p:cNvGrpSpPr/>
          <p:nvPr/>
        </p:nvGrpSpPr>
        <p:grpSpPr>
          <a:xfrm>
            <a:off x="3409509" y="4203447"/>
            <a:ext cx="944054" cy="652166"/>
            <a:chOff x="3409509" y="4203447"/>
            <a:chExt cx="944054" cy="652166"/>
          </a:xfrm>
        </p:grpSpPr>
        <p:sp>
          <p:nvSpPr>
            <p:cNvPr id="370" name="Rectangle: Rounded Corners 369">
              <a:extLst>
                <a:ext uri="{FF2B5EF4-FFF2-40B4-BE49-F238E27FC236}">
                  <a16:creationId xmlns:a16="http://schemas.microsoft.com/office/drawing/2014/main" id="{A6B9C1BF-F644-83F3-17A5-5C0B56DA4962}"/>
                </a:ext>
              </a:extLst>
            </p:cNvPr>
            <p:cNvSpPr/>
            <p:nvPr/>
          </p:nvSpPr>
          <p:spPr>
            <a:xfrm>
              <a:off x="3416303" y="4203447"/>
              <a:ext cx="937260" cy="652166"/>
            </a:xfrm>
            <a:prstGeom prst="roundRect">
              <a:avLst/>
            </a:prstGeom>
            <a:solidFill>
              <a:srgbClr val="C775E7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Rectangle: Rounded Corners 375">
              <a:extLst>
                <a:ext uri="{FF2B5EF4-FFF2-40B4-BE49-F238E27FC236}">
                  <a16:creationId xmlns:a16="http://schemas.microsoft.com/office/drawing/2014/main" id="{F3804E2B-2901-0CDE-8E0F-F7741192D75C}"/>
                </a:ext>
              </a:extLst>
            </p:cNvPr>
            <p:cNvSpPr/>
            <p:nvPr/>
          </p:nvSpPr>
          <p:spPr>
            <a:xfrm>
              <a:off x="3416303" y="4203447"/>
              <a:ext cx="937260" cy="652166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8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: Rounded Corners 381">
              <a:extLst>
                <a:ext uri="{FF2B5EF4-FFF2-40B4-BE49-F238E27FC236}">
                  <a16:creationId xmlns:a16="http://schemas.microsoft.com/office/drawing/2014/main" id="{8614116D-99AE-6F24-502F-D2A00BD24662}"/>
                </a:ext>
              </a:extLst>
            </p:cNvPr>
            <p:cNvSpPr/>
            <p:nvPr/>
          </p:nvSpPr>
          <p:spPr>
            <a:xfrm>
              <a:off x="3409509" y="4203447"/>
              <a:ext cx="937260" cy="652166"/>
            </a:xfrm>
            <a:prstGeom prst="roundRect">
              <a:avLst/>
            </a:prstGeom>
            <a:gradFill flip="none" rotWithShape="1">
              <a:gsLst>
                <a:gs pos="36000">
                  <a:srgbClr val="C775E7">
                    <a:alpha val="0"/>
                  </a:srgbClr>
                </a:gs>
                <a:gs pos="100000">
                  <a:srgbClr val="C269E5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Rectangle: Rounded Corners 387">
              <a:extLst>
                <a:ext uri="{FF2B5EF4-FFF2-40B4-BE49-F238E27FC236}">
                  <a16:creationId xmlns:a16="http://schemas.microsoft.com/office/drawing/2014/main" id="{BD4FB305-52D2-88FD-1E49-42E87DFB74A4}"/>
                </a:ext>
              </a:extLst>
            </p:cNvPr>
            <p:cNvSpPr/>
            <p:nvPr/>
          </p:nvSpPr>
          <p:spPr>
            <a:xfrm>
              <a:off x="3416303" y="4203447"/>
              <a:ext cx="937260" cy="652166"/>
            </a:xfrm>
            <a:prstGeom prst="roundRect">
              <a:avLst/>
            </a:prstGeom>
            <a:gradFill flip="none" rotWithShape="1">
              <a:gsLst>
                <a:gs pos="100000">
                  <a:srgbClr val="00B0F0">
                    <a:alpha val="34000"/>
                  </a:srgbClr>
                </a:gs>
                <a:gs pos="56000">
                  <a:srgbClr val="00B0F0">
                    <a:alpha val="0"/>
                  </a:srgbClr>
                </a:gs>
              </a:gsLst>
              <a:lin ang="6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AD7BC6-3C67-9492-1C09-EFEC587FA6C2}"/>
              </a:ext>
            </a:extLst>
          </p:cNvPr>
          <p:cNvGrpSpPr/>
          <p:nvPr/>
        </p:nvGrpSpPr>
        <p:grpSpPr>
          <a:xfrm>
            <a:off x="7843312" y="4203448"/>
            <a:ext cx="932818" cy="652165"/>
            <a:chOff x="7843312" y="4203448"/>
            <a:chExt cx="932818" cy="652165"/>
          </a:xfrm>
        </p:grpSpPr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59276464-9B79-527E-5AAB-C3277963B384}"/>
                </a:ext>
              </a:extLst>
            </p:cNvPr>
            <p:cNvSpPr/>
            <p:nvPr/>
          </p:nvSpPr>
          <p:spPr>
            <a:xfrm>
              <a:off x="7843312" y="420344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solidFill>
              <a:srgbClr val="F3DB4B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D0B4D892-E91F-2462-7086-0D3804084EC6}"/>
                </a:ext>
              </a:extLst>
            </p:cNvPr>
            <p:cNvSpPr/>
            <p:nvPr/>
          </p:nvSpPr>
          <p:spPr>
            <a:xfrm>
              <a:off x="7843312" y="420344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2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159D3982-00BC-A35D-67B0-6F397C0C5400}"/>
                </a:ext>
              </a:extLst>
            </p:cNvPr>
            <p:cNvSpPr/>
            <p:nvPr/>
          </p:nvSpPr>
          <p:spPr>
            <a:xfrm>
              <a:off x="7843312" y="420344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35000">
                  <a:srgbClr val="FFC000">
                    <a:alpha val="0"/>
                  </a:srgbClr>
                </a:gs>
                <a:gs pos="100000">
                  <a:srgbClr val="FFC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85A12986-16FB-F635-769E-8875AFAFFBF6}"/>
                </a:ext>
              </a:extLst>
            </p:cNvPr>
            <p:cNvSpPr/>
            <p:nvPr/>
          </p:nvSpPr>
          <p:spPr>
            <a:xfrm>
              <a:off x="7843312" y="420344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95000">
                  <a:srgbClr val="F74B29">
                    <a:alpha val="25000"/>
                  </a:srgbClr>
                </a:gs>
                <a:gs pos="52000">
                  <a:srgbClr val="F74B29">
                    <a:alpha val="0"/>
                  </a:srgbClr>
                </a:gs>
              </a:gsLst>
              <a:lin ang="6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7C8A94-B9FF-B529-7D46-0AEB7646C62C}"/>
              </a:ext>
            </a:extLst>
          </p:cNvPr>
          <p:cNvGrpSpPr/>
          <p:nvPr/>
        </p:nvGrpSpPr>
        <p:grpSpPr>
          <a:xfrm>
            <a:off x="6736883" y="4203448"/>
            <a:ext cx="937260" cy="652165"/>
            <a:chOff x="6736883" y="4203448"/>
            <a:chExt cx="937260" cy="652165"/>
          </a:xfrm>
        </p:grpSpPr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5B2EB45-C718-27FC-9BD9-DB40C575D1DF}"/>
                </a:ext>
              </a:extLst>
            </p:cNvPr>
            <p:cNvSpPr/>
            <p:nvPr/>
          </p:nvSpPr>
          <p:spPr>
            <a:xfrm>
              <a:off x="6736883" y="420344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solidFill>
              <a:srgbClr val="36E67F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95B86A62-56C5-7E39-49DA-2A8B8476931F}"/>
                </a:ext>
              </a:extLst>
            </p:cNvPr>
            <p:cNvSpPr/>
            <p:nvPr/>
          </p:nvSpPr>
          <p:spPr>
            <a:xfrm>
              <a:off x="6736883" y="420344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1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D13259C3-6F29-EA99-E506-F44CFE698053}"/>
                </a:ext>
              </a:extLst>
            </p:cNvPr>
            <p:cNvSpPr/>
            <p:nvPr/>
          </p:nvSpPr>
          <p:spPr>
            <a:xfrm>
              <a:off x="6736883" y="420344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41000">
                  <a:srgbClr val="00CC5C">
                    <a:alpha val="0"/>
                  </a:srgbClr>
                </a:gs>
                <a:gs pos="100000">
                  <a:srgbClr val="00CC5C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B153151-5F39-E7DB-53AB-C319303C4144}"/>
                </a:ext>
              </a:extLst>
            </p:cNvPr>
            <p:cNvSpPr/>
            <p:nvPr/>
          </p:nvSpPr>
          <p:spPr>
            <a:xfrm>
              <a:off x="6736883" y="420344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87000">
                  <a:schemeClr val="accent4">
                    <a:lumMod val="60000"/>
                    <a:lumOff val="40000"/>
                    <a:alpha val="49000"/>
                  </a:schemeClr>
                </a:gs>
                <a:gs pos="56000">
                  <a:schemeClr val="accent4">
                    <a:lumMod val="60000"/>
                    <a:lumOff val="40000"/>
                    <a:alpha val="0"/>
                  </a:schemeClr>
                </a:gs>
              </a:gsLst>
              <a:lin ang="6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668C26-BC2E-5B22-E5F7-5D73E1A67772}"/>
              </a:ext>
            </a:extLst>
          </p:cNvPr>
          <p:cNvGrpSpPr/>
          <p:nvPr/>
        </p:nvGrpSpPr>
        <p:grpSpPr>
          <a:xfrm>
            <a:off x="4523163" y="4203448"/>
            <a:ext cx="937260" cy="652164"/>
            <a:chOff x="4523163" y="4203448"/>
            <a:chExt cx="937260" cy="652164"/>
          </a:xfrm>
        </p:grpSpPr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B6303B1-E9A8-F88C-D9B3-1A5D7C330EE0}"/>
                </a:ext>
              </a:extLst>
            </p:cNvPr>
            <p:cNvSpPr/>
            <p:nvPr/>
          </p:nvSpPr>
          <p:spPr>
            <a:xfrm>
              <a:off x="4523163" y="420344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solidFill>
              <a:srgbClr val="3BA8F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DF41C559-56B0-73EE-E347-40E788A9103A}"/>
                </a:ext>
              </a:extLst>
            </p:cNvPr>
            <p:cNvSpPr/>
            <p:nvPr/>
          </p:nvSpPr>
          <p:spPr>
            <a:xfrm>
              <a:off x="4523163" y="420344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40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50577716-8756-5FC9-F1A6-9FCBCF077079}"/>
                </a:ext>
              </a:extLst>
            </p:cNvPr>
            <p:cNvSpPr/>
            <p:nvPr/>
          </p:nvSpPr>
          <p:spPr>
            <a:xfrm>
              <a:off x="4523163" y="420344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229BEE">
                    <a:alpha val="0"/>
                  </a:srgbClr>
                </a:gs>
                <a:gs pos="100000">
                  <a:srgbClr val="229BEE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B285A4C6-ADD5-892E-5FDD-C3115FF2E191}"/>
                </a:ext>
              </a:extLst>
            </p:cNvPr>
            <p:cNvSpPr/>
            <p:nvPr/>
          </p:nvSpPr>
          <p:spPr>
            <a:xfrm>
              <a:off x="4523163" y="420344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0070C0">
                    <a:alpha val="67000"/>
                  </a:srgbClr>
                </a:gs>
                <a:gs pos="56000">
                  <a:srgbClr val="0070C0">
                    <a:alpha val="0"/>
                  </a:srgbClr>
                </a:gs>
              </a:gsLst>
              <a:lin ang="6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C1A55BB-5A19-2645-B1A0-C9EE6B3C3752}"/>
              </a:ext>
            </a:extLst>
          </p:cNvPr>
          <p:cNvGrpSpPr/>
          <p:nvPr/>
        </p:nvGrpSpPr>
        <p:grpSpPr>
          <a:xfrm>
            <a:off x="5630023" y="4203448"/>
            <a:ext cx="937260" cy="652165"/>
            <a:chOff x="5630023" y="4203448"/>
            <a:chExt cx="937260" cy="652165"/>
          </a:xfrm>
        </p:grpSpPr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EC898AD-56E7-E960-36F7-45AEF59C0B1E}"/>
                </a:ext>
              </a:extLst>
            </p:cNvPr>
            <p:cNvSpPr/>
            <p:nvPr/>
          </p:nvSpPr>
          <p:spPr>
            <a:xfrm rot="16200000" flipH="1">
              <a:off x="5772571" y="4060900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solidFill>
              <a:srgbClr val="F8604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A4EC357D-111B-E447-3AE0-293A4C5A277F}"/>
                </a:ext>
              </a:extLst>
            </p:cNvPr>
            <p:cNvSpPr/>
            <p:nvPr/>
          </p:nvSpPr>
          <p:spPr>
            <a:xfrm rot="16200000" flipH="1">
              <a:off x="5772571" y="4060900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5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BF0DED88-A4BF-F579-E38F-673F030F0383}"/>
                </a:ext>
              </a:extLst>
            </p:cNvPr>
            <p:cNvSpPr/>
            <p:nvPr/>
          </p:nvSpPr>
          <p:spPr>
            <a:xfrm rot="16200000" flipV="1">
              <a:off x="5772571" y="4060901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41000">
                  <a:srgbClr val="FF4747">
                    <a:alpha val="0"/>
                  </a:srgbClr>
                </a:gs>
                <a:gs pos="100000">
                  <a:srgbClr val="FF4747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D385030-0EF9-3401-EF2C-35E7E76EB50F}"/>
                </a:ext>
              </a:extLst>
            </p:cNvPr>
            <p:cNvSpPr/>
            <p:nvPr/>
          </p:nvSpPr>
          <p:spPr>
            <a:xfrm rot="16200000" flipH="1">
              <a:off x="5772571" y="4060901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C00000">
                    <a:alpha val="52000"/>
                  </a:srgbClr>
                </a:gs>
                <a:gs pos="56000">
                  <a:srgbClr val="C00000">
                    <a:alpha val="0"/>
                  </a:srgb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5816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EB02AB71-560D-B89E-5DE4-34FAB3B4358B}"/>
              </a:ext>
            </a:extLst>
          </p:cNvPr>
          <p:cNvSpPr txBox="1"/>
          <p:nvPr/>
        </p:nvSpPr>
        <p:spPr>
          <a:xfrm>
            <a:off x="5371621" y="16559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7A0BF1-A07E-C291-06DB-390F9668E87D}"/>
              </a:ext>
            </a:extLst>
          </p:cNvPr>
          <p:cNvSpPr txBox="1"/>
          <p:nvPr/>
        </p:nvSpPr>
        <p:spPr>
          <a:xfrm>
            <a:off x="2861712" y="16559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758F67-FC8D-E4E6-B3F8-C0E6FDBC9C48}"/>
              </a:ext>
            </a:extLst>
          </p:cNvPr>
          <p:cNvSpPr txBox="1"/>
          <p:nvPr/>
        </p:nvSpPr>
        <p:spPr>
          <a:xfrm>
            <a:off x="6567085" y="16559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D6A337-A633-B877-B90D-71E3502CAC70}"/>
              </a:ext>
            </a:extLst>
          </p:cNvPr>
          <p:cNvSpPr txBox="1"/>
          <p:nvPr/>
        </p:nvSpPr>
        <p:spPr>
          <a:xfrm>
            <a:off x="4207325" y="16559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FE4204-BEDE-AB1A-FDC6-CE2BC2D0C466}"/>
              </a:ext>
            </a:extLst>
          </p:cNvPr>
          <p:cNvSpPr txBox="1"/>
          <p:nvPr/>
        </p:nvSpPr>
        <p:spPr>
          <a:xfrm>
            <a:off x="8033885" y="16559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FBA92A9-9010-7BFC-681C-4B863379BF47}"/>
              </a:ext>
            </a:extLst>
          </p:cNvPr>
          <p:cNvSpPr/>
          <p:nvPr/>
        </p:nvSpPr>
        <p:spPr>
          <a:xfrm>
            <a:off x="2546329" y="812168"/>
            <a:ext cx="937260" cy="6521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E0A9775-16AC-CC28-A936-FF5C937D2C3D}"/>
              </a:ext>
            </a:extLst>
          </p:cNvPr>
          <p:cNvSpPr/>
          <p:nvPr/>
        </p:nvSpPr>
        <p:spPr>
          <a:xfrm>
            <a:off x="7698281" y="812169"/>
            <a:ext cx="932818" cy="652165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763365D-02FA-E1A3-5EDF-709DE02770B6}"/>
              </a:ext>
            </a:extLst>
          </p:cNvPr>
          <p:cNvSpPr/>
          <p:nvPr/>
        </p:nvSpPr>
        <p:spPr>
          <a:xfrm rot="16200000" flipH="1">
            <a:off x="5198786" y="669621"/>
            <a:ext cx="652164" cy="937260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031813-5928-9A4C-032E-FF7B84B47C4B}"/>
              </a:ext>
            </a:extLst>
          </p:cNvPr>
          <p:cNvSpPr/>
          <p:nvPr/>
        </p:nvSpPr>
        <p:spPr>
          <a:xfrm>
            <a:off x="3879920" y="812169"/>
            <a:ext cx="937260" cy="65216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697E2C-6CBC-C4BD-5CC2-BD8D6C58D47C}"/>
              </a:ext>
            </a:extLst>
          </p:cNvPr>
          <p:cNvGrpSpPr/>
          <p:nvPr/>
        </p:nvGrpSpPr>
        <p:grpSpPr>
          <a:xfrm>
            <a:off x="2546329" y="1558946"/>
            <a:ext cx="6084770" cy="652166"/>
            <a:chOff x="2546329" y="2239749"/>
            <a:chExt cx="6084770" cy="65216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2C13025-5D67-6C8B-54DE-83B2023BAE11}"/>
                </a:ext>
              </a:extLst>
            </p:cNvPr>
            <p:cNvSpPr/>
            <p:nvPr/>
          </p:nvSpPr>
          <p:spPr>
            <a:xfrm>
              <a:off x="2546329" y="2239749"/>
              <a:ext cx="937260" cy="652166"/>
            </a:xfrm>
            <a:prstGeom prst="roundRect">
              <a:avLst/>
            </a:prstGeom>
            <a:solidFill>
              <a:srgbClr val="C775E7"/>
            </a:solidFill>
            <a:ln w="31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52EF61E-B836-2759-45C5-72267A0CF283}"/>
                </a:ext>
              </a:extLst>
            </p:cNvPr>
            <p:cNvSpPr/>
            <p:nvPr/>
          </p:nvSpPr>
          <p:spPr>
            <a:xfrm>
              <a:off x="7698281" y="2239750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solidFill>
              <a:srgbClr val="ECC31D"/>
            </a:solidFill>
            <a:ln w="31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E213A89-99A8-A872-0282-9D1A8FF97292}"/>
                </a:ext>
              </a:extLst>
            </p:cNvPr>
            <p:cNvSpPr/>
            <p:nvPr/>
          </p:nvSpPr>
          <p:spPr>
            <a:xfrm rot="16200000" flipH="1">
              <a:off x="5198786" y="2097202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solidFill>
              <a:srgbClr val="E94B3A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6B87F79-2AD4-F7CE-83A6-69F0513E9B18}"/>
                </a:ext>
              </a:extLst>
            </p:cNvPr>
            <p:cNvSpPr/>
            <p:nvPr/>
          </p:nvSpPr>
          <p:spPr>
            <a:xfrm>
              <a:off x="3879920" y="2239750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solidFill>
              <a:srgbClr val="3BA8F0"/>
            </a:solidFill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231A9A5-1710-4C6B-848A-D5C60834FE34}"/>
                </a:ext>
              </a:extLst>
            </p:cNvPr>
            <p:cNvSpPr/>
            <p:nvPr/>
          </p:nvSpPr>
          <p:spPr>
            <a:xfrm>
              <a:off x="6235672" y="2239750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solidFill>
              <a:srgbClr val="36E67F"/>
            </a:solidFill>
            <a:ln w="31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BD41E1-46FD-7779-B47B-85D54801030A}"/>
              </a:ext>
            </a:extLst>
          </p:cNvPr>
          <p:cNvGrpSpPr/>
          <p:nvPr/>
        </p:nvGrpSpPr>
        <p:grpSpPr>
          <a:xfrm>
            <a:off x="2546329" y="2307461"/>
            <a:ext cx="6084770" cy="652166"/>
            <a:chOff x="2546329" y="3184240"/>
            <a:chExt cx="6084770" cy="65216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7AF6779-4F34-5962-5E22-E7DABD566F5D}"/>
                </a:ext>
              </a:extLst>
            </p:cNvPr>
            <p:cNvSpPr/>
            <p:nvPr/>
          </p:nvSpPr>
          <p:spPr>
            <a:xfrm>
              <a:off x="2546329" y="3184240"/>
              <a:ext cx="937260" cy="652166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38BF728-E7E6-8421-8840-6E3ECD9A75DD}"/>
                </a:ext>
              </a:extLst>
            </p:cNvPr>
            <p:cNvSpPr/>
            <p:nvPr/>
          </p:nvSpPr>
          <p:spPr>
            <a:xfrm>
              <a:off x="7698281" y="3184241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3960F27-E2A1-DEAE-24C4-DEF281EA1B1B}"/>
                </a:ext>
              </a:extLst>
            </p:cNvPr>
            <p:cNvSpPr/>
            <p:nvPr/>
          </p:nvSpPr>
          <p:spPr>
            <a:xfrm rot="16200000" flipH="1">
              <a:off x="5198786" y="3041693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163783E-ABBA-32CC-CDE3-A5BD115DA911}"/>
                </a:ext>
              </a:extLst>
            </p:cNvPr>
            <p:cNvSpPr/>
            <p:nvPr/>
          </p:nvSpPr>
          <p:spPr>
            <a:xfrm>
              <a:off x="3879920" y="3184241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C539027-E51B-BF43-E640-102FDFA8D418}"/>
                </a:ext>
              </a:extLst>
            </p:cNvPr>
            <p:cNvSpPr/>
            <p:nvPr/>
          </p:nvSpPr>
          <p:spPr>
            <a:xfrm>
              <a:off x="6235672" y="3184241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815764-5201-F8E9-F637-1FAA86E70FD6}"/>
              </a:ext>
            </a:extLst>
          </p:cNvPr>
          <p:cNvGrpSpPr/>
          <p:nvPr/>
        </p:nvGrpSpPr>
        <p:grpSpPr>
          <a:xfrm>
            <a:off x="2539535" y="3055976"/>
            <a:ext cx="6091564" cy="652166"/>
            <a:chOff x="2539535" y="4287476"/>
            <a:chExt cx="6091564" cy="65216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F1D700E-B6A8-D301-EA7F-6854E39C7931}"/>
                </a:ext>
              </a:extLst>
            </p:cNvPr>
            <p:cNvSpPr/>
            <p:nvPr/>
          </p:nvSpPr>
          <p:spPr>
            <a:xfrm>
              <a:off x="2539535" y="4287476"/>
              <a:ext cx="937260" cy="652166"/>
            </a:xfrm>
            <a:prstGeom prst="roundRect">
              <a:avLst/>
            </a:prstGeom>
            <a:gradFill flip="none" rotWithShape="1">
              <a:gsLst>
                <a:gs pos="78000">
                  <a:schemeClr val="bg1">
                    <a:alpha val="0"/>
                  </a:schemeClr>
                </a:gs>
                <a:gs pos="0">
                  <a:srgbClr val="7030A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202D5CA-B4A9-A576-53A1-B5A940B8B139}"/>
                </a:ext>
              </a:extLst>
            </p:cNvPr>
            <p:cNvSpPr/>
            <p:nvPr/>
          </p:nvSpPr>
          <p:spPr>
            <a:xfrm>
              <a:off x="7698281" y="4287477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76000">
                  <a:schemeClr val="bg1">
                    <a:alpha val="0"/>
                  </a:schemeClr>
                </a:gs>
                <a:gs pos="24000">
                  <a:srgbClr val="FFC0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87719E0-411A-C23C-7444-B0244385B9F5}"/>
                </a:ext>
              </a:extLst>
            </p:cNvPr>
            <p:cNvSpPr/>
            <p:nvPr/>
          </p:nvSpPr>
          <p:spPr>
            <a:xfrm rot="16200000" flipV="1">
              <a:off x="5198786" y="4144929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81000">
                  <a:schemeClr val="bg1">
                    <a:alpha val="0"/>
                  </a:schemeClr>
                </a:gs>
                <a:gs pos="0">
                  <a:srgbClr val="FF00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0AB5DE3-67E0-6F10-0D54-02CC4161605B}"/>
                </a:ext>
              </a:extLst>
            </p:cNvPr>
            <p:cNvSpPr/>
            <p:nvPr/>
          </p:nvSpPr>
          <p:spPr>
            <a:xfrm>
              <a:off x="3879920" y="4287477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69000">
                  <a:schemeClr val="bg1">
                    <a:alpha val="0"/>
                  </a:schemeClr>
                </a:gs>
                <a:gs pos="0">
                  <a:srgbClr val="0070C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4F43306-2E56-1231-5A31-4E0C47BC9C37}"/>
                </a:ext>
              </a:extLst>
            </p:cNvPr>
            <p:cNvSpPr/>
            <p:nvPr/>
          </p:nvSpPr>
          <p:spPr>
            <a:xfrm>
              <a:off x="6235672" y="4287477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83000">
                  <a:schemeClr val="bg1">
                    <a:alpha val="0"/>
                  </a:schemeClr>
                </a:gs>
                <a:gs pos="0">
                  <a:srgbClr val="00B05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EAD12E2-3DF6-563B-DDA6-6C10894F6389}"/>
              </a:ext>
            </a:extLst>
          </p:cNvPr>
          <p:cNvGrpSpPr/>
          <p:nvPr/>
        </p:nvGrpSpPr>
        <p:grpSpPr>
          <a:xfrm>
            <a:off x="2539535" y="4022577"/>
            <a:ext cx="6091564" cy="652166"/>
            <a:chOff x="2539535" y="4022577"/>
            <a:chExt cx="6091564" cy="65216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4BD6A4C-1DF2-97B0-CDDE-ED2A12EB5A2D}"/>
                </a:ext>
              </a:extLst>
            </p:cNvPr>
            <p:cNvSpPr/>
            <p:nvPr/>
          </p:nvSpPr>
          <p:spPr>
            <a:xfrm>
              <a:off x="2546329" y="4022577"/>
              <a:ext cx="937260" cy="652166"/>
            </a:xfrm>
            <a:prstGeom prst="roundRect">
              <a:avLst/>
            </a:prstGeom>
            <a:solidFill>
              <a:srgbClr val="C775E7"/>
            </a:solidFill>
            <a:ln w="31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750E4F2-092D-D55C-C68A-477569CD3EDD}"/>
                </a:ext>
              </a:extLst>
            </p:cNvPr>
            <p:cNvSpPr/>
            <p:nvPr/>
          </p:nvSpPr>
          <p:spPr>
            <a:xfrm>
              <a:off x="7698281" y="402257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solidFill>
              <a:srgbClr val="ECC31D"/>
            </a:solidFill>
            <a:ln w="31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71E4BC-2DC4-9584-3E97-146A28B7BF4D}"/>
                </a:ext>
              </a:extLst>
            </p:cNvPr>
            <p:cNvSpPr/>
            <p:nvPr/>
          </p:nvSpPr>
          <p:spPr>
            <a:xfrm rot="16200000" flipH="1">
              <a:off x="5198786" y="3880031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solidFill>
              <a:srgbClr val="E94B3A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A94A3C3-53FE-2FEC-298B-03D9F582B428}"/>
                </a:ext>
              </a:extLst>
            </p:cNvPr>
            <p:cNvSpPr/>
            <p:nvPr/>
          </p:nvSpPr>
          <p:spPr>
            <a:xfrm>
              <a:off x="3879920" y="402257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solidFill>
              <a:srgbClr val="3BA8F0"/>
            </a:solidFill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E1F0008-F991-AD16-8A3D-DA5DD5F510EE}"/>
                </a:ext>
              </a:extLst>
            </p:cNvPr>
            <p:cNvSpPr/>
            <p:nvPr/>
          </p:nvSpPr>
          <p:spPr>
            <a:xfrm>
              <a:off x="6235672" y="402257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solidFill>
              <a:srgbClr val="36E67F"/>
            </a:solidFill>
            <a:ln w="31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9392FCD-1BF2-D49D-59C8-CF3D31931DF8}"/>
                </a:ext>
              </a:extLst>
            </p:cNvPr>
            <p:cNvSpPr/>
            <p:nvPr/>
          </p:nvSpPr>
          <p:spPr>
            <a:xfrm>
              <a:off x="2546329" y="4022577"/>
              <a:ext cx="937260" cy="652166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BCAF1F1-9E2A-5A10-5A33-DE1FCE7BF266}"/>
                </a:ext>
              </a:extLst>
            </p:cNvPr>
            <p:cNvSpPr/>
            <p:nvPr/>
          </p:nvSpPr>
          <p:spPr>
            <a:xfrm>
              <a:off x="7698281" y="402257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E09A29-1662-8CD5-0334-02F4A401BD08}"/>
                </a:ext>
              </a:extLst>
            </p:cNvPr>
            <p:cNvSpPr/>
            <p:nvPr/>
          </p:nvSpPr>
          <p:spPr>
            <a:xfrm rot="16200000" flipH="1">
              <a:off x="5198786" y="3880031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9ABB434-3C06-ED09-B083-3E5B8DA11418}"/>
                </a:ext>
              </a:extLst>
            </p:cNvPr>
            <p:cNvSpPr/>
            <p:nvPr/>
          </p:nvSpPr>
          <p:spPr>
            <a:xfrm>
              <a:off x="3879920" y="402257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F143377-1F13-7440-784E-D6B996921272}"/>
                </a:ext>
              </a:extLst>
            </p:cNvPr>
            <p:cNvSpPr/>
            <p:nvPr/>
          </p:nvSpPr>
          <p:spPr>
            <a:xfrm>
              <a:off x="6235672" y="402257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B7556BA3-B4F7-C145-8E04-7821A3972EFE}"/>
                </a:ext>
              </a:extLst>
            </p:cNvPr>
            <p:cNvSpPr/>
            <p:nvPr/>
          </p:nvSpPr>
          <p:spPr>
            <a:xfrm>
              <a:off x="2539535" y="4022577"/>
              <a:ext cx="937260" cy="652166"/>
            </a:xfrm>
            <a:prstGeom prst="roundRect">
              <a:avLst/>
            </a:prstGeom>
            <a:gradFill flip="none" rotWithShape="1">
              <a:gsLst>
                <a:gs pos="78000">
                  <a:schemeClr val="bg1">
                    <a:alpha val="0"/>
                  </a:schemeClr>
                </a:gs>
                <a:gs pos="0">
                  <a:srgbClr val="7030A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283FF18-3963-DCCC-A7FA-A8FC208C87AE}"/>
                </a:ext>
              </a:extLst>
            </p:cNvPr>
            <p:cNvSpPr/>
            <p:nvPr/>
          </p:nvSpPr>
          <p:spPr>
            <a:xfrm>
              <a:off x="7698281" y="402257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76000">
                  <a:schemeClr val="bg1">
                    <a:alpha val="0"/>
                  </a:schemeClr>
                </a:gs>
                <a:gs pos="24000">
                  <a:srgbClr val="FFC0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6095542-DB0B-13A3-41B4-1E9C805B1DE8}"/>
                </a:ext>
              </a:extLst>
            </p:cNvPr>
            <p:cNvSpPr/>
            <p:nvPr/>
          </p:nvSpPr>
          <p:spPr>
            <a:xfrm rot="16200000" flipV="1">
              <a:off x="5198786" y="3880031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81000">
                  <a:schemeClr val="bg1">
                    <a:alpha val="0"/>
                  </a:schemeClr>
                </a:gs>
                <a:gs pos="0">
                  <a:srgbClr val="FF00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FCE63B5-CC96-2583-618E-6957E064CBFA}"/>
                </a:ext>
              </a:extLst>
            </p:cNvPr>
            <p:cNvSpPr/>
            <p:nvPr/>
          </p:nvSpPr>
          <p:spPr>
            <a:xfrm>
              <a:off x="3879920" y="402257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69000">
                  <a:schemeClr val="bg1">
                    <a:alpha val="0"/>
                  </a:schemeClr>
                </a:gs>
                <a:gs pos="0">
                  <a:srgbClr val="0070C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15C66A9-F525-F4F5-91FA-E8615F062D6F}"/>
                </a:ext>
              </a:extLst>
            </p:cNvPr>
            <p:cNvSpPr/>
            <p:nvPr/>
          </p:nvSpPr>
          <p:spPr>
            <a:xfrm>
              <a:off x="6235672" y="402257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83000">
                  <a:schemeClr val="bg1">
                    <a:alpha val="0"/>
                  </a:schemeClr>
                </a:gs>
                <a:gs pos="0">
                  <a:srgbClr val="00B05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C35C7B59-CB09-AB2D-8F58-3134166692C1}"/>
              </a:ext>
            </a:extLst>
          </p:cNvPr>
          <p:cNvSpPr/>
          <p:nvPr/>
        </p:nvSpPr>
        <p:spPr>
          <a:xfrm>
            <a:off x="6235672" y="812169"/>
            <a:ext cx="937260" cy="652165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258499-7BFA-B668-638C-EF67C217B11B}"/>
              </a:ext>
            </a:extLst>
          </p:cNvPr>
          <p:cNvSpPr/>
          <p:nvPr/>
        </p:nvSpPr>
        <p:spPr>
          <a:xfrm>
            <a:off x="2455026" y="5392320"/>
            <a:ext cx="1119866" cy="77922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D6E2E98-8500-C887-096F-88AC402AC551}"/>
              </a:ext>
            </a:extLst>
          </p:cNvPr>
          <p:cNvSpPr/>
          <p:nvPr/>
        </p:nvSpPr>
        <p:spPr>
          <a:xfrm>
            <a:off x="7607411" y="5392323"/>
            <a:ext cx="1114558" cy="779224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CDBA04C-4415-6DCC-31D0-1F5B0CBE4CEC}"/>
              </a:ext>
            </a:extLst>
          </p:cNvPr>
          <p:cNvSpPr/>
          <p:nvPr/>
        </p:nvSpPr>
        <p:spPr>
          <a:xfrm rot="16200000" flipH="1">
            <a:off x="5135256" y="5222001"/>
            <a:ext cx="779224" cy="1119866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29B2D5B-76F2-6081-B812-1673044E4E65}"/>
              </a:ext>
            </a:extLst>
          </p:cNvPr>
          <p:cNvSpPr/>
          <p:nvPr/>
        </p:nvSpPr>
        <p:spPr>
          <a:xfrm>
            <a:off x="3788617" y="5392322"/>
            <a:ext cx="1119866" cy="77922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A0BF110-1D3A-A1BE-7C60-69C6793DB6E7}"/>
              </a:ext>
            </a:extLst>
          </p:cNvPr>
          <p:cNvSpPr/>
          <p:nvPr/>
        </p:nvSpPr>
        <p:spPr>
          <a:xfrm>
            <a:off x="6144369" y="5392323"/>
            <a:ext cx="1119866" cy="779224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1BAB7F-B945-F16E-F32C-8EFDDD3570CA}"/>
              </a:ext>
            </a:extLst>
          </p:cNvPr>
          <p:cNvSpPr txBox="1"/>
          <p:nvPr/>
        </p:nvSpPr>
        <p:spPr>
          <a:xfrm>
            <a:off x="9065145" y="5597267"/>
            <a:ext cx="256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shadows </a:t>
            </a:r>
            <a:r>
              <a:rPr lang="en-US" dirty="0"/>
              <a:t>using soft edges</a:t>
            </a:r>
          </a:p>
        </p:txBody>
      </p:sp>
    </p:spTree>
    <p:extLst>
      <p:ext uri="{BB962C8B-B14F-4D97-AF65-F5344CB8AC3E}">
        <p14:creationId xmlns:p14="http://schemas.microsoft.com/office/powerpoint/2010/main" val="3036792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0733027-BBB7-4C63-A277-DF4A916DEB9F}" vid="{5B010E9F-4F57-4BB7-8C13-6C26CB6DC5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148</TotalTime>
  <Words>14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Dumas</dc:creator>
  <cp:lastModifiedBy>Pierre Dumas</cp:lastModifiedBy>
  <cp:revision>11</cp:revision>
  <dcterms:created xsi:type="dcterms:W3CDTF">2026-02-24T23:11:14Z</dcterms:created>
  <dcterms:modified xsi:type="dcterms:W3CDTF">2026-03-03T18:12:34Z</dcterms:modified>
</cp:coreProperties>
</file>