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BDFF"/>
    <a:srgbClr val="FF2D2D"/>
    <a:srgbClr val="68BBF4"/>
    <a:srgbClr val="3BABFF"/>
    <a:srgbClr val="3FCDFF"/>
    <a:srgbClr val="FFFFFF"/>
    <a:srgbClr val="00CC5C"/>
    <a:srgbClr val="F86042"/>
    <a:srgbClr val="FF4747"/>
    <a:srgbClr val="229B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158</TotalTime>
  <Words>14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12</cp:revision>
  <dcterms:created xsi:type="dcterms:W3CDTF">2026-02-24T23:11:14Z</dcterms:created>
  <dcterms:modified xsi:type="dcterms:W3CDTF">2026-03-03T20:51:19Z</dcterms:modified>
</cp:coreProperties>
</file>