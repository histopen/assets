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6DEDA1"/>
    <a:srgbClr val="36E67F"/>
    <a:srgbClr val="C775E7"/>
    <a:srgbClr val="3BA8F0"/>
    <a:srgbClr val="ECC31D"/>
    <a:srgbClr val="E94B3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14" autoAdjust="0"/>
    <p:restoredTop sz="94660"/>
  </p:normalViewPr>
  <p:slideViewPr>
    <p:cSldViewPr snapToGrid="0">
      <p:cViewPr>
        <p:scale>
          <a:sx n="100" d="100"/>
          <a:sy n="100" d="100"/>
        </p:scale>
        <p:origin x="456" y="5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025914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1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871726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2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107896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4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072823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6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690192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le Slide">
    <p:bg>
      <p:bgPr>
        <a:gradFill flip="none" rotWithShape="1">
          <a:gsLst>
            <a:gs pos="0">
              <a:schemeClr val="bg1">
                <a:lumMod val="50000"/>
              </a:schemeClr>
            </a:gs>
            <a:gs pos="97000">
              <a:schemeClr val="tx1">
                <a:lumMod val="75000"/>
                <a:lumOff val="25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8955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0A9DB6F-C86C-300D-D2D5-E920132438A1}"/>
              </a:ext>
            </a:extLst>
          </p:cNvPr>
          <p:cNvSpPr txBox="1"/>
          <p:nvPr userDrawn="1"/>
        </p:nvSpPr>
        <p:spPr>
          <a:xfrm>
            <a:off x="2967318" y="995082"/>
            <a:ext cx="537115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Modifier le template dans </a:t>
            </a:r>
            <a:r>
              <a:rPr lang="en-US" dirty="0" err="1"/>
              <a:t>ce</a:t>
            </a:r>
            <a:r>
              <a:rPr lang="en-US" dirty="0"/>
              <a:t> dossier:</a:t>
            </a:r>
          </a:p>
          <a:p>
            <a:endParaRPr lang="en-US" dirty="0"/>
          </a:p>
          <a:p>
            <a:r>
              <a:rPr lang="en-US" dirty="0"/>
              <a:t>C:\Users\pierr\AppData\Roaming\Microsoft\Templates</a:t>
            </a:r>
          </a:p>
        </p:txBody>
      </p:sp>
    </p:spTree>
    <p:extLst>
      <p:ext uri="{BB962C8B-B14F-4D97-AF65-F5344CB8AC3E}">
        <p14:creationId xmlns:p14="http://schemas.microsoft.com/office/powerpoint/2010/main" val="15398216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bg1">
                <a:lumMod val="85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76359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5" r:id="rId6"/>
    <p:sldLayoutId id="2147483654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Box 29">
            <a:extLst>
              <a:ext uri="{FF2B5EF4-FFF2-40B4-BE49-F238E27FC236}">
                <a16:creationId xmlns:a16="http://schemas.microsoft.com/office/drawing/2014/main" id="{EB02AB71-560D-B89E-5DE4-34FAB3B4358B}"/>
              </a:ext>
            </a:extLst>
          </p:cNvPr>
          <p:cNvSpPr txBox="1"/>
          <p:nvPr/>
        </p:nvSpPr>
        <p:spPr>
          <a:xfrm>
            <a:off x="5371621" y="16559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97A0BF1-A07E-C291-06DB-390F9668E87D}"/>
              </a:ext>
            </a:extLst>
          </p:cNvPr>
          <p:cNvSpPr txBox="1"/>
          <p:nvPr/>
        </p:nvSpPr>
        <p:spPr>
          <a:xfrm>
            <a:off x="2861712" y="16559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3758F67-FC8D-E4E6-B3F8-C0E6FDBC9C48}"/>
              </a:ext>
            </a:extLst>
          </p:cNvPr>
          <p:cNvSpPr txBox="1"/>
          <p:nvPr/>
        </p:nvSpPr>
        <p:spPr>
          <a:xfrm>
            <a:off x="6567085" y="165598"/>
            <a:ext cx="2744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4D6A337-A633-B877-B90D-71E3502CAC70}"/>
              </a:ext>
            </a:extLst>
          </p:cNvPr>
          <p:cNvSpPr txBox="1"/>
          <p:nvPr/>
        </p:nvSpPr>
        <p:spPr>
          <a:xfrm>
            <a:off x="4207325" y="165598"/>
            <a:ext cx="2824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6FE4204-BEDE-AB1A-FDC6-CE2BC2D0C466}"/>
              </a:ext>
            </a:extLst>
          </p:cNvPr>
          <p:cNvSpPr txBox="1"/>
          <p:nvPr/>
        </p:nvSpPr>
        <p:spPr>
          <a:xfrm>
            <a:off x="8033885" y="165598"/>
            <a:ext cx="2616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4FBA92A9-9010-7BFC-681C-4B863379BF47}"/>
              </a:ext>
            </a:extLst>
          </p:cNvPr>
          <p:cNvSpPr/>
          <p:nvPr/>
        </p:nvSpPr>
        <p:spPr>
          <a:xfrm>
            <a:off x="2546329" y="812168"/>
            <a:ext cx="937260" cy="652166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AE0A9775-16AC-CC28-A936-FF5C937D2C3D}"/>
              </a:ext>
            </a:extLst>
          </p:cNvPr>
          <p:cNvSpPr/>
          <p:nvPr/>
        </p:nvSpPr>
        <p:spPr>
          <a:xfrm>
            <a:off x="7698281" y="812169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F763365D-02FA-E1A3-5EDF-709DE02770B6}"/>
              </a:ext>
            </a:extLst>
          </p:cNvPr>
          <p:cNvSpPr/>
          <p:nvPr/>
        </p:nvSpPr>
        <p:spPr>
          <a:xfrm rot="16200000" flipH="1">
            <a:off x="5198786" y="669621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E4031813-5928-9A4C-032E-FF7B84B47C4B}"/>
              </a:ext>
            </a:extLst>
          </p:cNvPr>
          <p:cNvSpPr/>
          <p:nvPr/>
        </p:nvSpPr>
        <p:spPr>
          <a:xfrm>
            <a:off x="3879920" y="812169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23697E2C-6CBC-C4BD-5CC2-BD8D6C58D47C}"/>
              </a:ext>
            </a:extLst>
          </p:cNvPr>
          <p:cNvGrpSpPr/>
          <p:nvPr/>
        </p:nvGrpSpPr>
        <p:grpSpPr>
          <a:xfrm>
            <a:off x="2546329" y="1558946"/>
            <a:ext cx="6084770" cy="652166"/>
            <a:chOff x="2546329" y="2239749"/>
            <a:chExt cx="6084770" cy="652166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12C13025-5D67-6C8B-54DE-83B2023BAE11}"/>
                </a:ext>
              </a:extLst>
            </p:cNvPr>
            <p:cNvSpPr/>
            <p:nvPr/>
          </p:nvSpPr>
          <p:spPr>
            <a:xfrm>
              <a:off x="2546329" y="2239749"/>
              <a:ext cx="937260" cy="652166"/>
            </a:xfrm>
            <a:prstGeom prst="roundRect">
              <a:avLst/>
            </a:prstGeom>
            <a:solidFill>
              <a:srgbClr val="C775E7"/>
            </a:solidFill>
            <a:ln w="3175"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752EF61E-B836-2759-45C5-72267A0CF283}"/>
                </a:ext>
              </a:extLst>
            </p:cNvPr>
            <p:cNvSpPr/>
            <p:nvPr/>
          </p:nvSpPr>
          <p:spPr>
            <a:xfrm>
              <a:off x="7698281" y="2239750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solidFill>
              <a:srgbClr val="ECC31D"/>
            </a:solidFill>
            <a:ln w="3175"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2E213A89-99A8-A872-0282-9D1A8FF97292}"/>
                </a:ext>
              </a:extLst>
            </p:cNvPr>
            <p:cNvSpPr/>
            <p:nvPr/>
          </p:nvSpPr>
          <p:spPr>
            <a:xfrm rot="16200000" flipH="1">
              <a:off x="5198786" y="2097202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solidFill>
              <a:srgbClr val="E94B3A"/>
            </a:solidFill>
            <a:ln w="3175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76B87F79-2AD4-F7CE-83A6-69F0513E9B18}"/>
                </a:ext>
              </a:extLst>
            </p:cNvPr>
            <p:cNvSpPr/>
            <p:nvPr/>
          </p:nvSpPr>
          <p:spPr>
            <a:xfrm>
              <a:off x="3879920" y="2239750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solidFill>
              <a:srgbClr val="3BA8F0"/>
            </a:solidFill>
            <a:ln w="317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B231A9A5-1710-4C6B-848A-D5C60834FE34}"/>
                </a:ext>
              </a:extLst>
            </p:cNvPr>
            <p:cNvSpPr/>
            <p:nvPr/>
          </p:nvSpPr>
          <p:spPr>
            <a:xfrm>
              <a:off x="6235672" y="2239750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solidFill>
              <a:srgbClr val="36E67F"/>
            </a:solidFill>
            <a:ln w="3175"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1BD41E1-46FD-7779-B47B-85D54801030A}"/>
              </a:ext>
            </a:extLst>
          </p:cNvPr>
          <p:cNvGrpSpPr/>
          <p:nvPr/>
        </p:nvGrpSpPr>
        <p:grpSpPr>
          <a:xfrm>
            <a:off x="2546329" y="2307461"/>
            <a:ext cx="6084770" cy="652166"/>
            <a:chOff x="2546329" y="3184240"/>
            <a:chExt cx="6084770" cy="652166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E7AF6779-4F34-5962-5E22-E7DABD566F5D}"/>
                </a:ext>
              </a:extLst>
            </p:cNvPr>
            <p:cNvSpPr/>
            <p:nvPr/>
          </p:nvSpPr>
          <p:spPr>
            <a:xfrm>
              <a:off x="2546329" y="3184240"/>
              <a:ext cx="937260" cy="652166"/>
            </a:xfrm>
            <a:prstGeom prst="roundRect">
              <a:avLst/>
            </a:pr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038BF728-E7E6-8421-8840-6E3ECD9A75DD}"/>
                </a:ext>
              </a:extLst>
            </p:cNvPr>
            <p:cNvSpPr/>
            <p:nvPr/>
          </p:nvSpPr>
          <p:spPr>
            <a:xfrm>
              <a:off x="7698281" y="3184241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73960F27-E2A1-DEAE-24C4-DEF281EA1B1B}"/>
                </a:ext>
              </a:extLst>
            </p:cNvPr>
            <p:cNvSpPr/>
            <p:nvPr/>
          </p:nvSpPr>
          <p:spPr>
            <a:xfrm rot="16200000" flipH="1">
              <a:off x="5198786" y="3041693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6163783E-ABBA-32CC-CDE3-A5BD115DA911}"/>
                </a:ext>
              </a:extLst>
            </p:cNvPr>
            <p:cNvSpPr/>
            <p:nvPr/>
          </p:nvSpPr>
          <p:spPr>
            <a:xfrm>
              <a:off x="3879920" y="3184241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9C539027-E51B-BF43-E640-102FDFA8D418}"/>
                </a:ext>
              </a:extLst>
            </p:cNvPr>
            <p:cNvSpPr/>
            <p:nvPr/>
          </p:nvSpPr>
          <p:spPr>
            <a:xfrm>
              <a:off x="6235672" y="3184241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9C815764-5201-F8E9-F637-1FAA86E70FD6}"/>
              </a:ext>
            </a:extLst>
          </p:cNvPr>
          <p:cNvGrpSpPr/>
          <p:nvPr/>
        </p:nvGrpSpPr>
        <p:grpSpPr>
          <a:xfrm>
            <a:off x="2539535" y="3055976"/>
            <a:ext cx="6091564" cy="652166"/>
            <a:chOff x="2539535" y="4287476"/>
            <a:chExt cx="6091564" cy="652166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4F1D700E-B6A8-D301-EA7F-6854E39C7931}"/>
                </a:ext>
              </a:extLst>
            </p:cNvPr>
            <p:cNvSpPr/>
            <p:nvPr/>
          </p:nvSpPr>
          <p:spPr>
            <a:xfrm>
              <a:off x="2539535" y="4287476"/>
              <a:ext cx="937260" cy="652166"/>
            </a:xfrm>
            <a:prstGeom prst="roundRect">
              <a:avLst/>
            </a:prstGeom>
            <a:gradFill flip="none" rotWithShape="1">
              <a:gsLst>
                <a:gs pos="78000">
                  <a:schemeClr val="bg1">
                    <a:alpha val="0"/>
                  </a:schemeClr>
                </a:gs>
                <a:gs pos="0">
                  <a:srgbClr val="7030A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4202D5CA-B4A9-A576-53A1-B5A940B8B139}"/>
                </a:ext>
              </a:extLst>
            </p:cNvPr>
            <p:cNvSpPr/>
            <p:nvPr/>
          </p:nvSpPr>
          <p:spPr>
            <a:xfrm>
              <a:off x="7698281" y="4287477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76000">
                  <a:schemeClr val="bg1">
                    <a:alpha val="0"/>
                  </a:schemeClr>
                </a:gs>
                <a:gs pos="24000">
                  <a:srgbClr val="FFC00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B87719E0-411A-C23C-7444-B0244385B9F5}"/>
                </a:ext>
              </a:extLst>
            </p:cNvPr>
            <p:cNvSpPr/>
            <p:nvPr/>
          </p:nvSpPr>
          <p:spPr>
            <a:xfrm rot="16200000" flipV="1">
              <a:off x="5198786" y="4144929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81000">
                  <a:schemeClr val="bg1">
                    <a:alpha val="0"/>
                  </a:schemeClr>
                </a:gs>
                <a:gs pos="0">
                  <a:srgbClr val="FF000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F0AB5DE3-67E0-6F10-0D54-02CC4161605B}"/>
                </a:ext>
              </a:extLst>
            </p:cNvPr>
            <p:cNvSpPr/>
            <p:nvPr/>
          </p:nvSpPr>
          <p:spPr>
            <a:xfrm>
              <a:off x="3879920" y="4287477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69000">
                  <a:schemeClr val="bg1">
                    <a:alpha val="0"/>
                  </a:schemeClr>
                </a:gs>
                <a:gs pos="0">
                  <a:srgbClr val="0070C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4F43306-2E56-1231-5A31-4E0C47BC9C37}"/>
                </a:ext>
              </a:extLst>
            </p:cNvPr>
            <p:cNvSpPr/>
            <p:nvPr/>
          </p:nvSpPr>
          <p:spPr>
            <a:xfrm>
              <a:off x="6235672" y="4287477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83000">
                  <a:schemeClr val="bg1">
                    <a:alpha val="0"/>
                  </a:schemeClr>
                </a:gs>
                <a:gs pos="0">
                  <a:srgbClr val="00B05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8EAD12E2-3DF6-563B-DDA6-6C10894F6389}"/>
              </a:ext>
            </a:extLst>
          </p:cNvPr>
          <p:cNvGrpSpPr/>
          <p:nvPr/>
        </p:nvGrpSpPr>
        <p:grpSpPr>
          <a:xfrm>
            <a:off x="2539535" y="4022577"/>
            <a:ext cx="6091564" cy="652166"/>
            <a:chOff x="2539535" y="4022577"/>
            <a:chExt cx="6091564" cy="652166"/>
          </a:xfrm>
        </p:grpSpPr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04BD6A4C-1DF2-97B0-CDDE-ED2A12EB5A2D}"/>
                </a:ext>
              </a:extLst>
            </p:cNvPr>
            <p:cNvSpPr/>
            <p:nvPr/>
          </p:nvSpPr>
          <p:spPr>
            <a:xfrm>
              <a:off x="2546329" y="4022577"/>
              <a:ext cx="937260" cy="652166"/>
            </a:xfrm>
            <a:prstGeom prst="roundRect">
              <a:avLst/>
            </a:prstGeom>
            <a:solidFill>
              <a:srgbClr val="C775E7"/>
            </a:solidFill>
            <a:ln w="3175"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9750E4F2-092D-D55C-C68A-477569CD3EDD}"/>
                </a:ext>
              </a:extLst>
            </p:cNvPr>
            <p:cNvSpPr/>
            <p:nvPr/>
          </p:nvSpPr>
          <p:spPr>
            <a:xfrm>
              <a:off x="7698281" y="4022578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solidFill>
              <a:srgbClr val="ECC31D"/>
            </a:solidFill>
            <a:ln w="3175"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B371E4BC-2DC4-9584-3E97-146A28B7BF4D}"/>
                </a:ext>
              </a:extLst>
            </p:cNvPr>
            <p:cNvSpPr/>
            <p:nvPr/>
          </p:nvSpPr>
          <p:spPr>
            <a:xfrm rot="16200000" flipH="1">
              <a:off x="5198786" y="3880031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solidFill>
              <a:srgbClr val="E94B3A"/>
            </a:solidFill>
            <a:ln w="3175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0A94A3C3-53FE-2FEC-298B-03D9F582B428}"/>
                </a:ext>
              </a:extLst>
            </p:cNvPr>
            <p:cNvSpPr/>
            <p:nvPr/>
          </p:nvSpPr>
          <p:spPr>
            <a:xfrm>
              <a:off x="3879920" y="4022578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solidFill>
              <a:srgbClr val="3BA8F0"/>
            </a:solidFill>
            <a:ln w="317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6E1F0008-F991-AD16-8A3D-DA5DD5F510EE}"/>
                </a:ext>
              </a:extLst>
            </p:cNvPr>
            <p:cNvSpPr/>
            <p:nvPr/>
          </p:nvSpPr>
          <p:spPr>
            <a:xfrm>
              <a:off x="6235672" y="4022578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solidFill>
              <a:srgbClr val="36E67F"/>
            </a:solidFill>
            <a:ln w="3175"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0" name="Rectangle: Rounded Corners 39">
              <a:extLst>
                <a:ext uri="{FF2B5EF4-FFF2-40B4-BE49-F238E27FC236}">
                  <a16:creationId xmlns:a16="http://schemas.microsoft.com/office/drawing/2014/main" id="{89392FCD-1BF2-D49D-59C8-CF3D31931DF8}"/>
                </a:ext>
              </a:extLst>
            </p:cNvPr>
            <p:cNvSpPr/>
            <p:nvPr/>
          </p:nvSpPr>
          <p:spPr>
            <a:xfrm>
              <a:off x="2546329" y="4022577"/>
              <a:ext cx="937260" cy="652166"/>
            </a:xfrm>
            <a:prstGeom prst="roundRect">
              <a:avLst/>
            </a:pr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9BCAF1F1-9E2A-5A10-5A33-DE1FCE7BF266}"/>
                </a:ext>
              </a:extLst>
            </p:cNvPr>
            <p:cNvSpPr/>
            <p:nvPr/>
          </p:nvSpPr>
          <p:spPr>
            <a:xfrm>
              <a:off x="7698281" y="4022578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8FE09A29-1662-8CD5-0334-02F4A401BD08}"/>
                </a:ext>
              </a:extLst>
            </p:cNvPr>
            <p:cNvSpPr/>
            <p:nvPr/>
          </p:nvSpPr>
          <p:spPr>
            <a:xfrm rot="16200000" flipH="1">
              <a:off x="5198786" y="3880031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C9ABB434-3C06-ED09-B083-3E5B8DA11418}"/>
                </a:ext>
              </a:extLst>
            </p:cNvPr>
            <p:cNvSpPr/>
            <p:nvPr/>
          </p:nvSpPr>
          <p:spPr>
            <a:xfrm>
              <a:off x="3879920" y="4022578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9F143377-1F13-7440-784E-D6B996921272}"/>
                </a:ext>
              </a:extLst>
            </p:cNvPr>
            <p:cNvSpPr/>
            <p:nvPr/>
          </p:nvSpPr>
          <p:spPr>
            <a:xfrm>
              <a:off x="6235672" y="4022578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6" name="Rectangle: Rounded Corners 45">
              <a:extLst>
                <a:ext uri="{FF2B5EF4-FFF2-40B4-BE49-F238E27FC236}">
                  <a16:creationId xmlns:a16="http://schemas.microsoft.com/office/drawing/2014/main" id="{B7556BA3-B4F7-C145-8E04-7821A3972EFE}"/>
                </a:ext>
              </a:extLst>
            </p:cNvPr>
            <p:cNvSpPr/>
            <p:nvPr/>
          </p:nvSpPr>
          <p:spPr>
            <a:xfrm>
              <a:off x="2539535" y="4022577"/>
              <a:ext cx="937260" cy="652166"/>
            </a:xfrm>
            <a:prstGeom prst="roundRect">
              <a:avLst/>
            </a:prstGeom>
            <a:gradFill flip="none" rotWithShape="1">
              <a:gsLst>
                <a:gs pos="78000">
                  <a:schemeClr val="bg1">
                    <a:alpha val="0"/>
                  </a:schemeClr>
                </a:gs>
                <a:gs pos="0">
                  <a:srgbClr val="7030A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C283FF18-3963-DCCC-A7FA-A8FC208C87AE}"/>
                </a:ext>
              </a:extLst>
            </p:cNvPr>
            <p:cNvSpPr/>
            <p:nvPr/>
          </p:nvSpPr>
          <p:spPr>
            <a:xfrm>
              <a:off x="7698281" y="4022578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76000">
                  <a:schemeClr val="bg1">
                    <a:alpha val="0"/>
                  </a:schemeClr>
                </a:gs>
                <a:gs pos="24000">
                  <a:srgbClr val="FFC00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86095542-DB0B-13A3-41B4-1E9C805B1DE8}"/>
                </a:ext>
              </a:extLst>
            </p:cNvPr>
            <p:cNvSpPr/>
            <p:nvPr/>
          </p:nvSpPr>
          <p:spPr>
            <a:xfrm rot="16200000" flipV="1">
              <a:off x="5198786" y="3880031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81000">
                  <a:schemeClr val="bg1">
                    <a:alpha val="0"/>
                  </a:schemeClr>
                </a:gs>
                <a:gs pos="0">
                  <a:srgbClr val="FF000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CFCE63B5-CC96-2583-618E-6957E064CBFA}"/>
                </a:ext>
              </a:extLst>
            </p:cNvPr>
            <p:cNvSpPr/>
            <p:nvPr/>
          </p:nvSpPr>
          <p:spPr>
            <a:xfrm>
              <a:off x="3879920" y="4022578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69000">
                  <a:schemeClr val="bg1">
                    <a:alpha val="0"/>
                  </a:schemeClr>
                </a:gs>
                <a:gs pos="0">
                  <a:srgbClr val="0070C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615C66A9-F525-F4F5-91FA-E8615F062D6F}"/>
                </a:ext>
              </a:extLst>
            </p:cNvPr>
            <p:cNvSpPr/>
            <p:nvPr/>
          </p:nvSpPr>
          <p:spPr>
            <a:xfrm>
              <a:off x="6235672" y="4022578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83000">
                  <a:schemeClr val="bg1">
                    <a:alpha val="0"/>
                  </a:schemeClr>
                </a:gs>
                <a:gs pos="0">
                  <a:srgbClr val="00B05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91" name="Freeform: Shape 90">
            <a:extLst>
              <a:ext uri="{FF2B5EF4-FFF2-40B4-BE49-F238E27FC236}">
                <a16:creationId xmlns:a16="http://schemas.microsoft.com/office/drawing/2014/main" id="{C35C7B59-CB09-AB2D-8F58-3134166692C1}"/>
              </a:ext>
            </a:extLst>
          </p:cNvPr>
          <p:cNvSpPr/>
          <p:nvPr/>
        </p:nvSpPr>
        <p:spPr>
          <a:xfrm>
            <a:off x="6235672" y="812169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0C258499-7BFA-B668-638C-EF67C217B11B}"/>
              </a:ext>
            </a:extLst>
          </p:cNvPr>
          <p:cNvSpPr/>
          <p:nvPr/>
        </p:nvSpPr>
        <p:spPr>
          <a:xfrm>
            <a:off x="2455026" y="5392320"/>
            <a:ext cx="1119866" cy="779228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9D6E2E98-8500-C887-096F-88AC402AC551}"/>
              </a:ext>
            </a:extLst>
          </p:cNvPr>
          <p:cNvSpPr/>
          <p:nvPr/>
        </p:nvSpPr>
        <p:spPr>
          <a:xfrm>
            <a:off x="7607411" y="5392323"/>
            <a:ext cx="1114558" cy="779224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3CDBA04C-4415-6DCC-31D0-1F5B0CBE4CEC}"/>
              </a:ext>
            </a:extLst>
          </p:cNvPr>
          <p:cNvSpPr/>
          <p:nvPr/>
        </p:nvSpPr>
        <p:spPr>
          <a:xfrm rot="16200000" flipH="1">
            <a:off x="5135256" y="5222001"/>
            <a:ext cx="779224" cy="1119866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E29B2D5B-76F2-6081-B812-1673044E4E65}"/>
              </a:ext>
            </a:extLst>
          </p:cNvPr>
          <p:cNvSpPr/>
          <p:nvPr/>
        </p:nvSpPr>
        <p:spPr>
          <a:xfrm>
            <a:off x="3788617" y="5392322"/>
            <a:ext cx="1119866" cy="77922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solidFill>
            <a:schemeClr val="bg1">
              <a:lumMod val="65000"/>
            </a:scheme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1A0BF110-1D3A-A1BE-7C60-69C6793DB6E7}"/>
              </a:ext>
            </a:extLst>
          </p:cNvPr>
          <p:cNvSpPr/>
          <p:nvPr/>
        </p:nvSpPr>
        <p:spPr>
          <a:xfrm>
            <a:off x="6144369" y="5392323"/>
            <a:ext cx="1119866" cy="779224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01BAB7F-B945-F16E-F32C-8EFDDD3570CA}"/>
              </a:ext>
            </a:extLst>
          </p:cNvPr>
          <p:cNvSpPr txBox="1"/>
          <p:nvPr/>
        </p:nvSpPr>
        <p:spPr>
          <a:xfrm>
            <a:off x="9065145" y="5597267"/>
            <a:ext cx="25650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shadows </a:t>
            </a:r>
            <a:r>
              <a:rPr lang="en-US" dirty="0"/>
              <a:t>using soft edges</a:t>
            </a:r>
          </a:p>
        </p:txBody>
      </p:sp>
    </p:spTree>
    <p:extLst>
      <p:ext uri="{BB962C8B-B14F-4D97-AF65-F5344CB8AC3E}">
        <p14:creationId xmlns:p14="http://schemas.microsoft.com/office/powerpoint/2010/main" val="30367925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lank.potx" id="{20733027-BBB7-4C63-A277-DF4A916DEB9F}" vid="{5B010E9F-4F57-4BB7-8C13-6C26CB6DC5F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blank</Template>
  <TotalTime>99</TotalTime>
  <Words>9</Words>
  <Application>Microsoft Office PowerPoint</Application>
  <PresentationFormat>Widescreen</PresentationFormat>
  <Paragraphs>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3" baseType="lpstr"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Pierre Dumas</dc:creator>
  <cp:lastModifiedBy>Pierre Dumas</cp:lastModifiedBy>
  <cp:revision>7</cp:revision>
  <dcterms:created xsi:type="dcterms:W3CDTF">2026-02-24T23:11:14Z</dcterms:created>
  <dcterms:modified xsi:type="dcterms:W3CDTF">2026-03-02T23:10:18Z</dcterms:modified>
</cp:coreProperties>
</file>