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6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4D"/>
    <a:srgbClr val="17BF63"/>
    <a:srgbClr val="55ACEE"/>
    <a:srgbClr val="65BDFF"/>
    <a:srgbClr val="FF2D2D"/>
    <a:srgbClr val="68BBF4"/>
    <a:srgbClr val="3BABFF"/>
    <a:srgbClr val="3FCDFF"/>
    <a:srgbClr val="FFFFFF"/>
    <a:srgbClr val="00CC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5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337DFBAF-91A8-CC5E-1CB7-682F863891E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11196" y="2908768"/>
            <a:ext cx="1440000" cy="1040462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5BB39FE4-D280-618E-E641-347D4298713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49811" y="2708999"/>
            <a:ext cx="1358961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0648C269-76BD-0BEC-7F0B-96B390B95BA0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331056" y="2713430"/>
            <a:ext cx="1440000" cy="1431139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C3E6FA7E-1389-7514-8A5E-AF2511A4A4F0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76444" y="2708999"/>
            <a:ext cx="144000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41A969D-6069-F418-6C9B-1F7C243CCBBE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/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815059" y="2708999"/>
            <a:ext cx="135896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B0FCB388-9DB9-3E5F-309F-A8B1726FF66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11196" y="5071380"/>
            <a:ext cx="1440000" cy="1040462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4F5ACCE8-29E9-DC36-2920-EB14B38741C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49811" y="4871611"/>
            <a:ext cx="1358961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3A2CF5A8-D4A6-C5A8-AA0B-11BB6B2F0FBA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331056" y="4876042"/>
            <a:ext cx="1440000" cy="1431139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2A933643-4786-C5B5-77B4-0EEABD319215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76444" y="4871611"/>
            <a:ext cx="144000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4" name="Graphic 83">
            <a:extLst>
              <a:ext uri="{FF2B5EF4-FFF2-40B4-BE49-F238E27FC236}">
                <a16:creationId xmlns:a16="http://schemas.microsoft.com/office/drawing/2014/main" id="{E0861FB2-0FBE-944F-7B7C-7D913AEAF0BC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/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815059" y="4871611"/>
            <a:ext cx="135896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</p:spTree>
    <p:extLst>
      <p:ext uri="{BB962C8B-B14F-4D97-AF65-F5344CB8AC3E}">
        <p14:creationId xmlns:p14="http://schemas.microsoft.com/office/powerpoint/2010/main" val="2982037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18A5B-26F9-FECE-9F35-ACD138E793B7}"/>
              </a:ext>
            </a:extLst>
          </p:cNvPr>
          <p:cNvSpPr/>
          <p:nvPr/>
        </p:nvSpPr>
        <p:spPr>
          <a:xfrm>
            <a:off x="3416303" y="504932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E3356123-EF77-05C1-9FB9-FBBBCDC59944}"/>
              </a:ext>
            </a:extLst>
          </p:cNvPr>
          <p:cNvSpPr/>
          <p:nvPr/>
        </p:nvSpPr>
        <p:spPr>
          <a:xfrm>
            <a:off x="7843312" y="5049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1522247-39E1-0236-035B-92292FC34695}"/>
              </a:ext>
            </a:extLst>
          </p:cNvPr>
          <p:cNvSpPr/>
          <p:nvPr/>
        </p:nvSpPr>
        <p:spPr>
          <a:xfrm>
            <a:off x="6736883" y="504933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6F50C49-06DF-2E1E-0A79-45B0D2B6A06A}"/>
              </a:ext>
            </a:extLst>
          </p:cNvPr>
          <p:cNvSpPr/>
          <p:nvPr/>
        </p:nvSpPr>
        <p:spPr>
          <a:xfrm>
            <a:off x="4523163" y="5049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40ADF6-FE78-3E11-CF9E-1E928B2E7AEE}"/>
              </a:ext>
            </a:extLst>
          </p:cNvPr>
          <p:cNvSpPr/>
          <p:nvPr/>
        </p:nvSpPr>
        <p:spPr>
          <a:xfrm rot="16200000" flipH="1">
            <a:off x="5772571" y="3623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0F01C77-54CA-92D8-3381-5289EF316187}"/>
              </a:ext>
            </a:extLst>
          </p:cNvPr>
          <p:cNvSpPr/>
          <p:nvPr/>
        </p:nvSpPr>
        <p:spPr>
          <a:xfrm>
            <a:off x="3416303" y="2628611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05948047-C4B8-D6B9-DD83-C0F046BCE0AF}"/>
              </a:ext>
            </a:extLst>
          </p:cNvPr>
          <p:cNvSpPr/>
          <p:nvPr/>
        </p:nvSpPr>
        <p:spPr>
          <a:xfrm>
            <a:off x="7843312" y="262861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2F462E7A-4D7E-FA9D-59EB-E3678288C5BE}"/>
              </a:ext>
            </a:extLst>
          </p:cNvPr>
          <p:cNvSpPr/>
          <p:nvPr/>
        </p:nvSpPr>
        <p:spPr>
          <a:xfrm>
            <a:off x="4523163" y="262861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D5CD0701-60E1-9FE1-480F-EE450A4A51A9}"/>
              </a:ext>
            </a:extLst>
          </p:cNvPr>
          <p:cNvSpPr/>
          <p:nvPr/>
        </p:nvSpPr>
        <p:spPr>
          <a:xfrm rot="16200000" flipH="1">
            <a:off x="5772571" y="248606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: Rounded Corners 369">
            <a:extLst>
              <a:ext uri="{FF2B5EF4-FFF2-40B4-BE49-F238E27FC236}">
                <a16:creationId xmlns:a16="http://schemas.microsoft.com/office/drawing/2014/main" id="{A6B9C1BF-F644-83F3-17A5-5C0B56DA4962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: Rounded Corners 375">
            <a:extLst>
              <a:ext uri="{FF2B5EF4-FFF2-40B4-BE49-F238E27FC236}">
                <a16:creationId xmlns:a16="http://schemas.microsoft.com/office/drawing/2014/main" id="{F3804E2B-2901-0CDE-8E0F-F7741192D75C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38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8614116D-99AE-6F24-502F-D2A00BD24662}"/>
              </a:ext>
            </a:extLst>
          </p:cNvPr>
          <p:cNvSpPr/>
          <p:nvPr/>
        </p:nvSpPr>
        <p:spPr>
          <a:xfrm>
            <a:off x="3409509" y="4061267"/>
            <a:ext cx="937260" cy="652166"/>
          </a:xfrm>
          <a:prstGeom prst="roundRect">
            <a:avLst/>
          </a:prstGeom>
          <a:gradFill flip="none" rotWithShape="1">
            <a:gsLst>
              <a:gs pos="36000">
                <a:srgbClr val="C775E7">
                  <a:alpha val="0"/>
                </a:srgbClr>
              </a:gs>
              <a:gs pos="100000">
                <a:srgbClr val="C269E5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Freeform: Shape 370">
            <a:extLst>
              <a:ext uri="{FF2B5EF4-FFF2-40B4-BE49-F238E27FC236}">
                <a16:creationId xmlns:a16="http://schemas.microsoft.com/office/drawing/2014/main" id="{59276464-9B79-527E-5AAB-C3277963B384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7" name="Freeform: Shape 376">
            <a:extLst>
              <a:ext uri="{FF2B5EF4-FFF2-40B4-BE49-F238E27FC236}">
                <a16:creationId xmlns:a16="http://schemas.microsoft.com/office/drawing/2014/main" id="{D0B4D892-E91F-2462-7086-0D3804084EC6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2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Freeform: Shape 382">
            <a:extLst>
              <a:ext uri="{FF2B5EF4-FFF2-40B4-BE49-F238E27FC236}">
                <a16:creationId xmlns:a16="http://schemas.microsoft.com/office/drawing/2014/main" id="{159D3982-00BC-A35D-67B0-6F397C0C5400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35000">
                <a:srgbClr val="FFC000">
                  <a:alpha val="0"/>
                </a:srgbClr>
              </a:gs>
              <a:gs pos="100000">
                <a:srgbClr val="FFC00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15B2EB45-C718-27FC-9BD9-DB40C575D1D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8" name="Freeform: Shape 377">
            <a:extLst>
              <a:ext uri="{FF2B5EF4-FFF2-40B4-BE49-F238E27FC236}">
                <a16:creationId xmlns:a16="http://schemas.microsoft.com/office/drawing/2014/main" id="{95B86A62-56C5-7E39-49DA-2A8B8476931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1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4" name="Freeform: Shape 383">
            <a:extLst>
              <a:ext uri="{FF2B5EF4-FFF2-40B4-BE49-F238E27FC236}">
                <a16:creationId xmlns:a16="http://schemas.microsoft.com/office/drawing/2014/main" id="{D13259C3-6F29-EA99-E506-F44CFE698053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41000">
                <a:srgbClr val="00CC5C">
                  <a:alpha val="0"/>
                </a:srgbClr>
              </a:gs>
              <a:gs pos="100000">
                <a:srgbClr val="00CC5C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2628612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8B6303B1-E9A8-F88C-D9B3-1A5D7C330EE0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9" name="Freeform: Shape 378">
            <a:extLst>
              <a:ext uri="{FF2B5EF4-FFF2-40B4-BE49-F238E27FC236}">
                <a16:creationId xmlns:a16="http://schemas.microsoft.com/office/drawing/2014/main" id="{DF41C559-56B0-73EE-E347-40E788A9103A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40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5" name="Freeform: Shape 384">
            <a:extLst>
              <a:ext uri="{FF2B5EF4-FFF2-40B4-BE49-F238E27FC236}">
                <a16:creationId xmlns:a16="http://schemas.microsoft.com/office/drawing/2014/main" id="{50577716-8756-5FC9-F1A6-9FCBCF077079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37000">
                <a:srgbClr val="229BEE">
                  <a:alpha val="0"/>
                </a:srgbClr>
              </a:gs>
              <a:gs pos="100000">
                <a:srgbClr val="229BE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FEC898AD-56E7-E960-36F7-45AEF59C0B1E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0" name="Freeform: Shape 379">
            <a:extLst>
              <a:ext uri="{FF2B5EF4-FFF2-40B4-BE49-F238E27FC236}">
                <a16:creationId xmlns:a16="http://schemas.microsoft.com/office/drawing/2014/main" id="{A4EC357D-111B-E447-3AE0-293A4C5A277F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5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6" name="Freeform: Shape 385">
            <a:extLst>
              <a:ext uri="{FF2B5EF4-FFF2-40B4-BE49-F238E27FC236}">
                <a16:creationId xmlns:a16="http://schemas.microsoft.com/office/drawing/2014/main" id="{BF0DED88-A4BF-F579-E38F-673F030F0383}"/>
              </a:ext>
            </a:extLst>
          </p:cNvPr>
          <p:cNvSpPr/>
          <p:nvPr/>
        </p:nvSpPr>
        <p:spPr>
          <a:xfrm rot="16200000" flipV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41000">
                <a:srgbClr val="FF4747">
                  <a:alpha val="0"/>
                </a:srgbClr>
              </a:gs>
              <a:gs pos="100000">
                <a:srgbClr val="FF4747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7E9100-BBC4-FF83-1072-017316D059DD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E663B35-73D6-D9C1-3AE9-00B19A831D70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02E1815-5D48-1F53-9924-051962A169A2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6A859E3-45DA-1E09-E6FA-79EA6F60E783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3B00C0-FDFB-2904-67BF-7E6DD7C92070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270D7917-6A5A-5366-AA35-C844DE220D38}"/>
              </a:ext>
            </a:extLst>
          </p:cNvPr>
          <p:cNvSpPr/>
          <p:nvPr/>
        </p:nvSpPr>
        <p:spPr>
          <a:xfrm>
            <a:off x="4748630" y="2292972"/>
            <a:ext cx="1300455" cy="1501202"/>
          </a:xfrm>
          <a:custGeom>
            <a:avLst/>
            <a:gdLst>
              <a:gd name="csX0" fmla="*/ 149719 w 1300455"/>
              <a:gd name="csY0" fmla="*/ 301603 h 1501202"/>
              <a:gd name="csX1" fmla="*/ 149719 w 1300455"/>
              <a:gd name="csY1" fmla="*/ 401415 h 1501202"/>
              <a:gd name="csX2" fmla="*/ 299436 w 1300455"/>
              <a:gd name="csY2" fmla="*/ 551133 h 1501202"/>
              <a:gd name="csX3" fmla="*/ 698684 w 1300455"/>
              <a:gd name="csY3" fmla="*/ 551133 h 1501202"/>
              <a:gd name="csX4" fmla="*/ 848402 w 1300455"/>
              <a:gd name="csY4" fmla="*/ 401415 h 1501202"/>
              <a:gd name="csX5" fmla="*/ 848402 w 1300455"/>
              <a:gd name="csY5" fmla="*/ 301603 h 1501202"/>
              <a:gd name="csX6" fmla="*/ 998119 w 1300455"/>
              <a:gd name="csY6" fmla="*/ 451321 h 1501202"/>
              <a:gd name="csX7" fmla="*/ 998119 w 1300455"/>
              <a:gd name="csY7" fmla="*/ 1351484 h 1501202"/>
              <a:gd name="csX8" fmla="*/ 848402 w 1300455"/>
              <a:gd name="csY8" fmla="*/ 1501202 h 1501202"/>
              <a:gd name="csX9" fmla="*/ 149719 w 1300455"/>
              <a:gd name="csY9" fmla="*/ 1501202 h 1501202"/>
              <a:gd name="csX10" fmla="*/ 0 w 1300455"/>
              <a:gd name="csY10" fmla="*/ 1351484 h 1501202"/>
              <a:gd name="csX11" fmla="*/ 0 w 1300455"/>
              <a:gd name="csY11" fmla="*/ 451321 h 1501202"/>
              <a:gd name="csX12" fmla="*/ 149719 w 1300455"/>
              <a:gd name="csY12" fmla="*/ 301603 h 1501202"/>
              <a:gd name="csX13" fmla="*/ 498261 w 1300455"/>
              <a:gd name="csY13" fmla="*/ 151885 h 1501202"/>
              <a:gd name="csX14" fmla="*/ 519121 w 1300455"/>
              <a:gd name="csY14" fmla="*/ 153732 h 1501202"/>
              <a:gd name="csX15" fmla="*/ 628116 w 1300455"/>
              <a:gd name="csY15" fmla="*/ 226745 h 1501202"/>
              <a:gd name="csX16" fmla="*/ 642539 w 1300455"/>
              <a:gd name="csY16" fmla="*/ 251697 h 1501202"/>
              <a:gd name="csX17" fmla="*/ 698684 w 1300455"/>
              <a:gd name="csY17" fmla="*/ 251697 h 1501202"/>
              <a:gd name="csX18" fmla="*/ 748589 w 1300455"/>
              <a:gd name="csY18" fmla="*/ 301603 h 1501202"/>
              <a:gd name="csX19" fmla="*/ 748589 w 1300455"/>
              <a:gd name="csY19" fmla="*/ 401415 h 1501202"/>
              <a:gd name="csX20" fmla="*/ 698684 w 1300455"/>
              <a:gd name="csY20" fmla="*/ 451321 h 1501202"/>
              <a:gd name="csX21" fmla="*/ 299436 w 1300455"/>
              <a:gd name="csY21" fmla="*/ 451321 h 1501202"/>
              <a:gd name="csX22" fmla="*/ 249529 w 1300455"/>
              <a:gd name="csY22" fmla="*/ 401415 h 1501202"/>
              <a:gd name="csX23" fmla="*/ 249529 w 1300455"/>
              <a:gd name="csY23" fmla="*/ 301603 h 1501202"/>
              <a:gd name="csX24" fmla="*/ 299436 w 1300455"/>
              <a:gd name="csY24" fmla="*/ 251697 h 1501202"/>
              <a:gd name="csX25" fmla="*/ 355579 w 1300455"/>
              <a:gd name="csY25" fmla="*/ 251697 h 1501202"/>
              <a:gd name="csX26" fmla="*/ 370053 w 1300455"/>
              <a:gd name="csY26" fmla="*/ 226745 h 1501202"/>
              <a:gd name="csX27" fmla="*/ 479097 w 1300455"/>
              <a:gd name="csY27" fmla="*/ 153931 h 1501202"/>
              <a:gd name="csX28" fmla="*/ 498261 w 1300455"/>
              <a:gd name="csY28" fmla="*/ 151885 h 1501202"/>
              <a:gd name="csX29" fmla="*/ 448804 w 1300455"/>
              <a:gd name="csY29" fmla="*/ 0 h 1501202"/>
              <a:gd name="csX30" fmla="*/ 1151306 w 1300455"/>
              <a:gd name="csY30" fmla="*/ 0 h 1501202"/>
              <a:gd name="csX31" fmla="*/ 1300455 w 1300455"/>
              <a:gd name="csY31" fmla="*/ 149149 h 1501202"/>
              <a:gd name="csX32" fmla="*/ 1300455 w 1300455"/>
              <a:gd name="csY32" fmla="*/ 1150451 h 1501202"/>
              <a:gd name="csX33" fmla="*/ 1151306 w 1300455"/>
              <a:gd name="csY33" fmla="*/ 1299600 h 1501202"/>
              <a:gd name="csX34" fmla="*/ 1094634 w 1300455"/>
              <a:gd name="csY34" fmla="*/ 1299600 h 1501202"/>
              <a:gd name="csX35" fmla="*/ 1094634 w 1300455"/>
              <a:gd name="csY35" fmla="*/ 400113 h 1501202"/>
              <a:gd name="csX36" fmla="*/ 985416 w 1300455"/>
              <a:gd name="csY36" fmla="*/ 235623 h 1501202"/>
              <a:gd name="csX37" fmla="*/ 919399 w 1300455"/>
              <a:gd name="csY37" fmla="*/ 222142 h 1501202"/>
              <a:gd name="csX38" fmla="*/ 919399 w 1300455"/>
              <a:gd name="csY38" fmla="*/ 221440 h 1501202"/>
              <a:gd name="csX39" fmla="*/ 915963 w 1300455"/>
              <a:gd name="csY39" fmla="*/ 221440 h 1501202"/>
              <a:gd name="csX40" fmla="*/ 844022 w 1300455"/>
              <a:gd name="csY40" fmla="*/ 221440 h 1501202"/>
              <a:gd name="csX41" fmla="*/ 843469 w 1300455"/>
              <a:gd name="csY41" fmla="*/ 218698 h 1501202"/>
              <a:gd name="csX42" fmla="*/ 767099 w 1300455"/>
              <a:gd name="csY42" fmla="*/ 168076 h 1501202"/>
              <a:gd name="csX43" fmla="*/ 706597 w 1300455"/>
              <a:gd name="csY43" fmla="*/ 168076 h 1501202"/>
              <a:gd name="csX44" fmla="*/ 679711 w 1300455"/>
              <a:gd name="csY44" fmla="*/ 131705 h 1501202"/>
              <a:gd name="csX45" fmla="*/ 532379 w 1300455"/>
              <a:gd name="csY45" fmla="*/ 56018 h 1501202"/>
              <a:gd name="csX46" fmla="*/ 497734 w 1300455"/>
              <a:gd name="csY46" fmla="*/ 52951 h 1501202"/>
              <a:gd name="csX47" fmla="*/ 465907 w 1300455"/>
              <a:gd name="csY47" fmla="*/ 56348 h 1501202"/>
              <a:gd name="csX48" fmla="*/ 318530 w 1300455"/>
              <a:gd name="csY48" fmla="*/ 131766 h 1501202"/>
              <a:gd name="csX49" fmla="*/ 299655 w 1300455"/>
              <a:gd name="csY49" fmla="*/ 157237 h 1501202"/>
              <a:gd name="csX50" fmla="*/ 299655 w 1300455"/>
              <a:gd name="csY50" fmla="*/ 149149 h 1501202"/>
              <a:gd name="csX51" fmla="*/ 448804 w 1300455"/>
              <a:gd name="csY51" fmla="*/ 0 h 1501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1300455" h="1501202">
                <a:moveTo>
                  <a:pt x="149719" y="301603"/>
                </a:moveTo>
                <a:lnTo>
                  <a:pt x="149719" y="401415"/>
                </a:lnTo>
                <a:cubicBezTo>
                  <a:pt x="149964" y="484000"/>
                  <a:pt x="216851" y="550887"/>
                  <a:pt x="299436" y="551133"/>
                </a:cubicBezTo>
                <a:lnTo>
                  <a:pt x="698684" y="551133"/>
                </a:lnTo>
                <a:cubicBezTo>
                  <a:pt x="781268" y="550887"/>
                  <a:pt x="848155" y="484000"/>
                  <a:pt x="848402" y="401415"/>
                </a:cubicBezTo>
                <a:lnTo>
                  <a:pt x="848402" y="301603"/>
                </a:lnTo>
                <a:cubicBezTo>
                  <a:pt x="930985" y="301850"/>
                  <a:pt x="997872" y="368737"/>
                  <a:pt x="998119" y="451321"/>
                </a:cubicBezTo>
                <a:lnTo>
                  <a:pt x="998119" y="1351484"/>
                </a:lnTo>
                <a:cubicBezTo>
                  <a:pt x="997872" y="1434068"/>
                  <a:pt x="930985" y="1500955"/>
                  <a:pt x="848402" y="1501202"/>
                </a:cubicBezTo>
                <a:lnTo>
                  <a:pt x="149719" y="1501202"/>
                </a:lnTo>
                <a:cubicBezTo>
                  <a:pt x="67134" y="1500955"/>
                  <a:pt x="247" y="1434068"/>
                  <a:pt x="0" y="1351484"/>
                </a:cubicBezTo>
                <a:lnTo>
                  <a:pt x="0" y="451321"/>
                </a:lnTo>
                <a:cubicBezTo>
                  <a:pt x="247" y="368737"/>
                  <a:pt x="67134" y="301850"/>
                  <a:pt x="149719" y="301603"/>
                </a:cubicBezTo>
                <a:close/>
                <a:moveTo>
                  <a:pt x="498261" y="151885"/>
                </a:moveTo>
                <a:cubicBezTo>
                  <a:pt x="505259" y="151815"/>
                  <a:pt x="512246" y="152434"/>
                  <a:pt x="519121" y="153732"/>
                </a:cubicBezTo>
                <a:cubicBezTo>
                  <a:pt x="564851" y="159740"/>
                  <a:pt x="605160" y="186740"/>
                  <a:pt x="628116" y="226745"/>
                </a:cubicBezTo>
                <a:lnTo>
                  <a:pt x="642539" y="251697"/>
                </a:lnTo>
                <a:lnTo>
                  <a:pt x="698684" y="251697"/>
                </a:lnTo>
                <a:cubicBezTo>
                  <a:pt x="726246" y="251697"/>
                  <a:pt x="748589" y="274041"/>
                  <a:pt x="748589" y="301603"/>
                </a:cubicBezTo>
                <a:lnTo>
                  <a:pt x="748589" y="401415"/>
                </a:lnTo>
                <a:cubicBezTo>
                  <a:pt x="748589" y="428978"/>
                  <a:pt x="726246" y="451321"/>
                  <a:pt x="698684" y="451321"/>
                </a:cubicBezTo>
                <a:lnTo>
                  <a:pt x="299436" y="451321"/>
                </a:lnTo>
                <a:cubicBezTo>
                  <a:pt x="271872" y="451321"/>
                  <a:pt x="249529" y="428978"/>
                  <a:pt x="249529" y="401415"/>
                </a:cubicBezTo>
                <a:lnTo>
                  <a:pt x="249529" y="301603"/>
                </a:lnTo>
                <a:cubicBezTo>
                  <a:pt x="249529" y="274041"/>
                  <a:pt x="271872" y="251697"/>
                  <a:pt x="299436" y="251697"/>
                </a:cubicBezTo>
                <a:lnTo>
                  <a:pt x="355579" y="251697"/>
                </a:lnTo>
                <a:lnTo>
                  <a:pt x="370053" y="226745"/>
                </a:lnTo>
                <a:cubicBezTo>
                  <a:pt x="393042" y="186783"/>
                  <a:pt x="433376" y="159850"/>
                  <a:pt x="479097" y="153931"/>
                </a:cubicBezTo>
                <a:cubicBezTo>
                  <a:pt x="485398" y="152600"/>
                  <a:pt x="491819" y="151915"/>
                  <a:pt x="498261" y="151885"/>
                </a:cubicBezTo>
                <a:close/>
                <a:moveTo>
                  <a:pt x="448804" y="0"/>
                </a:moveTo>
                <a:lnTo>
                  <a:pt x="1151306" y="0"/>
                </a:lnTo>
                <a:cubicBezTo>
                  <a:pt x="1233679" y="0"/>
                  <a:pt x="1300455" y="66776"/>
                  <a:pt x="1300455" y="149149"/>
                </a:cubicBezTo>
                <a:lnTo>
                  <a:pt x="1300455" y="1150451"/>
                </a:lnTo>
                <a:cubicBezTo>
                  <a:pt x="1300455" y="1232824"/>
                  <a:pt x="1233679" y="1299600"/>
                  <a:pt x="1151306" y="1299600"/>
                </a:cubicBezTo>
                <a:lnTo>
                  <a:pt x="1094634" y="1299600"/>
                </a:lnTo>
                <a:lnTo>
                  <a:pt x="1094634" y="400113"/>
                </a:lnTo>
                <a:cubicBezTo>
                  <a:pt x="1094413" y="326196"/>
                  <a:pt x="1049458" y="262817"/>
                  <a:pt x="985416" y="235623"/>
                </a:cubicBezTo>
                <a:lnTo>
                  <a:pt x="919399" y="222142"/>
                </a:lnTo>
                <a:lnTo>
                  <a:pt x="919399" y="221440"/>
                </a:lnTo>
                <a:lnTo>
                  <a:pt x="915963" y="221440"/>
                </a:lnTo>
                <a:lnTo>
                  <a:pt x="844022" y="221440"/>
                </a:lnTo>
                <a:lnTo>
                  <a:pt x="843469" y="218698"/>
                </a:lnTo>
                <a:cubicBezTo>
                  <a:pt x="830887" y="188949"/>
                  <a:pt x="801430" y="168076"/>
                  <a:pt x="767099" y="168076"/>
                </a:cubicBezTo>
                <a:lnTo>
                  <a:pt x="706597" y="168076"/>
                </a:lnTo>
                <a:lnTo>
                  <a:pt x="679711" y="131705"/>
                </a:lnTo>
                <a:cubicBezTo>
                  <a:pt x="641239" y="90596"/>
                  <a:pt x="589341" y="63501"/>
                  <a:pt x="532379" y="56018"/>
                </a:cubicBezTo>
                <a:cubicBezTo>
                  <a:pt x="520960" y="53863"/>
                  <a:pt x="509356" y="52834"/>
                  <a:pt x="497734" y="52951"/>
                </a:cubicBezTo>
                <a:cubicBezTo>
                  <a:pt x="487036" y="53000"/>
                  <a:pt x="476372" y="54138"/>
                  <a:pt x="465907" y="56348"/>
                </a:cubicBezTo>
                <a:cubicBezTo>
                  <a:pt x="408956" y="63721"/>
                  <a:pt x="357037" y="90725"/>
                  <a:pt x="318530" y="131766"/>
                </a:cubicBezTo>
                <a:lnTo>
                  <a:pt x="299655" y="157237"/>
                </a:lnTo>
                <a:lnTo>
                  <a:pt x="299655" y="149149"/>
                </a:lnTo>
                <a:cubicBezTo>
                  <a:pt x="299655" y="66776"/>
                  <a:pt x="366431" y="0"/>
                  <a:pt x="44880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069D2A-1855-CB1E-2758-F3608123E3A4}"/>
              </a:ext>
            </a:extLst>
          </p:cNvPr>
          <p:cNvGrpSpPr/>
          <p:nvPr/>
        </p:nvGrpSpPr>
        <p:grpSpPr>
          <a:xfrm>
            <a:off x="759600" y="293525"/>
            <a:ext cx="1500000" cy="1500000"/>
            <a:chOff x="759600" y="293525"/>
            <a:chExt cx="1500000" cy="1500000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52F5A64-879F-C768-28E0-D3B56EACF34F}"/>
                </a:ext>
              </a:extLst>
            </p:cNvPr>
            <p:cNvSpPr/>
            <p:nvPr/>
          </p:nvSpPr>
          <p:spPr>
            <a:xfrm>
              <a:off x="1434600" y="293525"/>
              <a:ext cx="150000" cy="225000"/>
            </a:xfrm>
            <a:custGeom>
              <a:avLst/>
              <a:gdLst>
                <a:gd name="csX0" fmla="*/ 75000 w 150000"/>
                <a:gd name="csY0" fmla="*/ 0 h 225000"/>
                <a:gd name="csX1" fmla="*/ 150000 w 150000"/>
                <a:gd name="csY1" fmla="*/ 75000 h 225000"/>
                <a:gd name="csX2" fmla="*/ 150000 w 150000"/>
                <a:gd name="csY2" fmla="*/ 150000 h 225000"/>
                <a:gd name="csX3" fmla="*/ 75000 w 150000"/>
                <a:gd name="csY3" fmla="*/ 225000 h 225000"/>
                <a:gd name="csX4" fmla="*/ 0 w 150000"/>
                <a:gd name="csY4" fmla="*/ 150000 h 225000"/>
                <a:gd name="csX5" fmla="*/ 0 w 150000"/>
                <a:gd name="csY5" fmla="*/ 75000 h 225000"/>
                <a:gd name="csX6" fmla="*/ 75000 w 150000"/>
                <a:gd name="csY6" fmla="*/ 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0000" h="225000">
                  <a:moveTo>
                    <a:pt x="75000" y="0"/>
                  </a:moveTo>
                  <a:cubicBezTo>
                    <a:pt x="116423" y="0"/>
                    <a:pt x="150000" y="33579"/>
                    <a:pt x="150000" y="75000"/>
                  </a:cubicBezTo>
                  <a:lnTo>
                    <a:pt x="150000" y="150000"/>
                  </a:lnTo>
                  <a:cubicBezTo>
                    <a:pt x="150000" y="191421"/>
                    <a:pt x="116423" y="225000"/>
                    <a:pt x="75000" y="225000"/>
                  </a:cubicBezTo>
                  <a:cubicBezTo>
                    <a:pt x="33577" y="225000"/>
                    <a:pt x="0" y="191421"/>
                    <a:pt x="0" y="150000"/>
                  </a:cubicBezTo>
                  <a:lnTo>
                    <a:pt x="0" y="75000"/>
                  </a:lnTo>
                  <a:cubicBezTo>
                    <a:pt x="0" y="33579"/>
                    <a:pt x="33577" y="0"/>
                    <a:pt x="75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14CA2FD-7C2B-17F3-8843-B1A04E6EFBB7}"/>
                </a:ext>
              </a:extLst>
            </p:cNvPr>
            <p:cNvSpPr/>
            <p:nvPr/>
          </p:nvSpPr>
          <p:spPr>
            <a:xfrm>
              <a:off x="1059600" y="593525"/>
              <a:ext cx="900000" cy="900000"/>
            </a:xfrm>
            <a:custGeom>
              <a:avLst/>
              <a:gdLst>
                <a:gd name="csX0" fmla="*/ 450000 w 900000"/>
                <a:gd name="csY0" fmla="*/ 124306 h 900000"/>
                <a:gd name="csX1" fmla="*/ 124306 w 900000"/>
                <a:gd name="csY1" fmla="*/ 450000 h 900000"/>
                <a:gd name="csX2" fmla="*/ 450000 w 900000"/>
                <a:gd name="csY2" fmla="*/ 775694 h 900000"/>
                <a:gd name="csX3" fmla="*/ 775694 w 900000"/>
                <a:gd name="csY3" fmla="*/ 450000 h 900000"/>
                <a:gd name="csX4" fmla="*/ 450000 w 900000"/>
                <a:gd name="csY4" fmla="*/ 124306 h 900000"/>
                <a:gd name="csX5" fmla="*/ 450000 w 900000"/>
                <a:gd name="csY5" fmla="*/ 0 h 900000"/>
                <a:gd name="csX6" fmla="*/ 900000 w 900000"/>
                <a:gd name="csY6" fmla="*/ 450000 h 900000"/>
                <a:gd name="csX7" fmla="*/ 450000 w 900000"/>
                <a:gd name="csY7" fmla="*/ 900000 h 900000"/>
                <a:gd name="csX8" fmla="*/ 0 w 900000"/>
                <a:gd name="csY8" fmla="*/ 450000 h 900000"/>
                <a:gd name="csX9" fmla="*/ 450000 w 900000"/>
                <a:gd name="csY9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00000" h="900000">
                  <a:moveTo>
                    <a:pt x="450000" y="124306"/>
                  </a:moveTo>
                  <a:cubicBezTo>
                    <a:pt x="270125" y="124306"/>
                    <a:pt x="124306" y="270124"/>
                    <a:pt x="124306" y="450000"/>
                  </a:cubicBezTo>
                  <a:cubicBezTo>
                    <a:pt x="124306" y="629876"/>
                    <a:pt x="270125" y="775694"/>
                    <a:pt x="450000" y="775694"/>
                  </a:cubicBezTo>
                  <a:cubicBezTo>
                    <a:pt x="629876" y="775694"/>
                    <a:pt x="775694" y="629876"/>
                    <a:pt x="775694" y="450000"/>
                  </a:cubicBezTo>
                  <a:cubicBezTo>
                    <a:pt x="775694" y="270124"/>
                    <a:pt x="629876" y="124306"/>
                    <a:pt x="450000" y="124306"/>
                  </a:cubicBezTo>
                  <a:close/>
                  <a:moveTo>
                    <a:pt x="450000" y="0"/>
                  </a:moveTo>
                  <a:cubicBezTo>
                    <a:pt x="698528" y="0"/>
                    <a:pt x="900000" y="201472"/>
                    <a:pt x="900000" y="450000"/>
                  </a:cubicBezTo>
                  <a:cubicBezTo>
                    <a:pt x="900000" y="698528"/>
                    <a:pt x="698528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B4BBF9B-402C-3079-F298-CFE0F242F85E}"/>
                </a:ext>
              </a:extLst>
            </p:cNvPr>
            <p:cNvSpPr/>
            <p:nvPr/>
          </p:nvSpPr>
          <p:spPr>
            <a:xfrm>
              <a:off x="1434600" y="1568525"/>
              <a:ext cx="150000" cy="225000"/>
            </a:xfrm>
            <a:custGeom>
              <a:avLst/>
              <a:gdLst>
                <a:gd name="csX0" fmla="*/ 150000 w 150000"/>
                <a:gd name="csY0" fmla="*/ 75000 h 225000"/>
                <a:gd name="csX1" fmla="*/ 75000 w 150000"/>
                <a:gd name="csY1" fmla="*/ 0 h 225000"/>
                <a:gd name="csX2" fmla="*/ 0 w 150000"/>
                <a:gd name="csY2" fmla="*/ 75000 h 225000"/>
                <a:gd name="csX3" fmla="*/ 0 w 150000"/>
                <a:gd name="csY3" fmla="*/ 150000 h 225000"/>
                <a:gd name="csX4" fmla="*/ 75000 w 150000"/>
                <a:gd name="csY4" fmla="*/ 225000 h 225000"/>
                <a:gd name="csX5" fmla="*/ 150000 w 150000"/>
                <a:gd name="csY5" fmla="*/ 15000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0000" h="225000">
                  <a:moveTo>
                    <a:pt x="150000" y="75000"/>
                  </a:moveTo>
                  <a:cubicBezTo>
                    <a:pt x="150000" y="33578"/>
                    <a:pt x="116423" y="0"/>
                    <a:pt x="75000" y="0"/>
                  </a:cubicBezTo>
                  <a:cubicBezTo>
                    <a:pt x="33577" y="0"/>
                    <a:pt x="0" y="33578"/>
                    <a:pt x="0" y="75000"/>
                  </a:cubicBezTo>
                  <a:lnTo>
                    <a:pt x="0" y="150000"/>
                  </a:lnTo>
                  <a:cubicBezTo>
                    <a:pt x="0" y="191422"/>
                    <a:pt x="33577" y="225000"/>
                    <a:pt x="75000" y="225000"/>
                  </a:cubicBezTo>
                  <a:cubicBezTo>
                    <a:pt x="116423" y="225000"/>
                    <a:pt x="150000" y="191422"/>
                    <a:pt x="150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5888366-DFD7-6E5D-E6FA-F5DF4A019DBB}"/>
                </a:ext>
              </a:extLst>
            </p:cNvPr>
            <p:cNvSpPr/>
            <p:nvPr/>
          </p:nvSpPr>
          <p:spPr>
            <a:xfrm>
              <a:off x="2034600" y="968525"/>
              <a:ext cx="225000" cy="150000"/>
            </a:xfrm>
            <a:custGeom>
              <a:avLst/>
              <a:gdLst>
                <a:gd name="csX0" fmla="*/ 225000 w 225000"/>
                <a:gd name="csY0" fmla="*/ 75000 h 150000"/>
                <a:gd name="csX1" fmla="*/ 150000 w 225000"/>
                <a:gd name="csY1" fmla="*/ 150000 h 150000"/>
                <a:gd name="csX2" fmla="*/ 75000 w 225000"/>
                <a:gd name="csY2" fmla="*/ 150000 h 150000"/>
                <a:gd name="csX3" fmla="*/ 0 w 225000"/>
                <a:gd name="csY3" fmla="*/ 75000 h 150000"/>
                <a:gd name="csX4" fmla="*/ 75000 w 225000"/>
                <a:gd name="csY4" fmla="*/ 0 h 150000"/>
                <a:gd name="csX5" fmla="*/ 150000 w 225000"/>
                <a:gd name="csY5" fmla="*/ 0 h 150000"/>
                <a:gd name="csX6" fmla="*/ 225000 w 225000"/>
                <a:gd name="csY6" fmla="*/ 75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000" h="150000">
                  <a:moveTo>
                    <a:pt x="225000" y="75000"/>
                  </a:moveTo>
                  <a:cubicBezTo>
                    <a:pt x="225000" y="116423"/>
                    <a:pt x="191422" y="150000"/>
                    <a:pt x="150000" y="150000"/>
                  </a:cubicBezTo>
                  <a:lnTo>
                    <a:pt x="75000" y="150000"/>
                  </a:lnTo>
                  <a:cubicBezTo>
                    <a:pt x="33578" y="150000"/>
                    <a:pt x="0" y="116423"/>
                    <a:pt x="0" y="75000"/>
                  </a:cubicBezTo>
                  <a:cubicBezTo>
                    <a:pt x="0" y="33577"/>
                    <a:pt x="33578" y="0"/>
                    <a:pt x="75000" y="0"/>
                  </a:cubicBezTo>
                  <a:lnTo>
                    <a:pt x="150000" y="0"/>
                  </a:lnTo>
                  <a:cubicBezTo>
                    <a:pt x="191422" y="0"/>
                    <a:pt x="225000" y="33577"/>
                    <a:pt x="225000" y="75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AFEEE1-EF3F-5C43-C379-AA27E42FFA06}"/>
                </a:ext>
              </a:extLst>
            </p:cNvPr>
            <p:cNvSpPr/>
            <p:nvPr/>
          </p:nvSpPr>
          <p:spPr>
            <a:xfrm>
              <a:off x="759600" y="968525"/>
              <a:ext cx="225000" cy="150000"/>
            </a:xfrm>
            <a:custGeom>
              <a:avLst/>
              <a:gdLst>
                <a:gd name="csX0" fmla="*/ 150000 w 225000"/>
                <a:gd name="csY0" fmla="*/ 150000 h 150000"/>
                <a:gd name="csX1" fmla="*/ 225000 w 225000"/>
                <a:gd name="csY1" fmla="*/ 75000 h 150000"/>
                <a:gd name="csX2" fmla="*/ 150000 w 225000"/>
                <a:gd name="csY2" fmla="*/ 0 h 150000"/>
                <a:gd name="csX3" fmla="*/ 75000 w 225000"/>
                <a:gd name="csY3" fmla="*/ 0 h 150000"/>
                <a:gd name="csX4" fmla="*/ 0 w 225000"/>
                <a:gd name="csY4" fmla="*/ 75000 h 150000"/>
                <a:gd name="csX5" fmla="*/ 75000 w 225000"/>
                <a:gd name="csY5" fmla="*/ 150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5000" h="150000">
                  <a:moveTo>
                    <a:pt x="150000" y="150000"/>
                  </a:moveTo>
                  <a:cubicBezTo>
                    <a:pt x="191421" y="150000"/>
                    <a:pt x="225000" y="116423"/>
                    <a:pt x="225000" y="75000"/>
                  </a:cubicBezTo>
                  <a:cubicBezTo>
                    <a:pt x="225000" y="33577"/>
                    <a:pt x="191421" y="0"/>
                    <a:pt x="150000" y="0"/>
                  </a:cubicBezTo>
                  <a:lnTo>
                    <a:pt x="75000" y="0"/>
                  </a:lnTo>
                  <a:cubicBezTo>
                    <a:pt x="33579" y="0"/>
                    <a:pt x="0" y="33577"/>
                    <a:pt x="0" y="75000"/>
                  </a:cubicBezTo>
                  <a:cubicBezTo>
                    <a:pt x="0" y="116423"/>
                    <a:pt x="33579" y="150000"/>
                    <a:pt x="75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197FA17-EF21-0C3C-E02F-642A97AFDAEA}"/>
                </a:ext>
              </a:extLst>
            </p:cNvPr>
            <p:cNvSpPr/>
            <p:nvPr/>
          </p:nvSpPr>
          <p:spPr>
            <a:xfrm>
              <a:off x="1858863" y="491228"/>
              <a:ext cx="203034" cy="203033"/>
            </a:xfrm>
            <a:custGeom>
              <a:avLst/>
              <a:gdLst>
                <a:gd name="csX0" fmla="*/ 181069 w 203034"/>
                <a:gd name="csY0" fmla="*/ 128033 h 203033"/>
                <a:gd name="csX1" fmla="*/ 128036 w 203034"/>
                <a:gd name="csY1" fmla="*/ 181066 h 203033"/>
                <a:gd name="csX2" fmla="*/ 21971 w 203034"/>
                <a:gd name="csY2" fmla="*/ 181066 h 203033"/>
                <a:gd name="csX3" fmla="*/ 21971 w 203034"/>
                <a:gd name="csY3" fmla="*/ 75000 h 203033"/>
                <a:gd name="csX4" fmla="*/ 75004 w 203034"/>
                <a:gd name="csY4" fmla="*/ 21967 h 203033"/>
                <a:gd name="csX5" fmla="*/ 181069 w 203034"/>
                <a:gd name="csY5" fmla="*/ 21967 h 203033"/>
                <a:gd name="csX6" fmla="*/ 181069 w 203034"/>
                <a:gd name="csY6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3">
                  <a:moveTo>
                    <a:pt x="181069" y="128033"/>
                  </a:moveTo>
                  <a:lnTo>
                    <a:pt x="128036" y="181066"/>
                  </a:lnTo>
                  <a:cubicBezTo>
                    <a:pt x="98741" y="210356"/>
                    <a:pt x="51259" y="210356"/>
                    <a:pt x="21971" y="181066"/>
                  </a:cubicBezTo>
                  <a:cubicBezTo>
                    <a:pt x="-7324" y="151777"/>
                    <a:pt x="-7324" y="104289"/>
                    <a:pt x="21971" y="75000"/>
                  </a:cubicBezTo>
                  <a:lnTo>
                    <a:pt x="75004" y="21967"/>
                  </a:lnTo>
                  <a:cubicBezTo>
                    <a:pt x="104291" y="-7322"/>
                    <a:pt x="151774" y="-7322"/>
                    <a:pt x="181069" y="21967"/>
                  </a:cubicBezTo>
                  <a:cubicBezTo>
                    <a:pt x="210356" y="51256"/>
                    <a:pt x="210356" y="98743"/>
                    <a:pt x="181069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2176164-2296-22B1-0452-261DAB364F5F}"/>
                </a:ext>
              </a:extLst>
            </p:cNvPr>
            <p:cNvSpPr/>
            <p:nvPr/>
          </p:nvSpPr>
          <p:spPr>
            <a:xfrm>
              <a:off x="957302" y="1392786"/>
              <a:ext cx="203033" cy="203036"/>
            </a:xfrm>
            <a:custGeom>
              <a:avLst/>
              <a:gdLst>
                <a:gd name="csX0" fmla="*/ 181066 w 203033"/>
                <a:gd name="csY0" fmla="*/ 128038 h 203036"/>
                <a:gd name="csX1" fmla="*/ 181066 w 203033"/>
                <a:gd name="csY1" fmla="*/ 21966 h 203036"/>
                <a:gd name="csX2" fmla="*/ 75000 w 203033"/>
                <a:gd name="csY2" fmla="*/ 21966 h 203036"/>
                <a:gd name="csX3" fmla="*/ 21967 w 203033"/>
                <a:gd name="csY3" fmla="*/ 75006 h 203036"/>
                <a:gd name="csX4" fmla="*/ 21967 w 203033"/>
                <a:gd name="csY4" fmla="*/ 181071 h 203036"/>
                <a:gd name="csX5" fmla="*/ 128033 w 203033"/>
                <a:gd name="csY5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6">
                  <a:moveTo>
                    <a:pt x="181066" y="128038"/>
                  </a:moveTo>
                  <a:cubicBezTo>
                    <a:pt x="210355" y="98743"/>
                    <a:pt x="210355" y="51261"/>
                    <a:pt x="181066" y="21966"/>
                  </a:cubicBezTo>
                  <a:cubicBezTo>
                    <a:pt x="151777" y="-7322"/>
                    <a:pt x="104290" y="-7322"/>
                    <a:pt x="75000" y="21966"/>
                  </a:cubicBezTo>
                  <a:lnTo>
                    <a:pt x="21967" y="75006"/>
                  </a:lnTo>
                  <a:cubicBezTo>
                    <a:pt x="-7322" y="104293"/>
                    <a:pt x="-7322" y="151776"/>
                    <a:pt x="21967" y="181071"/>
                  </a:cubicBezTo>
                  <a:cubicBezTo>
                    <a:pt x="51256" y="210358"/>
                    <a:pt x="98744" y="210358"/>
                    <a:pt x="128033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5E1BF9-A829-F404-54BD-0AC69E768EEB}"/>
                </a:ext>
              </a:extLst>
            </p:cNvPr>
            <p:cNvSpPr/>
            <p:nvPr/>
          </p:nvSpPr>
          <p:spPr>
            <a:xfrm>
              <a:off x="1858863" y="1392786"/>
              <a:ext cx="203034" cy="203036"/>
            </a:xfrm>
            <a:custGeom>
              <a:avLst/>
              <a:gdLst>
                <a:gd name="csX0" fmla="*/ 75004 w 203034"/>
                <a:gd name="csY0" fmla="*/ 181071 h 203036"/>
                <a:gd name="csX1" fmla="*/ 21971 w 203034"/>
                <a:gd name="csY1" fmla="*/ 128038 h 203036"/>
                <a:gd name="csX2" fmla="*/ 21971 w 203034"/>
                <a:gd name="csY2" fmla="*/ 21966 h 203036"/>
                <a:gd name="csX3" fmla="*/ 128036 w 203034"/>
                <a:gd name="csY3" fmla="*/ 21966 h 203036"/>
                <a:gd name="csX4" fmla="*/ 181069 w 203034"/>
                <a:gd name="csY4" fmla="*/ 75006 h 203036"/>
                <a:gd name="csX5" fmla="*/ 181069 w 203034"/>
                <a:gd name="csY5" fmla="*/ 181071 h 203036"/>
                <a:gd name="csX6" fmla="*/ 75004 w 203034"/>
                <a:gd name="csY6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6">
                  <a:moveTo>
                    <a:pt x="75004" y="181071"/>
                  </a:moveTo>
                  <a:lnTo>
                    <a:pt x="21971" y="128038"/>
                  </a:lnTo>
                  <a:cubicBezTo>
                    <a:pt x="-7324" y="98743"/>
                    <a:pt x="-7324" y="51261"/>
                    <a:pt x="21971" y="21966"/>
                  </a:cubicBezTo>
                  <a:cubicBezTo>
                    <a:pt x="51259" y="-7322"/>
                    <a:pt x="98741" y="-7322"/>
                    <a:pt x="128036" y="21966"/>
                  </a:cubicBezTo>
                  <a:lnTo>
                    <a:pt x="181069" y="75006"/>
                  </a:lnTo>
                  <a:cubicBezTo>
                    <a:pt x="210356" y="104293"/>
                    <a:pt x="210356" y="151776"/>
                    <a:pt x="181069" y="181071"/>
                  </a:cubicBezTo>
                  <a:cubicBezTo>
                    <a:pt x="151781" y="210358"/>
                    <a:pt x="104291" y="210358"/>
                    <a:pt x="75004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7180D62-5E12-EB0C-ACB8-D6EBADECF2D0}"/>
                </a:ext>
              </a:extLst>
            </p:cNvPr>
            <p:cNvSpPr/>
            <p:nvPr/>
          </p:nvSpPr>
          <p:spPr>
            <a:xfrm>
              <a:off x="957302" y="491228"/>
              <a:ext cx="203033" cy="203033"/>
            </a:xfrm>
            <a:custGeom>
              <a:avLst/>
              <a:gdLst>
                <a:gd name="csX0" fmla="*/ 75000 w 203033"/>
                <a:gd name="csY0" fmla="*/ 181066 h 203033"/>
                <a:gd name="csX1" fmla="*/ 181066 w 203033"/>
                <a:gd name="csY1" fmla="*/ 181066 h 203033"/>
                <a:gd name="csX2" fmla="*/ 181066 w 203033"/>
                <a:gd name="csY2" fmla="*/ 75000 h 203033"/>
                <a:gd name="csX3" fmla="*/ 128033 w 203033"/>
                <a:gd name="csY3" fmla="*/ 21967 h 203033"/>
                <a:gd name="csX4" fmla="*/ 21967 w 203033"/>
                <a:gd name="csY4" fmla="*/ 21967 h 203033"/>
                <a:gd name="csX5" fmla="*/ 21967 w 203033"/>
                <a:gd name="csY5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3">
                  <a:moveTo>
                    <a:pt x="75000" y="181066"/>
                  </a:moveTo>
                  <a:cubicBezTo>
                    <a:pt x="104290" y="210356"/>
                    <a:pt x="151777" y="210356"/>
                    <a:pt x="181066" y="181066"/>
                  </a:cubicBezTo>
                  <a:cubicBezTo>
                    <a:pt x="210355" y="151777"/>
                    <a:pt x="210355" y="104289"/>
                    <a:pt x="181066" y="75000"/>
                  </a:cubicBezTo>
                  <a:lnTo>
                    <a:pt x="128033" y="21967"/>
                  </a:lnTo>
                  <a:cubicBezTo>
                    <a:pt x="98744" y="-7322"/>
                    <a:pt x="51256" y="-7322"/>
                    <a:pt x="21967" y="21967"/>
                  </a:cubicBezTo>
                  <a:cubicBezTo>
                    <a:pt x="-7322" y="51256"/>
                    <a:pt x="-7322" y="98743"/>
                    <a:pt x="21967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BCD4FA5-78E1-0838-6932-1C54407C0CAB}"/>
              </a:ext>
            </a:extLst>
          </p:cNvPr>
          <p:cNvGrpSpPr/>
          <p:nvPr/>
        </p:nvGrpSpPr>
        <p:grpSpPr>
          <a:xfrm>
            <a:off x="3281820" y="293525"/>
            <a:ext cx="1500000" cy="1500000"/>
            <a:chOff x="3281820" y="293525"/>
            <a:chExt cx="1500000" cy="1500000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BFFE6FC-20FA-BDB9-9377-208B24B8D088}"/>
                </a:ext>
              </a:extLst>
            </p:cNvPr>
            <p:cNvSpPr/>
            <p:nvPr/>
          </p:nvSpPr>
          <p:spPr>
            <a:xfrm rot="19319567">
              <a:off x="3611767" y="675989"/>
              <a:ext cx="627137" cy="900000"/>
            </a:xfrm>
            <a:custGeom>
              <a:avLst/>
              <a:gdLst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645150 w 645150"/>
                <a:gd name="csY2" fmla="*/ 46214 h 900000"/>
                <a:gd name="csX3" fmla="*/ 588701 w 645150"/>
                <a:gd name="csY3" fmla="*/ 76853 h 900000"/>
                <a:gd name="csX4" fmla="*/ 390300 w 645150"/>
                <a:gd name="csY4" fmla="*/ 450000 h 900000"/>
                <a:gd name="csX5" fmla="*/ 588701 w 645150"/>
                <a:gd name="csY5" fmla="*/ 823147 h 900000"/>
                <a:gd name="csX6" fmla="*/ 645150 w 645150"/>
                <a:gd name="csY6" fmla="*/ 853787 h 900000"/>
                <a:gd name="csX7" fmla="*/ 625161 w 645150"/>
                <a:gd name="csY7" fmla="*/ 864637 h 900000"/>
                <a:gd name="csX8" fmla="*/ 450000 w 645150"/>
                <a:gd name="csY8" fmla="*/ 900000 h 900000"/>
                <a:gd name="csX9" fmla="*/ 0 w 645150"/>
                <a:gd name="csY9" fmla="*/ 450000 h 900000"/>
                <a:gd name="csX10" fmla="*/ 450000 w 645150"/>
                <a:gd name="csY10" fmla="*/ 0 h 900000"/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588701 w 645150"/>
                <a:gd name="csY2" fmla="*/ 76853 h 900000"/>
                <a:gd name="csX3" fmla="*/ 390300 w 645150"/>
                <a:gd name="csY3" fmla="*/ 450000 h 900000"/>
                <a:gd name="csX4" fmla="*/ 588701 w 645150"/>
                <a:gd name="csY4" fmla="*/ 823147 h 900000"/>
                <a:gd name="csX5" fmla="*/ 645150 w 645150"/>
                <a:gd name="csY5" fmla="*/ 853787 h 900000"/>
                <a:gd name="csX6" fmla="*/ 625161 w 645150"/>
                <a:gd name="csY6" fmla="*/ 864637 h 900000"/>
                <a:gd name="csX7" fmla="*/ 450000 w 645150"/>
                <a:gd name="csY7" fmla="*/ 900000 h 900000"/>
                <a:gd name="csX8" fmla="*/ 0 w 645150"/>
                <a:gd name="csY8" fmla="*/ 450000 h 900000"/>
                <a:gd name="csX9" fmla="*/ 450000 w 645150"/>
                <a:gd name="csY9" fmla="*/ 0 h 900000"/>
                <a:gd name="csX0" fmla="*/ 450000 w 625161"/>
                <a:gd name="csY0" fmla="*/ 0 h 900000"/>
                <a:gd name="csX1" fmla="*/ 625161 w 625161"/>
                <a:gd name="csY1" fmla="*/ 35364 h 900000"/>
                <a:gd name="csX2" fmla="*/ 588701 w 625161"/>
                <a:gd name="csY2" fmla="*/ 76853 h 900000"/>
                <a:gd name="csX3" fmla="*/ 390300 w 625161"/>
                <a:gd name="csY3" fmla="*/ 450000 h 900000"/>
                <a:gd name="csX4" fmla="*/ 588701 w 625161"/>
                <a:gd name="csY4" fmla="*/ 823147 h 900000"/>
                <a:gd name="csX5" fmla="*/ 625161 w 625161"/>
                <a:gd name="csY5" fmla="*/ 864637 h 900000"/>
                <a:gd name="csX6" fmla="*/ 450000 w 625161"/>
                <a:gd name="csY6" fmla="*/ 900000 h 900000"/>
                <a:gd name="csX7" fmla="*/ 0 w 625161"/>
                <a:gd name="csY7" fmla="*/ 450000 h 900000"/>
                <a:gd name="csX8" fmla="*/ 450000 w 625161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27137" h="900000">
                  <a:moveTo>
                    <a:pt x="450000" y="0"/>
                  </a:moveTo>
                  <a:cubicBezTo>
                    <a:pt x="512132" y="0"/>
                    <a:pt x="571323" y="12592"/>
                    <a:pt x="625161" y="35364"/>
                  </a:cubicBezTo>
                  <a:cubicBezTo>
                    <a:pt x="635760" y="54886"/>
                    <a:pt x="600854" y="63023"/>
                    <a:pt x="588701" y="76853"/>
                  </a:cubicBezTo>
                  <a:cubicBezTo>
                    <a:pt x="469000" y="157722"/>
                    <a:pt x="390300" y="294670"/>
                    <a:pt x="390300" y="450000"/>
                  </a:cubicBezTo>
                  <a:cubicBezTo>
                    <a:pt x="390300" y="605330"/>
                    <a:pt x="469000" y="742279"/>
                    <a:pt x="588701" y="823147"/>
                  </a:cubicBezTo>
                  <a:cubicBezTo>
                    <a:pt x="600854" y="836977"/>
                    <a:pt x="630540" y="855442"/>
                    <a:pt x="625161" y="864637"/>
                  </a:cubicBezTo>
                  <a:cubicBezTo>
                    <a:pt x="571323" y="887408"/>
                    <a:pt x="512132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tx1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5E3DDD9-29D5-C838-07EA-30CB87E8C12F}"/>
                </a:ext>
              </a:extLst>
            </p:cNvPr>
            <p:cNvSpPr/>
            <p:nvPr/>
          </p:nvSpPr>
          <p:spPr>
            <a:xfrm>
              <a:off x="32818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2DE3F93-8974-B215-5337-8E0A04E3786A}"/>
                </a:ext>
              </a:extLst>
            </p:cNvPr>
            <p:cNvSpPr/>
            <p:nvPr/>
          </p:nvSpPr>
          <p:spPr>
            <a:xfrm>
              <a:off x="4432917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A09F4D-B561-04A3-CA44-B06913069C01}"/>
                </a:ext>
              </a:extLst>
            </p:cNvPr>
            <p:cNvSpPr/>
            <p:nvPr/>
          </p:nvSpPr>
          <p:spPr>
            <a:xfrm>
              <a:off x="3955620" y="293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8FED497A-CBDA-DC55-F7EB-3213FFB3BFE3}"/>
                </a:ext>
              </a:extLst>
            </p:cNvPr>
            <p:cNvSpPr/>
            <p:nvPr/>
          </p:nvSpPr>
          <p:spPr>
            <a:xfrm>
              <a:off x="3479522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F67BDBD3-3376-BE31-A6D5-09E7F2403D49}"/>
                </a:ext>
              </a:extLst>
            </p:cNvPr>
            <p:cNvSpPr/>
            <p:nvPr/>
          </p:nvSpPr>
          <p:spPr>
            <a:xfrm>
              <a:off x="46306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94A10547-6900-4A53-6C6A-752559744030}"/>
                </a:ext>
              </a:extLst>
            </p:cNvPr>
            <p:cNvSpPr/>
            <p:nvPr/>
          </p:nvSpPr>
          <p:spPr>
            <a:xfrm>
              <a:off x="3479522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F5D8FF3-A71D-130C-903D-D9C864644AF5}"/>
                </a:ext>
              </a:extLst>
            </p:cNvPr>
            <p:cNvSpPr/>
            <p:nvPr/>
          </p:nvSpPr>
          <p:spPr>
            <a:xfrm>
              <a:off x="3956820" y="16423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1CBEC7B-19BD-22A3-E56C-4A93D1516BE2}"/>
                </a:ext>
              </a:extLst>
            </p:cNvPr>
            <p:cNvSpPr/>
            <p:nvPr/>
          </p:nvSpPr>
          <p:spPr>
            <a:xfrm>
              <a:off x="4432917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3D96305-75DA-D430-9EDF-52DFE2649EDE}"/>
              </a:ext>
            </a:extLst>
          </p:cNvPr>
          <p:cNvGrpSpPr/>
          <p:nvPr/>
        </p:nvGrpSpPr>
        <p:grpSpPr>
          <a:xfrm>
            <a:off x="251162" y="2299222"/>
            <a:ext cx="1067817" cy="1501200"/>
            <a:chOff x="251163" y="3239689"/>
            <a:chExt cx="938250" cy="1313554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C367A9C-0472-DE94-9898-166A5FD33739}"/>
                </a:ext>
              </a:extLst>
            </p:cNvPr>
            <p:cNvSpPr/>
            <p:nvPr/>
          </p:nvSpPr>
          <p:spPr>
            <a:xfrm>
              <a:off x="251163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E827209-71F7-E51B-ED43-7816EB172C92}"/>
                </a:ext>
              </a:extLst>
            </p:cNvPr>
            <p:cNvSpPr/>
            <p:nvPr/>
          </p:nvSpPr>
          <p:spPr>
            <a:xfrm>
              <a:off x="485725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3375B0-F789-BC04-58E6-B6AFC7600F59}"/>
              </a:ext>
            </a:extLst>
          </p:cNvPr>
          <p:cNvGrpSpPr/>
          <p:nvPr/>
        </p:nvGrpSpPr>
        <p:grpSpPr>
          <a:xfrm>
            <a:off x="320040" y="2292972"/>
            <a:ext cx="11871960" cy="1501200"/>
            <a:chOff x="1644242" y="6040073"/>
            <a:chExt cx="7684316" cy="56206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0AF680D-14B9-BACE-5EED-EF936754797E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E8CE165-BFEE-BF0C-CF52-130716790726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202DEE6-46B5-1A3F-5ED1-DE476D12C716}"/>
              </a:ext>
            </a:extLst>
          </p:cNvPr>
          <p:cNvSpPr/>
          <p:nvPr/>
        </p:nvSpPr>
        <p:spPr>
          <a:xfrm>
            <a:off x="7868308" y="2292972"/>
            <a:ext cx="1000800" cy="1299600"/>
          </a:xfrm>
          <a:prstGeom prst="roundRect">
            <a:avLst>
              <a:gd name="adj" fmla="val 1490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7714D1D-0B0B-8ECC-6B61-98DB02D0A5ED}"/>
              </a:ext>
            </a:extLst>
          </p:cNvPr>
          <p:cNvSpPr/>
          <p:nvPr/>
        </p:nvSpPr>
        <p:spPr>
          <a:xfrm>
            <a:off x="7967468" y="2393193"/>
            <a:ext cx="802481" cy="1099376"/>
          </a:xfrm>
          <a:prstGeom prst="roundRect">
            <a:avLst>
              <a:gd name="adj" fmla="val 621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01B3D6A-B8D2-B228-EAC8-C3244FA466A2}"/>
              </a:ext>
            </a:extLst>
          </p:cNvPr>
          <p:cNvSpPr/>
          <p:nvPr/>
        </p:nvSpPr>
        <p:spPr>
          <a:xfrm>
            <a:off x="7568654" y="2494572"/>
            <a:ext cx="1000800" cy="1299600"/>
          </a:xfrm>
          <a:prstGeom prst="roundRect">
            <a:avLst>
              <a:gd name="adj" fmla="val 1490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10E6BF5B-7FFA-9C74-8D53-525F6219D06C}"/>
              </a:ext>
            </a:extLst>
          </p:cNvPr>
          <p:cNvSpPr/>
          <p:nvPr/>
        </p:nvSpPr>
        <p:spPr>
          <a:xfrm>
            <a:off x="7667814" y="2594793"/>
            <a:ext cx="802481" cy="1099376"/>
          </a:xfrm>
          <a:prstGeom prst="roundRect">
            <a:avLst>
              <a:gd name="adj" fmla="val 621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C58287F-98B7-DBD6-7688-3A4A6879665D}"/>
              </a:ext>
            </a:extLst>
          </p:cNvPr>
          <p:cNvGrpSpPr/>
          <p:nvPr/>
        </p:nvGrpSpPr>
        <p:grpSpPr>
          <a:xfrm>
            <a:off x="6427663" y="2386792"/>
            <a:ext cx="938250" cy="1313554"/>
            <a:chOff x="4794479" y="3239689"/>
            <a:chExt cx="938250" cy="1313554"/>
          </a:xfrm>
        </p:grpSpPr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7369550-7BF4-4D10-7B7E-9BC4EE89C198}"/>
                </a:ext>
              </a:extLst>
            </p:cNvPr>
            <p:cNvSpPr/>
            <p:nvPr/>
          </p:nvSpPr>
          <p:spPr>
            <a:xfrm>
              <a:off x="4794479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35A891A-7542-540A-8195-A6A7907C450B}"/>
                </a:ext>
              </a:extLst>
            </p:cNvPr>
            <p:cNvSpPr/>
            <p:nvPr/>
          </p:nvSpPr>
          <p:spPr>
            <a:xfrm>
              <a:off x="5029041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103A28F-7F23-9FEC-DACF-301F3BF8B5ED}"/>
              </a:ext>
            </a:extLst>
          </p:cNvPr>
          <p:cNvSpPr/>
          <p:nvPr/>
        </p:nvSpPr>
        <p:spPr>
          <a:xfrm>
            <a:off x="1478890" y="2292972"/>
            <a:ext cx="1300454" cy="1501200"/>
          </a:xfrm>
          <a:custGeom>
            <a:avLst/>
            <a:gdLst>
              <a:gd name="csX0" fmla="*/ 149050 w 1300454"/>
              <a:gd name="csY0" fmla="*/ 301821 h 1501200"/>
              <a:gd name="csX1" fmla="*/ 99160 w 1300454"/>
              <a:gd name="csY1" fmla="*/ 351711 h 1501200"/>
              <a:gd name="csX2" fmla="*/ 99160 w 1300454"/>
              <a:gd name="csY2" fmla="*/ 1351307 h 1501200"/>
              <a:gd name="csX3" fmla="*/ 149050 w 1300454"/>
              <a:gd name="csY3" fmla="*/ 1401197 h 1501200"/>
              <a:gd name="csX4" fmla="*/ 851751 w 1300454"/>
              <a:gd name="csY4" fmla="*/ 1401197 h 1501200"/>
              <a:gd name="csX5" fmla="*/ 901641 w 1300454"/>
              <a:gd name="csY5" fmla="*/ 1351307 h 1501200"/>
              <a:gd name="csX6" fmla="*/ 901641 w 1300454"/>
              <a:gd name="csY6" fmla="*/ 351711 h 1501200"/>
              <a:gd name="csX7" fmla="*/ 851751 w 1300454"/>
              <a:gd name="csY7" fmla="*/ 301821 h 1501200"/>
              <a:gd name="csX8" fmla="*/ 448803 w 1300454"/>
              <a:gd name="csY8" fmla="*/ 0 h 1501200"/>
              <a:gd name="csX9" fmla="*/ 1151305 w 1300454"/>
              <a:gd name="csY9" fmla="*/ 0 h 1501200"/>
              <a:gd name="csX10" fmla="*/ 1300454 w 1300454"/>
              <a:gd name="csY10" fmla="*/ 149149 h 1501200"/>
              <a:gd name="csX11" fmla="*/ 1300454 w 1300454"/>
              <a:gd name="csY11" fmla="*/ 1150451 h 1501200"/>
              <a:gd name="csX12" fmla="*/ 1151305 w 1300454"/>
              <a:gd name="csY12" fmla="*/ 1299600 h 1501200"/>
              <a:gd name="csX13" fmla="*/ 1000800 w 1300454"/>
              <a:gd name="csY13" fmla="*/ 1299600 h 1501200"/>
              <a:gd name="csX14" fmla="*/ 1000800 w 1300454"/>
              <a:gd name="csY14" fmla="*/ 1352051 h 1501200"/>
              <a:gd name="csX15" fmla="*/ 851651 w 1300454"/>
              <a:gd name="csY15" fmla="*/ 1501200 h 1501200"/>
              <a:gd name="csX16" fmla="*/ 149149 w 1300454"/>
              <a:gd name="csY16" fmla="*/ 1501200 h 1501200"/>
              <a:gd name="csX17" fmla="*/ 0 w 1300454"/>
              <a:gd name="csY17" fmla="*/ 1352051 h 1501200"/>
              <a:gd name="csX18" fmla="*/ 0 w 1300454"/>
              <a:gd name="csY18" fmla="*/ 350749 h 1501200"/>
              <a:gd name="csX19" fmla="*/ 149149 w 1300454"/>
              <a:gd name="csY19" fmla="*/ 201600 h 1501200"/>
              <a:gd name="csX20" fmla="*/ 299654 w 1300454"/>
              <a:gd name="csY20" fmla="*/ 201600 h 1501200"/>
              <a:gd name="csX21" fmla="*/ 299654 w 1300454"/>
              <a:gd name="csY21" fmla="*/ 149149 h 1501200"/>
              <a:gd name="csX22" fmla="*/ 448803 w 1300454"/>
              <a:gd name="csY2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300454" h="1501200">
                <a:moveTo>
                  <a:pt x="149050" y="301821"/>
                </a:moveTo>
                <a:cubicBezTo>
                  <a:pt x="121497" y="301821"/>
                  <a:pt x="99160" y="324158"/>
                  <a:pt x="99160" y="351711"/>
                </a:cubicBezTo>
                <a:lnTo>
                  <a:pt x="99160" y="1351307"/>
                </a:lnTo>
                <a:cubicBezTo>
                  <a:pt x="99160" y="1378860"/>
                  <a:pt x="121497" y="1401197"/>
                  <a:pt x="149050" y="1401197"/>
                </a:cubicBezTo>
                <a:lnTo>
                  <a:pt x="851751" y="1401197"/>
                </a:lnTo>
                <a:cubicBezTo>
                  <a:pt x="879304" y="1401197"/>
                  <a:pt x="901641" y="1378860"/>
                  <a:pt x="901641" y="1351307"/>
                </a:cubicBezTo>
                <a:lnTo>
                  <a:pt x="901641" y="351711"/>
                </a:lnTo>
                <a:cubicBezTo>
                  <a:pt x="901641" y="324158"/>
                  <a:pt x="879304" y="301821"/>
                  <a:pt x="851751" y="301821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798C64C-8589-A567-634C-696B5D2BFFF7}"/>
              </a:ext>
            </a:extLst>
          </p:cNvPr>
          <p:cNvSpPr/>
          <p:nvPr/>
        </p:nvSpPr>
        <p:spPr>
          <a:xfrm>
            <a:off x="9134762" y="2292972"/>
            <a:ext cx="1300454" cy="1501200"/>
          </a:xfrm>
          <a:custGeom>
            <a:avLst/>
            <a:gdLst>
              <a:gd name="csX0" fmla="*/ 448803 w 1300454"/>
              <a:gd name="csY0" fmla="*/ 0 h 1501200"/>
              <a:gd name="csX1" fmla="*/ 1151305 w 1300454"/>
              <a:gd name="csY1" fmla="*/ 0 h 1501200"/>
              <a:gd name="csX2" fmla="*/ 1300454 w 1300454"/>
              <a:gd name="csY2" fmla="*/ 149149 h 1501200"/>
              <a:gd name="csX3" fmla="*/ 1300454 w 1300454"/>
              <a:gd name="csY3" fmla="*/ 1150451 h 1501200"/>
              <a:gd name="csX4" fmla="*/ 1151305 w 1300454"/>
              <a:gd name="csY4" fmla="*/ 1299600 h 1501200"/>
              <a:gd name="csX5" fmla="*/ 1000800 w 1300454"/>
              <a:gd name="csY5" fmla="*/ 1299600 h 1501200"/>
              <a:gd name="csX6" fmla="*/ 1000800 w 1300454"/>
              <a:gd name="csY6" fmla="*/ 1352051 h 1501200"/>
              <a:gd name="csX7" fmla="*/ 851651 w 1300454"/>
              <a:gd name="csY7" fmla="*/ 1501200 h 1501200"/>
              <a:gd name="csX8" fmla="*/ 149149 w 1300454"/>
              <a:gd name="csY8" fmla="*/ 1501200 h 1501200"/>
              <a:gd name="csX9" fmla="*/ 0 w 1300454"/>
              <a:gd name="csY9" fmla="*/ 1352051 h 1501200"/>
              <a:gd name="csX10" fmla="*/ 0 w 1300454"/>
              <a:gd name="csY10" fmla="*/ 350749 h 1501200"/>
              <a:gd name="csX11" fmla="*/ 149149 w 1300454"/>
              <a:gd name="csY11" fmla="*/ 201600 h 1501200"/>
              <a:gd name="csX12" fmla="*/ 299654 w 1300454"/>
              <a:gd name="csY12" fmla="*/ 201600 h 1501200"/>
              <a:gd name="csX13" fmla="*/ 299654 w 1300454"/>
              <a:gd name="csY13" fmla="*/ 149149 h 1501200"/>
              <a:gd name="csX14" fmla="*/ 448803 w 1300454"/>
              <a:gd name="csY14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00454" h="1501200"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93AEC0D9-5828-2FB8-20C5-2FD660C59D61}"/>
              </a:ext>
            </a:extLst>
          </p:cNvPr>
          <p:cNvSpPr/>
          <p:nvPr/>
        </p:nvSpPr>
        <p:spPr>
          <a:xfrm>
            <a:off x="11119882" y="2292972"/>
            <a:ext cx="994366" cy="1299600"/>
          </a:xfrm>
          <a:custGeom>
            <a:avLst/>
            <a:gdLst>
              <a:gd name="csX0" fmla="*/ 142715 w 994366"/>
              <a:gd name="csY0" fmla="*/ 0 h 1299600"/>
              <a:gd name="csX1" fmla="*/ 845217 w 994366"/>
              <a:gd name="csY1" fmla="*/ 0 h 1299600"/>
              <a:gd name="csX2" fmla="*/ 994366 w 994366"/>
              <a:gd name="csY2" fmla="*/ 149149 h 1299600"/>
              <a:gd name="csX3" fmla="*/ 994366 w 994366"/>
              <a:gd name="csY3" fmla="*/ 1150451 h 1299600"/>
              <a:gd name="csX4" fmla="*/ 845217 w 994366"/>
              <a:gd name="csY4" fmla="*/ 1299600 h 1299600"/>
              <a:gd name="csX5" fmla="*/ 794960 w 994366"/>
              <a:gd name="csY5" fmla="*/ 1299600 h 1299600"/>
              <a:gd name="csX6" fmla="*/ 794960 w 994366"/>
              <a:gd name="csY6" fmla="*/ 358731 h 1299600"/>
              <a:gd name="csX7" fmla="*/ 553509 w 994366"/>
              <a:gd name="csY7" fmla="*/ 117280 h 1299600"/>
              <a:gd name="csX8" fmla="*/ 0 w 994366"/>
              <a:gd name="csY8" fmla="*/ 117280 h 1299600"/>
              <a:gd name="csX9" fmla="*/ 5287 w 994366"/>
              <a:gd name="csY9" fmla="*/ 91094 h 1299600"/>
              <a:gd name="csX10" fmla="*/ 142715 w 994366"/>
              <a:gd name="csY10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94366" h="1299600">
                <a:moveTo>
                  <a:pt x="142715" y="0"/>
                </a:moveTo>
                <a:lnTo>
                  <a:pt x="845217" y="0"/>
                </a:lnTo>
                <a:cubicBezTo>
                  <a:pt x="927590" y="0"/>
                  <a:pt x="994366" y="66776"/>
                  <a:pt x="994366" y="149149"/>
                </a:cubicBezTo>
                <a:lnTo>
                  <a:pt x="994366" y="1150451"/>
                </a:lnTo>
                <a:cubicBezTo>
                  <a:pt x="994366" y="1232824"/>
                  <a:pt x="927590" y="1299600"/>
                  <a:pt x="845217" y="1299600"/>
                </a:cubicBezTo>
                <a:lnTo>
                  <a:pt x="794960" y="1299600"/>
                </a:lnTo>
                <a:lnTo>
                  <a:pt x="794960" y="358731"/>
                </a:lnTo>
                <a:cubicBezTo>
                  <a:pt x="794960" y="225381"/>
                  <a:pt x="686859" y="117280"/>
                  <a:pt x="553509" y="117280"/>
                </a:cubicBezTo>
                <a:lnTo>
                  <a:pt x="0" y="117280"/>
                </a:lnTo>
                <a:lnTo>
                  <a:pt x="5287" y="91094"/>
                </a:lnTo>
                <a:cubicBezTo>
                  <a:pt x="27929" y="37562"/>
                  <a:pt x="80936" y="0"/>
                  <a:pt x="14271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3C5C0DA1-8418-655B-6EC4-DEA43D3E1E22}"/>
              </a:ext>
            </a:extLst>
          </p:cNvPr>
          <p:cNvSpPr/>
          <p:nvPr/>
        </p:nvSpPr>
        <p:spPr>
          <a:xfrm>
            <a:off x="10813794" y="2494572"/>
            <a:ext cx="1000800" cy="12996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D9EDB3E0-DAA4-AACD-500F-93FD93EADD62}"/>
              </a:ext>
            </a:extLst>
          </p:cNvPr>
          <p:cNvSpPr/>
          <p:nvPr/>
        </p:nvSpPr>
        <p:spPr>
          <a:xfrm>
            <a:off x="3023240" y="2292972"/>
            <a:ext cx="1300454" cy="1501200"/>
          </a:xfrm>
          <a:custGeom>
            <a:avLst/>
            <a:gdLst>
              <a:gd name="csX0" fmla="*/ 149149 w 1300454"/>
              <a:gd name="csY0" fmla="*/ 201600 h 1501200"/>
              <a:gd name="csX1" fmla="*/ 851651 w 1300454"/>
              <a:gd name="csY1" fmla="*/ 201600 h 1501200"/>
              <a:gd name="csX2" fmla="*/ 1000800 w 1300454"/>
              <a:gd name="csY2" fmla="*/ 350749 h 1501200"/>
              <a:gd name="csX3" fmla="*/ 1000800 w 1300454"/>
              <a:gd name="csY3" fmla="*/ 1352051 h 1501200"/>
              <a:gd name="csX4" fmla="*/ 851651 w 1300454"/>
              <a:gd name="csY4" fmla="*/ 1501200 h 1501200"/>
              <a:gd name="csX5" fmla="*/ 149149 w 1300454"/>
              <a:gd name="csY5" fmla="*/ 1501200 h 1501200"/>
              <a:gd name="csX6" fmla="*/ 0 w 1300454"/>
              <a:gd name="csY6" fmla="*/ 1352051 h 1501200"/>
              <a:gd name="csX7" fmla="*/ 0 w 1300454"/>
              <a:gd name="csY7" fmla="*/ 350749 h 1501200"/>
              <a:gd name="csX8" fmla="*/ 149149 w 1300454"/>
              <a:gd name="csY8" fmla="*/ 201600 h 1501200"/>
              <a:gd name="csX9" fmla="*/ 448803 w 1300454"/>
              <a:gd name="csY9" fmla="*/ 0 h 1501200"/>
              <a:gd name="csX10" fmla="*/ 1151305 w 1300454"/>
              <a:gd name="csY10" fmla="*/ 0 h 1501200"/>
              <a:gd name="csX11" fmla="*/ 1300454 w 1300454"/>
              <a:gd name="csY11" fmla="*/ 149149 h 1501200"/>
              <a:gd name="csX12" fmla="*/ 1300454 w 1300454"/>
              <a:gd name="csY12" fmla="*/ 1150451 h 1501200"/>
              <a:gd name="csX13" fmla="*/ 1151305 w 1300454"/>
              <a:gd name="csY13" fmla="*/ 1299600 h 1501200"/>
              <a:gd name="csX14" fmla="*/ 1101048 w 1300454"/>
              <a:gd name="csY14" fmla="*/ 1299600 h 1501200"/>
              <a:gd name="csX15" fmla="*/ 1101048 w 1300454"/>
              <a:gd name="csY15" fmla="*/ 358731 h 1501200"/>
              <a:gd name="csX16" fmla="*/ 859597 w 1300454"/>
              <a:gd name="csY16" fmla="*/ 117280 h 1501200"/>
              <a:gd name="csX17" fmla="*/ 306088 w 1300454"/>
              <a:gd name="csY17" fmla="*/ 117280 h 1501200"/>
              <a:gd name="csX18" fmla="*/ 311375 w 1300454"/>
              <a:gd name="csY18" fmla="*/ 91094 h 1501200"/>
              <a:gd name="csX19" fmla="*/ 448803 w 1300454"/>
              <a:gd name="csY19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300454" h="1501200">
                <a:moveTo>
                  <a:pt x="149149" y="201600"/>
                </a:moveTo>
                <a:lnTo>
                  <a:pt x="851651" y="201600"/>
                </a:lnTo>
                <a:cubicBezTo>
                  <a:pt x="934024" y="201600"/>
                  <a:pt x="1000800" y="268376"/>
                  <a:pt x="1000800" y="350749"/>
                </a:cubicBez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101048" y="1299600"/>
                </a:lnTo>
                <a:lnTo>
                  <a:pt x="1101048" y="358731"/>
                </a:lnTo>
                <a:cubicBezTo>
                  <a:pt x="1101048" y="225381"/>
                  <a:pt x="992947" y="117280"/>
                  <a:pt x="859597" y="117280"/>
                </a:cubicBezTo>
                <a:lnTo>
                  <a:pt x="306088" y="117280"/>
                </a:lnTo>
                <a:lnTo>
                  <a:pt x="311375" y="91094"/>
                </a:lnTo>
                <a:cubicBezTo>
                  <a:pt x="334017" y="37562"/>
                  <a:pt x="387024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A49AB6E0-6E2B-598D-3F2A-8365A7D9A387}"/>
              </a:ext>
            </a:extLst>
          </p:cNvPr>
          <p:cNvGrpSpPr/>
          <p:nvPr/>
        </p:nvGrpSpPr>
        <p:grpSpPr>
          <a:xfrm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57F4746-32AD-3C08-EF9A-99AAA2922DA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38C8A33-363E-FD44-0ACC-78907758F412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0863D569-85DE-B1B1-1080-4670FD3DD715}"/>
              </a:ext>
            </a:extLst>
          </p:cNvPr>
          <p:cNvSpPr/>
          <p:nvPr/>
        </p:nvSpPr>
        <p:spPr>
          <a:xfrm>
            <a:off x="4708157" y="4211901"/>
            <a:ext cx="1035632" cy="1501200"/>
          </a:xfrm>
          <a:custGeom>
            <a:avLst/>
            <a:gdLst>
              <a:gd name="csX0" fmla="*/ 140738 w 938250"/>
              <a:gd name="csY0" fmla="*/ 140742 h 1313555"/>
              <a:gd name="csX1" fmla="*/ 140738 w 938250"/>
              <a:gd name="csY1" fmla="*/ 234567 h 1313555"/>
              <a:gd name="csX2" fmla="*/ 281475 w 938250"/>
              <a:gd name="csY2" fmla="*/ 375305 h 1313555"/>
              <a:gd name="csX3" fmla="*/ 656775 w 938250"/>
              <a:gd name="csY3" fmla="*/ 375305 h 1313555"/>
              <a:gd name="csX4" fmla="*/ 797513 w 938250"/>
              <a:gd name="csY4" fmla="*/ 234567 h 1313555"/>
              <a:gd name="csX5" fmla="*/ 797513 w 938250"/>
              <a:gd name="csY5" fmla="*/ 140742 h 1313555"/>
              <a:gd name="csX6" fmla="*/ 938250 w 938250"/>
              <a:gd name="csY6" fmla="*/ 281480 h 1313555"/>
              <a:gd name="csX7" fmla="*/ 938250 w 938250"/>
              <a:gd name="csY7" fmla="*/ 1172817 h 1313555"/>
              <a:gd name="csX8" fmla="*/ 797513 w 938250"/>
              <a:gd name="csY8" fmla="*/ 1313555 h 1313555"/>
              <a:gd name="csX9" fmla="*/ 140738 w 938250"/>
              <a:gd name="csY9" fmla="*/ 1313555 h 1313555"/>
              <a:gd name="csX10" fmla="*/ 0 w 938250"/>
              <a:gd name="csY10" fmla="*/ 1172817 h 1313555"/>
              <a:gd name="csX11" fmla="*/ 0 w 938250"/>
              <a:gd name="csY11" fmla="*/ 281480 h 1313555"/>
              <a:gd name="csX12" fmla="*/ 140738 w 938250"/>
              <a:gd name="csY12" fmla="*/ 140742 h 1313555"/>
              <a:gd name="csX13" fmla="*/ 468374 w 938250"/>
              <a:gd name="csY13" fmla="*/ 5 h 1313555"/>
              <a:gd name="csX14" fmla="*/ 487983 w 938250"/>
              <a:gd name="csY14" fmla="*/ 1741 h 1313555"/>
              <a:gd name="csX15" fmla="*/ 590440 w 938250"/>
              <a:gd name="csY15" fmla="*/ 70374 h 1313555"/>
              <a:gd name="csX16" fmla="*/ 603998 w 938250"/>
              <a:gd name="csY16" fmla="*/ 93830 h 1313555"/>
              <a:gd name="csX17" fmla="*/ 656775 w 938250"/>
              <a:gd name="csY17" fmla="*/ 93830 h 1313555"/>
              <a:gd name="csX18" fmla="*/ 703687 w 938250"/>
              <a:gd name="csY18" fmla="*/ 140742 h 1313555"/>
              <a:gd name="csX19" fmla="*/ 703687 w 938250"/>
              <a:gd name="csY19" fmla="*/ 234567 h 1313555"/>
              <a:gd name="csX20" fmla="*/ 656775 w 938250"/>
              <a:gd name="csY20" fmla="*/ 281480 h 1313555"/>
              <a:gd name="csX21" fmla="*/ 281475 w 938250"/>
              <a:gd name="csY21" fmla="*/ 281480 h 1313555"/>
              <a:gd name="csX22" fmla="*/ 234562 w 938250"/>
              <a:gd name="csY22" fmla="*/ 234567 h 1313555"/>
              <a:gd name="csX23" fmla="*/ 234562 w 938250"/>
              <a:gd name="csY23" fmla="*/ 140742 h 1313555"/>
              <a:gd name="csX24" fmla="*/ 281475 w 938250"/>
              <a:gd name="csY24" fmla="*/ 93830 h 1313555"/>
              <a:gd name="csX25" fmla="*/ 334251 w 938250"/>
              <a:gd name="csY25" fmla="*/ 93830 h 1313555"/>
              <a:gd name="csX26" fmla="*/ 347856 w 938250"/>
              <a:gd name="csY26" fmla="*/ 70374 h 1313555"/>
              <a:gd name="csX27" fmla="*/ 450360 w 938250"/>
              <a:gd name="csY27" fmla="*/ 1928 h 1313555"/>
              <a:gd name="csX28" fmla="*/ 468374 w 938250"/>
              <a:gd name="csY28" fmla="*/ 5 h 1313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938250" h="1313555">
                <a:moveTo>
                  <a:pt x="140738" y="140742"/>
                </a:moveTo>
                <a:lnTo>
                  <a:pt x="140738" y="234567"/>
                </a:lnTo>
                <a:cubicBezTo>
                  <a:pt x="140969" y="312198"/>
                  <a:pt x="203844" y="375073"/>
                  <a:pt x="281475" y="375305"/>
                </a:cubicBezTo>
                <a:lnTo>
                  <a:pt x="656775" y="375305"/>
                </a:lnTo>
                <a:cubicBezTo>
                  <a:pt x="734406" y="375073"/>
                  <a:pt x="797281" y="312198"/>
                  <a:pt x="797513" y="234567"/>
                </a:cubicBezTo>
                <a:lnTo>
                  <a:pt x="797513" y="140742"/>
                </a:lnTo>
                <a:cubicBezTo>
                  <a:pt x="875143" y="140974"/>
                  <a:pt x="938018" y="203849"/>
                  <a:pt x="938250" y="281480"/>
                </a:cubicBezTo>
                <a:lnTo>
                  <a:pt x="938250" y="1172817"/>
                </a:lnTo>
                <a:cubicBezTo>
                  <a:pt x="938018" y="1250448"/>
                  <a:pt x="875143" y="1313323"/>
                  <a:pt x="797513" y="1313555"/>
                </a:cubicBezTo>
                <a:lnTo>
                  <a:pt x="140738" y="1313555"/>
                </a:lnTo>
                <a:cubicBezTo>
                  <a:pt x="63107" y="1313323"/>
                  <a:pt x="232" y="1250448"/>
                  <a:pt x="0" y="1172817"/>
                </a:cubicBezTo>
                <a:lnTo>
                  <a:pt x="0" y="281480"/>
                </a:lnTo>
                <a:cubicBezTo>
                  <a:pt x="232" y="203849"/>
                  <a:pt x="63107" y="140974"/>
                  <a:pt x="140738" y="140742"/>
                </a:cubicBezTo>
                <a:close/>
                <a:moveTo>
                  <a:pt x="468374" y="5"/>
                </a:moveTo>
                <a:cubicBezTo>
                  <a:pt x="474952" y="-61"/>
                  <a:pt x="481520" y="521"/>
                  <a:pt x="487983" y="1741"/>
                </a:cubicBezTo>
                <a:cubicBezTo>
                  <a:pt x="530970" y="7388"/>
                  <a:pt x="568861" y="32769"/>
                  <a:pt x="590440" y="70374"/>
                </a:cubicBezTo>
                <a:lnTo>
                  <a:pt x="603998" y="93830"/>
                </a:lnTo>
                <a:lnTo>
                  <a:pt x="656775" y="93830"/>
                </a:lnTo>
                <a:cubicBezTo>
                  <a:pt x="682684" y="93830"/>
                  <a:pt x="703687" y="114833"/>
                  <a:pt x="703687" y="140742"/>
                </a:cubicBezTo>
                <a:lnTo>
                  <a:pt x="703687" y="234567"/>
                </a:lnTo>
                <a:cubicBezTo>
                  <a:pt x="703687" y="260477"/>
                  <a:pt x="682684" y="281480"/>
                  <a:pt x="656775" y="281480"/>
                </a:cubicBezTo>
                <a:lnTo>
                  <a:pt x="281475" y="281480"/>
                </a:lnTo>
                <a:cubicBezTo>
                  <a:pt x="255565" y="281480"/>
                  <a:pt x="234562" y="260477"/>
                  <a:pt x="234562" y="234567"/>
                </a:cubicBezTo>
                <a:lnTo>
                  <a:pt x="234562" y="140742"/>
                </a:lnTo>
                <a:cubicBezTo>
                  <a:pt x="234562" y="114833"/>
                  <a:pt x="255565" y="93830"/>
                  <a:pt x="281475" y="93830"/>
                </a:cubicBezTo>
                <a:lnTo>
                  <a:pt x="334251" y="93830"/>
                </a:lnTo>
                <a:lnTo>
                  <a:pt x="347856" y="70374"/>
                </a:lnTo>
                <a:cubicBezTo>
                  <a:pt x="369466" y="32809"/>
                  <a:pt x="407381" y="7492"/>
                  <a:pt x="450360" y="1928"/>
                </a:cubicBezTo>
                <a:cubicBezTo>
                  <a:pt x="456283" y="677"/>
                  <a:pt x="462319" y="33"/>
                  <a:pt x="468374" y="5"/>
                </a:cubicBezTo>
                <a:close/>
              </a:path>
            </a:pathLst>
          </a:custGeom>
          <a:solidFill>
            <a:schemeClr val="tx1"/>
          </a:solidFill>
          <a:ln w="4673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7819108B-6AF1-1D1E-551C-E38E388CEA0A}"/>
              </a:ext>
            </a:extLst>
          </p:cNvPr>
          <p:cNvSpPr/>
          <p:nvPr/>
        </p:nvSpPr>
        <p:spPr>
          <a:xfrm>
            <a:off x="1858863" y="4211901"/>
            <a:ext cx="1104674" cy="15012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4CEC6272-D4B3-D807-7325-5691C62E9530}"/>
              </a:ext>
            </a:extLst>
          </p:cNvPr>
          <p:cNvSpPr/>
          <p:nvPr/>
        </p:nvSpPr>
        <p:spPr>
          <a:xfrm>
            <a:off x="3296967" y="4211901"/>
            <a:ext cx="1104674" cy="1501200"/>
          </a:xfrm>
          <a:prstGeom prst="roundRect">
            <a:avLst>
              <a:gd name="adj" fmla="val 1490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93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299</TotalTime>
  <Words>14</Words>
  <Application>Microsoft Office PowerPoint</Application>
  <PresentationFormat>Widescreen</PresentationFormat>
  <Paragraphs>11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15</cp:revision>
  <dcterms:created xsi:type="dcterms:W3CDTF">2026-02-24T23:11:14Z</dcterms:created>
  <dcterms:modified xsi:type="dcterms:W3CDTF">2026-03-15T13:47:34Z</dcterms:modified>
</cp:coreProperties>
</file>