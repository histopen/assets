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CC5C"/>
    <a:srgbClr val="F86042"/>
    <a:srgbClr val="FF4747"/>
    <a:srgbClr val="229BEE"/>
    <a:srgbClr val="3BA8F0"/>
    <a:srgbClr val="C269E5"/>
    <a:srgbClr val="C775E7"/>
    <a:srgbClr val="FBA305"/>
    <a:srgbClr val="F74B29"/>
    <a:srgbClr val="F3DB4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>
        <p:scale>
          <a:sx n="100" d="100"/>
          <a:sy n="100" d="100"/>
        </p:scale>
        <p:origin x="45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91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1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871726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2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0789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4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7282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accent6">
                <a:lumMod val="40000"/>
                <a:lumOff val="6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901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Slide">
    <p:bg>
      <p:bgPr>
        <a:gradFill flip="none" rotWithShape="1">
          <a:gsLst>
            <a:gs pos="0">
              <a:schemeClr val="bg1">
                <a:lumMod val="50000"/>
              </a:schemeClr>
            </a:gs>
            <a:gs pos="97000">
              <a:schemeClr val="tx1">
                <a:lumMod val="75000"/>
                <a:lumOff val="2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55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A9DB6F-C86C-300D-D2D5-E920132438A1}"/>
              </a:ext>
            </a:extLst>
          </p:cNvPr>
          <p:cNvSpPr txBox="1"/>
          <p:nvPr userDrawn="1"/>
        </p:nvSpPr>
        <p:spPr>
          <a:xfrm>
            <a:off x="2967318" y="995082"/>
            <a:ext cx="53711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Modifier le template dans </a:t>
            </a:r>
            <a:r>
              <a:rPr lang="en-US" dirty="0" err="1"/>
              <a:t>ce</a:t>
            </a:r>
            <a:r>
              <a:rPr lang="en-US" dirty="0"/>
              <a:t> dossier:</a:t>
            </a:r>
          </a:p>
          <a:p>
            <a:endParaRPr lang="en-US" dirty="0"/>
          </a:p>
          <a:p>
            <a:r>
              <a:rPr lang="en-US" dirty="0"/>
              <a:t>C:\Users\pierr\AppData\Roaming\Microsoft\Templates</a:t>
            </a:r>
          </a:p>
        </p:txBody>
      </p:sp>
    </p:spTree>
    <p:extLst>
      <p:ext uri="{BB962C8B-B14F-4D97-AF65-F5344CB8AC3E}">
        <p14:creationId xmlns:p14="http://schemas.microsoft.com/office/powerpoint/2010/main" val="15398216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>
                <a:lumMod val="95000"/>
              </a:schemeClr>
            </a:gs>
            <a:gs pos="97000">
              <a:schemeClr val="bg1">
                <a:lumMod val="85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6359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4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roup 187">
            <a:extLst>
              <a:ext uri="{FF2B5EF4-FFF2-40B4-BE49-F238E27FC236}">
                <a16:creationId xmlns:a16="http://schemas.microsoft.com/office/drawing/2014/main" id="{2E7B2A0B-8E46-5B14-ABBD-C5A6ABCE9635}"/>
              </a:ext>
            </a:extLst>
          </p:cNvPr>
          <p:cNvGrpSpPr/>
          <p:nvPr/>
        </p:nvGrpSpPr>
        <p:grpSpPr>
          <a:xfrm>
            <a:off x="3731686" y="79873"/>
            <a:ext cx="4708840" cy="369332"/>
            <a:chOff x="487789" y="165598"/>
            <a:chExt cx="4708840" cy="369332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97A0BF1-A07E-C291-06DB-390F9668E87D}"/>
                </a:ext>
              </a:extLst>
            </p:cNvPr>
            <p:cNvSpPr txBox="1"/>
            <p:nvPr/>
          </p:nvSpPr>
          <p:spPr>
            <a:xfrm>
              <a:off x="48778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6FE4204-BEDE-AB1A-FDC6-CE2BC2D0C466}"/>
                </a:ext>
              </a:extLst>
            </p:cNvPr>
            <p:cNvSpPr txBox="1"/>
            <p:nvPr/>
          </p:nvSpPr>
          <p:spPr>
            <a:xfrm>
              <a:off x="4935019" y="165598"/>
              <a:ext cx="2616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3758F67-FC8D-E4E6-B3F8-C0E6FDBC9C48}"/>
                </a:ext>
              </a:extLst>
            </p:cNvPr>
            <p:cNvSpPr txBox="1"/>
            <p:nvPr/>
          </p:nvSpPr>
          <p:spPr>
            <a:xfrm>
              <a:off x="3824399" y="165598"/>
              <a:ext cx="27443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D6A337-A633-B877-B90D-71E3502CAC70}"/>
                </a:ext>
              </a:extLst>
            </p:cNvPr>
            <p:cNvSpPr txBox="1"/>
            <p:nvPr/>
          </p:nvSpPr>
          <p:spPr>
            <a:xfrm>
              <a:off x="1606671" y="165598"/>
              <a:ext cx="2824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02AB71-560D-B89E-5DE4-34FAB3B4358B}"/>
                </a:ext>
              </a:extLst>
            </p:cNvPr>
            <p:cNvSpPr txBox="1"/>
            <p:nvPr/>
          </p:nvSpPr>
          <p:spPr>
            <a:xfrm>
              <a:off x="2701509" y="165598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</a:t>
              </a:r>
            </a:p>
          </p:txBody>
        </p:sp>
      </p:grpSp>
      <p:grpSp>
        <p:nvGrpSpPr>
          <p:cNvPr id="193" name="Group 192">
            <a:extLst>
              <a:ext uri="{FF2B5EF4-FFF2-40B4-BE49-F238E27FC236}">
                <a16:creationId xmlns:a16="http://schemas.microsoft.com/office/drawing/2014/main" id="{A2FF7DB0-CB97-70D1-934C-873635A6D180}"/>
              </a:ext>
            </a:extLst>
          </p:cNvPr>
          <p:cNvGrpSpPr/>
          <p:nvPr/>
        </p:nvGrpSpPr>
        <p:grpSpPr>
          <a:xfrm>
            <a:off x="3325000" y="5917455"/>
            <a:ext cx="5542000" cy="779228"/>
            <a:chOff x="81103" y="6003180"/>
            <a:chExt cx="5542000" cy="779228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C258499-7BFA-B668-638C-EF67C217B11B}"/>
                </a:ext>
              </a:extLst>
            </p:cNvPr>
            <p:cNvSpPr/>
            <p:nvPr/>
          </p:nvSpPr>
          <p:spPr>
            <a:xfrm>
              <a:off x="81103" y="6003180"/>
              <a:ext cx="1119866" cy="77922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9D6E2E98-8500-C887-096F-88AC402AC551}"/>
                </a:ext>
              </a:extLst>
            </p:cNvPr>
            <p:cNvSpPr/>
            <p:nvPr/>
          </p:nvSpPr>
          <p:spPr>
            <a:xfrm>
              <a:off x="4508545" y="6003183"/>
              <a:ext cx="1114558" cy="779224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1A0BF110-1D3A-A1BE-7C60-69C6793DB6E7}"/>
                </a:ext>
              </a:extLst>
            </p:cNvPr>
            <p:cNvSpPr/>
            <p:nvPr/>
          </p:nvSpPr>
          <p:spPr>
            <a:xfrm>
              <a:off x="3401683" y="6003183"/>
              <a:ext cx="1119866" cy="779224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29B2D5B-76F2-6081-B812-1673044E4E65}"/>
                </a:ext>
              </a:extLst>
            </p:cNvPr>
            <p:cNvSpPr/>
            <p:nvPr/>
          </p:nvSpPr>
          <p:spPr>
            <a:xfrm>
              <a:off x="1187963" y="6003182"/>
              <a:ext cx="1119866" cy="77922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DBA04C-4415-6DCC-31D0-1F5B0CBE4CEC}"/>
                </a:ext>
              </a:extLst>
            </p:cNvPr>
            <p:cNvSpPr/>
            <p:nvPr/>
          </p:nvSpPr>
          <p:spPr>
            <a:xfrm rot="16200000" flipH="1">
              <a:off x="2465144" y="5832861"/>
              <a:ext cx="779224" cy="1119866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  <a:effectLst>
              <a:softEdge rad="63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5420188E-E1B5-15B7-2696-CE106AE6FB20}"/>
              </a:ext>
            </a:extLst>
          </p:cNvPr>
          <p:cNvGrpSpPr/>
          <p:nvPr/>
        </p:nvGrpSpPr>
        <p:grpSpPr>
          <a:xfrm>
            <a:off x="3416303" y="504932"/>
            <a:ext cx="5359827" cy="652166"/>
            <a:chOff x="172406" y="590657"/>
            <a:chExt cx="5359827" cy="652166"/>
          </a:xfrm>
        </p:grpSpPr>
        <p:sp>
          <p:nvSpPr>
            <p:cNvPr id="56" name="Rectangle: Rounded Corners 55">
              <a:extLst>
                <a:ext uri="{FF2B5EF4-FFF2-40B4-BE49-F238E27FC236}">
                  <a16:creationId xmlns:a16="http://schemas.microsoft.com/office/drawing/2014/main" id="{DD918A5B-26F9-FECE-9F35-ACD138E793B7}"/>
                </a:ext>
              </a:extLst>
            </p:cNvPr>
            <p:cNvSpPr/>
            <p:nvPr/>
          </p:nvSpPr>
          <p:spPr>
            <a:xfrm>
              <a:off x="172406" y="59065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E3356123-EF77-05C1-9FB9-FBBBCDC59944}"/>
                </a:ext>
              </a:extLst>
            </p:cNvPr>
            <p:cNvSpPr/>
            <p:nvPr/>
          </p:nvSpPr>
          <p:spPr>
            <a:xfrm>
              <a:off x="4599415" y="59065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F3DB4B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1522247-39E1-0236-035B-92292FC34695}"/>
                </a:ext>
              </a:extLst>
            </p:cNvPr>
            <p:cNvSpPr/>
            <p:nvPr/>
          </p:nvSpPr>
          <p:spPr>
            <a:xfrm>
              <a:off x="3492986" y="59065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06F50C49-06DF-2E1E-0A79-45B0D2B6A06A}"/>
                </a:ext>
              </a:extLst>
            </p:cNvPr>
            <p:cNvSpPr/>
            <p:nvPr/>
          </p:nvSpPr>
          <p:spPr>
            <a:xfrm>
              <a:off x="1279266" y="59065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7140ADF6-FE78-3E11-CF9E-1E928B2E7AEE}"/>
                </a:ext>
              </a:extLst>
            </p:cNvPr>
            <p:cNvSpPr/>
            <p:nvPr/>
          </p:nvSpPr>
          <p:spPr>
            <a:xfrm rot="16200000" flipH="1">
              <a:off x="2528674" y="44811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F86042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1" name="Group 190">
            <a:extLst>
              <a:ext uri="{FF2B5EF4-FFF2-40B4-BE49-F238E27FC236}">
                <a16:creationId xmlns:a16="http://schemas.microsoft.com/office/drawing/2014/main" id="{36FE9D68-BA4D-6DB3-5A06-0678AC7BD17B}"/>
              </a:ext>
            </a:extLst>
          </p:cNvPr>
          <p:cNvGrpSpPr/>
          <p:nvPr/>
        </p:nvGrpSpPr>
        <p:grpSpPr>
          <a:xfrm>
            <a:off x="3416303" y="1212825"/>
            <a:ext cx="5359827" cy="652166"/>
            <a:chOff x="172406" y="2006443"/>
            <a:chExt cx="5359827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5D43E7B1-04F5-DD56-A3A7-44836E849CA9}"/>
              </a:ext>
            </a:extLst>
          </p:cNvPr>
          <p:cNvGrpSpPr/>
          <p:nvPr/>
        </p:nvGrpSpPr>
        <p:grpSpPr>
          <a:xfrm>
            <a:off x="3409509" y="1920718"/>
            <a:ext cx="5366621" cy="652166"/>
            <a:chOff x="165612" y="1298550"/>
            <a:chExt cx="5366621" cy="652166"/>
          </a:xfrm>
        </p:grpSpPr>
        <p:sp>
          <p:nvSpPr>
            <p:cNvPr id="67" name="Rectangle: Rounded Corners 66">
              <a:extLst>
                <a:ext uri="{FF2B5EF4-FFF2-40B4-BE49-F238E27FC236}">
                  <a16:creationId xmlns:a16="http://schemas.microsoft.com/office/drawing/2014/main" id="{3E6B6F7E-A514-E5E8-31C1-DF5093167C09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8B0B0D2A-022E-8F5E-8411-714433AD4B8F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3B97C30A-AA16-3450-7EA7-DC6675872577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C64584AC-A76D-2A91-4EE9-E4EC8579A03C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0BFC28F2-7FCE-1D1F-214C-9AAE3371FC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08720FBB-D719-CE4D-7347-9C401D59AB6D}"/>
              </a:ext>
            </a:extLst>
          </p:cNvPr>
          <p:cNvGrpSpPr/>
          <p:nvPr/>
        </p:nvGrpSpPr>
        <p:grpSpPr>
          <a:xfrm>
            <a:off x="3416303" y="2628611"/>
            <a:ext cx="5359827" cy="652166"/>
            <a:chOff x="172406" y="2714336"/>
            <a:chExt cx="5359827" cy="652166"/>
          </a:xfrm>
        </p:grpSpPr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60F01C77-54CA-92D8-3381-5289EF316187}"/>
                </a:ext>
              </a:extLst>
            </p:cNvPr>
            <p:cNvSpPr/>
            <p:nvPr/>
          </p:nvSpPr>
          <p:spPr>
            <a:xfrm>
              <a:off x="172406" y="2714336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05948047-C4B8-D6B9-DD83-C0F046BCE0AF}"/>
                </a:ext>
              </a:extLst>
            </p:cNvPr>
            <p:cNvSpPr/>
            <p:nvPr/>
          </p:nvSpPr>
          <p:spPr>
            <a:xfrm>
              <a:off x="4599415" y="271433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95000">
                  <a:srgbClr val="F74B29">
                    <a:alpha val="25000"/>
                  </a:srgbClr>
                </a:gs>
                <a:gs pos="52000">
                  <a:srgbClr val="F74B29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1149BC05-3D9A-33F0-793C-B70D4FABA8CE}"/>
                </a:ext>
              </a:extLst>
            </p:cNvPr>
            <p:cNvSpPr/>
            <p:nvPr/>
          </p:nvSpPr>
          <p:spPr>
            <a:xfrm>
              <a:off x="3492986" y="271433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7000">
                  <a:srgbClr val="00B0F0">
                    <a:alpha val="34000"/>
                  </a:srgbClr>
                </a:gs>
                <a:gs pos="56000">
                  <a:srgbClr val="00B0F0">
                    <a:alpha val="0"/>
                  </a:srgbClr>
                </a:gs>
              </a:gsLst>
              <a:lin ang="66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2F462E7A-4D7E-FA9D-59EB-E3678288C5BE}"/>
                </a:ext>
              </a:extLst>
            </p:cNvPr>
            <p:cNvSpPr/>
            <p:nvPr/>
          </p:nvSpPr>
          <p:spPr>
            <a:xfrm>
              <a:off x="1279266" y="271433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rgbClr val="00B050">
                    <a:alpha val="67000"/>
                  </a:srgbClr>
                </a:gs>
                <a:gs pos="73000">
                  <a:srgbClr val="00B050">
                    <a:alpha val="0"/>
                  </a:srgbClr>
                </a:gs>
              </a:gsLst>
              <a:lin ang="8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D5CD0701-60E1-9FE1-480F-EE450A4A51A9}"/>
                </a:ext>
              </a:extLst>
            </p:cNvPr>
            <p:cNvSpPr/>
            <p:nvPr/>
          </p:nvSpPr>
          <p:spPr>
            <a:xfrm rot="16200000" flipH="1">
              <a:off x="2528674" y="257179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rgbClr val="FBA305">
                    <a:alpha val="67000"/>
                  </a:srgbClr>
                </a:gs>
                <a:gs pos="56000">
                  <a:srgbClr val="FFC000">
                    <a:alpha val="0"/>
                  </a:srgbClr>
                </a:gs>
              </a:gsLst>
              <a:lin ang="204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69" name="Group 368">
            <a:extLst>
              <a:ext uri="{FF2B5EF4-FFF2-40B4-BE49-F238E27FC236}">
                <a16:creationId xmlns:a16="http://schemas.microsoft.com/office/drawing/2014/main" id="{CC89CD14-87F0-5850-D592-3757EE3C5BCE}"/>
              </a:ext>
            </a:extLst>
          </p:cNvPr>
          <p:cNvGrpSpPr/>
          <p:nvPr/>
        </p:nvGrpSpPr>
        <p:grpSpPr>
          <a:xfrm>
            <a:off x="3416303" y="4203447"/>
            <a:ext cx="5359827" cy="652166"/>
            <a:chOff x="172406" y="590657"/>
            <a:chExt cx="5359827" cy="652166"/>
          </a:xfrm>
        </p:grpSpPr>
        <p:sp>
          <p:nvSpPr>
            <p:cNvPr id="370" name="Rectangle: Rounded Corners 369">
              <a:extLst>
                <a:ext uri="{FF2B5EF4-FFF2-40B4-BE49-F238E27FC236}">
                  <a16:creationId xmlns:a16="http://schemas.microsoft.com/office/drawing/2014/main" id="{A6B9C1BF-F644-83F3-17A5-5C0B56DA4962}"/>
                </a:ext>
              </a:extLst>
            </p:cNvPr>
            <p:cNvSpPr/>
            <p:nvPr/>
          </p:nvSpPr>
          <p:spPr>
            <a:xfrm>
              <a:off x="172406" y="59065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1" name="Freeform: Shape 370">
              <a:extLst>
                <a:ext uri="{FF2B5EF4-FFF2-40B4-BE49-F238E27FC236}">
                  <a16:creationId xmlns:a16="http://schemas.microsoft.com/office/drawing/2014/main" id="{59276464-9B79-527E-5AAB-C3277963B384}"/>
                </a:ext>
              </a:extLst>
            </p:cNvPr>
            <p:cNvSpPr/>
            <p:nvPr/>
          </p:nvSpPr>
          <p:spPr>
            <a:xfrm>
              <a:off x="4599415" y="59065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F3DB4B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2" name="Freeform: Shape 371">
              <a:extLst>
                <a:ext uri="{FF2B5EF4-FFF2-40B4-BE49-F238E27FC236}">
                  <a16:creationId xmlns:a16="http://schemas.microsoft.com/office/drawing/2014/main" id="{15B2EB45-C718-27FC-9BD9-DB40C575D1DF}"/>
                </a:ext>
              </a:extLst>
            </p:cNvPr>
            <p:cNvSpPr/>
            <p:nvPr/>
          </p:nvSpPr>
          <p:spPr>
            <a:xfrm>
              <a:off x="3492986" y="59065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3" name="Freeform: Shape 372">
              <a:extLst>
                <a:ext uri="{FF2B5EF4-FFF2-40B4-BE49-F238E27FC236}">
                  <a16:creationId xmlns:a16="http://schemas.microsoft.com/office/drawing/2014/main" id="{8B6303B1-E9A8-F88C-D9B3-1A5D7C330EE0}"/>
                </a:ext>
              </a:extLst>
            </p:cNvPr>
            <p:cNvSpPr/>
            <p:nvPr/>
          </p:nvSpPr>
          <p:spPr>
            <a:xfrm>
              <a:off x="1279266" y="59065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4" name="Freeform: Shape 373">
              <a:extLst>
                <a:ext uri="{FF2B5EF4-FFF2-40B4-BE49-F238E27FC236}">
                  <a16:creationId xmlns:a16="http://schemas.microsoft.com/office/drawing/2014/main" id="{FEC898AD-56E7-E960-36F7-45AEF59C0B1E}"/>
                </a:ext>
              </a:extLst>
            </p:cNvPr>
            <p:cNvSpPr/>
            <p:nvPr/>
          </p:nvSpPr>
          <p:spPr>
            <a:xfrm rot="16200000" flipH="1">
              <a:off x="2528674" y="448110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F86042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375" name="Group 374">
            <a:extLst>
              <a:ext uri="{FF2B5EF4-FFF2-40B4-BE49-F238E27FC236}">
                <a16:creationId xmlns:a16="http://schemas.microsoft.com/office/drawing/2014/main" id="{C34BA581-6F6D-2640-FBE1-656C07843B4C}"/>
              </a:ext>
            </a:extLst>
          </p:cNvPr>
          <p:cNvGrpSpPr/>
          <p:nvPr/>
        </p:nvGrpSpPr>
        <p:grpSpPr>
          <a:xfrm>
            <a:off x="3416303" y="4203447"/>
            <a:ext cx="5359827" cy="652166"/>
            <a:chOff x="172406" y="2006443"/>
            <a:chExt cx="5359827" cy="652166"/>
          </a:xfrm>
        </p:grpSpPr>
        <p:sp>
          <p:nvSpPr>
            <p:cNvPr id="376" name="Rectangle: Rounded Corners 375">
              <a:extLst>
                <a:ext uri="{FF2B5EF4-FFF2-40B4-BE49-F238E27FC236}">
                  <a16:creationId xmlns:a16="http://schemas.microsoft.com/office/drawing/2014/main" id="{F3804E2B-2901-0CDE-8E0F-F7741192D75C}"/>
                </a:ext>
              </a:extLst>
            </p:cNvPr>
            <p:cNvSpPr/>
            <p:nvPr/>
          </p:nvSpPr>
          <p:spPr>
            <a:xfrm>
              <a:off x="172406" y="2006443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8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7" name="Freeform: Shape 376">
              <a:extLst>
                <a:ext uri="{FF2B5EF4-FFF2-40B4-BE49-F238E27FC236}">
                  <a16:creationId xmlns:a16="http://schemas.microsoft.com/office/drawing/2014/main" id="{D0B4D892-E91F-2462-7086-0D3804084EC6}"/>
                </a:ext>
              </a:extLst>
            </p:cNvPr>
            <p:cNvSpPr/>
            <p:nvPr/>
          </p:nvSpPr>
          <p:spPr>
            <a:xfrm>
              <a:off x="4599415" y="2006444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2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8" name="Freeform: Shape 377">
              <a:extLst>
                <a:ext uri="{FF2B5EF4-FFF2-40B4-BE49-F238E27FC236}">
                  <a16:creationId xmlns:a16="http://schemas.microsoft.com/office/drawing/2014/main" id="{95B86A62-56C5-7E39-49DA-2A8B8476931F}"/>
                </a:ext>
              </a:extLst>
            </p:cNvPr>
            <p:cNvSpPr/>
            <p:nvPr/>
          </p:nvSpPr>
          <p:spPr>
            <a:xfrm>
              <a:off x="3492986" y="2006444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1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79" name="Freeform: Shape 378">
              <a:extLst>
                <a:ext uri="{FF2B5EF4-FFF2-40B4-BE49-F238E27FC236}">
                  <a16:creationId xmlns:a16="http://schemas.microsoft.com/office/drawing/2014/main" id="{DF41C559-56B0-73EE-E347-40E788A9103A}"/>
                </a:ext>
              </a:extLst>
            </p:cNvPr>
            <p:cNvSpPr/>
            <p:nvPr/>
          </p:nvSpPr>
          <p:spPr>
            <a:xfrm>
              <a:off x="1279266" y="2006444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40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0" name="Freeform: Shape 379">
              <a:extLst>
                <a:ext uri="{FF2B5EF4-FFF2-40B4-BE49-F238E27FC236}">
                  <a16:creationId xmlns:a16="http://schemas.microsoft.com/office/drawing/2014/main" id="{A4EC357D-111B-E447-3AE0-293A4C5A277F}"/>
                </a:ext>
              </a:extLst>
            </p:cNvPr>
            <p:cNvSpPr/>
            <p:nvPr/>
          </p:nvSpPr>
          <p:spPr>
            <a:xfrm rot="16200000" flipH="1">
              <a:off x="2528674" y="1863896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3500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381" name="Group 380">
            <a:extLst>
              <a:ext uri="{FF2B5EF4-FFF2-40B4-BE49-F238E27FC236}">
                <a16:creationId xmlns:a16="http://schemas.microsoft.com/office/drawing/2014/main" id="{924E9443-2E7C-96AD-2422-F68FB05A835D}"/>
              </a:ext>
            </a:extLst>
          </p:cNvPr>
          <p:cNvGrpSpPr/>
          <p:nvPr/>
        </p:nvGrpSpPr>
        <p:grpSpPr>
          <a:xfrm>
            <a:off x="3409509" y="4203447"/>
            <a:ext cx="5366621" cy="652166"/>
            <a:chOff x="165612" y="1298550"/>
            <a:chExt cx="5366621" cy="652166"/>
          </a:xfrm>
        </p:grpSpPr>
        <p:sp>
          <p:nvSpPr>
            <p:cNvPr id="382" name="Rectangle: Rounded Corners 381">
              <a:extLst>
                <a:ext uri="{FF2B5EF4-FFF2-40B4-BE49-F238E27FC236}">
                  <a16:creationId xmlns:a16="http://schemas.microsoft.com/office/drawing/2014/main" id="{8614116D-99AE-6F24-502F-D2A00BD24662}"/>
                </a:ext>
              </a:extLst>
            </p:cNvPr>
            <p:cNvSpPr/>
            <p:nvPr/>
          </p:nvSpPr>
          <p:spPr>
            <a:xfrm>
              <a:off x="165612" y="1298550"/>
              <a:ext cx="937260" cy="652166"/>
            </a:xfrm>
            <a:prstGeom prst="roundRect">
              <a:avLst/>
            </a:prstGeom>
            <a:gradFill flip="none" rotWithShape="1">
              <a:gsLst>
                <a:gs pos="36000">
                  <a:srgbClr val="C775E7">
                    <a:alpha val="0"/>
                  </a:srgbClr>
                </a:gs>
                <a:gs pos="100000">
                  <a:srgbClr val="C269E5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3" name="Freeform: Shape 382">
              <a:extLst>
                <a:ext uri="{FF2B5EF4-FFF2-40B4-BE49-F238E27FC236}">
                  <a16:creationId xmlns:a16="http://schemas.microsoft.com/office/drawing/2014/main" id="{159D3982-00BC-A35D-67B0-6F397C0C5400}"/>
                </a:ext>
              </a:extLst>
            </p:cNvPr>
            <p:cNvSpPr/>
            <p:nvPr/>
          </p:nvSpPr>
          <p:spPr>
            <a:xfrm>
              <a:off x="4599415" y="129855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35000">
                  <a:srgbClr val="FFC000">
                    <a:alpha val="0"/>
                  </a:srgbClr>
                </a:gs>
                <a:gs pos="100000">
                  <a:srgbClr val="FFC000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4" name="Freeform: Shape 383">
              <a:extLst>
                <a:ext uri="{FF2B5EF4-FFF2-40B4-BE49-F238E27FC236}">
                  <a16:creationId xmlns:a16="http://schemas.microsoft.com/office/drawing/2014/main" id="{D13259C3-6F29-EA99-E506-F44CFE698053}"/>
                </a:ext>
              </a:extLst>
            </p:cNvPr>
            <p:cNvSpPr/>
            <p:nvPr/>
          </p:nvSpPr>
          <p:spPr>
            <a:xfrm>
              <a:off x="3492986" y="129855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00CC5C">
                    <a:alpha val="0"/>
                  </a:srgbClr>
                </a:gs>
                <a:gs pos="100000">
                  <a:srgbClr val="00CC5C"/>
                </a:gs>
              </a:gsLst>
              <a:path path="circle">
                <a:fillToRect r="100000" b="100000"/>
              </a:path>
              <a:tileRect l="-100000" t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5" name="Freeform: Shape 384">
              <a:extLst>
                <a:ext uri="{FF2B5EF4-FFF2-40B4-BE49-F238E27FC236}">
                  <a16:creationId xmlns:a16="http://schemas.microsoft.com/office/drawing/2014/main" id="{50577716-8756-5FC9-F1A6-9FCBCF077079}"/>
                </a:ext>
              </a:extLst>
            </p:cNvPr>
            <p:cNvSpPr/>
            <p:nvPr/>
          </p:nvSpPr>
          <p:spPr>
            <a:xfrm>
              <a:off x="1279266" y="129855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37000">
                  <a:srgbClr val="229BEE">
                    <a:alpha val="0"/>
                  </a:srgbClr>
                </a:gs>
                <a:gs pos="100000">
                  <a:srgbClr val="229BEE"/>
                </a:gs>
              </a:gsLst>
              <a:lin ang="27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86" name="Freeform: Shape 385">
              <a:extLst>
                <a:ext uri="{FF2B5EF4-FFF2-40B4-BE49-F238E27FC236}">
                  <a16:creationId xmlns:a16="http://schemas.microsoft.com/office/drawing/2014/main" id="{BF0DED88-A4BF-F579-E38F-673F030F0383}"/>
                </a:ext>
              </a:extLst>
            </p:cNvPr>
            <p:cNvSpPr/>
            <p:nvPr/>
          </p:nvSpPr>
          <p:spPr>
            <a:xfrm rot="16200000" flipV="1">
              <a:off x="2528674" y="1156004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41000">
                  <a:srgbClr val="FF4747">
                    <a:alpha val="0"/>
                  </a:srgbClr>
                </a:gs>
                <a:gs pos="100000">
                  <a:srgbClr val="FF4747"/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88" name="Rectangle: Rounded Corners 387">
            <a:extLst>
              <a:ext uri="{FF2B5EF4-FFF2-40B4-BE49-F238E27FC236}">
                <a16:creationId xmlns:a16="http://schemas.microsoft.com/office/drawing/2014/main" id="{BD4FB305-52D2-88FD-1E49-42E87DFB74A4}"/>
              </a:ext>
            </a:extLst>
          </p:cNvPr>
          <p:cNvSpPr/>
          <p:nvPr/>
        </p:nvSpPr>
        <p:spPr>
          <a:xfrm>
            <a:off x="3416303" y="4203447"/>
            <a:ext cx="937260" cy="652166"/>
          </a:xfrm>
          <a:prstGeom prst="roundRect">
            <a:avLst/>
          </a:prstGeom>
          <a:gradFill flip="none" rotWithShape="1">
            <a:gsLst>
              <a:gs pos="100000">
                <a:srgbClr val="00B0F0">
                  <a:alpha val="34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9" name="Freeform: Shape 388">
            <a:extLst>
              <a:ext uri="{FF2B5EF4-FFF2-40B4-BE49-F238E27FC236}">
                <a16:creationId xmlns:a16="http://schemas.microsoft.com/office/drawing/2014/main" id="{85A12986-16FB-F635-769E-8875AFAFFBF6}"/>
              </a:ext>
            </a:extLst>
          </p:cNvPr>
          <p:cNvSpPr/>
          <p:nvPr/>
        </p:nvSpPr>
        <p:spPr>
          <a:xfrm>
            <a:off x="7843312" y="4203448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gradFill flip="none" rotWithShape="1">
            <a:gsLst>
              <a:gs pos="95000">
                <a:srgbClr val="F74B29">
                  <a:alpha val="25000"/>
                </a:srgbClr>
              </a:gs>
              <a:gs pos="52000">
                <a:srgbClr val="F74B29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0" name="Freeform: Shape 389">
            <a:extLst>
              <a:ext uri="{FF2B5EF4-FFF2-40B4-BE49-F238E27FC236}">
                <a16:creationId xmlns:a16="http://schemas.microsoft.com/office/drawing/2014/main" id="{DB153151-5F39-E7DB-53AB-C319303C4144}"/>
              </a:ext>
            </a:extLst>
          </p:cNvPr>
          <p:cNvSpPr/>
          <p:nvPr/>
        </p:nvSpPr>
        <p:spPr>
          <a:xfrm>
            <a:off x="6736883" y="4203448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gradFill flip="none" rotWithShape="1">
            <a:gsLst>
              <a:gs pos="87000">
                <a:srgbClr val="00B0F0">
                  <a:alpha val="34000"/>
                </a:srgbClr>
              </a:gs>
              <a:gs pos="56000">
                <a:srgbClr val="00B0F0">
                  <a:alpha val="0"/>
                </a:srgbClr>
              </a:gs>
            </a:gsLst>
            <a:lin ang="6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1" name="Freeform: Shape 390">
            <a:extLst>
              <a:ext uri="{FF2B5EF4-FFF2-40B4-BE49-F238E27FC236}">
                <a16:creationId xmlns:a16="http://schemas.microsoft.com/office/drawing/2014/main" id="{B285A4C6-ADD5-892E-5FDD-C3115FF2E191}"/>
              </a:ext>
            </a:extLst>
          </p:cNvPr>
          <p:cNvSpPr/>
          <p:nvPr/>
        </p:nvSpPr>
        <p:spPr>
          <a:xfrm>
            <a:off x="4523163" y="4203448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gradFill flip="none" rotWithShape="1">
            <a:gsLst>
              <a:gs pos="100000">
                <a:srgbClr val="00B050">
                  <a:alpha val="67000"/>
                </a:srgbClr>
              </a:gs>
              <a:gs pos="73000">
                <a:srgbClr val="00B050">
                  <a:alpha val="0"/>
                </a:srgb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2" name="Freeform: Shape 391">
            <a:extLst>
              <a:ext uri="{FF2B5EF4-FFF2-40B4-BE49-F238E27FC236}">
                <a16:creationId xmlns:a16="http://schemas.microsoft.com/office/drawing/2014/main" id="{8D385030-0EF9-3401-EF2C-35E7E76EB50F}"/>
              </a:ext>
            </a:extLst>
          </p:cNvPr>
          <p:cNvSpPr/>
          <p:nvPr/>
        </p:nvSpPr>
        <p:spPr>
          <a:xfrm rot="16200000" flipH="1">
            <a:off x="5772571" y="406090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gradFill flip="none" rotWithShape="1">
            <a:gsLst>
              <a:gs pos="100000">
                <a:srgbClr val="FBA305">
                  <a:alpha val="67000"/>
                </a:srgbClr>
              </a:gs>
              <a:gs pos="56000">
                <a:srgbClr val="FFC000">
                  <a:alpha val="0"/>
                </a:srgb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5816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Box 29">
            <a:extLst>
              <a:ext uri="{FF2B5EF4-FFF2-40B4-BE49-F238E27FC236}">
                <a16:creationId xmlns:a16="http://schemas.microsoft.com/office/drawing/2014/main" id="{EB02AB71-560D-B89E-5DE4-34FAB3B4358B}"/>
              </a:ext>
            </a:extLst>
          </p:cNvPr>
          <p:cNvSpPr txBox="1"/>
          <p:nvPr/>
        </p:nvSpPr>
        <p:spPr>
          <a:xfrm>
            <a:off x="5371621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7A0BF1-A07E-C291-06DB-390F9668E87D}"/>
              </a:ext>
            </a:extLst>
          </p:cNvPr>
          <p:cNvSpPr txBox="1"/>
          <p:nvPr/>
        </p:nvSpPr>
        <p:spPr>
          <a:xfrm>
            <a:off x="2861712" y="165598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758F67-FC8D-E4E6-B3F8-C0E6FDBC9C48}"/>
              </a:ext>
            </a:extLst>
          </p:cNvPr>
          <p:cNvSpPr txBox="1"/>
          <p:nvPr/>
        </p:nvSpPr>
        <p:spPr>
          <a:xfrm>
            <a:off x="6567085" y="165598"/>
            <a:ext cx="2744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4D6A337-A633-B877-B90D-71E3502CAC70}"/>
              </a:ext>
            </a:extLst>
          </p:cNvPr>
          <p:cNvSpPr txBox="1"/>
          <p:nvPr/>
        </p:nvSpPr>
        <p:spPr>
          <a:xfrm>
            <a:off x="4207325" y="165598"/>
            <a:ext cx="282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6FE4204-BEDE-AB1A-FDC6-CE2BC2D0C466}"/>
              </a:ext>
            </a:extLst>
          </p:cNvPr>
          <p:cNvSpPr txBox="1"/>
          <p:nvPr/>
        </p:nvSpPr>
        <p:spPr>
          <a:xfrm>
            <a:off x="8033885" y="165598"/>
            <a:ext cx="2616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4FBA92A9-9010-7BFC-681C-4B863379BF47}"/>
              </a:ext>
            </a:extLst>
          </p:cNvPr>
          <p:cNvSpPr/>
          <p:nvPr/>
        </p:nvSpPr>
        <p:spPr>
          <a:xfrm>
            <a:off x="2546329" y="812168"/>
            <a:ext cx="937260" cy="6521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AE0A9775-16AC-CC28-A936-FF5C937D2C3D}"/>
              </a:ext>
            </a:extLst>
          </p:cNvPr>
          <p:cNvSpPr/>
          <p:nvPr/>
        </p:nvSpPr>
        <p:spPr>
          <a:xfrm>
            <a:off x="7698281" y="812169"/>
            <a:ext cx="932818" cy="652165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F763365D-02FA-E1A3-5EDF-709DE02770B6}"/>
              </a:ext>
            </a:extLst>
          </p:cNvPr>
          <p:cNvSpPr/>
          <p:nvPr/>
        </p:nvSpPr>
        <p:spPr>
          <a:xfrm rot="16200000" flipH="1">
            <a:off x="5198786" y="669621"/>
            <a:ext cx="652164" cy="937260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E4031813-5928-9A4C-032E-FF7B84B47C4B}"/>
              </a:ext>
            </a:extLst>
          </p:cNvPr>
          <p:cNvSpPr/>
          <p:nvPr/>
        </p:nvSpPr>
        <p:spPr>
          <a:xfrm>
            <a:off x="3879920" y="812169"/>
            <a:ext cx="937260" cy="65216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3697E2C-6CBC-C4BD-5CC2-BD8D6C58D47C}"/>
              </a:ext>
            </a:extLst>
          </p:cNvPr>
          <p:cNvGrpSpPr/>
          <p:nvPr/>
        </p:nvGrpSpPr>
        <p:grpSpPr>
          <a:xfrm>
            <a:off x="2546329" y="1558946"/>
            <a:ext cx="6084770" cy="652166"/>
            <a:chOff x="2546329" y="2239749"/>
            <a:chExt cx="6084770" cy="65216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12C13025-5D67-6C8B-54DE-83B2023BAE11}"/>
                </a:ext>
              </a:extLst>
            </p:cNvPr>
            <p:cNvSpPr/>
            <p:nvPr/>
          </p:nvSpPr>
          <p:spPr>
            <a:xfrm>
              <a:off x="2546329" y="2239749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52EF61E-B836-2759-45C5-72267A0CF283}"/>
                </a:ext>
              </a:extLst>
            </p:cNvPr>
            <p:cNvSpPr/>
            <p:nvPr/>
          </p:nvSpPr>
          <p:spPr>
            <a:xfrm>
              <a:off x="7698281" y="2239750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E213A89-99A8-A872-0282-9D1A8FF97292}"/>
                </a:ext>
              </a:extLst>
            </p:cNvPr>
            <p:cNvSpPr/>
            <p:nvPr/>
          </p:nvSpPr>
          <p:spPr>
            <a:xfrm rot="16200000" flipH="1">
              <a:off x="5198786" y="2097202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76B87F79-2AD4-F7CE-83A6-69F0513E9B18}"/>
                </a:ext>
              </a:extLst>
            </p:cNvPr>
            <p:cNvSpPr/>
            <p:nvPr/>
          </p:nvSpPr>
          <p:spPr>
            <a:xfrm>
              <a:off x="3879920" y="2239750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B231A9A5-1710-4C6B-848A-D5C60834FE34}"/>
                </a:ext>
              </a:extLst>
            </p:cNvPr>
            <p:cNvSpPr/>
            <p:nvPr/>
          </p:nvSpPr>
          <p:spPr>
            <a:xfrm>
              <a:off x="6235672" y="2239750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D41E1-46FD-7779-B47B-85D54801030A}"/>
              </a:ext>
            </a:extLst>
          </p:cNvPr>
          <p:cNvGrpSpPr/>
          <p:nvPr/>
        </p:nvGrpSpPr>
        <p:grpSpPr>
          <a:xfrm>
            <a:off x="2546329" y="2307461"/>
            <a:ext cx="6084770" cy="652166"/>
            <a:chOff x="2546329" y="3184240"/>
            <a:chExt cx="6084770" cy="6521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E7AF6779-4F34-5962-5E22-E7DABD566F5D}"/>
                </a:ext>
              </a:extLst>
            </p:cNvPr>
            <p:cNvSpPr/>
            <p:nvPr/>
          </p:nvSpPr>
          <p:spPr>
            <a:xfrm>
              <a:off x="2546329" y="3184240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038BF728-E7E6-8421-8840-6E3ECD9A75DD}"/>
                </a:ext>
              </a:extLst>
            </p:cNvPr>
            <p:cNvSpPr/>
            <p:nvPr/>
          </p:nvSpPr>
          <p:spPr>
            <a:xfrm>
              <a:off x="7698281" y="3184241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73960F27-E2A1-DEAE-24C4-DEF281EA1B1B}"/>
                </a:ext>
              </a:extLst>
            </p:cNvPr>
            <p:cNvSpPr/>
            <p:nvPr/>
          </p:nvSpPr>
          <p:spPr>
            <a:xfrm rot="16200000" flipH="1">
              <a:off x="5198786" y="3041693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6163783E-ABBA-32CC-CDE3-A5BD115DA911}"/>
                </a:ext>
              </a:extLst>
            </p:cNvPr>
            <p:cNvSpPr/>
            <p:nvPr/>
          </p:nvSpPr>
          <p:spPr>
            <a:xfrm>
              <a:off x="3879920" y="3184241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9C539027-E51B-BF43-E640-102FDFA8D418}"/>
                </a:ext>
              </a:extLst>
            </p:cNvPr>
            <p:cNvSpPr/>
            <p:nvPr/>
          </p:nvSpPr>
          <p:spPr>
            <a:xfrm>
              <a:off x="6235672" y="3184241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C815764-5201-F8E9-F637-1FAA86E70FD6}"/>
              </a:ext>
            </a:extLst>
          </p:cNvPr>
          <p:cNvGrpSpPr/>
          <p:nvPr/>
        </p:nvGrpSpPr>
        <p:grpSpPr>
          <a:xfrm>
            <a:off x="2539535" y="3055976"/>
            <a:ext cx="6091564" cy="652166"/>
            <a:chOff x="2539535" y="4287476"/>
            <a:chExt cx="6091564" cy="652166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4F1D700E-B6A8-D301-EA7F-6854E39C7931}"/>
                </a:ext>
              </a:extLst>
            </p:cNvPr>
            <p:cNvSpPr/>
            <p:nvPr/>
          </p:nvSpPr>
          <p:spPr>
            <a:xfrm>
              <a:off x="2539535" y="4287476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202D5CA-B4A9-A576-53A1-B5A940B8B139}"/>
                </a:ext>
              </a:extLst>
            </p:cNvPr>
            <p:cNvSpPr/>
            <p:nvPr/>
          </p:nvSpPr>
          <p:spPr>
            <a:xfrm>
              <a:off x="7698281" y="4287477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B87719E0-411A-C23C-7444-B0244385B9F5}"/>
                </a:ext>
              </a:extLst>
            </p:cNvPr>
            <p:cNvSpPr/>
            <p:nvPr/>
          </p:nvSpPr>
          <p:spPr>
            <a:xfrm rot="16200000" flipV="1">
              <a:off x="5198786" y="4144929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F0AB5DE3-67E0-6F10-0D54-02CC4161605B}"/>
                </a:ext>
              </a:extLst>
            </p:cNvPr>
            <p:cNvSpPr/>
            <p:nvPr/>
          </p:nvSpPr>
          <p:spPr>
            <a:xfrm>
              <a:off x="3879920" y="4287477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4F43306-2E56-1231-5A31-4E0C47BC9C37}"/>
                </a:ext>
              </a:extLst>
            </p:cNvPr>
            <p:cNvSpPr/>
            <p:nvPr/>
          </p:nvSpPr>
          <p:spPr>
            <a:xfrm>
              <a:off x="6235672" y="4287477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EAD12E2-3DF6-563B-DDA6-6C10894F6389}"/>
              </a:ext>
            </a:extLst>
          </p:cNvPr>
          <p:cNvGrpSpPr/>
          <p:nvPr/>
        </p:nvGrpSpPr>
        <p:grpSpPr>
          <a:xfrm>
            <a:off x="2539535" y="4022577"/>
            <a:ext cx="6091564" cy="652166"/>
            <a:chOff x="2539535" y="4022577"/>
            <a:chExt cx="6091564" cy="652166"/>
          </a:xfrm>
        </p:grpSpPr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04BD6A4C-1DF2-97B0-CDDE-ED2A12EB5A2D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solidFill>
              <a:srgbClr val="C775E7"/>
            </a:solidFill>
            <a:ln w="3175">
              <a:solidFill>
                <a:srgbClr val="7030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750E4F2-092D-D55C-C68A-477569CD3EDD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solidFill>
              <a:srgbClr val="ECC31D"/>
            </a:solidFill>
            <a:ln w="3175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B371E4BC-2DC4-9584-3E97-146A28B7BF4D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solidFill>
              <a:srgbClr val="E94B3A"/>
            </a:solidFill>
            <a:ln w="31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0A94A3C3-53FE-2FEC-298B-03D9F582B42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solidFill>
              <a:srgbClr val="3BA8F0"/>
            </a:solidFill>
            <a:ln w="31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6E1F0008-F991-AD16-8A3D-DA5DD5F510EE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solidFill>
              <a:srgbClr val="36E67F"/>
            </a:solidFill>
            <a:ln w="3175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89392FCD-1BF2-D49D-59C8-CF3D31931DF8}"/>
                </a:ext>
              </a:extLst>
            </p:cNvPr>
            <p:cNvSpPr/>
            <p:nvPr/>
          </p:nvSpPr>
          <p:spPr>
            <a:xfrm>
              <a:off x="2546329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9BCAF1F1-9E2A-5A10-5A33-DE1FCE7BF266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FE09A29-1662-8CD5-0334-02F4A401BD08}"/>
                </a:ext>
              </a:extLst>
            </p:cNvPr>
            <p:cNvSpPr/>
            <p:nvPr/>
          </p:nvSpPr>
          <p:spPr>
            <a:xfrm rot="16200000" flipH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9ABB434-3C06-ED09-B083-3E5B8DA11418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F143377-1F13-7440-784E-D6B996921272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100000">
                  <a:schemeClr val="bg1">
                    <a:alpha val="46000"/>
                  </a:schemeClr>
                </a:gs>
                <a:gs pos="0">
                  <a:schemeClr val="accent1">
                    <a:tint val="23500"/>
                    <a:satMod val="160000"/>
                    <a:alpha val="0"/>
                  </a:schemeClr>
                </a:gs>
              </a:gsLst>
              <a:path path="circle">
                <a:fillToRect l="100000" t="100000"/>
              </a:path>
              <a:tileRect r="-100000" b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6" name="Rectangle: Rounded Corners 45">
              <a:extLst>
                <a:ext uri="{FF2B5EF4-FFF2-40B4-BE49-F238E27FC236}">
                  <a16:creationId xmlns:a16="http://schemas.microsoft.com/office/drawing/2014/main" id="{B7556BA3-B4F7-C145-8E04-7821A3972EFE}"/>
                </a:ext>
              </a:extLst>
            </p:cNvPr>
            <p:cNvSpPr/>
            <p:nvPr/>
          </p:nvSpPr>
          <p:spPr>
            <a:xfrm>
              <a:off x="2539535" y="4022577"/>
              <a:ext cx="937260" cy="652166"/>
            </a:xfrm>
            <a:prstGeom prst="roundRect">
              <a:avLst/>
            </a:prstGeom>
            <a:gradFill flip="none" rotWithShape="1">
              <a:gsLst>
                <a:gs pos="78000">
                  <a:schemeClr val="bg1">
                    <a:alpha val="0"/>
                  </a:schemeClr>
                </a:gs>
                <a:gs pos="0">
                  <a:srgbClr val="7030A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C283FF18-3963-DCCC-A7FA-A8FC208C87AE}"/>
                </a:ext>
              </a:extLst>
            </p:cNvPr>
            <p:cNvSpPr/>
            <p:nvPr/>
          </p:nvSpPr>
          <p:spPr>
            <a:xfrm>
              <a:off x="7698281" y="4022578"/>
              <a:ext cx="932818" cy="652165"/>
            </a:xfrm>
            <a:custGeom>
              <a:avLst/>
              <a:gdLst>
                <a:gd name="csX0" fmla="*/ 0 w 1761688"/>
                <a:gd name="csY0" fmla="*/ 0 h 1291904"/>
                <a:gd name="csX1" fmla="*/ 75501 w 1761688"/>
                <a:gd name="csY1" fmla="*/ 0 h 1291904"/>
                <a:gd name="csX2" fmla="*/ 1686187 w 1761688"/>
                <a:gd name="csY2" fmla="*/ 0 h 1291904"/>
                <a:gd name="csX3" fmla="*/ 1761688 w 1761688"/>
                <a:gd name="csY3" fmla="*/ 0 h 1291904"/>
                <a:gd name="csX4" fmla="*/ 1761688 w 1761688"/>
                <a:gd name="csY4" fmla="*/ 102765 h 1291904"/>
                <a:gd name="csX5" fmla="*/ 1686187 w 1761688"/>
                <a:gd name="csY5" fmla="*/ 102765 h 1291904"/>
                <a:gd name="csX6" fmla="*/ 1686187 w 1761688"/>
                <a:gd name="csY6" fmla="*/ 1189139 h 1291904"/>
                <a:gd name="csX7" fmla="*/ 1761688 w 1761688"/>
                <a:gd name="csY7" fmla="*/ 1189139 h 1291904"/>
                <a:gd name="csX8" fmla="*/ 1761688 w 1761688"/>
                <a:gd name="csY8" fmla="*/ 1291904 h 1291904"/>
                <a:gd name="csX9" fmla="*/ 1686187 w 1761688"/>
                <a:gd name="csY9" fmla="*/ 1291904 h 1291904"/>
                <a:gd name="csX10" fmla="*/ 75501 w 1761688"/>
                <a:gd name="csY10" fmla="*/ 1291904 h 1291904"/>
                <a:gd name="csX11" fmla="*/ 0 w 1761688"/>
                <a:gd name="csY11" fmla="*/ 1291904 h 1291904"/>
                <a:gd name="csX12" fmla="*/ 0 w 1761688"/>
                <a:gd name="csY12" fmla="*/ 1189139 h 1291904"/>
                <a:gd name="csX13" fmla="*/ 75501 w 1761688"/>
                <a:gd name="csY13" fmla="*/ 1189139 h 1291904"/>
                <a:gd name="csX14" fmla="*/ 75501 w 1761688"/>
                <a:gd name="csY14" fmla="*/ 102765 h 1291904"/>
                <a:gd name="csX15" fmla="*/ 0 w 1761688"/>
                <a:gd name="csY15" fmla="*/ 102765 h 129190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1761688" h="1291904">
                  <a:moveTo>
                    <a:pt x="0" y="0"/>
                  </a:moveTo>
                  <a:lnTo>
                    <a:pt x="75501" y="0"/>
                  </a:lnTo>
                  <a:lnTo>
                    <a:pt x="1686187" y="0"/>
                  </a:lnTo>
                  <a:lnTo>
                    <a:pt x="1761688" y="0"/>
                  </a:lnTo>
                  <a:lnTo>
                    <a:pt x="1761688" y="102765"/>
                  </a:lnTo>
                  <a:lnTo>
                    <a:pt x="1686187" y="102765"/>
                  </a:lnTo>
                  <a:lnTo>
                    <a:pt x="1686187" y="1189139"/>
                  </a:lnTo>
                  <a:lnTo>
                    <a:pt x="1761688" y="1189139"/>
                  </a:lnTo>
                  <a:lnTo>
                    <a:pt x="1761688" y="1291904"/>
                  </a:lnTo>
                  <a:lnTo>
                    <a:pt x="1686187" y="1291904"/>
                  </a:lnTo>
                  <a:lnTo>
                    <a:pt x="75501" y="1291904"/>
                  </a:lnTo>
                  <a:lnTo>
                    <a:pt x="0" y="1291904"/>
                  </a:lnTo>
                  <a:lnTo>
                    <a:pt x="0" y="1189139"/>
                  </a:lnTo>
                  <a:lnTo>
                    <a:pt x="75501" y="1189139"/>
                  </a:lnTo>
                  <a:lnTo>
                    <a:pt x="75501" y="102765"/>
                  </a:lnTo>
                  <a:lnTo>
                    <a:pt x="0" y="102765"/>
                  </a:lnTo>
                  <a:close/>
                </a:path>
              </a:pathLst>
            </a:custGeom>
            <a:gradFill flip="none" rotWithShape="1">
              <a:gsLst>
                <a:gs pos="76000">
                  <a:schemeClr val="bg1">
                    <a:alpha val="0"/>
                  </a:schemeClr>
                </a:gs>
                <a:gs pos="24000">
                  <a:srgbClr val="FFC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6095542-DB0B-13A3-41B4-1E9C805B1DE8}"/>
                </a:ext>
              </a:extLst>
            </p:cNvPr>
            <p:cNvSpPr/>
            <p:nvPr/>
          </p:nvSpPr>
          <p:spPr>
            <a:xfrm rot="16200000" flipV="1">
              <a:off x="5198786" y="3880031"/>
              <a:ext cx="652164" cy="937260"/>
            </a:xfrm>
            <a:custGeom>
              <a:avLst/>
              <a:gdLst>
                <a:gd name="csX0" fmla="*/ 0 w 1291905"/>
                <a:gd name="csY0" fmla="*/ 0 h 1770078"/>
                <a:gd name="csX1" fmla="*/ 0 w 1291905"/>
                <a:gd name="csY1" fmla="*/ 478173 h 1770078"/>
                <a:gd name="csX2" fmla="*/ 0 w 1291905"/>
                <a:gd name="csY2" fmla="*/ 1291905 h 1770078"/>
                <a:gd name="csX3" fmla="*/ 0 w 1291905"/>
                <a:gd name="csY3" fmla="*/ 1770078 h 1770078"/>
                <a:gd name="csX4" fmla="*/ 6123 w 1291905"/>
                <a:gd name="csY4" fmla="*/ 1770078 h 1770078"/>
                <a:gd name="csX5" fmla="*/ 109381 w 1291905"/>
                <a:gd name="csY5" fmla="*/ 1658008 h 1770078"/>
                <a:gd name="csX6" fmla="*/ 212639 w 1291905"/>
                <a:gd name="csY6" fmla="*/ 1770078 h 1770078"/>
                <a:gd name="csX7" fmla="*/ 221976 w 1291905"/>
                <a:gd name="csY7" fmla="*/ 1770078 h 1770078"/>
                <a:gd name="csX8" fmla="*/ 325234 w 1291905"/>
                <a:gd name="csY8" fmla="*/ 1658008 h 1770078"/>
                <a:gd name="csX9" fmla="*/ 428492 w 1291905"/>
                <a:gd name="csY9" fmla="*/ 1770078 h 1770078"/>
                <a:gd name="csX10" fmla="*/ 437829 w 1291905"/>
                <a:gd name="csY10" fmla="*/ 1770078 h 1770078"/>
                <a:gd name="csX11" fmla="*/ 541087 w 1291905"/>
                <a:gd name="csY11" fmla="*/ 1658008 h 1770078"/>
                <a:gd name="csX12" fmla="*/ 644346 w 1291905"/>
                <a:gd name="csY12" fmla="*/ 1770078 h 1770078"/>
                <a:gd name="csX13" fmla="*/ 653683 w 1291905"/>
                <a:gd name="csY13" fmla="*/ 1770078 h 1770078"/>
                <a:gd name="csX14" fmla="*/ 756941 w 1291905"/>
                <a:gd name="csY14" fmla="*/ 1658008 h 1770078"/>
                <a:gd name="csX15" fmla="*/ 860199 w 1291905"/>
                <a:gd name="csY15" fmla="*/ 1770078 h 1770078"/>
                <a:gd name="csX16" fmla="*/ 869536 w 1291905"/>
                <a:gd name="csY16" fmla="*/ 1770078 h 1770078"/>
                <a:gd name="csX17" fmla="*/ 972794 w 1291905"/>
                <a:gd name="csY17" fmla="*/ 1658008 h 1770078"/>
                <a:gd name="csX18" fmla="*/ 1076052 w 1291905"/>
                <a:gd name="csY18" fmla="*/ 1770078 h 1770078"/>
                <a:gd name="csX19" fmla="*/ 1085389 w 1291905"/>
                <a:gd name="csY19" fmla="*/ 1770078 h 1770078"/>
                <a:gd name="csX20" fmla="*/ 1188647 w 1291905"/>
                <a:gd name="csY20" fmla="*/ 1658008 h 1770078"/>
                <a:gd name="csX21" fmla="*/ 1291905 w 1291905"/>
                <a:gd name="csY21" fmla="*/ 1770078 h 1770078"/>
                <a:gd name="csX22" fmla="*/ 1291905 w 1291905"/>
                <a:gd name="csY22" fmla="*/ 1291905 h 1770078"/>
                <a:gd name="csX23" fmla="*/ 1291905 w 1291905"/>
                <a:gd name="csY23" fmla="*/ 478173 h 1770078"/>
                <a:gd name="csX24" fmla="*/ 1291905 w 1291905"/>
                <a:gd name="csY24" fmla="*/ 0 h 1770078"/>
                <a:gd name="csX25" fmla="*/ 1188647 w 1291905"/>
                <a:gd name="csY25" fmla="*/ 112070 h 1770078"/>
                <a:gd name="csX26" fmla="*/ 1085389 w 1291905"/>
                <a:gd name="csY26" fmla="*/ 0 h 1770078"/>
                <a:gd name="csX27" fmla="*/ 1076052 w 1291905"/>
                <a:gd name="csY27" fmla="*/ 0 h 1770078"/>
                <a:gd name="csX28" fmla="*/ 972794 w 1291905"/>
                <a:gd name="csY28" fmla="*/ 112070 h 1770078"/>
                <a:gd name="csX29" fmla="*/ 869536 w 1291905"/>
                <a:gd name="csY29" fmla="*/ 0 h 1770078"/>
                <a:gd name="csX30" fmla="*/ 860199 w 1291905"/>
                <a:gd name="csY30" fmla="*/ 0 h 1770078"/>
                <a:gd name="csX31" fmla="*/ 756941 w 1291905"/>
                <a:gd name="csY31" fmla="*/ 112070 h 1770078"/>
                <a:gd name="csX32" fmla="*/ 653683 w 1291905"/>
                <a:gd name="csY32" fmla="*/ 0 h 1770078"/>
                <a:gd name="csX33" fmla="*/ 644346 w 1291905"/>
                <a:gd name="csY33" fmla="*/ 0 h 1770078"/>
                <a:gd name="csX34" fmla="*/ 541087 w 1291905"/>
                <a:gd name="csY34" fmla="*/ 112070 h 1770078"/>
                <a:gd name="csX35" fmla="*/ 437829 w 1291905"/>
                <a:gd name="csY35" fmla="*/ 0 h 1770078"/>
                <a:gd name="csX36" fmla="*/ 428492 w 1291905"/>
                <a:gd name="csY36" fmla="*/ 0 h 1770078"/>
                <a:gd name="csX37" fmla="*/ 325234 w 1291905"/>
                <a:gd name="csY37" fmla="*/ 112070 h 1770078"/>
                <a:gd name="csX38" fmla="*/ 221976 w 1291905"/>
                <a:gd name="csY38" fmla="*/ 0 h 1770078"/>
                <a:gd name="csX39" fmla="*/ 212639 w 1291905"/>
                <a:gd name="csY39" fmla="*/ 0 h 1770078"/>
                <a:gd name="csX40" fmla="*/ 109381 w 1291905"/>
                <a:gd name="csY40" fmla="*/ 112070 h 1770078"/>
                <a:gd name="csX41" fmla="*/ 6123 w 1291905"/>
                <a:gd name="csY41" fmla="*/ 0 h 177007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</a:cxnLst>
              <a:rect l="l" t="t" r="r" b="b"/>
              <a:pathLst>
                <a:path w="1291905" h="1770078">
                  <a:moveTo>
                    <a:pt x="0" y="0"/>
                  </a:moveTo>
                  <a:lnTo>
                    <a:pt x="0" y="478173"/>
                  </a:lnTo>
                  <a:lnTo>
                    <a:pt x="0" y="1291905"/>
                  </a:lnTo>
                  <a:lnTo>
                    <a:pt x="0" y="1770078"/>
                  </a:lnTo>
                  <a:lnTo>
                    <a:pt x="6123" y="1770078"/>
                  </a:lnTo>
                  <a:lnTo>
                    <a:pt x="109381" y="1658008"/>
                  </a:lnTo>
                  <a:lnTo>
                    <a:pt x="212639" y="1770078"/>
                  </a:lnTo>
                  <a:lnTo>
                    <a:pt x="221976" y="1770078"/>
                  </a:lnTo>
                  <a:lnTo>
                    <a:pt x="325234" y="1658008"/>
                  </a:lnTo>
                  <a:lnTo>
                    <a:pt x="428492" y="1770078"/>
                  </a:lnTo>
                  <a:lnTo>
                    <a:pt x="437829" y="1770078"/>
                  </a:lnTo>
                  <a:lnTo>
                    <a:pt x="541087" y="1658008"/>
                  </a:lnTo>
                  <a:lnTo>
                    <a:pt x="644346" y="1770078"/>
                  </a:lnTo>
                  <a:lnTo>
                    <a:pt x="653683" y="1770078"/>
                  </a:lnTo>
                  <a:lnTo>
                    <a:pt x="756941" y="1658008"/>
                  </a:lnTo>
                  <a:lnTo>
                    <a:pt x="860199" y="1770078"/>
                  </a:lnTo>
                  <a:lnTo>
                    <a:pt x="869536" y="1770078"/>
                  </a:lnTo>
                  <a:lnTo>
                    <a:pt x="972794" y="1658008"/>
                  </a:lnTo>
                  <a:lnTo>
                    <a:pt x="1076052" y="1770078"/>
                  </a:lnTo>
                  <a:lnTo>
                    <a:pt x="1085389" y="1770078"/>
                  </a:lnTo>
                  <a:lnTo>
                    <a:pt x="1188647" y="1658008"/>
                  </a:lnTo>
                  <a:lnTo>
                    <a:pt x="1291905" y="1770078"/>
                  </a:lnTo>
                  <a:lnTo>
                    <a:pt x="1291905" y="1291905"/>
                  </a:lnTo>
                  <a:lnTo>
                    <a:pt x="1291905" y="478173"/>
                  </a:lnTo>
                  <a:lnTo>
                    <a:pt x="1291905" y="0"/>
                  </a:lnTo>
                  <a:lnTo>
                    <a:pt x="1188647" y="112070"/>
                  </a:lnTo>
                  <a:lnTo>
                    <a:pt x="1085389" y="0"/>
                  </a:lnTo>
                  <a:lnTo>
                    <a:pt x="1076052" y="0"/>
                  </a:lnTo>
                  <a:lnTo>
                    <a:pt x="972794" y="112070"/>
                  </a:lnTo>
                  <a:lnTo>
                    <a:pt x="869536" y="0"/>
                  </a:lnTo>
                  <a:lnTo>
                    <a:pt x="860199" y="0"/>
                  </a:lnTo>
                  <a:lnTo>
                    <a:pt x="756941" y="112070"/>
                  </a:lnTo>
                  <a:lnTo>
                    <a:pt x="653683" y="0"/>
                  </a:lnTo>
                  <a:lnTo>
                    <a:pt x="644346" y="0"/>
                  </a:lnTo>
                  <a:lnTo>
                    <a:pt x="541087" y="112070"/>
                  </a:lnTo>
                  <a:lnTo>
                    <a:pt x="437829" y="0"/>
                  </a:lnTo>
                  <a:lnTo>
                    <a:pt x="428492" y="0"/>
                  </a:lnTo>
                  <a:lnTo>
                    <a:pt x="325234" y="112070"/>
                  </a:lnTo>
                  <a:lnTo>
                    <a:pt x="221976" y="0"/>
                  </a:lnTo>
                  <a:lnTo>
                    <a:pt x="212639" y="0"/>
                  </a:lnTo>
                  <a:lnTo>
                    <a:pt x="109381" y="112070"/>
                  </a:lnTo>
                  <a:lnTo>
                    <a:pt x="6123" y="0"/>
                  </a:lnTo>
                  <a:close/>
                </a:path>
              </a:pathLst>
            </a:custGeom>
            <a:gradFill flip="none" rotWithShape="1">
              <a:gsLst>
                <a:gs pos="81000">
                  <a:schemeClr val="bg1">
                    <a:alpha val="0"/>
                  </a:schemeClr>
                </a:gs>
                <a:gs pos="0">
                  <a:srgbClr val="FF000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CFCE63B5-CC96-2583-618E-6957E064CBFA}"/>
                </a:ext>
              </a:extLst>
            </p:cNvPr>
            <p:cNvSpPr/>
            <p:nvPr/>
          </p:nvSpPr>
          <p:spPr>
            <a:xfrm>
              <a:off x="3879920" y="4022578"/>
              <a:ext cx="937260" cy="652164"/>
            </a:xfrm>
            <a:custGeom>
              <a:avLst/>
              <a:gdLst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0 w 1770078"/>
                <a:gd name="csY8" fmla="*/ 378854 h 1291903"/>
                <a:gd name="csX9" fmla="*/ 13692 w 1770078"/>
                <a:gd name="csY9" fmla="*/ 378854 h 1291903"/>
                <a:gd name="csX10" fmla="*/ 17981 w 1770078"/>
                <a:gd name="csY10" fmla="*/ 364364 h 1291903"/>
                <a:gd name="csX11" fmla="*/ 885039 w 1770078"/>
                <a:gd name="csY11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3692 w 1770078"/>
                <a:gd name="csY8" fmla="*/ 378854 h 1291903"/>
                <a:gd name="csX9" fmla="*/ 17981 w 1770078"/>
                <a:gd name="csY9" fmla="*/ 364364 h 1291903"/>
                <a:gd name="csX10" fmla="*/ 885039 w 1770078"/>
                <a:gd name="csY10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378854 h 1291903"/>
                <a:gd name="csX4" fmla="*/ 1770078 w 1770078"/>
                <a:gd name="csY4" fmla="*/ 456330 h 1291903"/>
                <a:gd name="csX5" fmla="*/ 1770078 w 1770078"/>
                <a:gd name="csY5" fmla="*/ 1291903 h 1291903"/>
                <a:gd name="csX6" fmla="*/ 0 w 1770078"/>
                <a:gd name="csY6" fmla="*/ 1291903 h 1291903"/>
                <a:gd name="csX7" fmla="*/ 0 w 1770078"/>
                <a:gd name="csY7" fmla="*/ 456330 h 1291903"/>
                <a:gd name="csX8" fmla="*/ 17981 w 1770078"/>
                <a:gd name="csY8" fmla="*/ 364364 h 1291903"/>
                <a:gd name="csX9" fmla="*/ 885039 w 1770078"/>
                <a:gd name="csY9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56386 w 1770078"/>
                <a:gd name="csY2" fmla="*/ 378854 h 1291903"/>
                <a:gd name="csX3" fmla="*/ 1770078 w 1770078"/>
                <a:gd name="csY3" fmla="*/ 456330 h 1291903"/>
                <a:gd name="csX4" fmla="*/ 1770078 w 1770078"/>
                <a:gd name="csY4" fmla="*/ 1291903 h 1291903"/>
                <a:gd name="csX5" fmla="*/ 0 w 1770078"/>
                <a:gd name="csY5" fmla="*/ 1291903 h 1291903"/>
                <a:gd name="csX6" fmla="*/ 0 w 1770078"/>
                <a:gd name="csY6" fmla="*/ 456330 h 1291903"/>
                <a:gd name="csX7" fmla="*/ 17981 w 1770078"/>
                <a:gd name="csY7" fmla="*/ 364364 h 1291903"/>
                <a:gd name="csX8" fmla="*/ 885039 w 1770078"/>
                <a:gd name="csY8" fmla="*/ 0 h 1291903"/>
                <a:gd name="csX0" fmla="*/ 885039 w 1770078"/>
                <a:gd name="csY0" fmla="*/ 0 h 1291903"/>
                <a:gd name="csX1" fmla="*/ 1752097 w 1770078"/>
                <a:gd name="csY1" fmla="*/ 364364 h 1291903"/>
                <a:gd name="csX2" fmla="*/ 1770078 w 1770078"/>
                <a:gd name="csY2" fmla="*/ 456330 h 1291903"/>
                <a:gd name="csX3" fmla="*/ 1770078 w 1770078"/>
                <a:gd name="csY3" fmla="*/ 1291903 h 1291903"/>
                <a:gd name="csX4" fmla="*/ 0 w 1770078"/>
                <a:gd name="csY4" fmla="*/ 1291903 h 1291903"/>
                <a:gd name="csX5" fmla="*/ 0 w 1770078"/>
                <a:gd name="csY5" fmla="*/ 456330 h 1291903"/>
                <a:gd name="csX6" fmla="*/ 17981 w 1770078"/>
                <a:gd name="csY6" fmla="*/ 364364 h 1291903"/>
                <a:gd name="csX7" fmla="*/ 885039 w 1770078"/>
                <a:gd name="csY7" fmla="*/ 0 h 129190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770078" h="1291903">
                  <a:moveTo>
                    <a:pt x="885039" y="0"/>
                  </a:moveTo>
                  <a:cubicBezTo>
                    <a:pt x="1312734" y="0"/>
                    <a:pt x="1669571" y="156422"/>
                    <a:pt x="1752097" y="364364"/>
                  </a:cubicBezTo>
                  <a:lnTo>
                    <a:pt x="1770078" y="456330"/>
                  </a:lnTo>
                  <a:lnTo>
                    <a:pt x="1770078" y="1291903"/>
                  </a:lnTo>
                  <a:lnTo>
                    <a:pt x="0" y="1291903"/>
                  </a:lnTo>
                  <a:lnTo>
                    <a:pt x="0" y="456330"/>
                  </a:lnTo>
                  <a:lnTo>
                    <a:pt x="17981" y="364364"/>
                  </a:lnTo>
                  <a:cubicBezTo>
                    <a:pt x="100507" y="156422"/>
                    <a:pt x="457344" y="0"/>
                    <a:pt x="885039" y="0"/>
                  </a:cubicBezTo>
                  <a:close/>
                </a:path>
              </a:pathLst>
            </a:custGeom>
            <a:gradFill flip="none" rotWithShape="1">
              <a:gsLst>
                <a:gs pos="69000">
                  <a:schemeClr val="bg1">
                    <a:alpha val="0"/>
                  </a:schemeClr>
                </a:gs>
                <a:gs pos="0">
                  <a:srgbClr val="0070C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615C66A9-F525-F4F5-91FA-E8615F062D6F}"/>
                </a:ext>
              </a:extLst>
            </p:cNvPr>
            <p:cNvSpPr/>
            <p:nvPr/>
          </p:nvSpPr>
          <p:spPr>
            <a:xfrm>
              <a:off x="6235672" y="4022578"/>
              <a:ext cx="937260" cy="652165"/>
            </a:xfrm>
            <a:custGeom>
              <a:avLst/>
              <a:gdLst>
                <a:gd name="csX0" fmla="*/ 0 w 937260"/>
                <a:gd name="csY0" fmla="*/ 0 h 652165"/>
                <a:gd name="csX1" fmla="*/ 179 w 937260"/>
                <a:gd name="csY1" fmla="*/ 0 h 652165"/>
                <a:gd name="csX2" fmla="*/ 116373 w 937260"/>
                <a:gd name="csY2" fmla="*/ 31552 h 652165"/>
                <a:gd name="csX3" fmla="*/ 468630 w 937260"/>
                <a:gd name="csY3" fmla="*/ 67131 h 652165"/>
                <a:gd name="csX4" fmla="*/ 820887 w 937260"/>
                <a:gd name="csY4" fmla="*/ 31552 h 652165"/>
                <a:gd name="csX5" fmla="*/ 937081 w 937260"/>
                <a:gd name="csY5" fmla="*/ 0 h 652165"/>
                <a:gd name="csX6" fmla="*/ 937260 w 937260"/>
                <a:gd name="csY6" fmla="*/ 0 h 652165"/>
                <a:gd name="csX7" fmla="*/ 937260 w 937260"/>
                <a:gd name="csY7" fmla="*/ 652165 h 652165"/>
                <a:gd name="csX8" fmla="*/ 937078 w 937260"/>
                <a:gd name="csY8" fmla="*/ 652165 h 652165"/>
                <a:gd name="csX9" fmla="*/ 820887 w 937260"/>
                <a:gd name="csY9" fmla="*/ 620614 h 652165"/>
                <a:gd name="csX10" fmla="*/ 468630 w 937260"/>
                <a:gd name="csY10" fmla="*/ 585035 h 652165"/>
                <a:gd name="csX11" fmla="*/ 116373 w 937260"/>
                <a:gd name="csY11" fmla="*/ 620614 h 652165"/>
                <a:gd name="csX12" fmla="*/ 183 w 937260"/>
                <a:gd name="csY12" fmla="*/ 652165 h 652165"/>
                <a:gd name="csX13" fmla="*/ 0 w 937260"/>
                <a:gd name="csY13" fmla="*/ 652165 h 65216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937260" h="652165">
                  <a:moveTo>
                    <a:pt x="0" y="0"/>
                  </a:moveTo>
                  <a:lnTo>
                    <a:pt x="179" y="0"/>
                  </a:lnTo>
                  <a:lnTo>
                    <a:pt x="116373" y="31552"/>
                  </a:lnTo>
                  <a:cubicBezTo>
                    <a:pt x="224643" y="54462"/>
                    <a:pt x="343679" y="67131"/>
                    <a:pt x="468630" y="67131"/>
                  </a:cubicBezTo>
                  <a:cubicBezTo>
                    <a:pt x="593581" y="67131"/>
                    <a:pt x="712618" y="54462"/>
                    <a:pt x="820887" y="31552"/>
                  </a:cubicBezTo>
                  <a:lnTo>
                    <a:pt x="937081" y="0"/>
                  </a:lnTo>
                  <a:lnTo>
                    <a:pt x="937260" y="0"/>
                  </a:lnTo>
                  <a:lnTo>
                    <a:pt x="937260" y="652165"/>
                  </a:lnTo>
                  <a:lnTo>
                    <a:pt x="937078" y="652165"/>
                  </a:lnTo>
                  <a:lnTo>
                    <a:pt x="820887" y="620614"/>
                  </a:lnTo>
                  <a:cubicBezTo>
                    <a:pt x="712618" y="597704"/>
                    <a:pt x="593581" y="585035"/>
                    <a:pt x="468630" y="585035"/>
                  </a:cubicBezTo>
                  <a:cubicBezTo>
                    <a:pt x="343679" y="585035"/>
                    <a:pt x="224643" y="597704"/>
                    <a:pt x="116373" y="620614"/>
                  </a:cubicBezTo>
                  <a:lnTo>
                    <a:pt x="183" y="652165"/>
                  </a:lnTo>
                  <a:lnTo>
                    <a:pt x="0" y="652165"/>
                  </a:lnTo>
                  <a:close/>
                </a:path>
              </a:pathLst>
            </a:custGeom>
            <a:gradFill flip="none" rotWithShape="1">
              <a:gsLst>
                <a:gs pos="83000">
                  <a:schemeClr val="bg1">
                    <a:alpha val="0"/>
                  </a:schemeClr>
                </a:gs>
                <a:gs pos="0">
                  <a:srgbClr val="00B050"/>
                </a:gs>
              </a:gsLst>
              <a:path path="circle">
                <a:fillToRect l="100000" b="100000"/>
              </a:path>
              <a:tileRect t="-100000" r="-10000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1" name="Freeform: Shape 90">
            <a:extLst>
              <a:ext uri="{FF2B5EF4-FFF2-40B4-BE49-F238E27FC236}">
                <a16:creationId xmlns:a16="http://schemas.microsoft.com/office/drawing/2014/main" id="{C35C7B59-CB09-AB2D-8F58-3134166692C1}"/>
              </a:ext>
            </a:extLst>
          </p:cNvPr>
          <p:cNvSpPr/>
          <p:nvPr/>
        </p:nvSpPr>
        <p:spPr>
          <a:xfrm>
            <a:off x="6235672" y="812169"/>
            <a:ext cx="937260" cy="652165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0C258499-7BFA-B668-638C-EF67C217B11B}"/>
              </a:ext>
            </a:extLst>
          </p:cNvPr>
          <p:cNvSpPr/>
          <p:nvPr/>
        </p:nvSpPr>
        <p:spPr>
          <a:xfrm>
            <a:off x="2455026" y="5392320"/>
            <a:ext cx="1119866" cy="779228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9D6E2E98-8500-C887-096F-88AC402AC551}"/>
              </a:ext>
            </a:extLst>
          </p:cNvPr>
          <p:cNvSpPr/>
          <p:nvPr/>
        </p:nvSpPr>
        <p:spPr>
          <a:xfrm>
            <a:off x="7607411" y="5392323"/>
            <a:ext cx="1114558" cy="779224"/>
          </a:xfrm>
          <a:custGeom>
            <a:avLst/>
            <a:gdLst>
              <a:gd name="csX0" fmla="*/ 0 w 1761688"/>
              <a:gd name="csY0" fmla="*/ 0 h 1291904"/>
              <a:gd name="csX1" fmla="*/ 75501 w 1761688"/>
              <a:gd name="csY1" fmla="*/ 0 h 1291904"/>
              <a:gd name="csX2" fmla="*/ 1686187 w 1761688"/>
              <a:gd name="csY2" fmla="*/ 0 h 1291904"/>
              <a:gd name="csX3" fmla="*/ 1761688 w 1761688"/>
              <a:gd name="csY3" fmla="*/ 0 h 1291904"/>
              <a:gd name="csX4" fmla="*/ 1761688 w 1761688"/>
              <a:gd name="csY4" fmla="*/ 102765 h 1291904"/>
              <a:gd name="csX5" fmla="*/ 1686187 w 1761688"/>
              <a:gd name="csY5" fmla="*/ 102765 h 1291904"/>
              <a:gd name="csX6" fmla="*/ 1686187 w 1761688"/>
              <a:gd name="csY6" fmla="*/ 1189139 h 1291904"/>
              <a:gd name="csX7" fmla="*/ 1761688 w 1761688"/>
              <a:gd name="csY7" fmla="*/ 1189139 h 1291904"/>
              <a:gd name="csX8" fmla="*/ 1761688 w 1761688"/>
              <a:gd name="csY8" fmla="*/ 1291904 h 1291904"/>
              <a:gd name="csX9" fmla="*/ 1686187 w 1761688"/>
              <a:gd name="csY9" fmla="*/ 1291904 h 1291904"/>
              <a:gd name="csX10" fmla="*/ 75501 w 1761688"/>
              <a:gd name="csY10" fmla="*/ 1291904 h 1291904"/>
              <a:gd name="csX11" fmla="*/ 0 w 1761688"/>
              <a:gd name="csY11" fmla="*/ 1291904 h 1291904"/>
              <a:gd name="csX12" fmla="*/ 0 w 1761688"/>
              <a:gd name="csY12" fmla="*/ 1189139 h 1291904"/>
              <a:gd name="csX13" fmla="*/ 75501 w 1761688"/>
              <a:gd name="csY13" fmla="*/ 1189139 h 1291904"/>
              <a:gd name="csX14" fmla="*/ 75501 w 1761688"/>
              <a:gd name="csY14" fmla="*/ 102765 h 1291904"/>
              <a:gd name="csX15" fmla="*/ 0 w 1761688"/>
              <a:gd name="csY15" fmla="*/ 102765 h 129190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761688" h="1291904">
                <a:moveTo>
                  <a:pt x="0" y="0"/>
                </a:moveTo>
                <a:lnTo>
                  <a:pt x="75501" y="0"/>
                </a:lnTo>
                <a:lnTo>
                  <a:pt x="1686187" y="0"/>
                </a:lnTo>
                <a:lnTo>
                  <a:pt x="1761688" y="0"/>
                </a:lnTo>
                <a:lnTo>
                  <a:pt x="1761688" y="102765"/>
                </a:lnTo>
                <a:lnTo>
                  <a:pt x="1686187" y="102765"/>
                </a:lnTo>
                <a:lnTo>
                  <a:pt x="1686187" y="1189139"/>
                </a:lnTo>
                <a:lnTo>
                  <a:pt x="1761688" y="1189139"/>
                </a:lnTo>
                <a:lnTo>
                  <a:pt x="1761688" y="1291904"/>
                </a:lnTo>
                <a:lnTo>
                  <a:pt x="1686187" y="1291904"/>
                </a:lnTo>
                <a:lnTo>
                  <a:pt x="75501" y="1291904"/>
                </a:lnTo>
                <a:lnTo>
                  <a:pt x="0" y="1291904"/>
                </a:lnTo>
                <a:lnTo>
                  <a:pt x="0" y="1189139"/>
                </a:lnTo>
                <a:lnTo>
                  <a:pt x="75501" y="1189139"/>
                </a:lnTo>
                <a:lnTo>
                  <a:pt x="75501" y="102765"/>
                </a:lnTo>
                <a:lnTo>
                  <a:pt x="0" y="1027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3CDBA04C-4415-6DCC-31D0-1F5B0CBE4CEC}"/>
              </a:ext>
            </a:extLst>
          </p:cNvPr>
          <p:cNvSpPr/>
          <p:nvPr/>
        </p:nvSpPr>
        <p:spPr>
          <a:xfrm rot="16200000" flipH="1">
            <a:off x="5135256" y="5222001"/>
            <a:ext cx="779224" cy="1119866"/>
          </a:xfrm>
          <a:custGeom>
            <a:avLst/>
            <a:gdLst>
              <a:gd name="csX0" fmla="*/ 0 w 1291905"/>
              <a:gd name="csY0" fmla="*/ 0 h 1770078"/>
              <a:gd name="csX1" fmla="*/ 0 w 1291905"/>
              <a:gd name="csY1" fmla="*/ 478173 h 1770078"/>
              <a:gd name="csX2" fmla="*/ 0 w 1291905"/>
              <a:gd name="csY2" fmla="*/ 1291905 h 1770078"/>
              <a:gd name="csX3" fmla="*/ 0 w 1291905"/>
              <a:gd name="csY3" fmla="*/ 1770078 h 1770078"/>
              <a:gd name="csX4" fmla="*/ 6123 w 1291905"/>
              <a:gd name="csY4" fmla="*/ 1770078 h 1770078"/>
              <a:gd name="csX5" fmla="*/ 109381 w 1291905"/>
              <a:gd name="csY5" fmla="*/ 1658008 h 1770078"/>
              <a:gd name="csX6" fmla="*/ 212639 w 1291905"/>
              <a:gd name="csY6" fmla="*/ 1770078 h 1770078"/>
              <a:gd name="csX7" fmla="*/ 221976 w 1291905"/>
              <a:gd name="csY7" fmla="*/ 1770078 h 1770078"/>
              <a:gd name="csX8" fmla="*/ 325234 w 1291905"/>
              <a:gd name="csY8" fmla="*/ 1658008 h 1770078"/>
              <a:gd name="csX9" fmla="*/ 428492 w 1291905"/>
              <a:gd name="csY9" fmla="*/ 1770078 h 1770078"/>
              <a:gd name="csX10" fmla="*/ 437829 w 1291905"/>
              <a:gd name="csY10" fmla="*/ 1770078 h 1770078"/>
              <a:gd name="csX11" fmla="*/ 541087 w 1291905"/>
              <a:gd name="csY11" fmla="*/ 1658008 h 1770078"/>
              <a:gd name="csX12" fmla="*/ 644346 w 1291905"/>
              <a:gd name="csY12" fmla="*/ 1770078 h 1770078"/>
              <a:gd name="csX13" fmla="*/ 653683 w 1291905"/>
              <a:gd name="csY13" fmla="*/ 1770078 h 1770078"/>
              <a:gd name="csX14" fmla="*/ 756941 w 1291905"/>
              <a:gd name="csY14" fmla="*/ 1658008 h 1770078"/>
              <a:gd name="csX15" fmla="*/ 860199 w 1291905"/>
              <a:gd name="csY15" fmla="*/ 1770078 h 1770078"/>
              <a:gd name="csX16" fmla="*/ 869536 w 1291905"/>
              <a:gd name="csY16" fmla="*/ 1770078 h 1770078"/>
              <a:gd name="csX17" fmla="*/ 972794 w 1291905"/>
              <a:gd name="csY17" fmla="*/ 1658008 h 1770078"/>
              <a:gd name="csX18" fmla="*/ 1076052 w 1291905"/>
              <a:gd name="csY18" fmla="*/ 1770078 h 1770078"/>
              <a:gd name="csX19" fmla="*/ 1085389 w 1291905"/>
              <a:gd name="csY19" fmla="*/ 1770078 h 1770078"/>
              <a:gd name="csX20" fmla="*/ 1188647 w 1291905"/>
              <a:gd name="csY20" fmla="*/ 1658008 h 1770078"/>
              <a:gd name="csX21" fmla="*/ 1291905 w 1291905"/>
              <a:gd name="csY21" fmla="*/ 1770078 h 1770078"/>
              <a:gd name="csX22" fmla="*/ 1291905 w 1291905"/>
              <a:gd name="csY22" fmla="*/ 1291905 h 1770078"/>
              <a:gd name="csX23" fmla="*/ 1291905 w 1291905"/>
              <a:gd name="csY23" fmla="*/ 478173 h 1770078"/>
              <a:gd name="csX24" fmla="*/ 1291905 w 1291905"/>
              <a:gd name="csY24" fmla="*/ 0 h 1770078"/>
              <a:gd name="csX25" fmla="*/ 1188647 w 1291905"/>
              <a:gd name="csY25" fmla="*/ 112070 h 1770078"/>
              <a:gd name="csX26" fmla="*/ 1085389 w 1291905"/>
              <a:gd name="csY26" fmla="*/ 0 h 1770078"/>
              <a:gd name="csX27" fmla="*/ 1076052 w 1291905"/>
              <a:gd name="csY27" fmla="*/ 0 h 1770078"/>
              <a:gd name="csX28" fmla="*/ 972794 w 1291905"/>
              <a:gd name="csY28" fmla="*/ 112070 h 1770078"/>
              <a:gd name="csX29" fmla="*/ 869536 w 1291905"/>
              <a:gd name="csY29" fmla="*/ 0 h 1770078"/>
              <a:gd name="csX30" fmla="*/ 860199 w 1291905"/>
              <a:gd name="csY30" fmla="*/ 0 h 1770078"/>
              <a:gd name="csX31" fmla="*/ 756941 w 1291905"/>
              <a:gd name="csY31" fmla="*/ 112070 h 1770078"/>
              <a:gd name="csX32" fmla="*/ 653683 w 1291905"/>
              <a:gd name="csY32" fmla="*/ 0 h 1770078"/>
              <a:gd name="csX33" fmla="*/ 644346 w 1291905"/>
              <a:gd name="csY33" fmla="*/ 0 h 1770078"/>
              <a:gd name="csX34" fmla="*/ 541087 w 1291905"/>
              <a:gd name="csY34" fmla="*/ 112070 h 1770078"/>
              <a:gd name="csX35" fmla="*/ 437829 w 1291905"/>
              <a:gd name="csY35" fmla="*/ 0 h 1770078"/>
              <a:gd name="csX36" fmla="*/ 428492 w 1291905"/>
              <a:gd name="csY36" fmla="*/ 0 h 1770078"/>
              <a:gd name="csX37" fmla="*/ 325234 w 1291905"/>
              <a:gd name="csY37" fmla="*/ 112070 h 1770078"/>
              <a:gd name="csX38" fmla="*/ 221976 w 1291905"/>
              <a:gd name="csY38" fmla="*/ 0 h 1770078"/>
              <a:gd name="csX39" fmla="*/ 212639 w 1291905"/>
              <a:gd name="csY39" fmla="*/ 0 h 1770078"/>
              <a:gd name="csX40" fmla="*/ 109381 w 1291905"/>
              <a:gd name="csY40" fmla="*/ 112070 h 1770078"/>
              <a:gd name="csX41" fmla="*/ 6123 w 1291905"/>
              <a:gd name="csY41" fmla="*/ 0 h 177007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291905" h="1770078">
                <a:moveTo>
                  <a:pt x="0" y="0"/>
                </a:moveTo>
                <a:lnTo>
                  <a:pt x="0" y="478173"/>
                </a:lnTo>
                <a:lnTo>
                  <a:pt x="0" y="1291905"/>
                </a:lnTo>
                <a:lnTo>
                  <a:pt x="0" y="1770078"/>
                </a:lnTo>
                <a:lnTo>
                  <a:pt x="6123" y="1770078"/>
                </a:lnTo>
                <a:lnTo>
                  <a:pt x="109381" y="1658008"/>
                </a:lnTo>
                <a:lnTo>
                  <a:pt x="212639" y="1770078"/>
                </a:lnTo>
                <a:lnTo>
                  <a:pt x="221976" y="1770078"/>
                </a:lnTo>
                <a:lnTo>
                  <a:pt x="325234" y="1658008"/>
                </a:lnTo>
                <a:lnTo>
                  <a:pt x="428492" y="1770078"/>
                </a:lnTo>
                <a:lnTo>
                  <a:pt x="437829" y="1770078"/>
                </a:lnTo>
                <a:lnTo>
                  <a:pt x="541087" y="1658008"/>
                </a:lnTo>
                <a:lnTo>
                  <a:pt x="644346" y="1770078"/>
                </a:lnTo>
                <a:lnTo>
                  <a:pt x="653683" y="1770078"/>
                </a:lnTo>
                <a:lnTo>
                  <a:pt x="756941" y="1658008"/>
                </a:lnTo>
                <a:lnTo>
                  <a:pt x="860199" y="1770078"/>
                </a:lnTo>
                <a:lnTo>
                  <a:pt x="869536" y="1770078"/>
                </a:lnTo>
                <a:lnTo>
                  <a:pt x="972794" y="1658008"/>
                </a:lnTo>
                <a:lnTo>
                  <a:pt x="1076052" y="1770078"/>
                </a:lnTo>
                <a:lnTo>
                  <a:pt x="1085389" y="1770078"/>
                </a:lnTo>
                <a:lnTo>
                  <a:pt x="1188647" y="1658008"/>
                </a:lnTo>
                <a:lnTo>
                  <a:pt x="1291905" y="1770078"/>
                </a:lnTo>
                <a:lnTo>
                  <a:pt x="1291905" y="1291905"/>
                </a:lnTo>
                <a:lnTo>
                  <a:pt x="1291905" y="478173"/>
                </a:lnTo>
                <a:lnTo>
                  <a:pt x="1291905" y="0"/>
                </a:lnTo>
                <a:lnTo>
                  <a:pt x="1188647" y="112070"/>
                </a:lnTo>
                <a:lnTo>
                  <a:pt x="1085389" y="0"/>
                </a:lnTo>
                <a:lnTo>
                  <a:pt x="1076052" y="0"/>
                </a:lnTo>
                <a:lnTo>
                  <a:pt x="972794" y="112070"/>
                </a:lnTo>
                <a:lnTo>
                  <a:pt x="869536" y="0"/>
                </a:lnTo>
                <a:lnTo>
                  <a:pt x="860199" y="0"/>
                </a:lnTo>
                <a:lnTo>
                  <a:pt x="756941" y="112070"/>
                </a:lnTo>
                <a:lnTo>
                  <a:pt x="653683" y="0"/>
                </a:lnTo>
                <a:lnTo>
                  <a:pt x="644346" y="0"/>
                </a:lnTo>
                <a:lnTo>
                  <a:pt x="541087" y="112070"/>
                </a:lnTo>
                <a:lnTo>
                  <a:pt x="437829" y="0"/>
                </a:lnTo>
                <a:lnTo>
                  <a:pt x="428492" y="0"/>
                </a:lnTo>
                <a:lnTo>
                  <a:pt x="325234" y="112070"/>
                </a:lnTo>
                <a:lnTo>
                  <a:pt x="221976" y="0"/>
                </a:lnTo>
                <a:lnTo>
                  <a:pt x="212639" y="0"/>
                </a:lnTo>
                <a:lnTo>
                  <a:pt x="109381" y="112070"/>
                </a:lnTo>
                <a:lnTo>
                  <a:pt x="6123" y="0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29B2D5B-76F2-6081-B812-1673044E4E65}"/>
              </a:ext>
            </a:extLst>
          </p:cNvPr>
          <p:cNvSpPr/>
          <p:nvPr/>
        </p:nvSpPr>
        <p:spPr>
          <a:xfrm>
            <a:off x="3788617" y="5392322"/>
            <a:ext cx="1119866" cy="779224"/>
          </a:xfrm>
          <a:custGeom>
            <a:avLst/>
            <a:gdLst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0 w 1770078"/>
              <a:gd name="csY8" fmla="*/ 378854 h 1291903"/>
              <a:gd name="csX9" fmla="*/ 13692 w 1770078"/>
              <a:gd name="csY9" fmla="*/ 378854 h 1291903"/>
              <a:gd name="csX10" fmla="*/ 17981 w 1770078"/>
              <a:gd name="csY10" fmla="*/ 364364 h 1291903"/>
              <a:gd name="csX11" fmla="*/ 885039 w 1770078"/>
              <a:gd name="csY11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3692 w 1770078"/>
              <a:gd name="csY8" fmla="*/ 378854 h 1291903"/>
              <a:gd name="csX9" fmla="*/ 17981 w 1770078"/>
              <a:gd name="csY9" fmla="*/ 364364 h 1291903"/>
              <a:gd name="csX10" fmla="*/ 885039 w 1770078"/>
              <a:gd name="csY10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378854 h 1291903"/>
              <a:gd name="csX4" fmla="*/ 1770078 w 1770078"/>
              <a:gd name="csY4" fmla="*/ 456330 h 1291903"/>
              <a:gd name="csX5" fmla="*/ 1770078 w 1770078"/>
              <a:gd name="csY5" fmla="*/ 1291903 h 1291903"/>
              <a:gd name="csX6" fmla="*/ 0 w 1770078"/>
              <a:gd name="csY6" fmla="*/ 1291903 h 1291903"/>
              <a:gd name="csX7" fmla="*/ 0 w 1770078"/>
              <a:gd name="csY7" fmla="*/ 456330 h 1291903"/>
              <a:gd name="csX8" fmla="*/ 17981 w 1770078"/>
              <a:gd name="csY8" fmla="*/ 364364 h 1291903"/>
              <a:gd name="csX9" fmla="*/ 885039 w 1770078"/>
              <a:gd name="csY9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56386 w 1770078"/>
              <a:gd name="csY2" fmla="*/ 378854 h 1291903"/>
              <a:gd name="csX3" fmla="*/ 1770078 w 1770078"/>
              <a:gd name="csY3" fmla="*/ 456330 h 1291903"/>
              <a:gd name="csX4" fmla="*/ 1770078 w 1770078"/>
              <a:gd name="csY4" fmla="*/ 1291903 h 1291903"/>
              <a:gd name="csX5" fmla="*/ 0 w 1770078"/>
              <a:gd name="csY5" fmla="*/ 1291903 h 1291903"/>
              <a:gd name="csX6" fmla="*/ 0 w 1770078"/>
              <a:gd name="csY6" fmla="*/ 456330 h 1291903"/>
              <a:gd name="csX7" fmla="*/ 17981 w 1770078"/>
              <a:gd name="csY7" fmla="*/ 364364 h 1291903"/>
              <a:gd name="csX8" fmla="*/ 885039 w 1770078"/>
              <a:gd name="csY8" fmla="*/ 0 h 1291903"/>
              <a:gd name="csX0" fmla="*/ 885039 w 1770078"/>
              <a:gd name="csY0" fmla="*/ 0 h 1291903"/>
              <a:gd name="csX1" fmla="*/ 1752097 w 1770078"/>
              <a:gd name="csY1" fmla="*/ 364364 h 1291903"/>
              <a:gd name="csX2" fmla="*/ 1770078 w 1770078"/>
              <a:gd name="csY2" fmla="*/ 456330 h 1291903"/>
              <a:gd name="csX3" fmla="*/ 1770078 w 1770078"/>
              <a:gd name="csY3" fmla="*/ 1291903 h 1291903"/>
              <a:gd name="csX4" fmla="*/ 0 w 1770078"/>
              <a:gd name="csY4" fmla="*/ 1291903 h 1291903"/>
              <a:gd name="csX5" fmla="*/ 0 w 1770078"/>
              <a:gd name="csY5" fmla="*/ 456330 h 1291903"/>
              <a:gd name="csX6" fmla="*/ 17981 w 1770078"/>
              <a:gd name="csY6" fmla="*/ 364364 h 1291903"/>
              <a:gd name="csX7" fmla="*/ 885039 w 1770078"/>
              <a:gd name="csY7" fmla="*/ 0 h 12919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770078" h="1291903">
                <a:moveTo>
                  <a:pt x="885039" y="0"/>
                </a:moveTo>
                <a:cubicBezTo>
                  <a:pt x="1312734" y="0"/>
                  <a:pt x="1669571" y="156422"/>
                  <a:pt x="1752097" y="364364"/>
                </a:cubicBezTo>
                <a:lnTo>
                  <a:pt x="1770078" y="456330"/>
                </a:lnTo>
                <a:lnTo>
                  <a:pt x="1770078" y="1291903"/>
                </a:lnTo>
                <a:lnTo>
                  <a:pt x="0" y="1291903"/>
                </a:lnTo>
                <a:lnTo>
                  <a:pt x="0" y="456330"/>
                </a:lnTo>
                <a:lnTo>
                  <a:pt x="17981" y="364364"/>
                </a:lnTo>
                <a:cubicBezTo>
                  <a:pt x="100507" y="156422"/>
                  <a:pt x="457344" y="0"/>
                  <a:pt x="885039" y="0"/>
                </a:cubicBez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1A0BF110-1D3A-A1BE-7C60-69C6793DB6E7}"/>
              </a:ext>
            </a:extLst>
          </p:cNvPr>
          <p:cNvSpPr/>
          <p:nvPr/>
        </p:nvSpPr>
        <p:spPr>
          <a:xfrm>
            <a:off x="6144369" y="5392323"/>
            <a:ext cx="1119866" cy="779224"/>
          </a:xfrm>
          <a:custGeom>
            <a:avLst/>
            <a:gdLst>
              <a:gd name="csX0" fmla="*/ 0 w 937260"/>
              <a:gd name="csY0" fmla="*/ 0 h 652165"/>
              <a:gd name="csX1" fmla="*/ 179 w 937260"/>
              <a:gd name="csY1" fmla="*/ 0 h 652165"/>
              <a:gd name="csX2" fmla="*/ 116373 w 937260"/>
              <a:gd name="csY2" fmla="*/ 31552 h 652165"/>
              <a:gd name="csX3" fmla="*/ 468630 w 937260"/>
              <a:gd name="csY3" fmla="*/ 67131 h 652165"/>
              <a:gd name="csX4" fmla="*/ 820887 w 937260"/>
              <a:gd name="csY4" fmla="*/ 31552 h 652165"/>
              <a:gd name="csX5" fmla="*/ 937081 w 937260"/>
              <a:gd name="csY5" fmla="*/ 0 h 652165"/>
              <a:gd name="csX6" fmla="*/ 937260 w 937260"/>
              <a:gd name="csY6" fmla="*/ 0 h 652165"/>
              <a:gd name="csX7" fmla="*/ 937260 w 937260"/>
              <a:gd name="csY7" fmla="*/ 652165 h 652165"/>
              <a:gd name="csX8" fmla="*/ 937078 w 937260"/>
              <a:gd name="csY8" fmla="*/ 652165 h 652165"/>
              <a:gd name="csX9" fmla="*/ 820887 w 937260"/>
              <a:gd name="csY9" fmla="*/ 620614 h 652165"/>
              <a:gd name="csX10" fmla="*/ 468630 w 937260"/>
              <a:gd name="csY10" fmla="*/ 585035 h 652165"/>
              <a:gd name="csX11" fmla="*/ 116373 w 937260"/>
              <a:gd name="csY11" fmla="*/ 620614 h 652165"/>
              <a:gd name="csX12" fmla="*/ 183 w 937260"/>
              <a:gd name="csY12" fmla="*/ 652165 h 652165"/>
              <a:gd name="csX13" fmla="*/ 0 w 937260"/>
              <a:gd name="csY13" fmla="*/ 652165 h 6521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937260" h="652165">
                <a:moveTo>
                  <a:pt x="0" y="0"/>
                </a:moveTo>
                <a:lnTo>
                  <a:pt x="179" y="0"/>
                </a:lnTo>
                <a:lnTo>
                  <a:pt x="116373" y="31552"/>
                </a:lnTo>
                <a:cubicBezTo>
                  <a:pt x="224643" y="54462"/>
                  <a:pt x="343679" y="67131"/>
                  <a:pt x="468630" y="67131"/>
                </a:cubicBezTo>
                <a:cubicBezTo>
                  <a:pt x="593581" y="67131"/>
                  <a:pt x="712618" y="54462"/>
                  <a:pt x="820887" y="31552"/>
                </a:cubicBezTo>
                <a:lnTo>
                  <a:pt x="937081" y="0"/>
                </a:lnTo>
                <a:lnTo>
                  <a:pt x="937260" y="0"/>
                </a:lnTo>
                <a:lnTo>
                  <a:pt x="937260" y="652165"/>
                </a:lnTo>
                <a:lnTo>
                  <a:pt x="937078" y="652165"/>
                </a:lnTo>
                <a:lnTo>
                  <a:pt x="820887" y="620614"/>
                </a:lnTo>
                <a:cubicBezTo>
                  <a:pt x="712618" y="597704"/>
                  <a:pt x="593581" y="585035"/>
                  <a:pt x="468630" y="585035"/>
                </a:cubicBezTo>
                <a:cubicBezTo>
                  <a:pt x="343679" y="585035"/>
                  <a:pt x="224643" y="597704"/>
                  <a:pt x="116373" y="620614"/>
                </a:cubicBezTo>
                <a:lnTo>
                  <a:pt x="183" y="652165"/>
                </a:lnTo>
                <a:lnTo>
                  <a:pt x="0" y="652165"/>
                </a:lnTo>
                <a:close/>
              </a:path>
            </a:pathLst>
          </a:custGeom>
          <a:solidFill>
            <a:schemeClr val="bg1">
              <a:lumMod val="65000"/>
            </a:schemeClr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01BAB7F-B945-F16E-F32C-8EFDDD3570CA}"/>
              </a:ext>
            </a:extLst>
          </p:cNvPr>
          <p:cNvSpPr txBox="1"/>
          <p:nvPr/>
        </p:nvSpPr>
        <p:spPr>
          <a:xfrm>
            <a:off x="9065145" y="5597267"/>
            <a:ext cx="25650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shadows </a:t>
            </a:r>
            <a:r>
              <a:rPr lang="en-US" dirty="0"/>
              <a:t>using soft edges</a:t>
            </a:r>
          </a:p>
        </p:txBody>
      </p:sp>
    </p:spTree>
    <p:extLst>
      <p:ext uri="{BB962C8B-B14F-4D97-AF65-F5344CB8AC3E}">
        <p14:creationId xmlns:p14="http://schemas.microsoft.com/office/powerpoint/2010/main" val="3036792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lank.potx" id="{20733027-BBB7-4C63-A277-DF4A916DEB9F}" vid="{5B010E9F-4F57-4BB7-8C13-6C26CB6DC5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blank</Template>
  <TotalTime>138</TotalTime>
  <Words>14</Words>
  <Application>Microsoft Office PowerPoint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Pierre Dumas</dc:creator>
  <cp:lastModifiedBy>Pierre Dumas</cp:lastModifiedBy>
  <cp:revision>9</cp:revision>
  <dcterms:created xsi:type="dcterms:W3CDTF">2026-02-24T23:11:14Z</dcterms:created>
  <dcterms:modified xsi:type="dcterms:W3CDTF">2026-03-03T14:11:36Z</dcterms:modified>
</cp:coreProperties>
</file>