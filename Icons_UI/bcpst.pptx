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C5C"/>
    <a:srgbClr val="F86042"/>
    <a:srgbClr val="FF4747"/>
    <a:srgbClr val="229BEE"/>
    <a:srgbClr val="3BA8F0"/>
    <a:srgbClr val="C269E5"/>
    <a:srgbClr val="C775E7"/>
    <a:srgbClr val="FBA305"/>
    <a:srgbClr val="F74B29"/>
    <a:srgbClr val="F3DB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5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E7B2A0B-8E46-5B14-ABBD-C5A6ABCE9635}"/>
              </a:ext>
            </a:extLst>
          </p:cNvPr>
          <p:cNvGrpSpPr/>
          <p:nvPr/>
        </p:nvGrpSpPr>
        <p:grpSpPr>
          <a:xfrm>
            <a:off x="3731686" y="79873"/>
            <a:ext cx="4708840" cy="369332"/>
            <a:chOff x="487789" y="165598"/>
            <a:chExt cx="47088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97A0BF1-A07E-C291-06DB-390F9668E87D}"/>
                </a:ext>
              </a:extLst>
            </p:cNvPr>
            <p:cNvSpPr txBox="1"/>
            <p:nvPr/>
          </p:nvSpPr>
          <p:spPr>
            <a:xfrm>
              <a:off x="48778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6FE4204-BEDE-AB1A-FDC6-CE2BC2D0C466}"/>
                </a:ext>
              </a:extLst>
            </p:cNvPr>
            <p:cNvSpPr txBox="1"/>
            <p:nvPr/>
          </p:nvSpPr>
          <p:spPr>
            <a:xfrm>
              <a:off x="4935019" y="165598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758F67-FC8D-E4E6-B3F8-C0E6FDBC9C48}"/>
                </a:ext>
              </a:extLst>
            </p:cNvPr>
            <p:cNvSpPr txBox="1"/>
            <p:nvPr/>
          </p:nvSpPr>
          <p:spPr>
            <a:xfrm>
              <a:off x="3824399" y="16559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D6A337-A633-B877-B90D-71E3502CAC70}"/>
                </a:ext>
              </a:extLst>
            </p:cNvPr>
            <p:cNvSpPr txBox="1"/>
            <p:nvPr/>
          </p:nvSpPr>
          <p:spPr>
            <a:xfrm>
              <a:off x="1606671" y="165598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02AB71-560D-B89E-5DE4-34FAB3B4358B}"/>
                </a:ext>
              </a:extLst>
            </p:cNvPr>
            <p:cNvSpPr txBox="1"/>
            <p:nvPr/>
          </p:nvSpPr>
          <p:spPr>
            <a:xfrm>
              <a:off x="270150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2FF7DB0-CB97-70D1-934C-873635A6D180}"/>
              </a:ext>
            </a:extLst>
          </p:cNvPr>
          <p:cNvGrpSpPr/>
          <p:nvPr/>
        </p:nvGrpSpPr>
        <p:grpSpPr>
          <a:xfrm>
            <a:off x="3325000" y="5917455"/>
            <a:ext cx="5542000" cy="779228"/>
            <a:chOff x="81103" y="6003180"/>
            <a:chExt cx="5542000" cy="77922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C258499-7BFA-B668-638C-EF67C217B11B}"/>
                </a:ext>
              </a:extLst>
            </p:cNvPr>
            <p:cNvSpPr/>
            <p:nvPr/>
          </p:nvSpPr>
          <p:spPr>
            <a:xfrm>
              <a:off x="81103" y="6003180"/>
              <a:ext cx="1119866" cy="77922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D6E2E98-8500-C887-096F-88AC402AC551}"/>
                </a:ext>
              </a:extLst>
            </p:cNvPr>
            <p:cNvSpPr/>
            <p:nvPr/>
          </p:nvSpPr>
          <p:spPr>
            <a:xfrm>
              <a:off x="4508545" y="6003183"/>
              <a:ext cx="1114558" cy="779224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0BF110-1D3A-A1BE-7C60-69C6793DB6E7}"/>
                </a:ext>
              </a:extLst>
            </p:cNvPr>
            <p:cNvSpPr/>
            <p:nvPr/>
          </p:nvSpPr>
          <p:spPr>
            <a:xfrm>
              <a:off x="3401683" y="6003183"/>
              <a:ext cx="1119866" cy="779224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9B2D5B-76F2-6081-B812-1673044E4E65}"/>
                </a:ext>
              </a:extLst>
            </p:cNvPr>
            <p:cNvSpPr/>
            <p:nvPr/>
          </p:nvSpPr>
          <p:spPr>
            <a:xfrm>
              <a:off x="1187963" y="6003182"/>
              <a:ext cx="1119866" cy="77922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DBA04C-4415-6DCC-31D0-1F5B0CBE4CEC}"/>
                </a:ext>
              </a:extLst>
            </p:cNvPr>
            <p:cNvSpPr/>
            <p:nvPr/>
          </p:nvSpPr>
          <p:spPr>
            <a:xfrm rot="16200000" flipH="1">
              <a:off x="2465144" y="5832861"/>
              <a:ext cx="779224" cy="1119866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5420188E-E1B5-15B7-2696-CE106AE6FB20}"/>
              </a:ext>
            </a:extLst>
          </p:cNvPr>
          <p:cNvGrpSpPr/>
          <p:nvPr/>
        </p:nvGrpSpPr>
        <p:grpSpPr>
          <a:xfrm>
            <a:off x="3416303" y="504932"/>
            <a:ext cx="5359827" cy="652166"/>
            <a:chOff x="172406" y="590657"/>
            <a:chExt cx="5359827" cy="652166"/>
          </a:xfrm>
        </p:grpSpPr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DD918A5B-26F9-FECE-9F35-ACD138E793B7}"/>
                </a:ext>
              </a:extLst>
            </p:cNvPr>
            <p:cNvSpPr/>
            <p:nvPr/>
          </p:nvSpPr>
          <p:spPr>
            <a:xfrm>
              <a:off x="172406" y="59065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E3356123-EF77-05C1-9FB9-FBBBCDC59944}"/>
                </a:ext>
              </a:extLst>
            </p:cNvPr>
            <p:cNvSpPr/>
            <p:nvPr/>
          </p:nvSpPr>
          <p:spPr>
            <a:xfrm>
              <a:off x="4599415" y="59065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F3DB4B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B1522247-39E1-0236-035B-92292FC34695}"/>
                </a:ext>
              </a:extLst>
            </p:cNvPr>
            <p:cNvSpPr/>
            <p:nvPr/>
          </p:nvSpPr>
          <p:spPr>
            <a:xfrm>
              <a:off x="3492986" y="59065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6F50C49-06DF-2E1E-0A79-45B0D2B6A06A}"/>
                </a:ext>
              </a:extLst>
            </p:cNvPr>
            <p:cNvSpPr/>
            <p:nvPr/>
          </p:nvSpPr>
          <p:spPr>
            <a:xfrm>
              <a:off x="1279266" y="59065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7140ADF6-FE78-3E11-CF9E-1E928B2E7AEE}"/>
                </a:ext>
              </a:extLst>
            </p:cNvPr>
            <p:cNvSpPr/>
            <p:nvPr/>
          </p:nvSpPr>
          <p:spPr>
            <a:xfrm rot="16200000" flipH="1">
              <a:off x="2528674" y="448110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F86042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6FE9D68-BA4D-6DB3-5A06-0678AC7BD17B}"/>
              </a:ext>
            </a:extLst>
          </p:cNvPr>
          <p:cNvGrpSpPr/>
          <p:nvPr/>
        </p:nvGrpSpPr>
        <p:grpSpPr>
          <a:xfrm>
            <a:off x="3416303" y="1212825"/>
            <a:ext cx="5359827" cy="652166"/>
            <a:chOff x="172406" y="2006443"/>
            <a:chExt cx="5359827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D43E7B1-04F5-DD56-A3A7-44836E849CA9}"/>
              </a:ext>
            </a:extLst>
          </p:cNvPr>
          <p:cNvGrpSpPr/>
          <p:nvPr/>
        </p:nvGrpSpPr>
        <p:grpSpPr>
          <a:xfrm>
            <a:off x="3409509" y="1920718"/>
            <a:ext cx="5366621" cy="652166"/>
            <a:chOff x="165612" y="1298550"/>
            <a:chExt cx="5366621" cy="65216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E6B6F7E-A514-E5E8-31C1-DF5093167C09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0B0D2A-022E-8F5E-8411-714433AD4B8F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B97C30A-AA16-3450-7EA7-DC6675872577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64584AC-A76D-2A91-4EE9-E4EC8579A03C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FC28F2-7FCE-1D1F-214C-9AAE3371FC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08720FBB-D719-CE4D-7347-9C401D59AB6D}"/>
              </a:ext>
            </a:extLst>
          </p:cNvPr>
          <p:cNvGrpSpPr/>
          <p:nvPr/>
        </p:nvGrpSpPr>
        <p:grpSpPr>
          <a:xfrm>
            <a:off x="3416303" y="2628611"/>
            <a:ext cx="5359827" cy="652166"/>
            <a:chOff x="172406" y="2714336"/>
            <a:chExt cx="5359827" cy="652166"/>
          </a:xfrm>
        </p:grpSpPr>
        <p:sp>
          <p:nvSpPr>
            <p:cNvPr id="120" name="Rectangle: Rounded Corners 119">
              <a:extLst>
                <a:ext uri="{FF2B5EF4-FFF2-40B4-BE49-F238E27FC236}">
                  <a16:creationId xmlns:a16="http://schemas.microsoft.com/office/drawing/2014/main" id="{60F01C77-54CA-92D8-3381-5289EF316187}"/>
                </a:ext>
              </a:extLst>
            </p:cNvPr>
            <p:cNvSpPr/>
            <p:nvPr/>
          </p:nvSpPr>
          <p:spPr>
            <a:xfrm>
              <a:off x="172406" y="2714336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rgbClr val="00B0F0">
                    <a:alpha val="34000"/>
                  </a:srgbClr>
                </a:gs>
                <a:gs pos="56000">
                  <a:srgbClr val="00B0F0">
                    <a:alpha val="0"/>
                  </a:srgbClr>
                </a:gs>
              </a:gsLst>
              <a:lin ang="66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05948047-C4B8-D6B9-DD83-C0F046BCE0AF}"/>
                </a:ext>
              </a:extLst>
            </p:cNvPr>
            <p:cNvSpPr/>
            <p:nvPr/>
          </p:nvSpPr>
          <p:spPr>
            <a:xfrm>
              <a:off x="4599415" y="271433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95000">
                  <a:srgbClr val="F74B29">
                    <a:alpha val="25000"/>
                  </a:srgbClr>
                </a:gs>
                <a:gs pos="52000">
                  <a:srgbClr val="F74B29">
                    <a:alpha val="0"/>
                  </a:srgbClr>
                </a:gs>
              </a:gsLst>
              <a:lin ang="66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1149BC05-3D9A-33F0-793C-B70D4FABA8CE}"/>
                </a:ext>
              </a:extLst>
            </p:cNvPr>
            <p:cNvSpPr/>
            <p:nvPr/>
          </p:nvSpPr>
          <p:spPr>
            <a:xfrm>
              <a:off x="3492986" y="271433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7000">
                  <a:srgbClr val="00B0F0">
                    <a:alpha val="34000"/>
                  </a:srgbClr>
                </a:gs>
                <a:gs pos="56000">
                  <a:srgbClr val="00B0F0">
                    <a:alpha val="0"/>
                  </a:srgbClr>
                </a:gs>
              </a:gsLst>
              <a:lin ang="66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2F462E7A-4D7E-FA9D-59EB-E3678288C5BE}"/>
                </a:ext>
              </a:extLst>
            </p:cNvPr>
            <p:cNvSpPr/>
            <p:nvPr/>
          </p:nvSpPr>
          <p:spPr>
            <a:xfrm>
              <a:off x="1279266" y="271433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rgbClr val="00B050">
                    <a:alpha val="67000"/>
                  </a:srgbClr>
                </a:gs>
                <a:gs pos="73000">
                  <a:srgbClr val="00B050">
                    <a:alpha val="0"/>
                  </a:srgbClr>
                </a:gs>
              </a:gsLst>
              <a:lin ang="8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D5CD0701-60E1-9FE1-480F-EE450A4A51A9}"/>
                </a:ext>
              </a:extLst>
            </p:cNvPr>
            <p:cNvSpPr/>
            <p:nvPr/>
          </p:nvSpPr>
          <p:spPr>
            <a:xfrm rot="16200000" flipH="1">
              <a:off x="2528674" y="2571790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rgbClr val="FBA305">
                    <a:alpha val="67000"/>
                  </a:srgbClr>
                </a:gs>
                <a:gs pos="56000">
                  <a:srgbClr val="FFC000">
                    <a:alpha val="0"/>
                  </a:srgb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9663EDC-C74B-C560-C66F-213B956273D9}"/>
              </a:ext>
            </a:extLst>
          </p:cNvPr>
          <p:cNvGrpSpPr/>
          <p:nvPr/>
        </p:nvGrpSpPr>
        <p:grpSpPr>
          <a:xfrm>
            <a:off x="3409509" y="4203447"/>
            <a:ext cx="944054" cy="652166"/>
            <a:chOff x="3409509" y="4203447"/>
            <a:chExt cx="944054" cy="652166"/>
          </a:xfrm>
        </p:grpSpPr>
        <p:sp>
          <p:nvSpPr>
            <p:cNvPr id="370" name="Rectangle: Rounded Corners 369">
              <a:extLst>
                <a:ext uri="{FF2B5EF4-FFF2-40B4-BE49-F238E27FC236}">
                  <a16:creationId xmlns:a16="http://schemas.microsoft.com/office/drawing/2014/main" id="{A6B9C1BF-F644-83F3-17A5-5C0B56DA4962}"/>
                </a:ext>
              </a:extLst>
            </p:cNvPr>
            <p:cNvSpPr/>
            <p:nvPr/>
          </p:nvSpPr>
          <p:spPr>
            <a:xfrm>
              <a:off x="3416303" y="420344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6" name="Rectangle: Rounded Corners 375">
              <a:extLst>
                <a:ext uri="{FF2B5EF4-FFF2-40B4-BE49-F238E27FC236}">
                  <a16:creationId xmlns:a16="http://schemas.microsoft.com/office/drawing/2014/main" id="{F3804E2B-2901-0CDE-8E0F-F7741192D75C}"/>
                </a:ext>
              </a:extLst>
            </p:cNvPr>
            <p:cNvSpPr/>
            <p:nvPr/>
          </p:nvSpPr>
          <p:spPr>
            <a:xfrm>
              <a:off x="3416303" y="420344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2" name="Rectangle: Rounded Corners 381">
              <a:extLst>
                <a:ext uri="{FF2B5EF4-FFF2-40B4-BE49-F238E27FC236}">
                  <a16:creationId xmlns:a16="http://schemas.microsoft.com/office/drawing/2014/main" id="{8614116D-99AE-6F24-502F-D2A00BD24662}"/>
                </a:ext>
              </a:extLst>
            </p:cNvPr>
            <p:cNvSpPr/>
            <p:nvPr/>
          </p:nvSpPr>
          <p:spPr>
            <a:xfrm>
              <a:off x="3409509" y="4203447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Rectangle: Rounded Corners 387">
              <a:extLst>
                <a:ext uri="{FF2B5EF4-FFF2-40B4-BE49-F238E27FC236}">
                  <a16:creationId xmlns:a16="http://schemas.microsoft.com/office/drawing/2014/main" id="{BD4FB305-52D2-88FD-1E49-42E87DFB74A4}"/>
                </a:ext>
              </a:extLst>
            </p:cNvPr>
            <p:cNvSpPr/>
            <p:nvPr/>
          </p:nvSpPr>
          <p:spPr>
            <a:xfrm>
              <a:off x="3416303" y="420344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rgbClr val="00B0F0">
                    <a:alpha val="34000"/>
                  </a:srgbClr>
                </a:gs>
                <a:gs pos="56000">
                  <a:srgbClr val="00B0F0">
                    <a:alpha val="0"/>
                  </a:srgbClr>
                </a:gs>
              </a:gsLst>
              <a:lin ang="66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2AD7BC6-3C67-9492-1C09-EFEC587FA6C2}"/>
              </a:ext>
            </a:extLst>
          </p:cNvPr>
          <p:cNvGrpSpPr/>
          <p:nvPr/>
        </p:nvGrpSpPr>
        <p:grpSpPr>
          <a:xfrm>
            <a:off x="7843312" y="4203448"/>
            <a:ext cx="932818" cy="652165"/>
            <a:chOff x="7843312" y="4203448"/>
            <a:chExt cx="932818" cy="652165"/>
          </a:xfrm>
        </p:grpSpPr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59276464-9B79-527E-5AAB-C3277963B384}"/>
                </a:ext>
              </a:extLst>
            </p:cNvPr>
            <p:cNvSpPr/>
            <p:nvPr/>
          </p:nvSpPr>
          <p:spPr>
            <a:xfrm>
              <a:off x="7843312" y="420344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F3DB4B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D0B4D892-E91F-2462-7086-0D3804084EC6}"/>
                </a:ext>
              </a:extLst>
            </p:cNvPr>
            <p:cNvSpPr/>
            <p:nvPr/>
          </p:nvSpPr>
          <p:spPr>
            <a:xfrm>
              <a:off x="7843312" y="420344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159D3982-00BC-A35D-67B0-6F397C0C5400}"/>
                </a:ext>
              </a:extLst>
            </p:cNvPr>
            <p:cNvSpPr/>
            <p:nvPr/>
          </p:nvSpPr>
          <p:spPr>
            <a:xfrm>
              <a:off x="7843312" y="420344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85A12986-16FB-F635-769E-8875AFAFFBF6}"/>
                </a:ext>
              </a:extLst>
            </p:cNvPr>
            <p:cNvSpPr/>
            <p:nvPr/>
          </p:nvSpPr>
          <p:spPr>
            <a:xfrm>
              <a:off x="7843312" y="420344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95000">
                  <a:srgbClr val="F74B29">
                    <a:alpha val="25000"/>
                  </a:srgbClr>
                </a:gs>
                <a:gs pos="52000">
                  <a:srgbClr val="F74B29">
                    <a:alpha val="0"/>
                  </a:srgbClr>
                </a:gs>
              </a:gsLst>
              <a:lin ang="66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E7C8A94-B9FF-B529-7D46-0AEB7646C62C}"/>
              </a:ext>
            </a:extLst>
          </p:cNvPr>
          <p:cNvGrpSpPr/>
          <p:nvPr/>
        </p:nvGrpSpPr>
        <p:grpSpPr>
          <a:xfrm>
            <a:off x="6736883" y="4203448"/>
            <a:ext cx="937260" cy="652165"/>
            <a:chOff x="6736883" y="4203448"/>
            <a:chExt cx="937260" cy="652165"/>
          </a:xfrm>
        </p:grpSpPr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5B2EB45-C718-27FC-9BD9-DB40C575D1DF}"/>
                </a:ext>
              </a:extLst>
            </p:cNvPr>
            <p:cNvSpPr/>
            <p:nvPr/>
          </p:nvSpPr>
          <p:spPr>
            <a:xfrm>
              <a:off x="6736883" y="420344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95B86A62-56C5-7E39-49DA-2A8B8476931F}"/>
                </a:ext>
              </a:extLst>
            </p:cNvPr>
            <p:cNvSpPr/>
            <p:nvPr/>
          </p:nvSpPr>
          <p:spPr>
            <a:xfrm>
              <a:off x="6736883" y="420344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D13259C3-6F29-EA99-E506-F44CFE698053}"/>
                </a:ext>
              </a:extLst>
            </p:cNvPr>
            <p:cNvSpPr/>
            <p:nvPr/>
          </p:nvSpPr>
          <p:spPr>
            <a:xfrm>
              <a:off x="6736883" y="420344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B153151-5F39-E7DB-53AB-C319303C4144}"/>
                </a:ext>
              </a:extLst>
            </p:cNvPr>
            <p:cNvSpPr/>
            <p:nvPr/>
          </p:nvSpPr>
          <p:spPr>
            <a:xfrm>
              <a:off x="6736883" y="420344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7000">
                  <a:srgbClr val="00B0F0">
                    <a:alpha val="34000"/>
                  </a:srgbClr>
                </a:gs>
                <a:gs pos="56000">
                  <a:srgbClr val="00B0F0">
                    <a:alpha val="0"/>
                  </a:srgbClr>
                </a:gs>
              </a:gsLst>
              <a:lin ang="66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07984AD-93F2-AC20-03E3-ED315ABE85CD}"/>
              </a:ext>
            </a:extLst>
          </p:cNvPr>
          <p:cNvGrpSpPr/>
          <p:nvPr/>
        </p:nvGrpSpPr>
        <p:grpSpPr>
          <a:xfrm>
            <a:off x="4523163" y="4203448"/>
            <a:ext cx="937260" cy="652164"/>
            <a:chOff x="4523163" y="4203448"/>
            <a:chExt cx="937260" cy="652164"/>
          </a:xfrm>
        </p:grpSpPr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B6303B1-E9A8-F88C-D9B3-1A5D7C330EE0}"/>
                </a:ext>
              </a:extLst>
            </p:cNvPr>
            <p:cNvSpPr/>
            <p:nvPr/>
          </p:nvSpPr>
          <p:spPr>
            <a:xfrm>
              <a:off x="4523163" y="420344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DF41C559-56B0-73EE-E347-40E788A9103A}"/>
                </a:ext>
              </a:extLst>
            </p:cNvPr>
            <p:cNvSpPr/>
            <p:nvPr/>
          </p:nvSpPr>
          <p:spPr>
            <a:xfrm>
              <a:off x="4523163" y="420344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50577716-8756-5FC9-F1A6-9FCBCF077079}"/>
                </a:ext>
              </a:extLst>
            </p:cNvPr>
            <p:cNvSpPr/>
            <p:nvPr/>
          </p:nvSpPr>
          <p:spPr>
            <a:xfrm>
              <a:off x="4523163" y="420344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B285A4C6-ADD5-892E-5FDD-C3115FF2E191}"/>
                </a:ext>
              </a:extLst>
            </p:cNvPr>
            <p:cNvSpPr/>
            <p:nvPr/>
          </p:nvSpPr>
          <p:spPr>
            <a:xfrm>
              <a:off x="4523163" y="420344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rgbClr val="00B050">
                    <a:alpha val="67000"/>
                  </a:srgbClr>
                </a:gs>
                <a:gs pos="73000">
                  <a:srgbClr val="00B050">
                    <a:alpha val="0"/>
                  </a:srgbClr>
                </a:gs>
              </a:gsLst>
              <a:lin ang="8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C1A55BB-5A19-2645-B1A0-C9EE6B3C3752}"/>
              </a:ext>
            </a:extLst>
          </p:cNvPr>
          <p:cNvGrpSpPr/>
          <p:nvPr/>
        </p:nvGrpSpPr>
        <p:grpSpPr>
          <a:xfrm>
            <a:off x="5630023" y="4203448"/>
            <a:ext cx="937260" cy="652165"/>
            <a:chOff x="5630023" y="4203448"/>
            <a:chExt cx="937260" cy="652165"/>
          </a:xfrm>
        </p:grpSpPr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EC898AD-56E7-E960-36F7-45AEF59C0B1E}"/>
                </a:ext>
              </a:extLst>
            </p:cNvPr>
            <p:cNvSpPr/>
            <p:nvPr/>
          </p:nvSpPr>
          <p:spPr>
            <a:xfrm rot="16200000" flipH="1">
              <a:off x="5772571" y="4060900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F86042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A4EC357D-111B-E447-3AE0-293A4C5A277F}"/>
                </a:ext>
              </a:extLst>
            </p:cNvPr>
            <p:cNvSpPr/>
            <p:nvPr/>
          </p:nvSpPr>
          <p:spPr>
            <a:xfrm rot="16200000" flipH="1">
              <a:off x="5772571" y="4060900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BF0DED88-A4BF-F579-E38F-673F030F0383}"/>
                </a:ext>
              </a:extLst>
            </p:cNvPr>
            <p:cNvSpPr/>
            <p:nvPr/>
          </p:nvSpPr>
          <p:spPr>
            <a:xfrm rot="16200000" flipV="1">
              <a:off x="5772571" y="406090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8D385030-0EF9-3401-EF2C-35E7E76EB50F}"/>
                </a:ext>
              </a:extLst>
            </p:cNvPr>
            <p:cNvSpPr/>
            <p:nvPr/>
          </p:nvSpPr>
          <p:spPr>
            <a:xfrm rot="16200000" flipH="1">
              <a:off x="5772571" y="406090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rgbClr val="FBA305">
                    <a:alpha val="67000"/>
                  </a:srgbClr>
                </a:gs>
                <a:gs pos="56000">
                  <a:srgbClr val="FFC000">
                    <a:alpha val="0"/>
                  </a:srgb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5816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140</TotalTime>
  <Words>14</Words>
  <Application>Microsoft Office PowerPoint</Application>
  <PresentationFormat>Widescreen</PresentationFormat>
  <Paragraphs>11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10</cp:revision>
  <dcterms:created xsi:type="dcterms:W3CDTF">2026-02-24T23:11:14Z</dcterms:created>
  <dcterms:modified xsi:type="dcterms:W3CDTF">2026-03-03T16:57:47Z</dcterms:modified>
</cp:coreProperties>
</file>