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BFFE6FC-20FA-BDB9-9377-208B24B8D088}"/>
              </a:ext>
            </a:extLst>
          </p:cNvPr>
          <p:cNvSpPr/>
          <p:nvPr/>
        </p:nvSpPr>
        <p:spPr>
          <a:xfrm rot="19319567">
            <a:off x="3611767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5E3DDD9-29D5-C838-07EA-30CB87E8C12F}"/>
              </a:ext>
            </a:extLst>
          </p:cNvPr>
          <p:cNvSpPr/>
          <p:nvPr/>
        </p:nvSpPr>
        <p:spPr>
          <a:xfrm>
            <a:off x="3281820" y="968525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2DE3F93-8974-B215-5337-8E0A04E3786A}"/>
              </a:ext>
            </a:extLst>
          </p:cNvPr>
          <p:cNvSpPr/>
          <p:nvPr/>
        </p:nvSpPr>
        <p:spPr>
          <a:xfrm>
            <a:off x="4432917" y="491228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9A09F4D-B561-04A3-CA44-B06913069C01}"/>
              </a:ext>
            </a:extLst>
          </p:cNvPr>
          <p:cNvSpPr/>
          <p:nvPr/>
        </p:nvSpPr>
        <p:spPr>
          <a:xfrm>
            <a:off x="3955620" y="293525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FED497A-CBDA-DC55-F7EB-3213FFB3BFE3}"/>
              </a:ext>
            </a:extLst>
          </p:cNvPr>
          <p:cNvSpPr/>
          <p:nvPr/>
        </p:nvSpPr>
        <p:spPr>
          <a:xfrm>
            <a:off x="3479522" y="491228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67BDBD3-3376-BE31-A6D5-09E7F2403D49}"/>
              </a:ext>
            </a:extLst>
          </p:cNvPr>
          <p:cNvSpPr/>
          <p:nvPr/>
        </p:nvSpPr>
        <p:spPr>
          <a:xfrm>
            <a:off x="4630620" y="968525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4A10547-6900-4A53-6C6A-752559744030}"/>
              </a:ext>
            </a:extLst>
          </p:cNvPr>
          <p:cNvSpPr/>
          <p:nvPr/>
        </p:nvSpPr>
        <p:spPr>
          <a:xfrm>
            <a:off x="3479522" y="1444622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F5D8FF3-A71D-130C-903D-D9C864644AF5}"/>
              </a:ext>
            </a:extLst>
          </p:cNvPr>
          <p:cNvSpPr/>
          <p:nvPr/>
        </p:nvSpPr>
        <p:spPr>
          <a:xfrm>
            <a:off x="3956820" y="1642325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31CBEC7B-19BD-22A3-E56C-4A93D1516BE2}"/>
              </a:ext>
            </a:extLst>
          </p:cNvPr>
          <p:cNvSpPr/>
          <p:nvPr/>
        </p:nvSpPr>
        <p:spPr>
          <a:xfrm>
            <a:off x="4432917" y="1444622"/>
            <a:ext cx="151200" cy="151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203</TotalTime>
  <Words>14</Words>
  <Application>Microsoft Office PowerPoint</Application>
  <PresentationFormat>Widescreen</PresentationFormat>
  <Paragraphs>11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14</cp:revision>
  <dcterms:created xsi:type="dcterms:W3CDTF">2026-02-24T23:11:14Z</dcterms:created>
  <dcterms:modified xsi:type="dcterms:W3CDTF">2026-03-11T14:16:33Z</dcterms:modified>
</cp:coreProperties>
</file>