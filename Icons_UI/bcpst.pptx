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A8F0"/>
    <a:srgbClr val="ECC31D"/>
    <a:srgbClr val="E94B3A"/>
    <a:srgbClr val="36E67F"/>
    <a:srgbClr val="C775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216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2C13025-5D67-6C8B-54DE-83B2023BAE11}"/>
              </a:ext>
            </a:extLst>
          </p:cNvPr>
          <p:cNvSpPr/>
          <p:nvPr/>
        </p:nvSpPr>
        <p:spPr>
          <a:xfrm>
            <a:off x="1528959" y="1721071"/>
            <a:ext cx="937260" cy="652166"/>
          </a:xfrm>
          <a:prstGeom prst="roundRect">
            <a:avLst/>
          </a:prstGeom>
          <a:solidFill>
            <a:srgbClr val="C77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52EF61E-B836-2759-45C5-72267A0CF283}"/>
              </a:ext>
            </a:extLst>
          </p:cNvPr>
          <p:cNvSpPr/>
          <p:nvPr/>
        </p:nvSpPr>
        <p:spPr>
          <a:xfrm>
            <a:off x="7421444" y="172107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ECC3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BB5A4F-F999-516C-69E5-2D27239483B8}"/>
              </a:ext>
            </a:extLst>
          </p:cNvPr>
          <p:cNvSpPr/>
          <p:nvPr/>
        </p:nvSpPr>
        <p:spPr>
          <a:xfrm>
            <a:off x="5958835" y="1721072"/>
            <a:ext cx="937260" cy="652165"/>
          </a:xfrm>
          <a:prstGeom prst="rect">
            <a:avLst/>
          </a:prstGeom>
          <a:solidFill>
            <a:srgbClr val="36E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E213A89-99A8-A872-0282-9D1A8FF97292}"/>
              </a:ext>
            </a:extLst>
          </p:cNvPr>
          <p:cNvSpPr/>
          <p:nvPr/>
        </p:nvSpPr>
        <p:spPr>
          <a:xfrm rot="16200000" flipH="1">
            <a:off x="4921949" y="157852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E94B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6B87F79-2AD4-F7CE-83A6-69F0513E9B18}"/>
              </a:ext>
            </a:extLst>
          </p:cNvPr>
          <p:cNvSpPr/>
          <p:nvPr/>
        </p:nvSpPr>
        <p:spPr>
          <a:xfrm>
            <a:off x="3603083" y="172107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3BA8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094784" y="26487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1844342" y="26487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290248" y="2648739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3930488" y="264873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7757048" y="2648739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1528959" y="3293572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421444" y="329357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4D4FE2-C49A-ACF6-691E-6898E3D2089D}"/>
              </a:ext>
            </a:extLst>
          </p:cNvPr>
          <p:cNvSpPr/>
          <p:nvPr/>
        </p:nvSpPr>
        <p:spPr>
          <a:xfrm>
            <a:off x="5958835" y="3293573"/>
            <a:ext cx="937260" cy="6521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4921949" y="3151026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603083" y="329357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C865D70-0832-B887-4436-883C59050DA9}"/>
              </a:ext>
            </a:extLst>
          </p:cNvPr>
          <p:cNvSpPr/>
          <p:nvPr/>
        </p:nvSpPr>
        <p:spPr>
          <a:xfrm>
            <a:off x="5958835" y="834530"/>
            <a:ext cx="937260" cy="649524"/>
          </a:xfrm>
          <a:custGeom>
            <a:avLst/>
            <a:gdLst>
              <a:gd name="csX0" fmla="*/ 0 w 937260"/>
              <a:gd name="csY0" fmla="*/ 0 h 649524"/>
              <a:gd name="csX1" fmla="*/ 29480 w 937260"/>
              <a:gd name="csY1" fmla="*/ 6421 h 649524"/>
              <a:gd name="csX2" fmla="*/ 468630 w 937260"/>
              <a:gd name="csY2" fmla="*/ 42000 h 649524"/>
              <a:gd name="csX3" fmla="*/ 907780 w 937260"/>
              <a:gd name="csY3" fmla="*/ 6421 h 649524"/>
              <a:gd name="csX4" fmla="*/ 937260 w 937260"/>
              <a:gd name="csY4" fmla="*/ 0 h 649524"/>
              <a:gd name="csX5" fmla="*/ 937260 w 937260"/>
              <a:gd name="csY5" fmla="*/ 649524 h 649524"/>
              <a:gd name="csX6" fmla="*/ 907780 w 937260"/>
              <a:gd name="csY6" fmla="*/ 643103 h 649524"/>
              <a:gd name="csX7" fmla="*/ 468630 w 937260"/>
              <a:gd name="csY7" fmla="*/ 607524 h 649524"/>
              <a:gd name="csX8" fmla="*/ 29480 w 937260"/>
              <a:gd name="csY8" fmla="*/ 643103 h 649524"/>
              <a:gd name="csX9" fmla="*/ 0 w 937260"/>
              <a:gd name="csY9" fmla="*/ 649524 h 649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937260" h="649524">
                <a:moveTo>
                  <a:pt x="0" y="0"/>
                </a:moveTo>
                <a:lnTo>
                  <a:pt x="29480" y="6421"/>
                </a:lnTo>
                <a:cubicBezTo>
                  <a:pt x="164457" y="29331"/>
                  <a:pt x="312857" y="42000"/>
                  <a:pt x="468630" y="42000"/>
                </a:cubicBezTo>
                <a:cubicBezTo>
                  <a:pt x="624404" y="42000"/>
                  <a:pt x="772803" y="29331"/>
                  <a:pt x="907780" y="6421"/>
                </a:cubicBezTo>
                <a:lnTo>
                  <a:pt x="937260" y="0"/>
                </a:lnTo>
                <a:lnTo>
                  <a:pt x="937260" y="649524"/>
                </a:lnTo>
                <a:lnTo>
                  <a:pt x="907780" y="643103"/>
                </a:lnTo>
                <a:cubicBezTo>
                  <a:pt x="772803" y="620193"/>
                  <a:pt x="624404" y="607524"/>
                  <a:pt x="468630" y="607524"/>
                </a:cubicBezTo>
                <a:cubicBezTo>
                  <a:pt x="312857" y="607524"/>
                  <a:pt x="164457" y="620193"/>
                  <a:pt x="29480" y="643103"/>
                </a:cubicBezTo>
                <a:lnTo>
                  <a:pt x="0" y="649524"/>
                </a:lnTo>
                <a:close/>
              </a:path>
            </a:pathLst>
          </a:custGeom>
          <a:solidFill>
            <a:srgbClr val="36E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231A9A5-1710-4C6B-848A-D5C60834FE34}"/>
              </a:ext>
            </a:extLst>
          </p:cNvPr>
          <p:cNvSpPr/>
          <p:nvPr/>
        </p:nvSpPr>
        <p:spPr>
          <a:xfrm>
            <a:off x="5958835" y="4695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35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</cp:revision>
  <dcterms:created xsi:type="dcterms:W3CDTF">2026-02-24T23:11:14Z</dcterms:created>
  <dcterms:modified xsi:type="dcterms:W3CDTF">2026-02-27T23:03:25Z</dcterms:modified>
</cp:coreProperties>
</file>